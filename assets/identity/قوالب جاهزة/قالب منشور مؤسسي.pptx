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8578e6c3c14302" /><Relationship Type="http://schemas.openxmlformats.org/officeDocument/2006/relationships/extended-properties" Target="/docProps/app.xml" Id="R976b977cd2a447d9" /><Relationship Type="http://schemas.openxmlformats.org/officeDocument/2006/relationships/officeDocument" Target="/ppt/presentation.xml" Id="R2bf3ad0259ca4c87" /></Relationships>
</file>

<file path=ppt/presentation.xml><?xml version="1.0" encoding="utf-8"?>
<p:presentation xmlns:p="http://schemas.openxmlformats.org/presentationml/2006/main" xmlns:r="http://schemas.openxmlformats.org/officeDocument/2006/relationships" rtl="1">
  <p:sldMasterIdLst>
    <p:sldMasterId id="2147483648" r:id="Rcd872d8301ba4807"/>
  </p:sldMasterIdLst>
  <p:notesMasterIdLst>
    <p:notesMasterId r:id="R037a946e20f44a06"/>
  </p:notesMasterIdLst>
  <p:sldIdLst>
    <p:sldId id="256" r:id="R1a7f4ddfd36344ed"/>
  </p:sldIdLst>
  <p:sldSz cx="10287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c50cf9a5a34dc9" /><Relationship Type="http://schemas.openxmlformats.org/officeDocument/2006/relationships/slideMaster" Target="/ppt/slideMasters/slideMaster1.xml" Id="Rcd872d8301ba4807" /><Relationship Type="http://schemas.openxmlformats.org/officeDocument/2006/relationships/notesMaster" Target="/ppt/notesMasters/notesMaster1.xml" Id="R037a946e20f44a06" /><Relationship Type="http://schemas.openxmlformats.org/officeDocument/2006/relationships/presProps" Target="/ppt/presProps.xml" Id="Rce08dff061be40ac" /><Relationship Type="http://schemas.openxmlformats.org/officeDocument/2006/relationships/tableStyles" Target="/ppt/tableStyles.xml" Id="Rc3dc8b6f21b443c3" /><Relationship Type="http://schemas.openxmlformats.org/officeDocument/2006/relationships/slide" Target="/ppt/slides/slide1.xml" Id="R1a7f4ddfd36344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693eacf7f740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7ba05dca56426d" /><Relationship Type="http://schemas.openxmlformats.org/officeDocument/2006/relationships/notesMaster" Target="/ppt/notesMasters/notesMaster1.xml" Id="R8e8070f1c39d4bf8"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rtlCol="1"/>
          <a:lstStyle/>
          <a:p>
            <a:pPr rtl="1" algn="r">
              <a:defRPr lang="ar-SA"/>
            </a:pPr>
            <a:r>
              <a:rPr lang="ar-SA"/>
              <a:t>قالب منشور مؤسسي مربع قابل للتحرير. استبدل النصوص بين الأقواس ببيانات موثقة، واحذف الحقول غير اللازمة قبل النشر. النصوص عناصر PowerPoint أصلية. لا تتضمن الشريحة بيانات تواصل أو تاريخاً أو أسماء مفترضة. الخطان المطلوبان DIN Next LT Arabic Regular وMedium من الحزمة. الشعار الأصلي: assets/identity/الشعارات - Logos/PNG-cropped/vertical-color.png. ألوان القالب: assets/digital-tokens.json، وهي مشتقات رقمية افتراضية للحزمة وليست رموزاً رسمية منشورة.</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a98455ae4c40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afbd8c755e4fa2" /><Relationship Type="http://schemas.openxmlformats.org/officeDocument/2006/relationships/slideLayout" Target="/ppt/slideLayouts/slideLayout1.xml" Id="Rfce28ea957d340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e28ea957d340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cd3bee495d4130" /><Relationship Type="http://schemas.openxmlformats.org/officeDocument/2006/relationships/image" Target="/ppt/media/image.png" Id="R8afbd66531b149e1" /><Relationship Type="http://schemas.openxmlformats.org/officeDocument/2006/relationships/notesSlide" Target="/ppt/notesSlides/notesSlide1.xml" Id="R3cddd619ede74eb6" /></Relationships>
</file>

<file path=ppt/slides/slide1.xml><?xml version="1.0" encoding="utf-8"?>
<p:sld xmlns:a="http://schemas.openxmlformats.org/drawingml/2006/main" xmlns:ns3="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pic>
        <p:nvPicPr>
          <p:cNvPr id="9" name=""/>
          <p:cNvPicPr>
            <a:picLocks noChangeAspect="1"/>
          </p:cNvPicPr>
          <p:nvPr/>
        </p:nvPicPr>
        <p:blipFill>
          <a:blip r:embed="R8afbd66531b149e1"/>
          <a:stretch/>
        </p:blipFill>
        <p:spPr>
          <a:xfrm>
            <a:off x="7686675" y="838200"/>
            <a:ext cx="1571625" cy="1577050"/>
          </a:xfrm>
          <a:prstGeom prst="rect">
            <a:avLst/>
          </a:prstGeom>
        </p:spPr>
      </p:pic>
      <p:sp>
        <p:nvSpPr>
          <p:cNvPr id="2" name="تصنيف المنشور">
            <a:extLst>
              <a:ext uri="{FF2B5EF4-FFF2-40B4-BE49-F238E27FC236}">
                <ns3:creationId id="{322673B8-DA0D-4BDC-9CCA-DFF76FE2021D}"/>
              </a:ext>
            </a:extLst>
          </p:cNvPr>
          <p:cNvSpPr>
            <a:spLocks noGrp="1"/>
          </p:cNvSpPr>
          <p:nvPr/>
        </p:nvSpPr>
        <p:spPr>
          <a:xfrm>
            <a:off x="1028700" y="2952750"/>
            <a:ext cx="8229600" cy="495300"/>
          </a:xfrm>
          <a:prstGeom prst="rect">
            <a:avLst/>
          </a:prstGeom>
          <a:noFill/>
          <a:ln w="0">
            <a:noFill/>
          </a:ln>
        </p:spPr>
        <p:txBody>
          <a:bodyPr rtlCol="1">
            <a:noAutofit/>
          </a:bodyPr>
          <a:lstStyle/>
          <a:p>
            <a:pPr algn="r" rtl="1">
              <a:defRPr sz="2100" lang="ar-SA">
                <a:solidFill>
                  <a:srgbClr val="334E78"/>
                </a:solidFill>
                <a:latin typeface="DIN Next LT Arabic"/>
                <a:ea typeface="DIN Next LT Arabic"/>
                <a:cs typeface="DIN Next LT Arabic"/>
              </a:defRPr>
            </a:pPr>
            <a:r>
              <a:rPr sz="2100" lang="ar-SA">
                <a:solidFill>
                  <a:srgbClr val="334E78"/>
                </a:solidFill>
                <a:latin typeface="DIN Next LT Arabic"/>
                <a:ea typeface="DIN Next LT Arabic"/>
                <a:cs typeface="DIN Next LT Arabic"/>
              </a:rPr>
              <a:t>[نوع المنشور]</a:t>
            </a:r>
          </a:p>
        </p:txBody>
      </p:sp>
      <p:sp>
        <p:nvSpPr>
          <p:cNvPr id="3" name="عنوان المنشور">
            <a:extLst>
              <a:ext uri="{FF2B5EF4-FFF2-40B4-BE49-F238E27FC236}">
                <ns3:creationId id="{8D84BD97-B87A-478A-8F4F-5BA3B13FFEB0}"/>
              </a:ext>
            </a:extLst>
          </p:cNvPr>
          <p:cNvSpPr>
            <a:spLocks noGrp="1"/>
          </p:cNvSpPr>
          <p:nvPr/>
        </p:nvSpPr>
        <p:spPr>
          <a:xfrm>
            <a:off x="1028700" y="3810000"/>
            <a:ext cx="8229600" cy="1000125"/>
          </a:xfrm>
          <a:prstGeom prst="rect">
            <a:avLst/>
          </a:prstGeom>
          <a:noFill/>
          <a:ln w="0">
            <a:noFill/>
          </a:ln>
        </p:spPr>
        <p:txBody>
          <a:bodyPr rtlCol="1">
            <a:noAutofit/>
          </a:bodyPr>
          <a:lstStyle/>
          <a:p>
            <a:pPr algn="r" rtl="1">
              <a:defRPr sz="4800" lang="ar-SA">
                <a:solidFill>
                  <a:srgbClr val="334E78"/>
                </a:solidFill>
                <a:latin typeface="DIN Next LT Arabic Medium"/>
                <a:ea typeface="DIN Next LT Arabic Medium"/>
                <a:cs typeface="DIN Next LT Arabic Medium"/>
              </a:defRPr>
            </a:pPr>
            <a:r>
              <a:rPr sz="4800" lang="ar-SA">
                <a:solidFill>
                  <a:srgbClr val="334E78"/>
                </a:solidFill>
                <a:latin typeface="DIN Next LT Arabic Medium"/>
                <a:ea typeface="DIN Next LT Arabic Medium"/>
                <a:cs typeface="DIN Next LT Arabic Medium"/>
              </a:rPr>
              <a:t>[عنوان المنشور]</a:t>
            </a:r>
          </a:p>
        </p:txBody>
      </p:sp>
      <p:sp>
        <p:nvSpPr>
          <p:cNvPr id="4" name="نص المنشور">
            <a:extLst>
              <a:ext uri="{FF2B5EF4-FFF2-40B4-BE49-F238E27FC236}">
                <ns3:creationId id="{A30E0DFC-468F-4AB8-8E8D-220BA3DF193D}"/>
              </a:ext>
            </a:extLst>
          </p:cNvPr>
          <p:cNvSpPr>
            <a:spLocks noGrp="1"/>
          </p:cNvSpPr>
          <p:nvPr/>
        </p:nvSpPr>
        <p:spPr>
          <a:xfrm>
            <a:off x="1028700" y="5286375"/>
            <a:ext cx="8229600" cy="1619250"/>
          </a:xfrm>
          <a:prstGeom prst="rect">
            <a:avLst/>
          </a:prstGeom>
          <a:noFill/>
          <a:ln w="0">
            <a:noFill/>
          </a:ln>
        </p:spPr>
        <p:txBody>
          <a:bodyPr rtlCol="1">
            <a:noAutofit/>
          </a:bodyPr>
          <a:lstStyle/>
          <a:p>
            <a:pPr algn="r" rtl="1">
              <a:defRPr sz="2850" lang="ar-SA">
                <a:solidFill>
                  <a:srgbClr val="4B4D4E"/>
                </a:solidFill>
                <a:latin typeface="DIN Next LT Arabic"/>
                <a:ea typeface="DIN Next LT Arabic"/>
                <a:cs typeface="DIN Next LT Arabic"/>
              </a:defRPr>
            </a:pPr>
            <a:r>
              <a:rPr sz="2850" lang="ar-SA">
                <a:solidFill>
                  <a:srgbClr val="4B4D4E"/>
                </a:solidFill>
                <a:latin typeface="DIN Next LT Arabic"/>
                <a:ea typeface="DIN Next LT Arabic"/>
                <a:cs typeface="DIN Next LT Arabic"/>
              </a:rPr>
              <a:t>[النص المختصر للمنشور]</a:t>
            </a:r>
          </a:p>
          <a:p>
            <a:pPr algn="r" rtl="1">
              <a:defRPr sz="2850" lang="ar-SA">
                <a:solidFill>
                  <a:srgbClr val="4B4D4E"/>
                </a:solidFill>
                <a:latin typeface="DIN Next LT Arabic"/>
                <a:ea typeface="DIN Next LT Arabic"/>
                <a:cs typeface="DIN Next LT Arabic"/>
              </a:defRPr>
            </a:pPr>
            <a:r>
              <a:rPr sz="2850" lang="ar-SA">
                <a:solidFill>
                  <a:srgbClr val="4B4D4E"/>
                </a:solidFill>
                <a:latin typeface="DIN Next LT Arabic"/>
                <a:ea typeface="DIN Next LT Arabic"/>
                <a:cs typeface="DIN Next LT Arabic"/>
              </a:rPr>
              <a:t>[معلومة أو إجراء رئيسي]</a:t>
            </a:r>
          </a:p>
        </p:txBody>
      </p:sp>
      <p:sp>
        <p:nvSpPr>
          <p:cNvPr id="5" name="فاصل">
            <a:extLst>
              <a:ext uri="{FF2B5EF4-FFF2-40B4-BE49-F238E27FC236}">
                <ns3:creationId id="{6B40583B-5788-4C39-B94E-8AF4EEC35A2C}"/>
              </a:ext>
            </a:extLst>
          </p:cNvPr>
          <p:cNvSpPr>
            <a:spLocks noGrp="1"/>
          </p:cNvSpPr>
          <p:nvPr/>
        </p:nvSpPr>
        <p:spPr>
          <a:xfrm>
            <a:off x="1028700" y="7486650"/>
            <a:ext cx="8229600" cy="19050"/>
          </a:xfrm>
          <a:prstGeom prst="rect">
            <a:avLst/>
          </a:prstGeom>
          <a:solidFill>
            <a:srgbClr val="D9D9DA"/>
          </a:solidFill>
          <a:ln w="0">
            <a:noFill/>
          </a:ln>
        </p:spPr>
      </p:sp>
      <p:sp>
        <p:nvSpPr>
          <p:cNvPr id="6" name="التاريخ">
            <a:extLst>
              <a:ext uri="{FF2B5EF4-FFF2-40B4-BE49-F238E27FC236}">
                <ns3:creationId id="{C4C20BCF-86F1-438C-8087-219E839C23C4}"/>
              </a:ext>
            </a:extLst>
          </p:cNvPr>
          <p:cNvSpPr>
            <a:spLocks noGrp="1"/>
          </p:cNvSpPr>
          <p:nvPr/>
        </p:nvSpPr>
        <p:spPr>
          <a:xfrm>
            <a:off x="1028700" y="7800975"/>
            <a:ext cx="8229600" cy="495300"/>
          </a:xfrm>
          <a:prstGeom prst="rect">
            <a:avLst/>
          </a:prstGeom>
          <a:noFill/>
          <a:ln w="0">
            <a:noFill/>
          </a:ln>
        </p:spPr>
        <p:txBody>
          <a:bodyPr rtlCol="1">
            <a:noAutofit/>
          </a:bodyPr>
          <a:lstStyle/>
          <a:p>
            <a:pPr algn="r" rtl="1">
              <a:defRPr sz="2025" lang="ar-SA">
                <a:solidFill>
                  <a:srgbClr val="4B4D4E"/>
                </a:solidFill>
                <a:latin typeface="DIN Next LT Arabic"/>
                <a:ea typeface="DIN Next LT Arabic"/>
                <a:cs typeface="DIN Next LT Arabic"/>
              </a:defRPr>
            </a:pPr>
            <a:r>
              <a:rPr sz="2025" lang="ar-SA">
                <a:solidFill>
                  <a:srgbClr val="4B4D4E"/>
                </a:solidFill>
                <a:latin typeface="DIN Next LT Arabic"/>
                <a:ea typeface="DIN Next LT Arabic"/>
                <a:cs typeface="DIN Next LT Arabic"/>
              </a:rPr>
              <a:t>[التاريخ والوقت عند الحاجة]</a:t>
            </a:r>
          </a:p>
        </p:txBody>
      </p:sp>
      <p:sp>
        <p:nvSpPr>
          <p:cNvPr id="7" name="الموقع">
            <a:extLst>
              <a:ext uri="{FF2B5EF4-FFF2-40B4-BE49-F238E27FC236}">
                <ns3:creationId id="{60083050-7E46-4D97-BD69-495663A806F0}"/>
              </a:ext>
            </a:extLst>
          </p:cNvPr>
          <p:cNvSpPr>
            <a:spLocks noGrp="1"/>
          </p:cNvSpPr>
          <p:nvPr/>
        </p:nvSpPr>
        <p:spPr>
          <a:xfrm>
            <a:off x="1028700" y="8420100"/>
            <a:ext cx="8229600" cy="495300"/>
          </a:xfrm>
          <a:prstGeom prst="rect">
            <a:avLst/>
          </a:prstGeom>
          <a:noFill/>
          <a:ln w="0">
            <a:noFill/>
          </a:ln>
        </p:spPr>
        <p:txBody>
          <a:bodyPr rtlCol="1">
            <a:noAutofit/>
          </a:bodyPr>
          <a:lstStyle/>
          <a:p>
            <a:pPr algn="r" rtl="1">
              <a:defRPr sz="2025" lang="ar-SA">
                <a:solidFill>
                  <a:srgbClr val="4B4D4E"/>
                </a:solidFill>
                <a:latin typeface="DIN Next LT Arabic"/>
                <a:ea typeface="DIN Next LT Arabic"/>
                <a:cs typeface="DIN Next LT Arabic"/>
              </a:defRPr>
            </a:pPr>
            <a:r>
              <a:rPr sz="2025" lang="ar-SA">
                <a:solidFill>
                  <a:srgbClr val="4B4D4E"/>
                </a:solidFill>
                <a:latin typeface="DIN Next LT Arabic"/>
                <a:ea typeface="DIN Next LT Arabic"/>
                <a:cs typeface="DIN Next LT Arabic"/>
              </a:rPr>
              <a:t>[المكان أو وسيلة المشاركة]</a:t>
            </a:r>
          </a:p>
        </p:txBody>
      </p:sp>
      <p:sp>
        <p:nvSpPr>
          <p:cNvPr id="8" name="شريط الهوية">
            <a:extLst>
              <a:ext uri="{FF2B5EF4-FFF2-40B4-BE49-F238E27FC236}">
                <ns3:creationId id="{49CF56C0-6083-41BB-A1AA-950057D33D88}"/>
              </a:ext>
            </a:extLst>
          </p:cNvPr>
          <p:cNvSpPr>
            <a:spLocks noGrp="1"/>
          </p:cNvSpPr>
          <p:nvPr/>
        </p:nvSpPr>
        <p:spPr>
          <a:xfrm>
            <a:off x="0" y="10134600"/>
            <a:ext cx="10287000" cy="152400"/>
          </a:xfrm>
          <a:prstGeom prst="rect">
            <a:avLst/>
          </a:prstGeom>
          <a:solidFill>
            <a:srgbClr val="2CA6A6"/>
          </a:solidFill>
          <a:ln w="0">
            <a:noFill/>
          </a:ln>
        </p:spPr>
      </p:sp>
    </p:spTree>
    <p:extLst>
      <p:ext uri="{BB962C8B-B14F-4D97-AF65-F5344CB8AC3E}">
        <p14:creationId val="20619787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Abdulaziz Almalki</dc:creator>
  <lastModifiedBy>Abdulaziz Almalki</lastModifiedBy>
  <dc:title>قالب منشور مؤسسي مربع</dc:title>
  <dcterms:created xsi:type="dcterms:W3CDTF">2026-10-03T11:58:17.7930000Z</dcterms:created>
  <dcterms:modified xsi:type="dcterms:W3CDTF">2026-10-03T11:58:17.7930000Z</dcterms:modified>
  <dc:language>ar-SA</dc:language>
</coreProperties>
</file>