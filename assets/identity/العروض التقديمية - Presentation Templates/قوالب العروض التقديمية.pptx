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334" r:id="rId3"/>
    <p:sldId id="317" r:id="rId4"/>
    <p:sldId id="333" r:id="rId5"/>
    <p:sldId id="311" r:id="rId6"/>
    <p:sldId id="332" r:id="rId7"/>
    <p:sldId id="307" r:id="rId8"/>
    <p:sldId id="331" r:id="rId9"/>
    <p:sldId id="314" r:id="rId10"/>
    <p:sldId id="316" r:id="rId11"/>
    <p:sldId id="327" r:id="rId12"/>
    <p:sldId id="328" r:id="rId13"/>
    <p:sldId id="320" r:id="rId14"/>
    <p:sldId id="321" r:id="rId15"/>
    <p:sldId id="322" r:id="rId16"/>
    <p:sldId id="323" r:id="rId17"/>
    <p:sldId id="324" r:id="rId18"/>
    <p:sldId id="261" r:id="rId19"/>
    <p:sldId id="3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148481"/>
    <a:srgbClr val="163E64"/>
    <a:srgbClr val="0099CC"/>
    <a:srgbClr val="1AAAA7"/>
    <a:srgbClr val="80C4DC"/>
    <a:srgbClr val="0B3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98" d="100"/>
          <a:sy n="98" d="100"/>
        </p:scale>
        <p:origin x="10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4129CFB2-D72B-4ED4-924B-783820CE4E15}" type="datetimeFigureOut">
              <a:rPr lang="ar-SA" smtClean="0"/>
              <a:t>29/01/48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2A185B8-9F6C-47EF-9C60-AFD8434708C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418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E4CE-4110-7A79-38E7-A9E9BD4A1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FFC54-D255-35BB-B538-BDFB880D9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46ABF-616B-5B13-9073-FC837D8A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CC349-4CC2-43E2-D5DE-84A6883A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FB0DB-F04C-FE87-8E43-703D6E86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91D6-210C-7BF5-B022-B09E7D28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68961-0C6A-048C-FA4B-118CD8F5D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0C45A-EA21-136F-A427-9F6137B0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9A7F4-A814-C0F6-F1A9-912FA95D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08B4F-C4F7-90E9-EBB2-2ACA03ED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6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F7E55-62BE-9F5D-E882-444B3282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0DB0D-A0D4-DAE9-8A8D-7F08733F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71B7-A2B7-09AF-EF40-B4CF7386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E7FF8-2B91-5DC0-2F35-2098642F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3990A-8835-117D-95B1-B5FB2982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0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8DD6-B577-C5A8-E737-77AC144D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999DD-1989-BAF0-68C4-8D7D42EB2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55B51-FD3E-CE1F-F270-138359FDF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E9647-09DA-A2BB-0F15-7F1F0163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DD1FC-0F7E-7699-F7E6-0A8E7F24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E1CCD-498C-2614-CE48-FDA14681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8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3A54-3D8B-D614-2A66-D57C30A9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8EEEA-2847-DB67-3DE5-FEEA2DEB2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1D47A-2367-53B6-3D26-1DA416B22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215DD-40D4-E33D-6C3A-7520FADE0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93460-1112-31A9-DA91-1A36398D7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E9E55-1372-AB66-A415-1249A961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6B5CE-BBCA-E668-0436-8E163063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2FAE3-9866-3D60-8DEE-17CCDF6C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2F3B-C845-76EF-61E3-97301817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FBD9B-4EAE-3763-5574-C54C5F6F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70463-7D4B-E741-798A-3E23ABD6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AE270-2128-7921-832D-88DF3FA3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4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95F79-7D80-1CE4-2083-3BCB882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4E9BA-9770-C3A4-D102-0597C6DC2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E4334-5732-5B42-EA7A-EA55B7A5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2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CF3A-62C8-0F2D-8C0C-D571A83D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47A5-22B1-B632-421F-51C18C19D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4CFD9-1554-6CD5-E129-C9F399A5C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AD913-361D-D508-9E95-C5110E14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48549-46F3-16C6-993B-B255A099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E88C6-262F-5269-53E0-5EB75588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0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03B8-933B-E659-3EF7-84308676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2D1BF-D717-9B63-3E67-9C0ED2003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15A3F-2B0E-D888-410E-5CACEF51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EFADB-957C-C573-28FA-59E0CE95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6A3B9-D5EE-57B3-D9D1-5CE0F0A77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712BC-2DEF-481D-3462-8613ABAD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F1489-91C6-796F-097A-49C31D6F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7C790-181B-C3C8-82E2-E6AAFF5C2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6E82C-F58F-1D4E-EAB9-2B7A5F4B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07B0-E1C7-D7AF-FFF7-BCE802B0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43F4B-BDC0-8EE8-B0F8-8B632377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3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25B93-665F-7CBC-DF1C-FA77A214E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7EE41-0BED-A338-9F0A-6AF1DE68A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71DF2-A7D4-0AD2-2B21-99F939CD3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1A0A0-07F0-D3B9-52F1-E5BE0AD3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F4155-8057-7B2A-5360-F4D9E338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6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A2411-E1EA-A72A-777C-CB947357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E8C0F-F773-A169-E89A-1087329B7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7A937-9016-33BF-FBE2-22AF96FE4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F0DCA-4D2B-4272-8203-67DF6083B9E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79785-C24B-6BB8-D81B-BAC2C3B9B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44AC6-B785-5900-C04C-3395537CF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844B6-B605-4D66-AE53-F8B7FD6A3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6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26D5-E47E-CE7F-D44D-E6D74E68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A1826A9A-5C7D-EEFA-5CF8-1B9C0ECF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"/>
          <a:stretch>
            <a:fillRect/>
          </a:stretch>
        </p:blipFill>
        <p:spPr>
          <a:xfrm>
            <a:off x="825" y="0"/>
            <a:ext cx="12191175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0DCB8E93-DA3C-9F58-7A40-BD8EDE627E9E}"/>
              </a:ext>
            </a:extLst>
          </p:cNvPr>
          <p:cNvSpPr txBox="1"/>
          <p:nvPr/>
        </p:nvSpPr>
        <p:spPr>
          <a:xfrm>
            <a:off x="5043320" y="3060597"/>
            <a:ext cx="6096000" cy="73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200" b="1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الرئيسي </a:t>
            </a:r>
            <a:endParaRPr lang="en-US" sz="3200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7B0FE4A4-4DE4-9C75-12BB-64AAA9A5FA09}"/>
              </a:ext>
            </a:extLst>
          </p:cNvPr>
          <p:cNvSpPr txBox="1"/>
          <p:nvPr/>
        </p:nvSpPr>
        <p:spPr>
          <a:xfrm>
            <a:off x="4945464" y="3907457"/>
            <a:ext cx="6193856" cy="45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الفرعي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E00A774D-667B-2E8B-83A7-6BF7DA2F8E01}"/>
              </a:ext>
            </a:extLst>
          </p:cNvPr>
          <p:cNvSpPr txBox="1"/>
          <p:nvPr/>
        </p:nvSpPr>
        <p:spPr>
          <a:xfrm>
            <a:off x="580075" y="6306694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5011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3A75-79C0-D350-7D99-29569B23A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DFC3B6C-1371-0375-EE50-51277C078951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73F75642-2D0F-412D-E103-5F7C6D03C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2BA030C5-27F3-E7AC-434D-FF9C613DB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120666-7160-D23C-C3D2-09C709D013AA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2DF04D51-7F9C-E95B-A99C-E85ED606DE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435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6A27-D73E-A8A8-8BB8-3516BF60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5EB0AA0-2E37-75FE-B142-BC8051FDC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A80B606B-643A-F68C-2BA0-010E4B807E3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1" y="471089"/>
            <a:ext cx="3050366" cy="1110204"/>
          </a:xfrm>
          <a:prstGeom prst="rect">
            <a:avLst/>
          </a:prstGeom>
        </p:spPr>
      </p:pic>
      <p:sp>
        <p:nvSpPr>
          <p:cNvPr id="9" name="مربع نص 8">
            <a:extLst>
              <a:ext uri="{FF2B5EF4-FFF2-40B4-BE49-F238E27FC236}">
                <a16:creationId xmlns:a16="http://schemas.microsoft.com/office/drawing/2014/main" id="{313606B7-5B29-D3E2-4491-BD6361CDE9CB}"/>
              </a:ext>
            </a:extLst>
          </p:cNvPr>
          <p:cNvSpPr txBox="1"/>
          <p:nvPr/>
        </p:nvSpPr>
        <p:spPr>
          <a:xfrm>
            <a:off x="5072503" y="3381985"/>
            <a:ext cx="6096000" cy="73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200" b="1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الرئيسي </a:t>
            </a:r>
            <a:endParaRPr lang="en-US" sz="3200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38" name="مربع نص 137">
            <a:extLst>
              <a:ext uri="{FF2B5EF4-FFF2-40B4-BE49-F238E27FC236}">
                <a16:creationId xmlns:a16="http://schemas.microsoft.com/office/drawing/2014/main" id="{B5BD1903-8529-B794-3077-752403D37A4F}"/>
              </a:ext>
            </a:extLst>
          </p:cNvPr>
          <p:cNvSpPr txBox="1"/>
          <p:nvPr/>
        </p:nvSpPr>
        <p:spPr>
          <a:xfrm>
            <a:off x="4974647" y="4228845"/>
            <a:ext cx="6193856" cy="45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الفرعي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EDF48C1E-9583-22C1-2E5F-A8B3E06016C4}"/>
              </a:ext>
            </a:extLst>
          </p:cNvPr>
          <p:cNvSpPr/>
          <p:nvPr/>
        </p:nvSpPr>
        <p:spPr>
          <a:xfrm>
            <a:off x="11329416" y="3573445"/>
            <a:ext cx="67056" cy="111020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1812022-7298-9B7D-04D3-3EAD8BC8748D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039D6D17-8EEA-63C8-4DCA-86D6ADA53B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5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2978-7F98-C28E-7143-5FEF908A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DB8AD1F-B5C8-9689-303F-DDDAF2BEECF5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484F18A7-20DC-3FFC-6621-3A49A5652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263227E3-D99E-637C-98F0-730885A31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B63567-97A3-0D64-1D8E-824C19174BF5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14722D78-6F41-2B34-2C03-4EB0027D39B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37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85EF-8D91-D687-6AA1-88C687C8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3A6D9F6-67A2-8EF6-2133-F4BBE5A79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5361A557-8B64-FF62-3F1E-87B09A20986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1" y="471089"/>
            <a:ext cx="3050366" cy="1110204"/>
          </a:xfrm>
          <a:prstGeom prst="rect">
            <a:avLst/>
          </a:prstGeom>
        </p:spPr>
      </p:pic>
      <p:sp>
        <p:nvSpPr>
          <p:cNvPr id="9" name="مربع نص 8">
            <a:extLst>
              <a:ext uri="{FF2B5EF4-FFF2-40B4-BE49-F238E27FC236}">
                <a16:creationId xmlns:a16="http://schemas.microsoft.com/office/drawing/2014/main" id="{21A161CC-C54F-7415-7A43-B2389AD6E6E5}"/>
              </a:ext>
            </a:extLst>
          </p:cNvPr>
          <p:cNvSpPr txBox="1"/>
          <p:nvPr/>
        </p:nvSpPr>
        <p:spPr>
          <a:xfrm>
            <a:off x="3700903" y="2776982"/>
            <a:ext cx="6096000" cy="73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200" b="1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الرئيسي </a:t>
            </a:r>
            <a:endParaRPr lang="en-US" sz="3200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138" name="مربع نص 137">
            <a:extLst>
              <a:ext uri="{FF2B5EF4-FFF2-40B4-BE49-F238E27FC236}">
                <a16:creationId xmlns:a16="http://schemas.microsoft.com/office/drawing/2014/main" id="{70401E22-62D4-FD6C-0F03-BA824A188D82}"/>
              </a:ext>
            </a:extLst>
          </p:cNvPr>
          <p:cNvSpPr txBox="1"/>
          <p:nvPr/>
        </p:nvSpPr>
        <p:spPr>
          <a:xfrm>
            <a:off x="3550498" y="3513787"/>
            <a:ext cx="6193856" cy="45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الفرعي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grpSp>
        <p:nvGrpSpPr>
          <p:cNvPr id="5" name="Group 133">
            <a:extLst>
              <a:ext uri="{FF2B5EF4-FFF2-40B4-BE49-F238E27FC236}">
                <a16:creationId xmlns:a16="http://schemas.microsoft.com/office/drawing/2014/main" id="{430B36FC-A6C1-0268-D6FC-3C9560447416}"/>
              </a:ext>
            </a:extLst>
          </p:cNvPr>
          <p:cNvGrpSpPr/>
          <p:nvPr/>
        </p:nvGrpSpPr>
        <p:grpSpPr>
          <a:xfrm>
            <a:off x="10080171" y="2984043"/>
            <a:ext cx="1531060" cy="1177903"/>
            <a:chOff x="7829373" y="2838776"/>
            <a:chExt cx="2006554" cy="1644655"/>
          </a:xfrm>
        </p:grpSpPr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37908FD9-5779-5E42-17B7-A6914CED4E06}"/>
                </a:ext>
              </a:extLst>
            </p:cNvPr>
            <p:cNvSpPr/>
            <p:nvPr/>
          </p:nvSpPr>
          <p:spPr>
            <a:xfrm>
              <a:off x="9278637" y="4149029"/>
              <a:ext cx="315260" cy="108451"/>
            </a:xfrm>
            <a:custGeom>
              <a:avLst/>
              <a:gdLst>
                <a:gd name="connsiteX0" fmla="*/ 236323 w 315260"/>
                <a:gd name="connsiteY0" fmla="*/ 108451 h 108451"/>
                <a:gd name="connsiteX1" fmla="*/ 315260 w 315260"/>
                <a:gd name="connsiteY1" fmla="*/ 65572 h 108451"/>
                <a:gd name="connsiteX2" fmla="*/ 295004 w 315260"/>
                <a:gd name="connsiteY2" fmla="*/ 0 h 108451"/>
                <a:gd name="connsiteX3" fmla="*/ 222610 w 315260"/>
                <a:gd name="connsiteY3" fmla="*/ 39329 h 108451"/>
                <a:gd name="connsiteX4" fmla="*/ 7100 w 315260"/>
                <a:gd name="connsiteY4" fmla="*/ 16358 h 108451"/>
                <a:gd name="connsiteX5" fmla="*/ 0 w 315260"/>
                <a:gd name="connsiteY5" fmla="*/ 83322 h 108451"/>
                <a:gd name="connsiteX6" fmla="*/ 236323 w 315260"/>
                <a:gd name="connsiteY6" fmla="*/ 108451 h 10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5260" h="108451">
                  <a:moveTo>
                    <a:pt x="236323" y="108451"/>
                  </a:moveTo>
                  <a:lnTo>
                    <a:pt x="315260" y="65572"/>
                  </a:lnTo>
                  <a:lnTo>
                    <a:pt x="295004" y="0"/>
                  </a:lnTo>
                  <a:lnTo>
                    <a:pt x="222610" y="39329"/>
                  </a:lnTo>
                  <a:lnTo>
                    <a:pt x="7100" y="16358"/>
                  </a:lnTo>
                  <a:lnTo>
                    <a:pt x="0" y="83322"/>
                  </a:lnTo>
                  <a:lnTo>
                    <a:pt x="236323" y="10845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1A387D0-BA5B-51D7-2136-B23FA900F923}"/>
                </a:ext>
              </a:extLst>
            </p:cNvPr>
            <p:cNvSpPr/>
            <p:nvPr/>
          </p:nvSpPr>
          <p:spPr>
            <a:xfrm>
              <a:off x="9283857" y="4312333"/>
              <a:ext cx="313171" cy="102047"/>
            </a:xfrm>
            <a:custGeom>
              <a:avLst/>
              <a:gdLst>
                <a:gd name="connsiteX0" fmla="*/ 241265 w 313171"/>
                <a:gd name="connsiteY0" fmla="*/ 102047 h 102047"/>
                <a:gd name="connsiteX1" fmla="*/ 313172 w 313171"/>
                <a:gd name="connsiteY1" fmla="*/ 65641 h 102047"/>
                <a:gd name="connsiteX2" fmla="*/ 296187 w 313171"/>
                <a:gd name="connsiteY2" fmla="*/ 0 h 102047"/>
                <a:gd name="connsiteX3" fmla="*/ 229293 w 313171"/>
                <a:gd name="connsiteY3" fmla="*/ 32647 h 102047"/>
                <a:gd name="connsiteX4" fmla="*/ 8562 w 313171"/>
                <a:gd name="connsiteY4" fmla="*/ 4455 h 102047"/>
                <a:gd name="connsiteX5" fmla="*/ 0 w 313171"/>
                <a:gd name="connsiteY5" fmla="*/ 71210 h 102047"/>
                <a:gd name="connsiteX6" fmla="*/ 241265 w 313171"/>
                <a:gd name="connsiteY6" fmla="*/ 102047 h 10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171" h="102047">
                  <a:moveTo>
                    <a:pt x="241265" y="102047"/>
                  </a:moveTo>
                  <a:lnTo>
                    <a:pt x="313172" y="65641"/>
                  </a:lnTo>
                  <a:lnTo>
                    <a:pt x="296187" y="0"/>
                  </a:lnTo>
                  <a:lnTo>
                    <a:pt x="229293" y="32647"/>
                  </a:lnTo>
                  <a:lnTo>
                    <a:pt x="8562" y="4455"/>
                  </a:lnTo>
                  <a:lnTo>
                    <a:pt x="0" y="71210"/>
                  </a:lnTo>
                  <a:lnTo>
                    <a:pt x="241265" y="10204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0">
              <a:extLst>
                <a:ext uri="{FF2B5EF4-FFF2-40B4-BE49-F238E27FC236}">
                  <a16:creationId xmlns:a16="http://schemas.microsoft.com/office/drawing/2014/main" id="{90E7DFE4-1E31-C781-3EFA-FB18AEC5406E}"/>
                </a:ext>
              </a:extLst>
            </p:cNvPr>
            <p:cNvSpPr/>
            <p:nvPr/>
          </p:nvSpPr>
          <p:spPr>
            <a:xfrm>
              <a:off x="9254970" y="3561319"/>
              <a:ext cx="300363" cy="82417"/>
            </a:xfrm>
            <a:custGeom>
              <a:avLst/>
              <a:gdLst>
                <a:gd name="connsiteX0" fmla="*/ 4525 w 300363"/>
                <a:gd name="connsiteY0" fmla="*/ 82417 h 82417"/>
                <a:gd name="connsiteX1" fmla="*/ 225395 w 300363"/>
                <a:gd name="connsiteY1" fmla="*/ 67451 h 82417"/>
                <a:gd name="connsiteX2" fmla="*/ 294517 w 300363"/>
                <a:gd name="connsiteY2" fmla="*/ 73507 h 82417"/>
                <a:gd name="connsiteX3" fmla="*/ 300364 w 300363"/>
                <a:gd name="connsiteY3" fmla="*/ 6474 h 82417"/>
                <a:gd name="connsiteX4" fmla="*/ 226091 w 300363"/>
                <a:gd name="connsiteY4" fmla="*/ 0 h 82417"/>
                <a:gd name="connsiteX5" fmla="*/ 0 w 300363"/>
                <a:gd name="connsiteY5" fmla="*/ 15314 h 82417"/>
                <a:gd name="connsiteX6" fmla="*/ 4525 w 300363"/>
                <a:gd name="connsiteY6" fmla="*/ 82417 h 8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363" h="82417">
                  <a:moveTo>
                    <a:pt x="4525" y="82417"/>
                  </a:moveTo>
                  <a:lnTo>
                    <a:pt x="225395" y="67451"/>
                  </a:lnTo>
                  <a:lnTo>
                    <a:pt x="294517" y="73507"/>
                  </a:lnTo>
                  <a:lnTo>
                    <a:pt x="300364" y="6474"/>
                  </a:lnTo>
                  <a:lnTo>
                    <a:pt x="226091" y="0"/>
                  </a:lnTo>
                  <a:lnTo>
                    <a:pt x="0" y="15314"/>
                  </a:lnTo>
                  <a:lnTo>
                    <a:pt x="4525" y="8241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1">
              <a:extLst>
                <a:ext uri="{FF2B5EF4-FFF2-40B4-BE49-F238E27FC236}">
                  <a16:creationId xmlns:a16="http://schemas.microsoft.com/office/drawing/2014/main" id="{F128638B-0B21-AF6A-6891-347984495487}"/>
                </a:ext>
              </a:extLst>
            </p:cNvPr>
            <p:cNvSpPr/>
            <p:nvPr/>
          </p:nvSpPr>
          <p:spPr>
            <a:xfrm>
              <a:off x="9265759" y="3753580"/>
              <a:ext cx="299458" cy="88821"/>
            </a:xfrm>
            <a:custGeom>
              <a:avLst/>
              <a:gdLst>
                <a:gd name="connsiteX0" fmla="*/ 2019 w 299458"/>
                <a:gd name="connsiteY0" fmla="*/ 88821 h 88821"/>
                <a:gd name="connsiteX1" fmla="*/ 228457 w 299458"/>
                <a:gd name="connsiteY1" fmla="*/ 81373 h 88821"/>
                <a:gd name="connsiteX2" fmla="*/ 299459 w 299458"/>
                <a:gd name="connsiteY2" fmla="*/ 65711 h 88821"/>
                <a:gd name="connsiteX3" fmla="*/ 284980 w 299458"/>
                <a:gd name="connsiteY3" fmla="*/ 0 h 88821"/>
                <a:gd name="connsiteX4" fmla="*/ 217041 w 299458"/>
                <a:gd name="connsiteY4" fmla="*/ 14966 h 88821"/>
                <a:gd name="connsiteX5" fmla="*/ 0 w 299458"/>
                <a:gd name="connsiteY5" fmla="*/ 21509 h 88821"/>
                <a:gd name="connsiteX6" fmla="*/ 2019 w 299458"/>
                <a:gd name="connsiteY6" fmla="*/ 88821 h 88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458" h="88821">
                  <a:moveTo>
                    <a:pt x="2019" y="88821"/>
                  </a:moveTo>
                  <a:lnTo>
                    <a:pt x="228457" y="81373"/>
                  </a:lnTo>
                  <a:lnTo>
                    <a:pt x="299459" y="65711"/>
                  </a:lnTo>
                  <a:lnTo>
                    <a:pt x="284980" y="0"/>
                  </a:lnTo>
                  <a:lnTo>
                    <a:pt x="217041" y="14966"/>
                  </a:lnTo>
                  <a:lnTo>
                    <a:pt x="0" y="21509"/>
                  </a:lnTo>
                  <a:lnTo>
                    <a:pt x="2019" y="8882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2">
              <a:extLst>
                <a:ext uri="{FF2B5EF4-FFF2-40B4-BE49-F238E27FC236}">
                  <a16:creationId xmlns:a16="http://schemas.microsoft.com/office/drawing/2014/main" id="{BF186139-11FF-5D36-F74D-FB5AA77E7B5D}"/>
                </a:ext>
              </a:extLst>
            </p:cNvPr>
            <p:cNvSpPr/>
            <p:nvPr/>
          </p:nvSpPr>
          <p:spPr>
            <a:xfrm>
              <a:off x="9447230" y="3160440"/>
              <a:ext cx="96687" cy="97731"/>
            </a:xfrm>
            <a:custGeom>
              <a:avLst/>
              <a:gdLst>
                <a:gd name="connsiteX0" fmla="*/ 80677 w 96687"/>
                <a:gd name="connsiteY0" fmla="*/ 97731 h 97731"/>
                <a:gd name="connsiteX1" fmla="*/ 96687 w 96687"/>
                <a:gd name="connsiteY1" fmla="*/ 35222 h 97731"/>
                <a:gd name="connsiteX2" fmla="*/ 28957 w 96687"/>
                <a:gd name="connsiteY2" fmla="*/ 0 h 97731"/>
                <a:gd name="connsiteX3" fmla="*/ 0 w 96687"/>
                <a:gd name="connsiteY3" fmla="*/ 60699 h 97731"/>
                <a:gd name="connsiteX4" fmla="*/ 80677 w 96687"/>
                <a:gd name="connsiteY4" fmla="*/ 97731 h 9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87" h="97731">
                  <a:moveTo>
                    <a:pt x="80677" y="97731"/>
                  </a:moveTo>
                  <a:lnTo>
                    <a:pt x="96687" y="35222"/>
                  </a:lnTo>
                  <a:lnTo>
                    <a:pt x="28957" y="0"/>
                  </a:lnTo>
                  <a:lnTo>
                    <a:pt x="0" y="60699"/>
                  </a:lnTo>
                  <a:lnTo>
                    <a:pt x="80677" y="9773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3">
              <a:extLst>
                <a:ext uri="{FF2B5EF4-FFF2-40B4-BE49-F238E27FC236}">
                  <a16:creationId xmlns:a16="http://schemas.microsoft.com/office/drawing/2014/main" id="{063C40B3-7B67-1B39-4BFD-77393AB6F696}"/>
                </a:ext>
              </a:extLst>
            </p:cNvPr>
            <p:cNvSpPr/>
            <p:nvPr/>
          </p:nvSpPr>
          <p:spPr>
            <a:xfrm>
              <a:off x="9447996" y="2838776"/>
              <a:ext cx="151678" cy="1641663"/>
            </a:xfrm>
            <a:custGeom>
              <a:avLst/>
              <a:gdLst>
                <a:gd name="connsiteX0" fmla="*/ 86594 w 151678"/>
                <a:gd name="connsiteY0" fmla="*/ 1641663 h 1641663"/>
                <a:gd name="connsiteX1" fmla="*/ 75526 w 151678"/>
                <a:gd name="connsiteY1" fmla="*/ 1622590 h 1641663"/>
                <a:gd name="connsiteX2" fmla="*/ 129195 w 151678"/>
                <a:gd name="connsiteY2" fmla="*/ 1591614 h 1641663"/>
                <a:gd name="connsiteX3" fmla="*/ 68843 w 151678"/>
                <a:gd name="connsiteY3" fmla="*/ 94947 h 1641663"/>
                <a:gd name="connsiteX4" fmla="*/ 0 w 151678"/>
                <a:gd name="connsiteY4" fmla="*/ 14270 h 1641663"/>
                <a:gd name="connsiteX5" fmla="*/ 16706 w 151678"/>
                <a:gd name="connsiteY5" fmla="*/ 0 h 1641663"/>
                <a:gd name="connsiteX6" fmla="*/ 90562 w 151678"/>
                <a:gd name="connsiteY6" fmla="*/ 86455 h 1641663"/>
                <a:gd name="connsiteX7" fmla="*/ 90631 w 151678"/>
                <a:gd name="connsiteY7" fmla="*/ 90283 h 1641663"/>
                <a:gd name="connsiteX8" fmla="*/ 151679 w 151678"/>
                <a:gd name="connsiteY8" fmla="*/ 1603935 h 1641663"/>
                <a:gd name="connsiteX9" fmla="*/ 86594 w 151678"/>
                <a:gd name="connsiteY9" fmla="*/ 1641663 h 164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678" h="1641663">
                  <a:moveTo>
                    <a:pt x="86594" y="1641663"/>
                  </a:moveTo>
                  <a:lnTo>
                    <a:pt x="75526" y="1622590"/>
                  </a:lnTo>
                  <a:lnTo>
                    <a:pt x="129195" y="1591614"/>
                  </a:lnTo>
                  <a:lnTo>
                    <a:pt x="68843" y="94947"/>
                  </a:lnTo>
                  <a:lnTo>
                    <a:pt x="0" y="14270"/>
                  </a:lnTo>
                  <a:lnTo>
                    <a:pt x="16706" y="0"/>
                  </a:lnTo>
                  <a:lnTo>
                    <a:pt x="90562" y="86455"/>
                  </a:lnTo>
                  <a:lnTo>
                    <a:pt x="90631" y="90283"/>
                  </a:lnTo>
                  <a:lnTo>
                    <a:pt x="151679" y="1603935"/>
                  </a:lnTo>
                  <a:lnTo>
                    <a:pt x="86594" y="164166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">
              <a:extLst>
                <a:ext uri="{FF2B5EF4-FFF2-40B4-BE49-F238E27FC236}">
                  <a16:creationId xmlns:a16="http://schemas.microsoft.com/office/drawing/2014/main" id="{C99E3395-65D3-5D04-47F7-C230E62EE5B2}"/>
                </a:ext>
              </a:extLst>
            </p:cNvPr>
            <p:cNvSpPr/>
            <p:nvPr/>
          </p:nvSpPr>
          <p:spPr>
            <a:xfrm>
              <a:off x="9697266" y="4241888"/>
              <a:ext cx="69748" cy="126827"/>
            </a:xfrm>
            <a:custGeom>
              <a:avLst/>
              <a:gdLst>
                <a:gd name="connsiteX0" fmla="*/ 0 w 69748"/>
                <a:gd name="connsiteY0" fmla="*/ 2019 h 126827"/>
                <a:gd name="connsiteX1" fmla="*/ 65989 w 69748"/>
                <a:gd name="connsiteY1" fmla="*/ 0 h 126827"/>
                <a:gd name="connsiteX2" fmla="*/ 69748 w 69748"/>
                <a:gd name="connsiteY2" fmla="*/ 124809 h 126827"/>
                <a:gd name="connsiteX3" fmla="*/ 3759 w 69748"/>
                <a:gd name="connsiteY3" fmla="*/ 126828 h 126827"/>
                <a:gd name="connsiteX4" fmla="*/ 0 w 69748"/>
                <a:gd name="connsiteY4" fmla="*/ 2019 h 126827"/>
                <a:gd name="connsiteX5" fmla="*/ 57845 w 69748"/>
                <a:gd name="connsiteY5" fmla="*/ 8631 h 126827"/>
                <a:gd name="connsiteX6" fmla="*/ 8701 w 69748"/>
                <a:gd name="connsiteY6" fmla="*/ 10093 h 126827"/>
                <a:gd name="connsiteX7" fmla="*/ 11973 w 69748"/>
                <a:gd name="connsiteY7" fmla="*/ 118057 h 126827"/>
                <a:gd name="connsiteX8" fmla="*/ 61117 w 69748"/>
                <a:gd name="connsiteY8" fmla="*/ 116595 h 126827"/>
                <a:gd name="connsiteX9" fmla="*/ 57845 w 69748"/>
                <a:gd name="connsiteY9" fmla="*/ 8631 h 12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748" h="126827">
                  <a:moveTo>
                    <a:pt x="0" y="2019"/>
                  </a:moveTo>
                  <a:lnTo>
                    <a:pt x="65989" y="0"/>
                  </a:lnTo>
                  <a:lnTo>
                    <a:pt x="69748" y="124809"/>
                  </a:lnTo>
                  <a:lnTo>
                    <a:pt x="3759" y="126828"/>
                  </a:lnTo>
                  <a:lnTo>
                    <a:pt x="0" y="2019"/>
                  </a:lnTo>
                  <a:close/>
                  <a:moveTo>
                    <a:pt x="57845" y="8631"/>
                  </a:moveTo>
                  <a:lnTo>
                    <a:pt x="8701" y="10093"/>
                  </a:lnTo>
                  <a:lnTo>
                    <a:pt x="11973" y="118057"/>
                  </a:lnTo>
                  <a:lnTo>
                    <a:pt x="61117" y="116595"/>
                  </a:lnTo>
                  <a:lnTo>
                    <a:pt x="57845" y="863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5">
              <a:extLst>
                <a:ext uri="{FF2B5EF4-FFF2-40B4-BE49-F238E27FC236}">
                  <a16:creationId xmlns:a16="http://schemas.microsoft.com/office/drawing/2014/main" id="{36F08BB7-82EA-0F16-2219-2517006A8124}"/>
                </a:ext>
              </a:extLst>
            </p:cNvPr>
            <p:cNvSpPr/>
            <p:nvPr/>
          </p:nvSpPr>
          <p:spPr>
            <a:xfrm>
              <a:off x="9598421" y="4240217"/>
              <a:ext cx="61604" cy="141167"/>
            </a:xfrm>
            <a:custGeom>
              <a:avLst/>
              <a:gdLst>
                <a:gd name="connsiteX0" fmla="*/ 0 w 61604"/>
                <a:gd name="connsiteY0" fmla="*/ 1740 h 141167"/>
                <a:gd name="connsiteX1" fmla="*/ 57428 w 61604"/>
                <a:gd name="connsiteY1" fmla="*/ 0 h 141167"/>
                <a:gd name="connsiteX2" fmla="*/ 61604 w 61604"/>
                <a:gd name="connsiteY2" fmla="*/ 139427 h 141167"/>
                <a:gd name="connsiteX3" fmla="*/ 4177 w 61604"/>
                <a:gd name="connsiteY3" fmla="*/ 141167 h 141167"/>
                <a:gd name="connsiteX4" fmla="*/ 0 w 61604"/>
                <a:gd name="connsiteY4" fmla="*/ 1740 h 141167"/>
                <a:gd name="connsiteX5" fmla="*/ 49353 w 61604"/>
                <a:gd name="connsiteY5" fmla="*/ 8632 h 141167"/>
                <a:gd name="connsiteX6" fmla="*/ 8701 w 61604"/>
                <a:gd name="connsiteY6" fmla="*/ 9884 h 141167"/>
                <a:gd name="connsiteX7" fmla="*/ 12390 w 61604"/>
                <a:gd name="connsiteY7" fmla="*/ 132536 h 141167"/>
                <a:gd name="connsiteX8" fmla="*/ 53042 w 61604"/>
                <a:gd name="connsiteY8" fmla="*/ 131283 h 141167"/>
                <a:gd name="connsiteX9" fmla="*/ 49353 w 61604"/>
                <a:gd name="connsiteY9" fmla="*/ 8632 h 14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604" h="141167">
                  <a:moveTo>
                    <a:pt x="0" y="1740"/>
                  </a:moveTo>
                  <a:lnTo>
                    <a:pt x="57428" y="0"/>
                  </a:lnTo>
                  <a:lnTo>
                    <a:pt x="61604" y="139427"/>
                  </a:lnTo>
                  <a:lnTo>
                    <a:pt x="4177" y="141167"/>
                  </a:lnTo>
                  <a:lnTo>
                    <a:pt x="0" y="1740"/>
                  </a:lnTo>
                  <a:close/>
                  <a:moveTo>
                    <a:pt x="49353" y="8632"/>
                  </a:moveTo>
                  <a:lnTo>
                    <a:pt x="8701" y="9884"/>
                  </a:lnTo>
                  <a:lnTo>
                    <a:pt x="12390" y="132536"/>
                  </a:lnTo>
                  <a:lnTo>
                    <a:pt x="53042" y="131283"/>
                  </a:lnTo>
                  <a:lnTo>
                    <a:pt x="49353" y="863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6">
              <a:extLst>
                <a:ext uri="{FF2B5EF4-FFF2-40B4-BE49-F238E27FC236}">
                  <a16:creationId xmlns:a16="http://schemas.microsoft.com/office/drawing/2014/main" id="{FBEA6AE0-B091-43F3-892E-9AE70C51544E}"/>
                </a:ext>
              </a:extLst>
            </p:cNvPr>
            <p:cNvSpPr/>
            <p:nvPr/>
          </p:nvSpPr>
          <p:spPr>
            <a:xfrm>
              <a:off x="8905183" y="4096892"/>
              <a:ext cx="38911" cy="139914"/>
            </a:xfrm>
            <a:custGeom>
              <a:avLst/>
              <a:gdLst>
                <a:gd name="connsiteX0" fmla="*/ 37867 w 38911"/>
                <a:gd name="connsiteY0" fmla="*/ 0 h 139914"/>
                <a:gd name="connsiteX1" fmla="*/ 0 w 38911"/>
                <a:gd name="connsiteY1" fmla="*/ 16915 h 139914"/>
                <a:gd name="connsiteX2" fmla="*/ 3689 w 38911"/>
                <a:gd name="connsiteY2" fmla="*/ 139914 h 139914"/>
                <a:gd name="connsiteX3" fmla="*/ 38912 w 38911"/>
                <a:gd name="connsiteY3" fmla="*/ 120981 h 139914"/>
                <a:gd name="connsiteX4" fmla="*/ 37867 w 38911"/>
                <a:gd name="connsiteY4" fmla="*/ 0 h 13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1" h="139914">
                  <a:moveTo>
                    <a:pt x="37867" y="0"/>
                  </a:moveTo>
                  <a:lnTo>
                    <a:pt x="0" y="16915"/>
                  </a:lnTo>
                  <a:lnTo>
                    <a:pt x="3689" y="139914"/>
                  </a:lnTo>
                  <a:lnTo>
                    <a:pt x="38912" y="120981"/>
                  </a:lnTo>
                  <a:lnTo>
                    <a:pt x="37867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7">
              <a:extLst>
                <a:ext uri="{FF2B5EF4-FFF2-40B4-BE49-F238E27FC236}">
                  <a16:creationId xmlns:a16="http://schemas.microsoft.com/office/drawing/2014/main" id="{EC7E2049-93B1-998B-B392-6A82CA7BA7CF}"/>
                </a:ext>
              </a:extLst>
            </p:cNvPr>
            <p:cNvSpPr/>
            <p:nvPr/>
          </p:nvSpPr>
          <p:spPr>
            <a:xfrm>
              <a:off x="8899893" y="3929691"/>
              <a:ext cx="42948" cy="80328"/>
            </a:xfrm>
            <a:custGeom>
              <a:avLst/>
              <a:gdLst>
                <a:gd name="connsiteX0" fmla="*/ 38146 w 42948"/>
                <a:gd name="connsiteY0" fmla="*/ 139 h 80328"/>
                <a:gd name="connsiteX1" fmla="*/ 0 w 42948"/>
                <a:gd name="connsiteY1" fmla="*/ 9188 h 80328"/>
                <a:gd name="connsiteX2" fmla="*/ 2158 w 42948"/>
                <a:gd name="connsiteY2" fmla="*/ 80329 h 80328"/>
                <a:gd name="connsiteX3" fmla="*/ 42949 w 42948"/>
                <a:gd name="connsiteY3" fmla="*/ 72533 h 80328"/>
                <a:gd name="connsiteX4" fmla="*/ 40791 w 42948"/>
                <a:gd name="connsiteY4" fmla="*/ 0 h 8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48" h="80328">
                  <a:moveTo>
                    <a:pt x="38146" y="139"/>
                  </a:moveTo>
                  <a:lnTo>
                    <a:pt x="0" y="9188"/>
                  </a:lnTo>
                  <a:lnTo>
                    <a:pt x="2158" y="80329"/>
                  </a:lnTo>
                  <a:lnTo>
                    <a:pt x="42949" y="72533"/>
                  </a:lnTo>
                  <a:lnTo>
                    <a:pt x="40791" y="0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8">
              <a:extLst>
                <a:ext uri="{FF2B5EF4-FFF2-40B4-BE49-F238E27FC236}">
                  <a16:creationId xmlns:a16="http://schemas.microsoft.com/office/drawing/2014/main" id="{7CB6D1D4-CCAC-C54C-0A10-A518CC771808}"/>
                </a:ext>
              </a:extLst>
            </p:cNvPr>
            <p:cNvSpPr/>
            <p:nvPr/>
          </p:nvSpPr>
          <p:spPr>
            <a:xfrm>
              <a:off x="8894742" y="3766388"/>
              <a:ext cx="47543" cy="69887"/>
            </a:xfrm>
            <a:custGeom>
              <a:avLst/>
              <a:gdLst>
                <a:gd name="connsiteX0" fmla="*/ 37867 w 47543"/>
                <a:gd name="connsiteY0" fmla="*/ 0 h 69887"/>
                <a:gd name="connsiteX1" fmla="*/ 0 w 47543"/>
                <a:gd name="connsiteY1" fmla="*/ 1114 h 69887"/>
                <a:gd name="connsiteX2" fmla="*/ 2088 w 47543"/>
                <a:gd name="connsiteY2" fmla="*/ 69888 h 69887"/>
                <a:gd name="connsiteX3" fmla="*/ 47543 w 47543"/>
                <a:gd name="connsiteY3" fmla="*/ 68496 h 69887"/>
                <a:gd name="connsiteX4" fmla="*/ 41069 w 47543"/>
                <a:gd name="connsiteY4" fmla="*/ 2506 h 6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43" h="69887">
                  <a:moveTo>
                    <a:pt x="37867" y="0"/>
                  </a:moveTo>
                  <a:lnTo>
                    <a:pt x="0" y="1114"/>
                  </a:lnTo>
                  <a:lnTo>
                    <a:pt x="2088" y="69888"/>
                  </a:lnTo>
                  <a:lnTo>
                    <a:pt x="47543" y="68496"/>
                  </a:lnTo>
                  <a:lnTo>
                    <a:pt x="41069" y="2506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9">
              <a:extLst>
                <a:ext uri="{FF2B5EF4-FFF2-40B4-BE49-F238E27FC236}">
                  <a16:creationId xmlns:a16="http://schemas.microsoft.com/office/drawing/2014/main" id="{55C51093-3284-5F7E-AAAB-7FEE181C171E}"/>
                </a:ext>
              </a:extLst>
            </p:cNvPr>
            <p:cNvSpPr/>
            <p:nvPr/>
          </p:nvSpPr>
          <p:spPr>
            <a:xfrm>
              <a:off x="8878732" y="3595497"/>
              <a:ext cx="58610" cy="76082"/>
            </a:xfrm>
            <a:custGeom>
              <a:avLst/>
              <a:gdLst>
                <a:gd name="connsiteX0" fmla="*/ 58611 w 58610"/>
                <a:gd name="connsiteY0" fmla="*/ 76083 h 76082"/>
                <a:gd name="connsiteX1" fmla="*/ 10302 w 58610"/>
                <a:gd name="connsiteY1" fmla="*/ 69122 h 76082"/>
                <a:gd name="connsiteX2" fmla="*/ 0 w 58610"/>
                <a:gd name="connsiteY2" fmla="*/ 26103 h 76082"/>
                <a:gd name="connsiteX3" fmla="*/ 23458 w 58610"/>
                <a:gd name="connsiteY3" fmla="*/ 0 h 76082"/>
                <a:gd name="connsiteX4" fmla="*/ 53390 w 58610"/>
                <a:gd name="connsiteY4" fmla="*/ 51511 h 76082"/>
                <a:gd name="connsiteX5" fmla="*/ 58611 w 58610"/>
                <a:gd name="connsiteY5" fmla="*/ 76083 h 7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610" h="76082">
                  <a:moveTo>
                    <a:pt x="58611" y="76083"/>
                  </a:moveTo>
                  <a:lnTo>
                    <a:pt x="10302" y="69122"/>
                  </a:lnTo>
                  <a:lnTo>
                    <a:pt x="0" y="26103"/>
                  </a:lnTo>
                  <a:lnTo>
                    <a:pt x="23458" y="0"/>
                  </a:lnTo>
                  <a:lnTo>
                    <a:pt x="53390" y="51511"/>
                  </a:lnTo>
                  <a:lnTo>
                    <a:pt x="58611" y="7608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20">
              <a:extLst>
                <a:ext uri="{FF2B5EF4-FFF2-40B4-BE49-F238E27FC236}">
                  <a16:creationId xmlns:a16="http://schemas.microsoft.com/office/drawing/2014/main" id="{EB9A787A-5856-5445-5D87-34CA33576448}"/>
                </a:ext>
              </a:extLst>
            </p:cNvPr>
            <p:cNvSpPr/>
            <p:nvPr/>
          </p:nvSpPr>
          <p:spPr>
            <a:xfrm rot="21496200">
              <a:off x="7859212" y="3659090"/>
              <a:ext cx="160866" cy="67312"/>
            </a:xfrm>
            <a:custGeom>
              <a:avLst/>
              <a:gdLst>
                <a:gd name="connsiteX0" fmla="*/ 0 w 160866"/>
                <a:gd name="connsiteY0" fmla="*/ 0 h 67312"/>
                <a:gd name="connsiteX1" fmla="*/ 160867 w 160866"/>
                <a:gd name="connsiteY1" fmla="*/ 0 h 67312"/>
                <a:gd name="connsiteX2" fmla="*/ 160867 w 160866"/>
                <a:gd name="connsiteY2" fmla="*/ 67312 h 67312"/>
                <a:gd name="connsiteX3" fmla="*/ 0 w 160866"/>
                <a:gd name="connsiteY3" fmla="*/ 67312 h 6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866" h="67312">
                  <a:moveTo>
                    <a:pt x="0" y="0"/>
                  </a:moveTo>
                  <a:lnTo>
                    <a:pt x="160867" y="0"/>
                  </a:lnTo>
                  <a:lnTo>
                    <a:pt x="160867" y="67312"/>
                  </a:lnTo>
                  <a:lnTo>
                    <a:pt x="0" y="6731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21">
              <a:extLst>
                <a:ext uri="{FF2B5EF4-FFF2-40B4-BE49-F238E27FC236}">
                  <a16:creationId xmlns:a16="http://schemas.microsoft.com/office/drawing/2014/main" id="{861AF842-F486-E7EF-6ABD-3C0FD402925A}"/>
                </a:ext>
              </a:extLst>
            </p:cNvPr>
            <p:cNvSpPr/>
            <p:nvPr/>
          </p:nvSpPr>
          <p:spPr>
            <a:xfrm rot="21496200">
              <a:off x="7847868" y="3806779"/>
              <a:ext cx="180566" cy="67312"/>
            </a:xfrm>
            <a:custGeom>
              <a:avLst/>
              <a:gdLst>
                <a:gd name="connsiteX0" fmla="*/ 0 w 180566"/>
                <a:gd name="connsiteY0" fmla="*/ 0 h 67312"/>
                <a:gd name="connsiteX1" fmla="*/ 180566 w 180566"/>
                <a:gd name="connsiteY1" fmla="*/ 0 h 67312"/>
                <a:gd name="connsiteX2" fmla="*/ 180566 w 180566"/>
                <a:gd name="connsiteY2" fmla="*/ 67312 h 67312"/>
                <a:gd name="connsiteX3" fmla="*/ 0 w 180566"/>
                <a:gd name="connsiteY3" fmla="*/ 67312 h 6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566" h="67312">
                  <a:moveTo>
                    <a:pt x="0" y="0"/>
                  </a:moveTo>
                  <a:lnTo>
                    <a:pt x="180566" y="0"/>
                  </a:lnTo>
                  <a:lnTo>
                    <a:pt x="180566" y="67312"/>
                  </a:lnTo>
                  <a:lnTo>
                    <a:pt x="0" y="6731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22">
              <a:extLst>
                <a:ext uri="{FF2B5EF4-FFF2-40B4-BE49-F238E27FC236}">
                  <a16:creationId xmlns:a16="http://schemas.microsoft.com/office/drawing/2014/main" id="{5CFCD3B3-3090-9324-A282-3DABD1165C66}"/>
                </a:ext>
              </a:extLst>
            </p:cNvPr>
            <p:cNvSpPr/>
            <p:nvPr/>
          </p:nvSpPr>
          <p:spPr>
            <a:xfrm rot="21496200">
              <a:off x="7846696" y="4102149"/>
              <a:ext cx="172770" cy="67312"/>
            </a:xfrm>
            <a:custGeom>
              <a:avLst/>
              <a:gdLst>
                <a:gd name="connsiteX0" fmla="*/ 0 w 172770"/>
                <a:gd name="connsiteY0" fmla="*/ 0 h 67312"/>
                <a:gd name="connsiteX1" fmla="*/ 172770 w 172770"/>
                <a:gd name="connsiteY1" fmla="*/ 0 h 67312"/>
                <a:gd name="connsiteX2" fmla="*/ 172770 w 172770"/>
                <a:gd name="connsiteY2" fmla="*/ 67312 h 67312"/>
                <a:gd name="connsiteX3" fmla="*/ 0 w 172770"/>
                <a:gd name="connsiteY3" fmla="*/ 67312 h 6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70" h="67312">
                  <a:moveTo>
                    <a:pt x="0" y="0"/>
                  </a:moveTo>
                  <a:lnTo>
                    <a:pt x="172770" y="0"/>
                  </a:lnTo>
                  <a:lnTo>
                    <a:pt x="172770" y="67312"/>
                  </a:lnTo>
                  <a:lnTo>
                    <a:pt x="0" y="6731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23">
              <a:extLst>
                <a:ext uri="{FF2B5EF4-FFF2-40B4-BE49-F238E27FC236}">
                  <a16:creationId xmlns:a16="http://schemas.microsoft.com/office/drawing/2014/main" id="{4E597BA4-ECBE-EFC4-C60E-7EE18B6B8100}"/>
                </a:ext>
              </a:extLst>
            </p:cNvPr>
            <p:cNvSpPr/>
            <p:nvPr/>
          </p:nvSpPr>
          <p:spPr>
            <a:xfrm>
              <a:off x="9174710" y="3116655"/>
              <a:ext cx="59724" cy="64388"/>
            </a:xfrm>
            <a:custGeom>
              <a:avLst/>
              <a:gdLst>
                <a:gd name="connsiteX0" fmla="*/ 59655 w 59724"/>
                <a:gd name="connsiteY0" fmla="*/ 0 h 64388"/>
                <a:gd name="connsiteX1" fmla="*/ 0 w 59724"/>
                <a:gd name="connsiteY1" fmla="*/ 11764 h 64388"/>
                <a:gd name="connsiteX2" fmla="*/ 34735 w 59724"/>
                <a:gd name="connsiteY2" fmla="*/ 64389 h 64388"/>
                <a:gd name="connsiteX3" fmla="*/ 59725 w 59724"/>
                <a:gd name="connsiteY3" fmla="*/ 2645 h 6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724" h="64388">
                  <a:moveTo>
                    <a:pt x="59655" y="0"/>
                  </a:moveTo>
                  <a:lnTo>
                    <a:pt x="0" y="11764"/>
                  </a:lnTo>
                  <a:lnTo>
                    <a:pt x="34735" y="64389"/>
                  </a:lnTo>
                  <a:lnTo>
                    <a:pt x="59725" y="2645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24">
              <a:extLst>
                <a:ext uri="{FF2B5EF4-FFF2-40B4-BE49-F238E27FC236}">
                  <a16:creationId xmlns:a16="http://schemas.microsoft.com/office/drawing/2014/main" id="{9159570F-3E01-9AF5-9823-3634F793A841}"/>
                </a:ext>
              </a:extLst>
            </p:cNvPr>
            <p:cNvSpPr/>
            <p:nvPr/>
          </p:nvSpPr>
          <p:spPr>
            <a:xfrm>
              <a:off x="9132945" y="3146727"/>
              <a:ext cx="62787" cy="61325"/>
            </a:xfrm>
            <a:custGeom>
              <a:avLst/>
              <a:gdLst>
                <a:gd name="connsiteX0" fmla="*/ 62788 w 62787"/>
                <a:gd name="connsiteY0" fmla="*/ 49423 h 61325"/>
                <a:gd name="connsiteX1" fmla="*/ 27078 w 62787"/>
                <a:gd name="connsiteY1" fmla="*/ 0 h 61325"/>
                <a:gd name="connsiteX2" fmla="*/ 0 w 62787"/>
                <a:gd name="connsiteY2" fmla="*/ 61326 h 61325"/>
                <a:gd name="connsiteX3" fmla="*/ 62788 w 62787"/>
                <a:gd name="connsiteY3" fmla="*/ 49423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87" h="61325">
                  <a:moveTo>
                    <a:pt x="62788" y="49423"/>
                  </a:moveTo>
                  <a:lnTo>
                    <a:pt x="27078" y="0"/>
                  </a:lnTo>
                  <a:lnTo>
                    <a:pt x="0" y="61326"/>
                  </a:lnTo>
                  <a:lnTo>
                    <a:pt x="62788" y="4942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25">
              <a:extLst>
                <a:ext uri="{FF2B5EF4-FFF2-40B4-BE49-F238E27FC236}">
                  <a16:creationId xmlns:a16="http://schemas.microsoft.com/office/drawing/2014/main" id="{49BF0D14-E922-F428-0466-A9D53A7C70D9}"/>
                </a:ext>
              </a:extLst>
            </p:cNvPr>
            <p:cNvSpPr/>
            <p:nvPr/>
          </p:nvSpPr>
          <p:spPr>
            <a:xfrm>
              <a:off x="9087490" y="3135589"/>
              <a:ext cx="60142" cy="59794"/>
            </a:xfrm>
            <a:custGeom>
              <a:avLst/>
              <a:gdLst>
                <a:gd name="connsiteX0" fmla="*/ 60142 w 60142"/>
                <a:gd name="connsiteY0" fmla="*/ 0 h 59794"/>
                <a:gd name="connsiteX1" fmla="*/ 30907 w 60142"/>
                <a:gd name="connsiteY1" fmla="*/ 59794 h 59794"/>
                <a:gd name="connsiteX2" fmla="*/ 0 w 60142"/>
                <a:gd name="connsiteY2" fmla="*/ 13365 h 59794"/>
                <a:gd name="connsiteX3" fmla="*/ 60142 w 60142"/>
                <a:gd name="connsiteY3" fmla="*/ 0 h 5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42" h="59794">
                  <a:moveTo>
                    <a:pt x="60142" y="0"/>
                  </a:moveTo>
                  <a:lnTo>
                    <a:pt x="30907" y="59794"/>
                  </a:lnTo>
                  <a:lnTo>
                    <a:pt x="0" y="13365"/>
                  </a:lnTo>
                  <a:lnTo>
                    <a:pt x="60142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26">
              <a:extLst>
                <a:ext uri="{FF2B5EF4-FFF2-40B4-BE49-F238E27FC236}">
                  <a16:creationId xmlns:a16="http://schemas.microsoft.com/office/drawing/2014/main" id="{C9D7809C-B3EF-ECAF-6C18-CE0B055D0118}"/>
                </a:ext>
              </a:extLst>
            </p:cNvPr>
            <p:cNvSpPr/>
            <p:nvPr/>
          </p:nvSpPr>
          <p:spPr>
            <a:xfrm>
              <a:off x="9046629" y="3167261"/>
              <a:ext cx="59655" cy="56522"/>
            </a:xfrm>
            <a:custGeom>
              <a:avLst/>
              <a:gdLst>
                <a:gd name="connsiteX0" fmla="*/ 59655 w 59655"/>
                <a:gd name="connsiteY0" fmla="*/ 46847 h 56522"/>
                <a:gd name="connsiteX1" fmla="*/ 26730 w 59655"/>
                <a:gd name="connsiteY1" fmla="*/ 0 h 56522"/>
                <a:gd name="connsiteX2" fmla="*/ 0 w 59655"/>
                <a:gd name="connsiteY2" fmla="*/ 56523 h 56522"/>
                <a:gd name="connsiteX3" fmla="*/ 59655 w 59655"/>
                <a:gd name="connsiteY3" fmla="*/ 46847 h 56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55" h="56522">
                  <a:moveTo>
                    <a:pt x="59655" y="46847"/>
                  </a:moveTo>
                  <a:lnTo>
                    <a:pt x="26730" y="0"/>
                  </a:lnTo>
                  <a:lnTo>
                    <a:pt x="0" y="56523"/>
                  </a:lnTo>
                  <a:lnTo>
                    <a:pt x="59655" y="4684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27">
              <a:extLst>
                <a:ext uri="{FF2B5EF4-FFF2-40B4-BE49-F238E27FC236}">
                  <a16:creationId xmlns:a16="http://schemas.microsoft.com/office/drawing/2014/main" id="{E3B4DB9A-CDC0-FF9C-5595-4290324F80AC}"/>
                </a:ext>
              </a:extLst>
            </p:cNvPr>
            <p:cNvSpPr/>
            <p:nvPr/>
          </p:nvSpPr>
          <p:spPr>
            <a:xfrm>
              <a:off x="9002427" y="3157725"/>
              <a:ext cx="55408" cy="53320"/>
            </a:xfrm>
            <a:custGeom>
              <a:avLst/>
              <a:gdLst>
                <a:gd name="connsiteX0" fmla="*/ 55409 w 55408"/>
                <a:gd name="connsiteY0" fmla="*/ 0 h 53320"/>
                <a:gd name="connsiteX1" fmla="*/ 31742 w 55408"/>
                <a:gd name="connsiteY1" fmla="*/ 53321 h 53320"/>
                <a:gd name="connsiteX2" fmla="*/ 0 w 55408"/>
                <a:gd name="connsiteY2" fmla="*/ 11694 h 53320"/>
                <a:gd name="connsiteX3" fmla="*/ 55409 w 55408"/>
                <a:gd name="connsiteY3" fmla="*/ 0 h 53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408" h="53320">
                  <a:moveTo>
                    <a:pt x="55409" y="0"/>
                  </a:moveTo>
                  <a:lnTo>
                    <a:pt x="31742" y="53321"/>
                  </a:lnTo>
                  <a:lnTo>
                    <a:pt x="0" y="11694"/>
                  </a:lnTo>
                  <a:lnTo>
                    <a:pt x="55409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28">
              <a:extLst>
                <a:ext uri="{FF2B5EF4-FFF2-40B4-BE49-F238E27FC236}">
                  <a16:creationId xmlns:a16="http://schemas.microsoft.com/office/drawing/2014/main" id="{6637CBAA-1068-C64C-BA02-DFE2BC728F1B}"/>
                </a:ext>
              </a:extLst>
            </p:cNvPr>
            <p:cNvSpPr/>
            <p:nvPr/>
          </p:nvSpPr>
          <p:spPr>
            <a:xfrm>
              <a:off x="8965117" y="3182088"/>
              <a:ext cx="54921" cy="58889"/>
            </a:xfrm>
            <a:custGeom>
              <a:avLst/>
              <a:gdLst>
                <a:gd name="connsiteX0" fmla="*/ 54852 w 54921"/>
                <a:gd name="connsiteY0" fmla="*/ 45803 h 58889"/>
                <a:gd name="connsiteX1" fmla="*/ 26591 w 54921"/>
                <a:gd name="connsiteY1" fmla="*/ 0 h 58889"/>
                <a:gd name="connsiteX2" fmla="*/ 0 w 54921"/>
                <a:gd name="connsiteY2" fmla="*/ 58889 h 58889"/>
                <a:gd name="connsiteX3" fmla="*/ 54922 w 54921"/>
                <a:gd name="connsiteY3" fmla="*/ 48309 h 5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21" h="58889">
                  <a:moveTo>
                    <a:pt x="54852" y="45803"/>
                  </a:moveTo>
                  <a:lnTo>
                    <a:pt x="26591" y="0"/>
                  </a:lnTo>
                  <a:lnTo>
                    <a:pt x="0" y="58889"/>
                  </a:lnTo>
                  <a:lnTo>
                    <a:pt x="54922" y="48309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29">
              <a:extLst>
                <a:ext uri="{FF2B5EF4-FFF2-40B4-BE49-F238E27FC236}">
                  <a16:creationId xmlns:a16="http://schemas.microsoft.com/office/drawing/2014/main" id="{32DBFFE9-84BD-E35F-30CE-CD1641D35697}"/>
                </a:ext>
              </a:extLst>
            </p:cNvPr>
            <p:cNvSpPr/>
            <p:nvPr/>
          </p:nvSpPr>
          <p:spPr>
            <a:xfrm>
              <a:off x="8919244" y="3173874"/>
              <a:ext cx="56453" cy="52833"/>
            </a:xfrm>
            <a:custGeom>
              <a:avLst/>
              <a:gdLst>
                <a:gd name="connsiteX0" fmla="*/ 56453 w 56453"/>
                <a:gd name="connsiteY0" fmla="*/ 0 h 52833"/>
                <a:gd name="connsiteX1" fmla="*/ 32299 w 56453"/>
                <a:gd name="connsiteY1" fmla="*/ 52833 h 52833"/>
                <a:gd name="connsiteX2" fmla="*/ 0 w 56453"/>
                <a:gd name="connsiteY2" fmla="*/ 10372 h 52833"/>
                <a:gd name="connsiteX3" fmla="*/ 56453 w 56453"/>
                <a:gd name="connsiteY3" fmla="*/ 0 h 5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53" h="52833">
                  <a:moveTo>
                    <a:pt x="56453" y="0"/>
                  </a:moveTo>
                  <a:lnTo>
                    <a:pt x="32299" y="52833"/>
                  </a:lnTo>
                  <a:lnTo>
                    <a:pt x="0" y="10372"/>
                  </a:lnTo>
                  <a:lnTo>
                    <a:pt x="56453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30">
              <a:extLst>
                <a:ext uri="{FF2B5EF4-FFF2-40B4-BE49-F238E27FC236}">
                  <a16:creationId xmlns:a16="http://schemas.microsoft.com/office/drawing/2014/main" id="{B48580CA-0049-9CC0-FCB6-A44062627401}"/>
                </a:ext>
              </a:extLst>
            </p:cNvPr>
            <p:cNvSpPr/>
            <p:nvPr/>
          </p:nvSpPr>
          <p:spPr>
            <a:xfrm>
              <a:off x="8881934" y="3200117"/>
              <a:ext cx="58054" cy="55478"/>
            </a:xfrm>
            <a:custGeom>
              <a:avLst/>
              <a:gdLst>
                <a:gd name="connsiteX0" fmla="*/ 54782 w 58054"/>
                <a:gd name="connsiteY0" fmla="*/ 41766 h 55478"/>
                <a:gd name="connsiteX1" fmla="*/ 26730 w 58054"/>
                <a:gd name="connsiteY1" fmla="*/ 0 h 55478"/>
                <a:gd name="connsiteX2" fmla="*/ 0 w 58054"/>
                <a:gd name="connsiteY2" fmla="*/ 55479 h 55478"/>
                <a:gd name="connsiteX3" fmla="*/ 58054 w 58054"/>
                <a:gd name="connsiteY3" fmla="*/ 45316 h 55478"/>
                <a:gd name="connsiteX4" fmla="*/ 54782 w 58054"/>
                <a:gd name="connsiteY4" fmla="*/ 41766 h 5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054" h="55478">
                  <a:moveTo>
                    <a:pt x="54782" y="41766"/>
                  </a:moveTo>
                  <a:lnTo>
                    <a:pt x="26730" y="0"/>
                  </a:lnTo>
                  <a:lnTo>
                    <a:pt x="0" y="55479"/>
                  </a:lnTo>
                  <a:lnTo>
                    <a:pt x="58054" y="45316"/>
                  </a:lnTo>
                  <a:lnTo>
                    <a:pt x="54782" y="41766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31">
              <a:extLst>
                <a:ext uri="{FF2B5EF4-FFF2-40B4-BE49-F238E27FC236}">
                  <a16:creationId xmlns:a16="http://schemas.microsoft.com/office/drawing/2014/main" id="{B9DB8479-7675-A06B-4A03-4DDE6F4DAF16}"/>
                </a:ext>
              </a:extLst>
            </p:cNvPr>
            <p:cNvSpPr/>
            <p:nvPr/>
          </p:nvSpPr>
          <p:spPr>
            <a:xfrm>
              <a:off x="8838150" y="3188910"/>
              <a:ext cx="58054" cy="54991"/>
            </a:xfrm>
            <a:custGeom>
              <a:avLst/>
              <a:gdLst>
                <a:gd name="connsiteX0" fmla="*/ 58054 w 58054"/>
                <a:gd name="connsiteY0" fmla="*/ 0 h 54991"/>
                <a:gd name="connsiteX1" fmla="*/ 30767 w 58054"/>
                <a:gd name="connsiteY1" fmla="*/ 54991 h 54991"/>
                <a:gd name="connsiteX2" fmla="*/ 0 w 58054"/>
                <a:gd name="connsiteY2" fmla="*/ 10720 h 54991"/>
                <a:gd name="connsiteX3" fmla="*/ 58054 w 58054"/>
                <a:gd name="connsiteY3" fmla="*/ 0 h 5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054" h="54991">
                  <a:moveTo>
                    <a:pt x="58054" y="0"/>
                  </a:moveTo>
                  <a:lnTo>
                    <a:pt x="30767" y="54991"/>
                  </a:lnTo>
                  <a:lnTo>
                    <a:pt x="0" y="10720"/>
                  </a:lnTo>
                  <a:lnTo>
                    <a:pt x="58054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32">
              <a:extLst>
                <a:ext uri="{FF2B5EF4-FFF2-40B4-BE49-F238E27FC236}">
                  <a16:creationId xmlns:a16="http://schemas.microsoft.com/office/drawing/2014/main" id="{B6AFA50F-F64F-D80F-0432-B0327D967916}"/>
                </a:ext>
              </a:extLst>
            </p:cNvPr>
            <p:cNvSpPr/>
            <p:nvPr/>
          </p:nvSpPr>
          <p:spPr>
            <a:xfrm>
              <a:off x="8806617" y="3209932"/>
              <a:ext cx="50188" cy="60003"/>
            </a:xfrm>
            <a:custGeom>
              <a:avLst/>
              <a:gdLst>
                <a:gd name="connsiteX0" fmla="*/ 50188 w 50188"/>
                <a:gd name="connsiteY0" fmla="*/ 50119 h 60003"/>
                <a:gd name="connsiteX1" fmla="*/ 19769 w 50188"/>
                <a:gd name="connsiteY1" fmla="*/ 0 h 60003"/>
                <a:gd name="connsiteX2" fmla="*/ 0 w 50188"/>
                <a:gd name="connsiteY2" fmla="*/ 60003 h 60003"/>
                <a:gd name="connsiteX3" fmla="*/ 50188 w 50188"/>
                <a:gd name="connsiteY3" fmla="*/ 50049 h 6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8" h="60003">
                  <a:moveTo>
                    <a:pt x="50188" y="50119"/>
                  </a:moveTo>
                  <a:cubicBezTo>
                    <a:pt x="49631" y="48587"/>
                    <a:pt x="19769" y="0"/>
                    <a:pt x="19769" y="0"/>
                  </a:cubicBezTo>
                  <a:lnTo>
                    <a:pt x="0" y="60003"/>
                  </a:lnTo>
                  <a:lnTo>
                    <a:pt x="50188" y="50049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33">
              <a:extLst>
                <a:ext uri="{FF2B5EF4-FFF2-40B4-BE49-F238E27FC236}">
                  <a16:creationId xmlns:a16="http://schemas.microsoft.com/office/drawing/2014/main" id="{081ECB0E-D5E9-3940-6E5C-BB6FFAB5B8A9}"/>
                </a:ext>
              </a:extLst>
            </p:cNvPr>
            <p:cNvSpPr/>
            <p:nvPr/>
          </p:nvSpPr>
          <p:spPr>
            <a:xfrm>
              <a:off x="8763946" y="3204433"/>
              <a:ext cx="52763" cy="50257"/>
            </a:xfrm>
            <a:custGeom>
              <a:avLst/>
              <a:gdLst>
                <a:gd name="connsiteX0" fmla="*/ 52764 w 52763"/>
                <a:gd name="connsiteY0" fmla="*/ 0 h 50257"/>
                <a:gd name="connsiteX1" fmla="*/ 26452 w 52763"/>
                <a:gd name="connsiteY1" fmla="*/ 50258 h 50257"/>
                <a:gd name="connsiteX2" fmla="*/ 0 w 52763"/>
                <a:gd name="connsiteY2" fmla="*/ 10024 h 50257"/>
                <a:gd name="connsiteX3" fmla="*/ 52764 w 52763"/>
                <a:gd name="connsiteY3" fmla="*/ 0 h 5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763" h="50257">
                  <a:moveTo>
                    <a:pt x="52764" y="0"/>
                  </a:moveTo>
                  <a:lnTo>
                    <a:pt x="26452" y="50258"/>
                  </a:lnTo>
                  <a:lnTo>
                    <a:pt x="0" y="10024"/>
                  </a:lnTo>
                  <a:lnTo>
                    <a:pt x="52764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34">
              <a:extLst>
                <a:ext uri="{FF2B5EF4-FFF2-40B4-BE49-F238E27FC236}">
                  <a16:creationId xmlns:a16="http://schemas.microsoft.com/office/drawing/2014/main" id="{639AE31C-6BCB-48B4-DE5C-F759244980CA}"/>
                </a:ext>
              </a:extLst>
            </p:cNvPr>
            <p:cNvSpPr/>
            <p:nvPr/>
          </p:nvSpPr>
          <p:spPr>
            <a:xfrm>
              <a:off x="8729629" y="3228517"/>
              <a:ext cx="49700" cy="53251"/>
            </a:xfrm>
            <a:custGeom>
              <a:avLst/>
              <a:gdLst>
                <a:gd name="connsiteX0" fmla="*/ 49631 w 49700"/>
                <a:gd name="connsiteY0" fmla="*/ 42322 h 53251"/>
                <a:gd name="connsiteX1" fmla="*/ 22066 w 49700"/>
                <a:gd name="connsiteY1" fmla="*/ 0 h 53251"/>
                <a:gd name="connsiteX2" fmla="*/ 0 w 49700"/>
                <a:gd name="connsiteY2" fmla="*/ 53251 h 53251"/>
                <a:gd name="connsiteX3" fmla="*/ 49701 w 49700"/>
                <a:gd name="connsiteY3" fmla="*/ 45455 h 53251"/>
                <a:gd name="connsiteX4" fmla="*/ 49701 w 49700"/>
                <a:gd name="connsiteY4" fmla="*/ 42322 h 5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700" h="53251">
                  <a:moveTo>
                    <a:pt x="49631" y="42322"/>
                  </a:moveTo>
                  <a:cubicBezTo>
                    <a:pt x="48030" y="42322"/>
                    <a:pt x="22066" y="0"/>
                    <a:pt x="22066" y="0"/>
                  </a:cubicBezTo>
                  <a:lnTo>
                    <a:pt x="0" y="53251"/>
                  </a:lnTo>
                  <a:lnTo>
                    <a:pt x="49701" y="45455"/>
                  </a:lnTo>
                  <a:lnTo>
                    <a:pt x="49701" y="4232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35">
              <a:extLst>
                <a:ext uri="{FF2B5EF4-FFF2-40B4-BE49-F238E27FC236}">
                  <a16:creationId xmlns:a16="http://schemas.microsoft.com/office/drawing/2014/main" id="{2D3E5BDA-6159-DFAC-1442-80F9B3420BC9}"/>
                </a:ext>
              </a:extLst>
            </p:cNvPr>
            <p:cNvSpPr/>
            <p:nvPr/>
          </p:nvSpPr>
          <p:spPr>
            <a:xfrm>
              <a:off x="8686471" y="3220721"/>
              <a:ext cx="52903" cy="48308"/>
            </a:xfrm>
            <a:custGeom>
              <a:avLst/>
              <a:gdLst>
                <a:gd name="connsiteX0" fmla="*/ 52903 w 52903"/>
                <a:gd name="connsiteY0" fmla="*/ 0 h 48308"/>
                <a:gd name="connsiteX1" fmla="*/ 29097 w 52903"/>
                <a:gd name="connsiteY1" fmla="*/ 48309 h 48308"/>
                <a:gd name="connsiteX2" fmla="*/ 0 w 52903"/>
                <a:gd name="connsiteY2" fmla="*/ 7100 h 48308"/>
                <a:gd name="connsiteX3" fmla="*/ 52903 w 52903"/>
                <a:gd name="connsiteY3" fmla="*/ 0 h 4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03" h="48308">
                  <a:moveTo>
                    <a:pt x="52903" y="0"/>
                  </a:moveTo>
                  <a:lnTo>
                    <a:pt x="29097" y="48309"/>
                  </a:lnTo>
                  <a:lnTo>
                    <a:pt x="0" y="7100"/>
                  </a:lnTo>
                  <a:lnTo>
                    <a:pt x="52903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36">
              <a:extLst>
                <a:ext uri="{FF2B5EF4-FFF2-40B4-BE49-F238E27FC236}">
                  <a16:creationId xmlns:a16="http://schemas.microsoft.com/office/drawing/2014/main" id="{9A94406F-CC5A-F75C-BD8C-E4AB63C59DFB}"/>
                </a:ext>
              </a:extLst>
            </p:cNvPr>
            <p:cNvSpPr/>
            <p:nvPr/>
          </p:nvSpPr>
          <p:spPr>
            <a:xfrm>
              <a:off x="8654729" y="3238263"/>
              <a:ext cx="49144" cy="53111"/>
            </a:xfrm>
            <a:custGeom>
              <a:avLst/>
              <a:gdLst>
                <a:gd name="connsiteX0" fmla="*/ 49144 w 49144"/>
                <a:gd name="connsiteY0" fmla="*/ 44271 h 53111"/>
                <a:gd name="connsiteX1" fmla="*/ 19978 w 49144"/>
                <a:gd name="connsiteY1" fmla="*/ 0 h 53111"/>
                <a:gd name="connsiteX2" fmla="*/ 0 w 49144"/>
                <a:gd name="connsiteY2" fmla="*/ 53112 h 53111"/>
                <a:gd name="connsiteX3" fmla="*/ 49144 w 49144"/>
                <a:gd name="connsiteY3" fmla="*/ 44271 h 5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44" h="53111">
                  <a:moveTo>
                    <a:pt x="49144" y="44271"/>
                  </a:moveTo>
                  <a:lnTo>
                    <a:pt x="19978" y="0"/>
                  </a:lnTo>
                  <a:lnTo>
                    <a:pt x="0" y="53112"/>
                  </a:lnTo>
                  <a:lnTo>
                    <a:pt x="49144" y="4427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37">
              <a:extLst>
                <a:ext uri="{FF2B5EF4-FFF2-40B4-BE49-F238E27FC236}">
                  <a16:creationId xmlns:a16="http://schemas.microsoft.com/office/drawing/2014/main" id="{A5FBE0CC-6AB7-07DB-957E-5B5B6D75C2DE}"/>
                </a:ext>
              </a:extLst>
            </p:cNvPr>
            <p:cNvSpPr/>
            <p:nvPr/>
          </p:nvSpPr>
          <p:spPr>
            <a:xfrm>
              <a:off x="8613242" y="3231163"/>
              <a:ext cx="50814" cy="48587"/>
            </a:xfrm>
            <a:custGeom>
              <a:avLst/>
              <a:gdLst>
                <a:gd name="connsiteX0" fmla="*/ 50815 w 50814"/>
                <a:gd name="connsiteY0" fmla="*/ 0 h 48587"/>
                <a:gd name="connsiteX1" fmla="*/ 27426 w 50814"/>
                <a:gd name="connsiteY1" fmla="*/ 48587 h 48587"/>
                <a:gd name="connsiteX2" fmla="*/ 0 w 50814"/>
                <a:gd name="connsiteY2" fmla="*/ 8980 h 48587"/>
                <a:gd name="connsiteX3" fmla="*/ 48100 w 50814"/>
                <a:gd name="connsiteY3" fmla="*/ 70 h 4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14" h="48587">
                  <a:moveTo>
                    <a:pt x="50815" y="0"/>
                  </a:moveTo>
                  <a:lnTo>
                    <a:pt x="27426" y="48587"/>
                  </a:lnTo>
                  <a:lnTo>
                    <a:pt x="0" y="8980"/>
                  </a:lnTo>
                  <a:lnTo>
                    <a:pt x="48100" y="70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38">
              <a:extLst>
                <a:ext uri="{FF2B5EF4-FFF2-40B4-BE49-F238E27FC236}">
                  <a16:creationId xmlns:a16="http://schemas.microsoft.com/office/drawing/2014/main" id="{D4A6E4CC-33BF-6A8D-F754-C65F917C93FE}"/>
                </a:ext>
              </a:extLst>
            </p:cNvPr>
            <p:cNvSpPr/>
            <p:nvPr/>
          </p:nvSpPr>
          <p:spPr>
            <a:xfrm>
              <a:off x="8580874" y="3253437"/>
              <a:ext cx="46777" cy="49700"/>
            </a:xfrm>
            <a:custGeom>
              <a:avLst/>
              <a:gdLst>
                <a:gd name="connsiteX0" fmla="*/ 46777 w 46777"/>
                <a:gd name="connsiteY0" fmla="*/ 43297 h 49700"/>
                <a:gd name="connsiteX1" fmla="*/ 20674 w 46777"/>
                <a:gd name="connsiteY1" fmla="*/ 0 h 49700"/>
                <a:gd name="connsiteX2" fmla="*/ 0 w 46777"/>
                <a:gd name="connsiteY2" fmla="*/ 49701 h 49700"/>
                <a:gd name="connsiteX3" fmla="*/ 46777 w 46777"/>
                <a:gd name="connsiteY3" fmla="*/ 43297 h 4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777" h="49700">
                  <a:moveTo>
                    <a:pt x="46777" y="43297"/>
                  </a:moveTo>
                  <a:lnTo>
                    <a:pt x="20674" y="0"/>
                  </a:lnTo>
                  <a:lnTo>
                    <a:pt x="0" y="49701"/>
                  </a:lnTo>
                  <a:lnTo>
                    <a:pt x="46777" y="4329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39">
              <a:extLst>
                <a:ext uri="{FF2B5EF4-FFF2-40B4-BE49-F238E27FC236}">
                  <a16:creationId xmlns:a16="http://schemas.microsoft.com/office/drawing/2014/main" id="{7DB14730-3C21-447F-041D-C41C1CCE849B}"/>
                </a:ext>
              </a:extLst>
            </p:cNvPr>
            <p:cNvSpPr/>
            <p:nvPr/>
          </p:nvSpPr>
          <p:spPr>
            <a:xfrm>
              <a:off x="8540988" y="3242161"/>
              <a:ext cx="48865" cy="46150"/>
            </a:xfrm>
            <a:custGeom>
              <a:avLst/>
              <a:gdLst>
                <a:gd name="connsiteX0" fmla="*/ 48866 w 48865"/>
                <a:gd name="connsiteY0" fmla="*/ 0 h 46150"/>
                <a:gd name="connsiteX1" fmla="*/ 25964 w 48865"/>
                <a:gd name="connsiteY1" fmla="*/ 46151 h 46150"/>
                <a:gd name="connsiteX2" fmla="*/ 0 w 48865"/>
                <a:gd name="connsiteY2" fmla="*/ 8353 h 46150"/>
                <a:gd name="connsiteX3" fmla="*/ 48866 w 48865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65" h="46150">
                  <a:moveTo>
                    <a:pt x="48866" y="0"/>
                  </a:moveTo>
                  <a:lnTo>
                    <a:pt x="25964" y="46151"/>
                  </a:lnTo>
                  <a:lnTo>
                    <a:pt x="0" y="8353"/>
                  </a:lnTo>
                  <a:lnTo>
                    <a:pt x="48866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40">
              <a:extLst>
                <a:ext uri="{FF2B5EF4-FFF2-40B4-BE49-F238E27FC236}">
                  <a16:creationId xmlns:a16="http://schemas.microsoft.com/office/drawing/2014/main" id="{D55EDC53-18C7-348A-DA16-C1EC113DDF68}"/>
                </a:ext>
              </a:extLst>
            </p:cNvPr>
            <p:cNvSpPr/>
            <p:nvPr/>
          </p:nvSpPr>
          <p:spPr>
            <a:xfrm>
              <a:off x="8507228" y="3261582"/>
              <a:ext cx="44689" cy="50953"/>
            </a:xfrm>
            <a:custGeom>
              <a:avLst/>
              <a:gdLst>
                <a:gd name="connsiteX0" fmla="*/ 44689 w 44689"/>
                <a:gd name="connsiteY0" fmla="*/ 43784 h 50953"/>
                <a:gd name="connsiteX1" fmla="*/ 20604 w 44689"/>
                <a:gd name="connsiteY1" fmla="*/ 0 h 50953"/>
                <a:gd name="connsiteX2" fmla="*/ 0 w 44689"/>
                <a:gd name="connsiteY2" fmla="*/ 50954 h 50953"/>
                <a:gd name="connsiteX3" fmla="*/ 44689 w 44689"/>
                <a:gd name="connsiteY3" fmla="*/ 45107 h 50953"/>
                <a:gd name="connsiteX4" fmla="*/ 44689 w 44689"/>
                <a:gd name="connsiteY4" fmla="*/ 43784 h 5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89" h="50953">
                  <a:moveTo>
                    <a:pt x="44689" y="43784"/>
                  </a:moveTo>
                  <a:lnTo>
                    <a:pt x="20604" y="0"/>
                  </a:lnTo>
                  <a:lnTo>
                    <a:pt x="0" y="50954"/>
                  </a:lnTo>
                  <a:lnTo>
                    <a:pt x="44689" y="45107"/>
                  </a:lnTo>
                  <a:lnTo>
                    <a:pt x="44689" y="43784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41">
              <a:extLst>
                <a:ext uri="{FF2B5EF4-FFF2-40B4-BE49-F238E27FC236}">
                  <a16:creationId xmlns:a16="http://schemas.microsoft.com/office/drawing/2014/main" id="{A4B2F0CC-A508-3A6F-905F-1CC57BED5281}"/>
                </a:ext>
              </a:extLst>
            </p:cNvPr>
            <p:cNvSpPr/>
            <p:nvPr/>
          </p:nvSpPr>
          <p:spPr>
            <a:xfrm>
              <a:off x="8469430" y="3252602"/>
              <a:ext cx="46777" cy="43644"/>
            </a:xfrm>
            <a:custGeom>
              <a:avLst/>
              <a:gdLst>
                <a:gd name="connsiteX0" fmla="*/ 46777 w 46777"/>
                <a:gd name="connsiteY0" fmla="*/ 0 h 43644"/>
                <a:gd name="connsiteX1" fmla="*/ 25407 w 46777"/>
                <a:gd name="connsiteY1" fmla="*/ 43645 h 43644"/>
                <a:gd name="connsiteX2" fmla="*/ 0 w 46777"/>
                <a:gd name="connsiteY2" fmla="*/ 6682 h 43644"/>
                <a:gd name="connsiteX3" fmla="*/ 46777 w 46777"/>
                <a:gd name="connsiteY3" fmla="*/ 0 h 4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777" h="43644">
                  <a:moveTo>
                    <a:pt x="46777" y="0"/>
                  </a:moveTo>
                  <a:lnTo>
                    <a:pt x="25407" y="43645"/>
                  </a:lnTo>
                  <a:lnTo>
                    <a:pt x="0" y="6682"/>
                  </a:lnTo>
                  <a:lnTo>
                    <a:pt x="46777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42">
              <a:extLst>
                <a:ext uri="{FF2B5EF4-FFF2-40B4-BE49-F238E27FC236}">
                  <a16:creationId xmlns:a16="http://schemas.microsoft.com/office/drawing/2014/main" id="{B2213FC6-D36E-0A7A-D8B6-48622B6F39F9}"/>
                </a:ext>
              </a:extLst>
            </p:cNvPr>
            <p:cNvSpPr/>
            <p:nvPr/>
          </p:nvSpPr>
          <p:spPr>
            <a:xfrm>
              <a:off x="8435600" y="3271188"/>
              <a:ext cx="45524" cy="48517"/>
            </a:xfrm>
            <a:custGeom>
              <a:avLst/>
              <a:gdLst>
                <a:gd name="connsiteX0" fmla="*/ 45524 w 45524"/>
                <a:gd name="connsiteY0" fmla="*/ 42114 h 48517"/>
                <a:gd name="connsiteX1" fmla="*/ 19699 w 45524"/>
                <a:gd name="connsiteY1" fmla="*/ 0 h 48517"/>
                <a:gd name="connsiteX2" fmla="*/ 0 w 45524"/>
                <a:gd name="connsiteY2" fmla="*/ 48518 h 48517"/>
                <a:gd name="connsiteX3" fmla="*/ 45524 w 45524"/>
                <a:gd name="connsiteY3" fmla="*/ 42114 h 4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524" h="48517">
                  <a:moveTo>
                    <a:pt x="45524" y="42114"/>
                  </a:moveTo>
                  <a:lnTo>
                    <a:pt x="19699" y="0"/>
                  </a:lnTo>
                  <a:lnTo>
                    <a:pt x="0" y="48518"/>
                  </a:lnTo>
                  <a:lnTo>
                    <a:pt x="45524" y="42114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43">
              <a:extLst>
                <a:ext uri="{FF2B5EF4-FFF2-40B4-BE49-F238E27FC236}">
                  <a16:creationId xmlns:a16="http://schemas.microsoft.com/office/drawing/2014/main" id="{1BAF0BD7-A3EA-E183-6190-C380F10942C9}"/>
                </a:ext>
              </a:extLst>
            </p:cNvPr>
            <p:cNvSpPr/>
            <p:nvPr/>
          </p:nvSpPr>
          <p:spPr>
            <a:xfrm>
              <a:off x="8396340" y="3261651"/>
              <a:ext cx="50188" cy="48447"/>
            </a:xfrm>
            <a:custGeom>
              <a:avLst/>
              <a:gdLst>
                <a:gd name="connsiteX0" fmla="*/ 50188 w 50188"/>
                <a:gd name="connsiteY0" fmla="*/ 0 h 48447"/>
                <a:gd name="connsiteX1" fmla="*/ 25547 w 50188"/>
                <a:gd name="connsiteY1" fmla="*/ 48448 h 48447"/>
                <a:gd name="connsiteX2" fmla="*/ 0 w 50188"/>
                <a:gd name="connsiteY2" fmla="*/ 6404 h 48447"/>
                <a:gd name="connsiteX3" fmla="*/ 48657 w 50188"/>
                <a:gd name="connsiteY3" fmla="*/ 70 h 4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8" h="48447">
                  <a:moveTo>
                    <a:pt x="50188" y="0"/>
                  </a:moveTo>
                  <a:lnTo>
                    <a:pt x="25547" y="48448"/>
                  </a:lnTo>
                  <a:lnTo>
                    <a:pt x="0" y="6404"/>
                  </a:lnTo>
                  <a:lnTo>
                    <a:pt x="48657" y="70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44">
              <a:extLst>
                <a:ext uri="{FF2B5EF4-FFF2-40B4-BE49-F238E27FC236}">
                  <a16:creationId xmlns:a16="http://schemas.microsoft.com/office/drawing/2014/main" id="{8BB4A6AB-82E6-234B-5D5F-B6ECF5389884}"/>
                </a:ext>
              </a:extLst>
            </p:cNvPr>
            <p:cNvSpPr/>
            <p:nvPr/>
          </p:nvSpPr>
          <p:spPr>
            <a:xfrm>
              <a:off x="8365642" y="3282186"/>
              <a:ext cx="42670" cy="45733"/>
            </a:xfrm>
            <a:custGeom>
              <a:avLst/>
              <a:gdLst>
                <a:gd name="connsiteX0" fmla="*/ 42670 w 42670"/>
                <a:gd name="connsiteY0" fmla="*/ 41487 h 45733"/>
                <a:gd name="connsiteX1" fmla="*/ 19212 w 42670"/>
                <a:gd name="connsiteY1" fmla="*/ 0 h 45733"/>
                <a:gd name="connsiteX2" fmla="*/ 0 w 42670"/>
                <a:gd name="connsiteY2" fmla="*/ 45733 h 45733"/>
                <a:gd name="connsiteX3" fmla="*/ 42670 w 42670"/>
                <a:gd name="connsiteY3" fmla="*/ 41487 h 4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0" h="45733">
                  <a:moveTo>
                    <a:pt x="42670" y="41487"/>
                  </a:moveTo>
                  <a:lnTo>
                    <a:pt x="19212" y="0"/>
                  </a:lnTo>
                  <a:lnTo>
                    <a:pt x="0" y="45733"/>
                  </a:lnTo>
                  <a:lnTo>
                    <a:pt x="42670" y="4148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45">
              <a:extLst>
                <a:ext uri="{FF2B5EF4-FFF2-40B4-BE49-F238E27FC236}">
                  <a16:creationId xmlns:a16="http://schemas.microsoft.com/office/drawing/2014/main" id="{E8924367-5B63-ED38-D91E-4D1C67620450}"/>
                </a:ext>
              </a:extLst>
            </p:cNvPr>
            <p:cNvSpPr/>
            <p:nvPr/>
          </p:nvSpPr>
          <p:spPr>
            <a:xfrm>
              <a:off x="8326592" y="3271397"/>
              <a:ext cx="47612" cy="44201"/>
            </a:xfrm>
            <a:custGeom>
              <a:avLst/>
              <a:gdLst>
                <a:gd name="connsiteX0" fmla="*/ 47613 w 47612"/>
                <a:gd name="connsiteY0" fmla="*/ 0 h 44201"/>
                <a:gd name="connsiteX1" fmla="*/ 25477 w 47612"/>
                <a:gd name="connsiteY1" fmla="*/ 44202 h 44201"/>
                <a:gd name="connsiteX2" fmla="*/ 0 w 47612"/>
                <a:gd name="connsiteY2" fmla="*/ 5151 h 44201"/>
                <a:gd name="connsiteX3" fmla="*/ 47613 w 47612"/>
                <a:gd name="connsiteY3" fmla="*/ 0 h 44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12" h="44201">
                  <a:moveTo>
                    <a:pt x="47613" y="0"/>
                  </a:moveTo>
                  <a:lnTo>
                    <a:pt x="25477" y="44202"/>
                  </a:lnTo>
                  <a:lnTo>
                    <a:pt x="0" y="5151"/>
                  </a:lnTo>
                  <a:lnTo>
                    <a:pt x="47613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46">
              <a:extLst>
                <a:ext uri="{FF2B5EF4-FFF2-40B4-BE49-F238E27FC236}">
                  <a16:creationId xmlns:a16="http://schemas.microsoft.com/office/drawing/2014/main" id="{8E1AD166-D04C-E6E3-B701-6F433C19B228}"/>
                </a:ext>
              </a:extLst>
            </p:cNvPr>
            <p:cNvSpPr/>
            <p:nvPr/>
          </p:nvSpPr>
          <p:spPr>
            <a:xfrm>
              <a:off x="8294571" y="3289495"/>
              <a:ext cx="45037" cy="46081"/>
            </a:xfrm>
            <a:custGeom>
              <a:avLst/>
              <a:gdLst>
                <a:gd name="connsiteX0" fmla="*/ 45037 w 45037"/>
                <a:gd name="connsiteY0" fmla="*/ 40791 h 46081"/>
                <a:gd name="connsiteX1" fmla="*/ 21579 w 45037"/>
                <a:gd name="connsiteY1" fmla="*/ 0 h 46081"/>
                <a:gd name="connsiteX2" fmla="*/ 0 w 45037"/>
                <a:gd name="connsiteY2" fmla="*/ 46081 h 46081"/>
                <a:gd name="connsiteX3" fmla="*/ 45037 w 45037"/>
                <a:gd name="connsiteY3" fmla="*/ 40791 h 46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37" h="46081">
                  <a:moveTo>
                    <a:pt x="45037" y="40791"/>
                  </a:moveTo>
                  <a:lnTo>
                    <a:pt x="21579" y="0"/>
                  </a:lnTo>
                  <a:lnTo>
                    <a:pt x="0" y="46081"/>
                  </a:lnTo>
                  <a:lnTo>
                    <a:pt x="45037" y="4079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47">
              <a:extLst>
                <a:ext uri="{FF2B5EF4-FFF2-40B4-BE49-F238E27FC236}">
                  <a16:creationId xmlns:a16="http://schemas.microsoft.com/office/drawing/2014/main" id="{58231289-9563-413C-BE89-A62D087A45F4}"/>
                </a:ext>
              </a:extLst>
            </p:cNvPr>
            <p:cNvSpPr/>
            <p:nvPr/>
          </p:nvSpPr>
          <p:spPr>
            <a:xfrm>
              <a:off x="8256565" y="3279332"/>
              <a:ext cx="46638" cy="43157"/>
            </a:xfrm>
            <a:custGeom>
              <a:avLst/>
              <a:gdLst>
                <a:gd name="connsiteX0" fmla="*/ 46638 w 46638"/>
                <a:gd name="connsiteY0" fmla="*/ 0 h 43157"/>
                <a:gd name="connsiteX1" fmla="*/ 24433 w 46638"/>
                <a:gd name="connsiteY1" fmla="*/ 43158 h 43157"/>
                <a:gd name="connsiteX2" fmla="*/ 0 w 46638"/>
                <a:gd name="connsiteY2" fmla="*/ 2576 h 43157"/>
                <a:gd name="connsiteX3" fmla="*/ 46638 w 46638"/>
                <a:gd name="connsiteY3" fmla="*/ 0 h 4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38" h="43157">
                  <a:moveTo>
                    <a:pt x="46638" y="0"/>
                  </a:moveTo>
                  <a:lnTo>
                    <a:pt x="24433" y="43158"/>
                  </a:lnTo>
                  <a:lnTo>
                    <a:pt x="0" y="2576"/>
                  </a:lnTo>
                  <a:lnTo>
                    <a:pt x="46638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48">
              <a:extLst>
                <a:ext uri="{FF2B5EF4-FFF2-40B4-BE49-F238E27FC236}">
                  <a16:creationId xmlns:a16="http://schemas.microsoft.com/office/drawing/2014/main" id="{5184085B-910E-8BAE-03C7-736A20E7FD70}"/>
                </a:ext>
              </a:extLst>
            </p:cNvPr>
            <p:cNvSpPr/>
            <p:nvPr/>
          </p:nvSpPr>
          <p:spPr>
            <a:xfrm>
              <a:off x="8223500" y="3297082"/>
              <a:ext cx="43227" cy="44619"/>
            </a:xfrm>
            <a:custGeom>
              <a:avLst/>
              <a:gdLst>
                <a:gd name="connsiteX0" fmla="*/ 43158 w 43227"/>
                <a:gd name="connsiteY0" fmla="*/ 39329 h 44619"/>
                <a:gd name="connsiteX1" fmla="*/ 20813 w 43227"/>
                <a:gd name="connsiteY1" fmla="*/ 0 h 44619"/>
                <a:gd name="connsiteX2" fmla="*/ 0 w 43227"/>
                <a:gd name="connsiteY2" fmla="*/ 44620 h 44619"/>
                <a:gd name="connsiteX3" fmla="*/ 43227 w 43227"/>
                <a:gd name="connsiteY3" fmla="*/ 41418 h 44619"/>
                <a:gd name="connsiteX4" fmla="*/ 43158 w 43227"/>
                <a:gd name="connsiteY4" fmla="*/ 39329 h 44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27" h="44619">
                  <a:moveTo>
                    <a:pt x="43158" y="39329"/>
                  </a:moveTo>
                  <a:lnTo>
                    <a:pt x="20813" y="0"/>
                  </a:lnTo>
                  <a:lnTo>
                    <a:pt x="0" y="44620"/>
                  </a:lnTo>
                  <a:lnTo>
                    <a:pt x="43227" y="41418"/>
                  </a:lnTo>
                  <a:lnTo>
                    <a:pt x="43158" y="39329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49">
              <a:extLst>
                <a:ext uri="{FF2B5EF4-FFF2-40B4-BE49-F238E27FC236}">
                  <a16:creationId xmlns:a16="http://schemas.microsoft.com/office/drawing/2014/main" id="{DEB7409F-6ACE-18C8-34F4-224DBDF7442F}"/>
                </a:ext>
              </a:extLst>
            </p:cNvPr>
            <p:cNvSpPr/>
            <p:nvPr/>
          </p:nvSpPr>
          <p:spPr>
            <a:xfrm>
              <a:off x="8184589" y="3285318"/>
              <a:ext cx="49840" cy="41139"/>
            </a:xfrm>
            <a:custGeom>
              <a:avLst/>
              <a:gdLst>
                <a:gd name="connsiteX0" fmla="*/ 49840 w 49840"/>
                <a:gd name="connsiteY0" fmla="*/ 70 h 41139"/>
                <a:gd name="connsiteX1" fmla="*/ 26800 w 49840"/>
                <a:gd name="connsiteY1" fmla="*/ 41139 h 41139"/>
                <a:gd name="connsiteX2" fmla="*/ 0 w 49840"/>
                <a:gd name="connsiteY2" fmla="*/ 2854 h 41139"/>
                <a:gd name="connsiteX3" fmla="*/ 49840 w 49840"/>
                <a:gd name="connsiteY3" fmla="*/ 0 h 4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40" h="41139">
                  <a:moveTo>
                    <a:pt x="49840" y="70"/>
                  </a:moveTo>
                  <a:cubicBezTo>
                    <a:pt x="49910" y="2436"/>
                    <a:pt x="26800" y="41139"/>
                    <a:pt x="26800" y="41139"/>
                  </a:cubicBezTo>
                  <a:lnTo>
                    <a:pt x="0" y="2854"/>
                  </a:lnTo>
                  <a:lnTo>
                    <a:pt x="49840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50">
              <a:extLst>
                <a:ext uri="{FF2B5EF4-FFF2-40B4-BE49-F238E27FC236}">
                  <a16:creationId xmlns:a16="http://schemas.microsoft.com/office/drawing/2014/main" id="{D7359EBD-BD13-EF1F-3510-3E8A407D8596}"/>
                </a:ext>
              </a:extLst>
            </p:cNvPr>
            <p:cNvSpPr/>
            <p:nvPr/>
          </p:nvSpPr>
          <p:spPr>
            <a:xfrm>
              <a:off x="8153404" y="3300076"/>
              <a:ext cx="46986" cy="46290"/>
            </a:xfrm>
            <a:custGeom>
              <a:avLst/>
              <a:gdLst>
                <a:gd name="connsiteX0" fmla="*/ 45316 w 46986"/>
                <a:gd name="connsiteY0" fmla="*/ 42322 h 46290"/>
                <a:gd name="connsiteX1" fmla="*/ 20813 w 46986"/>
                <a:gd name="connsiteY1" fmla="*/ 0 h 46290"/>
                <a:gd name="connsiteX2" fmla="*/ 0 w 46986"/>
                <a:gd name="connsiteY2" fmla="*/ 46290 h 46290"/>
                <a:gd name="connsiteX3" fmla="*/ 46986 w 46986"/>
                <a:gd name="connsiteY3" fmla="*/ 44898 h 46290"/>
                <a:gd name="connsiteX4" fmla="*/ 45316 w 46986"/>
                <a:gd name="connsiteY4" fmla="*/ 42322 h 46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86" h="46290">
                  <a:moveTo>
                    <a:pt x="45316" y="42322"/>
                  </a:moveTo>
                  <a:cubicBezTo>
                    <a:pt x="45316" y="41000"/>
                    <a:pt x="20813" y="0"/>
                    <a:pt x="20813" y="0"/>
                  </a:cubicBezTo>
                  <a:lnTo>
                    <a:pt x="0" y="46290"/>
                  </a:lnTo>
                  <a:lnTo>
                    <a:pt x="46986" y="44898"/>
                  </a:lnTo>
                  <a:lnTo>
                    <a:pt x="45316" y="4232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51">
              <a:extLst>
                <a:ext uri="{FF2B5EF4-FFF2-40B4-BE49-F238E27FC236}">
                  <a16:creationId xmlns:a16="http://schemas.microsoft.com/office/drawing/2014/main" id="{E036FFED-F497-0661-0CD8-59DD6E9160B3}"/>
                </a:ext>
              </a:extLst>
            </p:cNvPr>
            <p:cNvSpPr/>
            <p:nvPr/>
          </p:nvSpPr>
          <p:spPr>
            <a:xfrm>
              <a:off x="8115397" y="3294159"/>
              <a:ext cx="47264" cy="38911"/>
            </a:xfrm>
            <a:custGeom>
              <a:avLst/>
              <a:gdLst>
                <a:gd name="connsiteX0" fmla="*/ 47265 w 47264"/>
                <a:gd name="connsiteY0" fmla="*/ 0 h 38911"/>
                <a:gd name="connsiteX1" fmla="*/ 27008 w 47264"/>
                <a:gd name="connsiteY1" fmla="*/ 38912 h 38911"/>
                <a:gd name="connsiteX2" fmla="*/ 0 w 47264"/>
                <a:gd name="connsiteY2" fmla="*/ 1323 h 38911"/>
                <a:gd name="connsiteX3" fmla="*/ 47265 w 47264"/>
                <a:gd name="connsiteY3" fmla="*/ 0 h 38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64" h="38911">
                  <a:moveTo>
                    <a:pt x="47265" y="0"/>
                  </a:moveTo>
                  <a:lnTo>
                    <a:pt x="27008" y="38912"/>
                  </a:lnTo>
                  <a:lnTo>
                    <a:pt x="0" y="1323"/>
                  </a:lnTo>
                  <a:lnTo>
                    <a:pt x="47265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52">
              <a:extLst>
                <a:ext uri="{FF2B5EF4-FFF2-40B4-BE49-F238E27FC236}">
                  <a16:creationId xmlns:a16="http://schemas.microsoft.com/office/drawing/2014/main" id="{2FEBF877-46C3-F401-DA93-153E5B13BEA7}"/>
                </a:ext>
              </a:extLst>
            </p:cNvPr>
            <p:cNvSpPr/>
            <p:nvPr/>
          </p:nvSpPr>
          <p:spPr>
            <a:xfrm>
              <a:off x="8079897" y="3308011"/>
              <a:ext cx="46081" cy="43296"/>
            </a:xfrm>
            <a:custGeom>
              <a:avLst/>
              <a:gdLst>
                <a:gd name="connsiteX0" fmla="*/ 46081 w 46081"/>
                <a:gd name="connsiteY0" fmla="*/ 39260 h 43296"/>
                <a:gd name="connsiteX1" fmla="*/ 23249 w 46081"/>
                <a:gd name="connsiteY1" fmla="*/ 0 h 43296"/>
                <a:gd name="connsiteX2" fmla="*/ 0 w 46081"/>
                <a:gd name="connsiteY2" fmla="*/ 43297 h 43296"/>
                <a:gd name="connsiteX3" fmla="*/ 46081 w 46081"/>
                <a:gd name="connsiteY3" fmla="*/ 39260 h 43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081" h="43296">
                  <a:moveTo>
                    <a:pt x="46081" y="39260"/>
                  </a:moveTo>
                  <a:lnTo>
                    <a:pt x="23249" y="0"/>
                  </a:lnTo>
                  <a:lnTo>
                    <a:pt x="0" y="43297"/>
                  </a:lnTo>
                  <a:lnTo>
                    <a:pt x="46081" y="3926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53">
              <a:extLst>
                <a:ext uri="{FF2B5EF4-FFF2-40B4-BE49-F238E27FC236}">
                  <a16:creationId xmlns:a16="http://schemas.microsoft.com/office/drawing/2014/main" id="{8F479329-B8E3-45A8-7090-6196C3D8FA28}"/>
                </a:ext>
              </a:extLst>
            </p:cNvPr>
            <p:cNvSpPr/>
            <p:nvPr/>
          </p:nvSpPr>
          <p:spPr>
            <a:xfrm>
              <a:off x="8041612" y="3297639"/>
              <a:ext cx="49074" cy="39259"/>
            </a:xfrm>
            <a:custGeom>
              <a:avLst/>
              <a:gdLst>
                <a:gd name="connsiteX0" fmla="*/ 49074 w 49074"/>
                <a:gd name="connsiteY0" fmla="*/ 0 h 39259"/>
                <a:gd name="connsiteX1" fmla="*/ 25964 w 49074"/>
                <a:gd name="connsiteY1" fmla="*/ 39260 h 39259"/>
                <a:gd name="connsiteX2" fmla="*/ 0 w 49074"/>
                <a:gd name="connsiteY2" fmla="*/ 1462 h 39259"/>
                <a:gd name="connsiteX3" fmla="*/ 49074 w 49074"/>
                <a:gd name="connsiteY3" fmla="*/ 0 h 3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074" h="39259">
                  <a:moveTo>
                    <a:pt x="49074" y="0"/>
                  </a:moveTo>
                  <a:lnTo>
                    <a:pt x="25964" y="39260"/>
                  </a:lnTo>
                  <a:lnTo>
                    <a:pt x="0" y="1462"/>
                  </a:lnTo>
                  <a:lnTo>
                    <a:pt x="49074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54">
              <a:extLst>
                <a:ext uri="{FF2B5EF4-FFF2-40B4-BE49-F238E27FC236}">
                  <a16:creationId xmlns:a16="http://schemas.microsoft.com/office/drawing/2014/main" id="{AB348D28-C347-F087-E4EE-0435E9B690DC}"/>
                </a:ext>
              </a:extLst>
            </p:cNvPr>
            <p:cNvSpPr/>
            <p:nvPr/>
          </p:nvSpPr>
          <p:spPr>
            <a:xfrm>
              <a:off x="8288794" y="4280800"/>
              <a:ext cx="92649" cy="52694"/>
            </a:xfrm>
            <a:custGeom>
              <a:avLst/>
              <a:gdLst>
                <a:gd name="connsiteX0" fmla="*/ 92511 w 92649"/>
                <a:gd name="connsiteY0" fmla="*/ 24015 h 52694"/>
                <a:gd name="connsiteX1" fmla="*/ 0 w 92649"/>
                <a:gd name="connsiteY1" fmla="*/ 0 h 52694"/>
                <a:gd name="connsiteX2" fmla="*/ 1253 w 92649"/>
                <a:gd name="connsiteY2" fmla="*/ 42044 h 52694"/>
                <a:gd name="connsiteX3" fmla="*/ 43715 w 92649"/>
                <a:gd name="connsiteY3" fmla="*/ 52694 h 52694"/>
                <a:gd name="connsiteX4" fmla="*/ 92650 w 92649"/>
                <a:gd name="connsiteY4" fmla="*/ 30280 h 52694"/>
                <a:gd name="connsiteX5" fmla="*/ 92441 w 92649"/>
                <a:gd name="connsiteY5" fmla="*/ 24015 h 5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649" h="52694">
                  <a:moveTo>
                    <a:pt x="92511" y="24015"/>
                  </a:moveTo>
                  <a:cubicBezTo>
                    <a:pt x="92511" y="24015"/>
                    <a:pt x="23458" y="18725"/>
                    <a:pt x="0" y="0"/>
                  </a:cubicBezTo>
                  <a:lnTo>
                    <a:pt x="1253" y="42044"/>
                  </a:lnTo>
                  <a:lnTo>
                    <a:pt x="43715" y="52694"/>
                  </a:lnTo>
                  <a:lnTo>
                    <a:pt x="92650" y="30280"/>
                  </a:lnTo>
                  <a:lnTo>
                    <a:pt x="92441" y="24015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55">
              <a:extLst>
                <a:ext uri="{FF2B5EF4-FFF2-40B4-BE49-F238E27FC236}">
                  <a16:creationId xmlns:a16="http://schemas.microsoft.com/office/drawing/2014/main" id="{C1F3AE97-6BC3-7807-2E30-F0BF5E5314CF}"/>
                </a:ext>
              </a:extLst>
            </p:cNvPr>
            <p:cNvSpPr/>
            <p:nvPr/>
          </p:nvSpPr>
          <p:spPr>
            <a:xfrm>
              <a:off x="8726357" y="4341151"/>
              <a:ext cx="178617" cy="49341"/>
            </a:xfrm>
            <a:custGeom>
              <a:avLst/>
              <a:gdLst>
                <a:gd name="connsiteX0" fmla="*/ 175206 w 178617"/>
                <a:gd name="connsiteY0" fmla="*/ 2088 h 49341"/>
                <a:gd name="connsiteX1" fmla="*/ 172074 w 178617"/>
                <a:gd name="connsiteY1" fmla="*/ 2088 h 49341"/>
                <a:gd name="connsiteX2" fmla="*/ 0 w 178617"/>
                <a:gd name="connsiteY2" fmla="*/ 0 h 49341"/>
                <a:gd name="connsiteX3" fmla="*/ 47404 w 178617"/>
                <a:gd name="connsiteY3" fmla="*/ 37519 h 49341"/>
                <a:gd name="connsiteX4" fmla="*/ 111375 w 178617"/>
                <a:gd name="connsiteY4" fmla="*/ 49283 h 49341"/>
                <a:gd name="connsiteX5" fmla="*/ 178617 w 178617"/>
                <a:gd name="connsiteY5" fmla="*/ 46221 h 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617" h="49341">
                  <a:moveTo>
                    <a:pt x="175206" y="2088"/>
                  </a:moveTo>
                  <a:lnTo>
                    <a:pt x="172074" y="2088"/>
                  </a:lnTo>
                  <a:cubicBezTo>
                    <a:pt x="172074" y="2088"/>
                    <a:pt x="0" y="0"/>
                    <a:pt x="0" y="0"/>
                  </a:cubicBezTo>
                  <a:lnTo>
                    <a:pt x="47404" y="37519"/>
                  </a:lnTo>
                  <a:cubicBezTo>
                    <a:pt x="47404" y="37519"/>
                    <a:pt x="111375" y="48726"/>
                    <a:pt x="111375" y="49283"/>
                  </a:cubicBezTo>
                  <a:cubicBezTo>
                    <a:pt x="111375" y="49840"/>
                    <a:pt x="178617" y="46221"/>
                    <a:pt x="178617" y="46221"/>
                  </a:cubicBez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56">
              <a:extLst>
                <a:ext uri="{FF2B5EF4-FFF2-40B4-BE49-F238E27FC236}">
                  <a16:creationId xmlns:a16="http://schemas.microsoft.com/office/drawing/2014/main" id="{ABBDDAB9-8D91-81FA-499A-965C74217DA3}"/>
                </a:ext>
              </a:extLst>
            </p:cNvPr>
            <p:cNvSpPr/>
            <p:nvPr/>
          </p:nvSpPr>
          <p:spPr>
            <a:xfrm>
              <a:off x="8904348" y="4318806"/>
              <a:ext cx="390298" cy="92719"/>
            </a:xfrm>
            <a:custGeom>
              <a:avLst/>
              <a:gdLst>
                <a:gd name="connsiteX0" fmla="*/ 9606 w 390298"/>
                <a:gd name="connsiteY0" fmla="*/ 16706 h 92719"/>
                <a:gd name="connsiteX1" fmla="*/ 40721 w 390298"/>
                <a:gd name="connsiteY1" fmla="*/ 0 h 92719"/>
                <a:gd name="connsiteX2" fmla="*/ 390299 w 390298"/>
                <a:gd name="connsiteY2" fmla="*/ 46290 h 92719"/>
                <a:gd name="connsiteX3" fmla="*/ 385635 w 390298"/>
                <a:gd name="connsiteY3" fmla="*/ 92720 h 92719"/>
                <a:gd name="connsiteX4" fmla="*/ 27356 w 390298"/>
                <a:gd name="connsiteY4" fmla="*/ 46151 h 92719"/>
                <a:gd name="connsiteX5" fmla="*/ 13643 w 390298"/>
                <a:gd name="connsiteY5" fmla="*/ 79006 h 92719"/>
                <a:gd name="connsiteX6" fmla="*/ 0 w 390298"/>
                <a:gd name="connsiteY6" fmla="*/ 45455 h 92719"/>
                <a:gd name="connsiteX7" fmla="*/ 9606 w 390298"/>
                <a:gd name="connsiteY7" fmla="*/ 16706 h 9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0298" h="92719">
                  <a:moveTo>
                    <a:pt x="9606" y="16706"/>
                  </a:moveTo>
                  <a:lnTo>
                    <a:pt x="40721" y="0"/>
                  </a:lnTo>
                  <a:lnTo>
                    <a:pt x="390299" y="46290"/>
                  </a:lnTo>
                  <a:lnTo>
                    <a:pt x="385635" y="92720"/>
                  </a:lnTo>
                  <a:lnTo>
                    <a:pt x="27356" y="46151"/>
                  </a:lnTo>
                  <a:lnTo>
                    <a:pt x="13643" y="79006"/>
                  </a:lnTo>
                  <a:lnTo>
                    <a:pt x="0" y="45455"/>
                  </a:lnTo>
                  <a:lnTo>
                    <a:pt x="9606" y="16706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57">
              <a:extLst>
                <a:ext uri="{FF2B5EF4-FFF2-40B4-BE49-F238E27FC236}">
                  <a16:creationId xmlns:a16="http://schemas.microsoft.com/office/drawing/2014/main" id="{083CF155-7795-8196-5C20-F98163AC64DA}"/>
                </a:ext>
              </a:extLst>
            </p:cNvPr>
            <p:cNvSpPr/>
            <p:nvPr/>
          </p:nvSpPr>
          <p:spPr>
            <a:xfrm>
              <a:off x="8768262" y="3619860"/>
              <a:ext cx="55060" cy="168106"/>
            </a:xfrm>
            <a:custGeom>
              <a:avLst/>
              <a:gdLst>
                <a:gd name="connsiteX0" fmla="*/ 0 w 55060"/>
                <a:gd name="connsiteY0" fmla="*/ 9536 h 168106"/>
                <a:gd name="connsiteX1" fmla="*/ 52485 w 55060"/>
                <a:gd name="connsiteY1" fmla="*/ 0 h 168106"/>
                <a:gd name="connsiteX2" fmla="*/ 55061 w 55060"/>
                <a:gd name="connsiteY2" fmla="*/ 165461 h 168106"/>
                <a:gd name="connsiteX3" fmla="*/ 2506 w 55060"/>
                <a:gd name="connsiteY3" fmla="*/ 168106 h 168106"/>
                <a:gd name="connsiteX4" fmla="*/ 70 w 55060"/>
                <a:gd name="connsiteY4" fmla="*/ 9536 h 168106"/>
                <a:gd name="connsiteX5" fmla="*/ 44202 w 55060"/>
                <a:gd name="connsiteY5" fmla="*/ 13156 h 168106"/>
                <a:gd name="connsiteX6" fmla="*/ 8492 w 55060"/>
                <a:gd name="connsiteY6" fmla="*/ 19560 h 168106"/>
                <a:gd name="connsiteX7" fmla="*/ 10581 w 55060"/>
                <a:gd name="connsiteY7" fmla="*/ 156203 h 168106"/>
                <a:gd name="connsiteX8" fmla="*/ 46360 w 55060"/>
                <a:gd name="connsiteY8" fmla="*/ 154393 h 168106"/>
                <a:gd name="connsiteX9" fmla="*/ 44202 w 55060"/>
                <a:gd name="connsiteY9" fmla="*/ 13156 h 168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60" h="168106">
                  <a:moveTo>
                    <a:pt x="0" y="9536"/>
                  </a:moveTo>
                  <a:lnTo>
                    <a:pt x="52485" y="0"/>
                  </a:lnTo>
                  <a:lnTo>
                    <a:pt x="55061" y="165461"/>
                  </a:lnTo>
                  <a:lnTo>
                    <a:pt x="2506" y="168106"/>
                  </a:lnTo>
                  <a:lnTo>
                    <a:pt x="70" y="9536"/>
                  </a:lnTo>
                  <a:close/>
                  <a:moveTo>
                    <a:pt x="44202" y="13156"/>
                  </a:moveTo>
                  <a:lnTo>
                    <a:pt x="8492" y="19560"/>
                  </a:lnTo>
                  <a:lnTo>
                    <a:pt x="10581" y="156203"/>
                  </a:lnTo>
                  <a:lnTo>
                    <a:pt x="46360" y="154393"/>
                  </a:lnTo>
                  <a:lnTo>
                    <a:pt x="44202" y="13156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58">
              <a:extLst>
                <a:ext uri="{FF2B5EF4-FFF2-40B4-BE49-F238E27FC236}">
                  <a16:creationId xmlns:a16="http://schemas.microsoft.com/office/drawing/2014/main" id="{E5AC0BFB-E3BE-5FCE-1F18-5715AAD0B1C2}"/>
                </a:ext>
              </a:extLst>
            </p:cNvPr>
            <p:cNvSpPr/>
            <p:nvPr/>
          </p:nvSpPr>
          <p:spPr>
            <a:xfrm>
              <a:off x="8674568" y="3625220"/>
              <a:ext cx="54086" cy="167479"/>
            </a:xfrm>
            <a:custGeom>
              <a:avLst/>
              <a:gdLst>
                <a:gd name="connsiteX0" fmla="*/ 0 w 54086"/>
                <a:gd name="connsiteY0" fmla="*/ 2576 h 167479"/>
                <a:gd name="connsiteX1" fmla="*/ 51511 w 54086"/>
                <a:gd name="connsiteY1" fmla="*/ 0 h 167479"/>
                <a:gd name="connsiteX2" fmla="*/ 54086 w 54086"/>
                <a:gd name="connsiteY2" fmla="*/ 164904 h 167479"/>
                <a:gd name="connsiteX3" fmla="*/ 2576 w 54086"/>
                <a:gd name="connsiteY3" fmla="*/ 167480 h 167479"/>
                <a:gd name="connsiteX4" fmla="*/ 0 w 54086"/>
                <a:gd name="connsiteY4" fmla="*/ 2576 h 167479"/>
                <a:gd name="connsiteX5" fmla="*/ 43297 w 54086"/>
                <a:gd name="connsiteY5" fmla="*/ 11973 h 167479"/>
                <a:gd name="connsiteX6" fmla="*/ 8562 w 54086"/>
                <a:gd name="connsiteY6" fmla="*/ 13713 h 167479"/>
                <a:gd name="connsiteX7" fmla="*/ 10720 w 54086"/>
                <a:gd name="connsiteY7" fmla="*/ 155577 h 167479"/>
                <a:gd name="connsiteX8" fmla="*/ 45455 w 54086"/>
                <a:gd name="connsiteY8" fmla="*/ 153836 h 167479"/>
                <a:gd name="connsiteX9" fmla="*/ 43297 w 54086"/>
                <a:gd name="connsiteY9" fmla="*/ 11973 h 16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86" h="167479">
                  <a:moveTo>
                    <a:pt x="0" y="2576"/>
                  </a:moveTo>
                  <a:lnTo>
                    <a:pt x="51511" y="0"/>
                  </a:lnTo>
                  <a:lnTo>
                    <a:pt x="54086" y="164904"/>
                  </a:lnTo>
                  <a:lnTo>
                    <a:pt x="2576" y="167480"/>
                  </a:lnTo>
                  <a:lnTo>
                    <a:pt x="0" y="2576"/>
                  </a:lnTo>
                  <a:close/>
                  <a:moveTo>
                    <a:pt x="43297" y="11973"/>
                  </a:moveTo>
                  <a:lnTo>
                    <a:pt x="8562" y="13713"/>
                  </a:lnTo>
                  <a:lnTo>
                    <a:pt x="10720" y="155577"/>
                  </a:lnTo>
                  <a:lnTo>
                    <a:pt x="45455" y="153836"/>
                  </a:lnTo>
                  <a:lnTo>
                    <a:pt x="43297" y="1197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59">
              <a:extLst>
                <a:ext uri="{FF2B5EF4-FFF2-40B4-BE49-F238E27FC236}">
                  <a16:creationId xmlns:a16="http://schemas.microsoft.com/office/drawing/2014/main" id="{CD1876AA-9094-2311-2F84-823EA22CDF1E}"/>
                </a:ext>
              </a:extLst>
            </p:cNvPr>
            <p:cNvSpPr/>
            <p:nvPr/>
          </p:nvSpPr>
          <p:spPr>
            <a:xfrm>
              <a:off x="8589366" y="3629745"/>
              <a:ext cx="49352" cy="167270"/>
            </a:xfrm>
            <a:custGeom>
              <a:avLst/>
              <a:gdLst>
                <a:gd name="connsiteX0" fmla="*/ 0 w 49352"/>
                <a:gd name="connsiteY0" fmla="*/ 2367 h 167270"/>
                <a:gd name="connsiteX1" fmla="*/ 46777 w 49352"/>
                <a:gd name="connsiteY1" fmla="*/ 0 h 167270"/>
                <a:gd name="connsiteX2" fmla="*/ 49353 w 49352"/>
                <a:gd name="connsiteY2" fmla="*/ 164904 h 167270"/>
                <a:gd name="connsiteX3" fmla="*/ 2576 w 49352"/>
                <a:gd name="connsiteY3" fmla="*/ 167271 h 167270"/>
                <a:gd name="connsiteX4" fmla="*/ 0 w 49352"/>
                <a:gd name="connsiteY4" fmla="*/ 2367 h 167270"/>
                <a:gd name="connsiteX5" fmla="*/ 38564 w 49352"/>
                <a:gd name="connsiteY5" fmla="*/ 11973 h 167270"/>
                <a:gd name="connsiteX6" fmla="*/ 8562 w 49352"/>
                <a:gd name="connsiteY6" fmla="*/ 13504 h 167270"/>
                <a:gd name="connsiteX7" fmla="*/ 10720 w 49352"/>
                <a:gd name="connsiteY7" fmla="*/ 155368 h 167270"/>
                <a:gd name="connsiteX8" fmla="*/ 40721 w 49352"/>
                <a:gd name="connsiteY8" fmla="*/ 153836 h 167270"/>
                <a:gd name="connsiteX9" fmla="*/ 38564 w 49352"/>
                <a:gd name="connsiteY9" fmla="*/ 11973 h 16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52" h="167270">
                  <a:moveTo>
                    <a:pt x="0" y="2367"/>
                  </a:moveTo>
                  <a:lnTo>
                    <a:pt x="46777" y="0"/>
                  </a:lnTo>
                  <a:lnTo>
                    <a:pt x="49353" y="164904"/>
                  </a:lnTo>
                  <a:lnTo>
                    <a:pt x="2576" y="167271"/>
                  </a:lnTo>
                  <a:lnTo>
                    <a:pt x="0" y="2367"/>
                  </a:lnTo>
                  <a:close/>
                  <a:moveTo>
                    <a:pt x="38564" y="11973"/>
                  </a:moveTo>
                  <a:lnTo>
                    <a:pt x="8562" y="13504"/>
                  </a:lnTo>
                  <a:lnTo>
                    <a:pt x="10720" y="155368"/>
                  </a:lnTo>
                  <a:lnTo>
                    <a:pt x="40721" y="153836"/>
                  </a:lnTo>
                  <a:lnTo>
                    <a:pt x="38564" y="1197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60">
              <a:extLst>
                <a:ext uri="{FF2B5EF4-FFF2-40B4-BE49-F238E27FC236}">
                  <a16:creationId xmlns:a16="http://schemas.microsoft.com/office/drawing/2014/main" id="{6AE4517D-6C4A-5A8D-A285-30A18AB35A30}"/>
                </a:ext>
              </a:extLst>
            </p:cNvPr>
            <p:cNvSpPr/>
            <p:nvPr/>
          </p:nvSpPr>
          <p:spPr>
            <a:xfrm>
              <a:off x="8507924" y="3634061"/>
              <a:ext cx="45663" cy="167062"/>
            </a:xfrm>
            <a:custGeom>
              <a:avLst/>
              <a:gdLst>
                <a:gd name="connsiteX0" fmla="*/ 0 w 45663"/>
                <a:gd name="connsiteY0" fmla="*/ 2158 h 167062"/>
                <a:gd name="connsiteX1" fmla="*/ 43088 w 45663"/>
                <a:gd name="connsiteY1" fmla="*/ 0 h 167062"/>
                <a:gd name="connsiteX2" fmla="*/ 45664 w 45663"/>
                <a:gd name="connsiteY2" fmla="*/ 164904 h 167062"/>
                <a:gd name="connsiteX3" fmla="*/ 2576 w 45663"/>
                <a:gd name="connsiteY3" fmla="*/ 167062 h 167062"/>
                <a:gd name="connsiteX4" fmla="*/ 0 w 45663"/>
                <a:gd name="connsiteY4" fmla="*/ 2158 h 167062"/>
                <a:gd name="connsiteX5" fmla="*/ 34874 w 45663"/>
                <a:gd name="connsiteY5" fmla="*/ 11903 h 167062"/>
                <a:gd name="connsiteX6" fmla="*/ 8562 w 45663"/>
                <a:gd name="connsiteY6" fmla="*/ 13226 h 167062"/>
                <a:gd name="connsiteX7" fmla="*/ 10720 w 45663"/>
                <a:gd name="connsiteY7" fmla="*/ 155089 h 167062"/>
                <a:gd name="connsiteX8" fmla="*/ 37032 w 45663"/>
                <a:gd name="connsiteY8" fmla="*/ 153767 h 167062"/>
                <a:gd name="connsiteX9" fmla="*/ 34874 w 45663"/>
                <a:gd name="connsiteY9" fmla="*/ 11903 h 16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63" h="167062">
                  <a:moveTo>
                    <a:pt x="0" y="2158"/>
                  </a:moveTo>
                  <a:lnTo>
                    <a:pt x="43088" y="0"/>
                  </a:lnTo>
                  <a:lnTo>
                    <a:pt x="45664" y="164904"/>
                  </a:lnTo>
                  <a:lnTo>
                    <a:pt x="2576" y="167062"/>
                  </a:lnTo>
                  <a:lnTo>
                    <a:pt x="0" y="2158"/>
                  </a:lnTo>
                  <a:close/>
                  <a:moveTo>
                    <a:pt x="34874" y="11903"/>
                  </a:moveTo>
                  <a:lnTo>
                    <a:pt x="8562" y="13226"/>
                  </a:lnTo>
                  <a:lnTo>
                    <a:pt x="10720" y="155089"/>
                  </a:lnTo>
                  <a:lnTo>
                    <a:pt x="37032" y="153767"/>
                  </a:lnTo>
                  <a:lnTo>
                    <a:pt x="34874" y="1190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61">
              <a:extLst>
                <a:ext uri="{FF2B5EF4-FFF2-40B4-BE49-F238E27FC236}">
                  <a16:creationId xmlns:a16="http://schemas.microsoft.com/office/drawing/2014/main" id="{97D2EB0C-CC87-AB0D-7D1D-6A2FFF817E0A}"/>
                </a:ext>
              </a:extLst>
            </p:cNvPr>
            <p:cNvSpPr/>
            <p:nvPr/>
          </p:nvSpPr>
          <p:spPr>
            <a:xfrm>
              <a:off x="8429544" y="3637889"/>
              <a:ext cx="48378" cy="174371"/>
            </a:xfrm>
            <a:custGeom>
              <a:avLst/>
              <a:gdLst>
                <a:gd name="connsiteX0" fmla="*/ 0 w 48378"/>
                <a:gd name="connsiteY0" fmla="*/ 2297 h 174371"/>
                <a:gd name="connsiteX1" fmla="*/ 45733 w 48378"/>
                <a:gd name="connsiteY1" fmla="*/ 0 h 174371"/>
                <a:gd name="connsiteX2" fmla="*/ 48378 w 48378"/>
                <a:gd name="connsiteY2" fmla="*/ 172074 h 174371"/>
                <a:gd name="connsiteX3" fmla="*/ 2645 w 48378"/>
                <a:gd name="connsiteY3" fmla="*/ 174371 h 174371"/>
                <a:gd name="connsiteX4" fmla="*/ 0 w 48378"/>
                <a:gd name="connsiteY4" fmla="*/ 2297 h 174371"/>
                <a:gd name="connsiteX5" fmla="*/ 37519 w 48378"/>
                <a:gd name="connsiteY5" fmla="*/ 11903 h 174371"/>
                <a:gd name="connsiteX6" fmla="*/ 8632 w 48378"/>
                <a:gd name="connsiteY6" fmla="*/ 13365 h 174371"/>
                <a:gd name="connsiteX7" fmla="*/ 10929 w 48378"/>
                <a:gd name="connsiteY7" fmla="*/ 162398 h 174371"/>
                <a:gd name="connsiteX8" fmla="*/ 39816 w 48378"/>
                <a:gd name="connsiteY8" fmla="*/ 160936 h 174371"/>
                <a:gd name="connsiteX9" fmla="*/ 37519 w 48378"/>
                <a:gd name="connsiteY9" fmla="*/ 11903 h 17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378" h="174371">
                  <a:moveTo>
                    <a:pt x="0" y="2297"/>
                  </a:moveTo>
                  <a:lnTo>
                    <a:pt x="45733" y="0"/>
                  </a:lnTo>
                  <a:lnTo>
                    <a:pt x="48378" y="172074"/>
                  </a:lnTo>
                  <a:lnTo>
                    <a:pt x="2645" y="174371"/>
                  </a:lnTo>
                  <a:lnTo>
                    <a:pt x="0" y="2297"/>
                  </a:lnTo>
                  <a:close/>
                  <a:moveTo>
                    <a:pt x="37519" y="11903"/>
                  </a:moveTo>
                  <a:lnTo>
                    <a:pt x="8632" y="13365"/>
                  </a:lnTo>
                  <a:lnTo>
                    <a:pt x="10929" y="162398"/>
                  </a:lnTo>
                  <a:lnTo>
                    <a:pt x="39816" y="160936"/>
                  </a:lnTo>
                  <a:lnTo>
                    <a:pt x="37519" y="1190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62">
              <a:extLst>
                <a:ext uri="{FF2B5EF4-FFF2-40B4-BE49-F238E27FC236}">
                  <a16:creationId xmlns:a16="http://schemas.microsoft.com/office/drawing/2014/main" id="{99CC58A2-FDF0-D7BD-7E6D-BC815B47F9FF}"/>
                </a:ext>
              </a:extLst>
            </p:cNvPr>
            <p:cNvSpPr/>
            <p:nvPr/>
          </p:nvSpPr>
          <p:spPr>
            <a:xfrm>
              <a:off x="8361187" y="3641370"/>
              <a:ext cx="47334" cy="174301"/>
            </a:xfrm>
            <a:custGeom>
              <a:avLst/>
              <a:gdLst>
                <a:gd name="connsiteX0" fmla="*/ 0 w 47334"/>
                <a:gd name="connsiteY0" fmla="*/ 2227 h 174301"/>
                <a:gd name="connsiteX1" fmla="*/ 44689 w 47334"/>
                <a:gd name="connsiteY1" fmla="*/ 0 h 174301"/>
                <a:gd name="connsiteX2" fmla="*/ 47334 w 47334"/>
                <a:gd name="connsiteY2" fmla="*/ 172074 h 174301"/>
                <a:gd name="connsiteX3" fmla="*/ 2645 w 47334"/>
                <a:gd name="connsiteY3" fmla="*/ 174301 h 174301"/>
                <a:gd name="connsiteX4" fmla="*/ 0 w 47334"/>
                <a:gd name="connsiteY4" fmla="*/ 2227 h 174301"/>
                <a:gd name="connsiteX5" fmla="*/ 36475 w 47334"/>
                <a:gd name="connsiteY5" fmla="*/ 11903 h 174301"/>
                <a:gd name="connsiteX6" fmla="*/ 8632 w 47334"/>
                <a:gd name="connsiteY6" fmla="*/ 13295 h 174301"/>
                <a:gd name="connsiteX7" fmla="*/ 10929 w 47334"/>
                <a:gd name="connsiteY7" fmla="*/ 162329 h 174301"/>
                <a:gd name="connsiteX8" fmla="*/ 38772 w 47334"/>
                <a:gd name="connsiteY8" fmla="*/ 160936 h 174301"/>
                <a:gd name="connsiteX9" fmla="*/ 36475 w 47334"/>
                <a:gd name="connsiteY9" fmla="*/ 11903 h 17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334" h="174301">
                  <a:moveTo>
                    <a:pt x="0" y="2227"/>
                  </a:moveTo>
                  <a:lnTo>
                    <a:pt x="44689" y="0"/>
                  </a:lnTo>
                  <a:lnTo>
                    <a:pt x="47334" y="172074"/>
                  </a:lnTo>
                  <a:lnTo>
                    <a:pt x="2645" y="174301"/>
                  </a:lnTo>
                  <a:lnTo>
                    <a:pt x="0" y="2227"/>
                  </a:lnTo>
                  <a:close/>
                  <a:moveTo>
                    <a:pt x="36475" y="11903"/>
                  </a:moveTo>
                  <a:lnTo>
                    <a:pt x="8632" y="13295"/>
                  </a:lnTo>
                  <a:lnTo>
                    <a:pt x="10929" y="162329"/>
                  </a:lnTo>
                  <a:lnTo>
                    <a:pt x="38772" y="160936"/>
                  </a:lnTo>
                  <a:lnTo>
                    <a:pt x="36475" y="1190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63">
              <a:extLst>
                <a:ext uri="{FF2B5EF4-FFF2-40B4-BE49-F238E27FC236}">
                  <a16:creationId xmlns:a16="http://schemas.microsoft.com/office/drawing/2014/main" id="{BE382ACB-C9F4-18DC-CB58-1E3C43DBC5DF}"/>
                </a:ext>
              </a:extLst>
            </p:cNvPr>
            <p:cNvSpPr/>
            <p:nvPr/>
          </p:nvSpPr>
          <p:spPr>
            <a:xfrm>
              <a:off x="8308076" y="3644572"/>
              <a:ext cx="37728" cy="163024"/>
            </a:xfrm>
            <a:custGeom>
              <a:avLst/>
              <a:gdLst>
                <a:gd name="connsiteX0" fmla="*/ 0 w 37728"/>
                <a:gd name="connsiteY0" fmla="*/ 1740 h 163024"/>
                <a:gd name="connsiteX1" fmla="*/ 35222 w 37728"/>
                <a:gd name="connsiteY1" fmla="*/ 0 h 163024"/>
                <a:gd name="connsiteX2" fmla="*/ 37728 w 37728"/>
                <a:gd name="connsiteY2" fmla="*/ 161284 h 163024"/>
                <a:gd name="connsiteX3" fmla="*/ 2506 w 37728"/>
                <a:gd name="connsiteY3" fmla="*/ 163025 h 163024"/>
                <a:gd name="connsiteX4" fmla="*/ 0 w 37728"/>
                <a:gd name="connsiteY4" fmla="*/ 1740 h 163024"/>
                <a:gd name="connsiteX5" fmla="*/ 27008 w 37728"/>
                <a:gd name="connsiteY5" fmla="*/ 11903 h 163024"/>
                <a:gd name="connsiteX6" fmla="*/ 8632 w 37728"/>
                <a:gd name="connsiteY6" fmla="*/ 12808 h 163024"/>
                <a:gd name="connsiteX7" fmla="*/ 10789 w 37728"/>
                <a:gd name="connsiteY7" fmla="*/ 151052 h 163024"/>
                <a:gd name="connsiteX8" fmla="*/ 29166 w 37728"/>
                <a:gd name="connsiteY8" fmla="*/ 150147 h 163024"/>
                <a:gd name="connsiteX9" fmla="*/ 27008 w 37728"/>
                <a:gd name="connsiteY9" fmla="*/ 11903 h 16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728" h="163024">
                  <a:moveTo>
                    <a:pt x="0" y="1740"/>
                  </a:moveTo>
                  <a:lnTo>
                    <a:pt x="35222" y="0"/>
                  </a:lnTo>
                  <a:lnTo>
                    <a:pt x="37728" y="161284"/>
                  </a:lnTo>
                  <a:lnTo>
                    <a:pt x="2506" y="163025"/>
                  </a:lnTo>
                  <a:lnTo>
                    <a:pt x="0" y="1740"/>
                  </a:lnTo>
                  <a:close/>
                  <a:moveTo>
                    <a:pt x="27008" y="11903"/>
                  </a:moveTo>
                  <a:lnTo>
                    <a:pt x="8632" y="12808"/>
                  </a:lnTo>
                  <a:lnTo>
                    <a:pt x="10789" y="151052"/>
                  </a:lnTo>
                  <a:lnTo>
                    <a:pt x="29166" y="150147"/>
                  </a:lnTo>
                  <a:lnTo>
                    <a:pt x="27008" y="1190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64">
              <a:extLst>
                <a:ext uri="{FF2B5EF4-FFF2-40B4-BE49-F238E27FC236}">
                  <a16:creationId xmlns:a16="http://schemas.microsoft.com/office/drawing/2014/main" id="{4B5B0E12-F4AC-D5E3-4CA4-CB5C6D7B4191}"/>
                </a:ext>
              </a:extLst>
            </p:cNvPr>
            <p:cNvSpPr/>
            <p:nvPr/>
          </p:nvSpPr>
          <p:spPr>
            <a:xfrm>
              <a:off x="8308145" y="3832447"/>
              <a:ext cx="38981" cy="108938"/>
            </a:xfrm>
            <a:custGeom>
              <a:avLst/>
              <a:gdLst>
                <a:gd name="connsiteX0" fmla="*/ 0 w 38981"/>
                <a:gd name="connsiteY0" fmla="*/ 1044 h 108938"/>
                <a:gd name="connsiteX1" fmla="*/ 35710 w 38981"/>
                <a:gd name="connsiteY1" fmla="*/ 0 h 108938"/>
                <a:gd name="connsiteX2" fmla="*/ 38981 w 38981"/>
                <a:gd name="connsiteY2" fmla="*/ 107894 h 108938"/>
                <a:gd name="connsiteX3" fmla="*/ 3272 w 38981"/>
                <a:gd name="connsiteY3" fmla="*/ 108938 h 108938"/>
                <a:gd name="connsiteX4" fmla="*/ 0 w 38981"/>
                <a:gd name="connsiteY4" fmla="*/ 1044 h 108938"/>
                <a:gd name="connsiteX5" fmla="*/ 27565 w 38981"/>
                <a:gd name="connsiteY5" fmla="*/ 8562 h 108938"/>
                <a:gd name="connsiteX6" fmla="*/ 8632 w 38981"/>
                <a:gd name="connsiteY6" fmla="*/ 9119 h 108938"/>
                <a:gd name="connsiteX7" fmla="*/ 11346 w 38981"/>
                <a:gd name="connsiteY7" fmla="*/ 100168 h 108938"/>
                <a:gd name="connsiteX8" fmla="*/ 30280 w 38981"/>
                <a:gd name="connsiteY8" fmla="*/ 99611 h 108938"/>
                <a:gd name="connsiteX9" fmla="*/ 27565 w 38981"/>
                <a:gd name="connsiteY9" fmla="*/ 8562 h 10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81" h="108938">
                  <a:moveTo>
                    <a:pt x="0" y="1044"/>
                  </a:moveTo>
                  <a:lnTo>
                    <a:pt x="35710" y="0"/>
                  </a:lnTo>
                  <a:lnTo>
                    <a:pt x="38981" y="107894"/>
                  </a:lnTo>
                  <a:lnTo>
                    <a:pt x="3272" y="108938"/>
                  </a:lnTo>
                  <a:lnTo>
                    <a:pt x="0" y="1044"/>
                  </a:lnTo>
                  <a:close/>
                  <a:moveTo>
                    <a:pt x="27565" y="8562"/>
                  </a:moveTo>
                  <a:lnTo>
                    <a:pt x="8632" y="9119"/>
                  </a:lnTo>
                  <a:lnTo>
                    <a:pt x="11346" y="100168"/>
                  </a:lnTo>
                  <a:lnTo>
                    <a:pt x="30280" y="99611"/>
                  </a:lnTo>
                  <a:lnTo>
                    <a:pt x="27565" y="856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65">
              <a:extLst>
                <a:ext uri="{FF2B5EF4-FFF2-40B4-BE49-F238E27FC236}">
                  <a16:creationId xmlns:a16="http://schemas.microsoft.com/office/drawing/2014/main" id="{C655576B-2F58-70A3-826E-92AF46CA0BC5}"/>
                </a:ext>
              </a:extLst>
            </p:cNvPr>
            <p:cNvSpPr/>
            <p:nvPr/>
          </p:nvSpPr>
          <p:spPr>
            <a:xfrm>
              <a:off x="8372325" y="3833978"/>
              <a:ext cx="38981" cy="108938"/>
            </a:xfrm>
            <a:custGeom>
              <a:avLst/>
              <a:gdLst>
                <a:gd name="connsiteX0" fmla="*/ 0 w 38981"/>
                <a:gd name="connsiteY0" fmla="*/ 1044 h 108938"/>
                <a:gd name="connsiteX1" fmla="*/ 35710 w 38981"/>
                <a:gd name="connsiteY1" fmla="*/ 0 h 108938"/>
                <a:gd name="connsiteX2" fmla="*/ 38981 w 38981"/>
                <a:gd name="connsiteY2" fmla="*/ 107894 h 108938"/>
                <a:gd name="connsiteX3" fmla="*/ 3272 w 38981"/>
                <a:gd name="connsiteY3" fmla="*/ 108938 h 108938"/>
                <a:gd name="connsiteX4" fmla="*/ 0 w 38981"/>
                <a:gd name="connsiteY4" fmla="*/ 1044 h 108938"/>
                <a:gd name="connsiteX5" fmla="*/ 27565 w 38981"/>
                <a:gd name="connsiteY5" fmla="*/ 8632 h 108938"/>
                <a:gd name="connsiteX6" fmla="*/ 8632 w 38981"/>
                <a:gd name="connsiteY6" fmla="*/ 9188 h 108938"/>
                <a:gd name="connsiteX7" fmla="*/ 11346 w 38981"/>
                <a:gd name="connsiteY7" fmla="*/ 100237 h 108938"/>
                <a:gd name="connsiteX8" fmla="*/ 30280 w 38981"/>
                <a:gd name="connsiteY8" fmla="*/ 99680 h 108938"/>
                <a:gd name="connsiteX9" fmla="*/ 27565 w 38981"/>
                <a:gd name="connsiteY9" fmla="*/ 8632 h 10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81" h="108938">
                  <a:moveTo>
                    <a:pt x="0" y="1044"/>
                  </a:moveTo>
                  <a:lnTo>
                    <a:pt x="35710" y="0"/>
                  </a:lnTo>
                  <a:lnTo>
                    <a:pt x="38981" y="107894"/>
                  </a:lnTo>
                  <a:lnTo>
                    <a:pt x="3272" y="108938"/>
                  </a:lnTo>
                  <a:lnTo>
                    <a:pt x="0" y="1044"/>
                  </a:lnTo>
                  <a:close/>
                  <a:moveTo>
                    <a:pt x="27565" y="8632"/>
                  </a:moveTo>
                  <a:lnTo>
                    <a:pt x="8632" y="9188"/>
                  </a:lnTo>
                  <a:lnTo>
                    <a:pt x="11346" y="100237"/>
                  </a:lnTo>
                  <a:lnTo>
                    <a:pt x="30280" y="99680"/>
                  </a:lnTo>
                  <a:lnTo>
                    <a:pt x="27565" y="863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66">
              <a:extLst>
                <a:ext uri="{FF2B5EF4-FFF2-40B4-BE49-F238E27FC236}">
                  <a16:creationId xmlns:a16="http://schemas.microsoft.com/office/drawing/2014/main" id="{FC1C5A03-FFCA-153A-5E23-B565D6CD087A}"/>
                </a:ext>
              </a:extLst>
            </p:cNvPr>
            <p:cNvSpPr/>
            <p:nvPr/>
          </p:nvSpPr>
          <p:spPr>
            <a:xfrm>
              <a:off x="8307519" y="3987049"/>
              <a:ext cx="43227" cy="167688"/>
            </a:xfrm>
            <a:custGeom>
              <a:avLst/>
              <a:gdLst>
                <a:gd name="connsiteX0" fmla="*/ 0 w 43227"/>
                <a:gd name="connsiteY0" fmla="*/ 2227 h 167688"/>
                <a:gd name="connsiteX1" fmla="*/ 41000 w 43227"/>
                <a:gd name="connsiteY1" fmla="*/ 0 h 167688"/>
                <a:gd name="connsiteX2" fmla="*/ 43227 w 43227"/>
                <a:gd name="connsiteY2" fmla="*/ 165461 h 167688"/>
                <a:gd name="connsiteX3" fmla="*/ 2227 w 43227"/>
                <a:gd name="connsiteY3" fmla="*/ 167689 h 167688"/>
                <a:gd name="connsiteX4" fmla="*/ 0 w 43227"/>
                <a:gd name="connsiteY4" fmla="*/ 2227 h 167688"/>
                <a:gd name="connsiteX5" fmla="*/ 32786 w 43227"/>
                <a:gd name="connsiteY5" fmla="*/ 12599 h 167688"/>
                <a:gd name="connsiteX6" fmla="*/ 8632 w 43227"/>
                <a:gd name="connsiteY6" fmla="*/ 13922 h 167688"/>
                <a:gd name="connsiteX7" fmla="*/ 10511 w 43227"/>
                <a:gd name="connsiteY7" fmla="*/ 155089 h 167688"/>
                <a:gd name="connsiteX8" fmla="*/ 34665 w 43227"/>
                <a:gd name="connsiteY8" fmla="*/ 153767 h 167688"/>
                <a:gd name="connsiteX9" fmla="*/ 32786 w 43227"/>
                <a:gd name="connsiteY9" fmla="*/ 12599 h 16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227" h="167688">
                  <a:moveTo>
                    <a:pt x="0" y="2227"/>
                  </a:moveTo>
                  <a:lnTo>
                    <a:pt x="41000" y="0"/>
                  </a:lnTo>
                  <a:lnTo>
                    <a:pt x="43227" y="165461"/>
                  </a:lnTo>
                  <a:lnTo>
                    <a:pt x="2227" y="167689"/>
                  </a:lnTo>
                  <a:lnTo>
                    <a:pt x="0" y="2227"/>
                  </a:lnTo>
                  <a:close/>
                  <a:moveTo>
                    <a:pt x="32786" y="12599"/>
                  </a:moveTo>
                  <a:lnTo>
                    <a:pt x="8632" y="13922"/>
                  </a:lnTo>
                  <a:lnTo>
                    <a:pt x="10511" y="155089"/>
                  </a:lnTo>
                  <a:lnTo>
                    <a:pt x="34665" y="153767"/>
                  </a:lnTo>
                  <a:lnTo>
                    <a:pt x="32786" y="12599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67">
              <a:extLst>
                <a:ext uri="{FF2B5EF4-FFF2-40B4-BE49-F238E27FC236}">
                  <a16:creationId xmlns:a16="http://schemas.microsoft.com/office/drawing/2014/main" id="{2F32B498-6C1B-A761-5942-F825CFBCE2A7}"/>
                </a:ext>
              </a:extLst>
            </p:cNvPr>
            <p:cNvSpPr/>
            <p:nvPr/>
          </p:nvSpPr>
          <p:spPr>
            <a:xfrm>
              <a:off x="8310582" y="4191213"/>
              <a:ext cx="39189" cy="115620"/>
            </a:xfrm>
            <a:custGeom>
              <a:avLst/>
              <a:gdLst>
                <a:gd name="connsiteX0" fmla="*/ 0 w 39189"/>
                <a:gd name="connsiteY0" fmla="*/ 1044 h 115620"/>
                <a:gd name="connsiteX1" fmla="*/ 35710 w 39189"/>
                <a:gd name="connsiteY1" fmla="*/ 0 h 115620"/>
                <a:gd name="connsiteX2" fmla="*/ 39190 w 39189"/>
                <a:gd name="connsiteY2" fmla="*/ 114577 h 115620"/>
                <a:gd name="connsiteX3" fmla="*/ 3480 w 39189"/>
                <a:gd name="connsiteY3" fmla="*/ 115621 h 115620"/>
                <a:gd name="connsiteX4" fmla="*/ 0 w 39189"/>
                <a:gd name="connsiteY4" fmla="*/ 1044 h 115620"/>
                <a:gd name="connsiteX5" fmla="*/ 27565 w 39189"/>
                <a:gd name="connsiteY5" fmla="*/ 8632 h 115620"/>
                <a:gd name="connsiteX6" fmla="*/ 8632 w 39189"/>
                <a:gd name="connsiteY6" fmla="*/ 9188 h 115620"/>
                <a:gd name="connsiteX7" fmla="*/ 11555 w 39189"/>
                <a:gd name="connsiteY7" fmla="*/ 106920 h 115620"/>
                <a:gd name="connsiteX8" fmla="*/ 30489 w 39189"/>
                <a:gd name="connsiteY8" fmla="*/ 106363 h 115620"/>
                <a:gd name="connsiteX9" fmla="*/ 27565 w 39189"/>
                <a:gd name="connsiteY9" fmla="*/ 8632 h 11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189" h="115620">
                  <a:moveTo>
                    <a:pt x="0" y="1044"/>
                  </a:moveTo>
                  <a:lnTo>
                    <a:pt x="35710" y="0"/>
                  </a:lnTo>
                  <a:lnTo>
                    <a:pt x="39190" y="114577"/>
                  </a:lnTo>
                  <a:lnTo>
                    <a:pt x="3480" y="115621"/>
                  </a:lnTo>
                  <a:lnTo>
                    <a:pt x="0" y="1044"/>
                  </a:lnTo>
                  <a:close/>
                  <a:moveTo>
                    <a:pt x="27565" y="8632"/>
                  </a:moveTo>
                  <a:lnTo>
                    <a:pt x="8632" y="9188"/>
                  </a:lnTo>
                  <a:lnTo>
                    <a:pt x="11555" y="106920"/>
                  </a:lnTo>
                  <a:lnTo>
                    <a:pt x="30489" y="106363"/>
                  </a:lnTo>
                  <a:lnTo>
                    <a:pt x="27565" y="863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68">
              <a:extLst>
                <a:ext uri="{FF2B5EF4-FFF2-40B4-BE49-F238E27FC236}">
                  <a16:creationId xmlns:a16="http://schemas.microsoft.com/office/drawing/2014/main" id="{92326C45-286D-9CF0-2B1A-9EF9FD456DF5}"/>
                </a:ext>
              </a:extLst>
            </p:cNvPr>
            <p:cNvSpPr/>
            <p:nvPr/>
          </p:nvSpPr>
          <p:spPr>
            <a:xfrm>
              <a:off x="8779817" y="4229637"/>
              <a:ext cx="57914" cy="126131"/>
            </a:xfrm>
            <a:custGeom>
              <a:avLst/>
              <a:gdLst>
                <a:gd name="connsiteX0" fmla="*/ 0 w 57914"/>
                <a:gd name="connsiteY0" fmla="*/ 1601 h 126131"/>
                <a:gd name="connsiteX1" fmla="*/ 54156 w 57914"/>
                <a:gd name="connsiteY1" fmla="*/ 0 h 126131"/>
                <a:gd name="connsiteX2" fmla="*/ 57915 w 57914"/>
                <a:gd name="connsiteY2" fmla="*/ 124531 h 126131"/>
                <a:gd name="connsiteX3" fmla="*/ 3759 w 57914"/>
                <a:gd name="connsiteY3" fmla="*/ 126132 h 126131"/>
                <a:gd name="connsiteX4" fmla="*/ 0 w 57914"/>
                <a:gd name="connsiteY4" fmla="*/ 1601 h 126131"/>
                <a:gd name="connsiteX5" fmla="*/ 46012 w 57914"/>
                <a:gd name="connsiteY5" fmla="*/ 8632 h 126131"/>
                <a:gd name="connsiteX6" fmla="*/ 8701 w 57914"/>
                <a:gd name="connsiteY6" fmla="*/ 9745 h 126131"/>
                <a:gd name="connsiteX7" fmla="*/ 11973 w 57914"/>
                <a:gd name="connsiteY7" fmla="*/ 117500 h 126131"/>
                <a:gd name="connsiteX8" fmla="*/ 49283 w 57914"/>
                <a:gd name="connsiteY8" fmla="*/ 116387 h 126131"/>
                <a:gd name="connsiteX9" fmla="*/ 46012 w 57914"/>
                <a:gd name="connsiteY9" fmla="*/ 8632 h 12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914" h="126131">
                  <a:moveTo>
                    <a:pt x="0" y="1601"/>
                  </a:moveTo>
                  <a:lnTo>
                    <a:pt x="54156" y="0"/>
                  </a:lnTo>
                  <a:lnTo>
                    <a:pt x="57915" y="124531"/>
                  </a:lnTo>
                  <a:lnTo>
                    <a:pt x="3759" y="126132"/>
                  </a:lnTo>
                  <a:lnTo>
                    <a:pt x="0" y="1601"/>
                  </a:lnTo>
                  <a:close/>
                  <a:moveTo>
                    <a:pt x="46012" y="8632"/>
                  </a:moveTo>
                  <a:lnTo>
                    <a:pt x="8701" y="9745"/>
                  </a:lnTo>
                  <a:lnTo>
                    <a:pt x="11973" y="117500"/>
                  </a:lnTo>
                  <a:lnTo>
                    <a:pt x="49283" y="116387"/>
                  </a:lnTo>
                  <a:lnTo>
                    <a:pt x="46012" y="863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69">
              <a:extLst>
                <a:ext uri="{FF2B5EF4-FFF2-40B4-BE49-F238E27FC236}">
                  <a16:creationId xmlns:a16="http://schemas.microsoft.com/office/drawing/2014/main" id="{F9EA3003-9308-BB25-8500-1CED37EAC29B}"/>
                </a:ext>
              </a:extLst>
            </p:cNvPr>
            <p:cNvSpPr/>
            <p:nvPr/>
          </p:nvSpPr>
          <p:spPr>
            <a:xfrm>
              <a:off x="8772856" y="3999578"/>
              <a:ext cx="59863" cy="188292"/>
            </a:xfrm>
            <a:custGeom>
              <a:avLst/>
              <a:gdLst>
                <a:gd name="connsiteX0" fmla="*/ 0 w 59863"/>
                <a:gd name="connsiteY0" fmla="*/ 3132 h 188292"/>
                <a:gd name="connsiteX1" fmla="*/ 57358 w 59863"/>
                <a:gd name="connsiteY1" fmla="*/ 0 h 188292"/>
                <a:gd name="connsiteX2" fmla="*/ 59864 w 59863"/>
                <a:gd name="connsiteY2" fmla="*/ 185161 h 188292"/>
                <a:gd name="connsiteX3" fmla="*/ 2506 w 59863"/>
                <a:gd name="connsiteY3" fmla="*/ 188293 h 188292"/>
                <a:gd name="connsiteX4" fmla="*/ 0 w 59863"/>
                <a:gd name="connsiteY4" fmla="*/ 3132 h 188292"/>
                <a:gd name="connsiteX5" fmla="*/ 49075 w 59863"/>
                <a:gd name="connsiteY5" fmla="*/ 12599 h 188292"/>
                <a:gd name="connsiteX6" fmla="*/ 8562 w 59863"/>
                <a:gd name="connsiteY6" fmla="*/ 14827 h 188292"/>
                <a:gd name="connsiteX7" fmla="*/ 10720 w 59863"/>
                <a:gd name="connsiteY7" fmla="*/ 175694 h 188292"/>
                <a:gd name="connsiteX8" fmla="*/ 51232 w 59863"/>
                <a:gd name="connsiteY8" fmla="*/ 173466 h 188292"/>
                <a:gd name="connsiteX9" fmla="*/ 49075 w 59863"/>
                <a:gd name="connsiteY9" fmla="*/ 12599 h 18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863" h="188292">
                  <a:moveTo>
                    <a:pt x="0" y="3132"/>
                  </a:moveTo>
                  <a:lnTo>
                    <a:pt x="57358" y="0"/>
                  </a:lnTo>
                  <a:lnTo>
                    <a:pt x="59864" y="185161"/>
                  </a:lnTo>
                  <a:lnTo>
                    <a:pt x="2506" y="188293"/>
                  </a:lnTo>
                  <a:lnTo>
                    <a:pt x="0" y="3132"/>
                  </a:lnTo>
                  <a:close/>
                  <a:moveTo>
                    <a:pt x="49075" y="12599"/>
                  </a:moveTo>
                  <a:lnTo>
                    <a:pt x="8562" y="14827"/>
                  </a:lnTo>
                  <a:lnTo>
                    <a:pt x="10720" y="175694"/>
                  </a:lnTo>
                  <a:lnTo>
                    <a:pt x="51232" y="173466"/>
                  </a:lnTo>
                  <a:lnTo>
                    <a:pt x="49075" y="12599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70">
              <a:extLst>
                <a:ext uri="{FF2B5EF4-FFF2-40B4-BE49-F238E27FC236}">
                  <a16:creationId xmlns:a16="http://schemas.microsoft.com/office/drawing/2014/main" id="{23022111-3010-6DFE-97E0-ED92402DF911}"/>
                </a:ext>
              </a:extLst>
            </p:cNvPr>
            <p:cNvSpPr/>
            <p:nvPr/>
          </p:nvSpPr>
          <p:spPr>
            <a:xfrm>
              <a:off x="8767705" y="3826948"/>
              <a:ext cx="61047" cy="127315"/>
            </a:xfrm>
            <a:custGeom>
              <a:avLst/>
              <a:gdLst>
                <a:gd name="connsiteX0" fmla="*/ 0 w 61047"/>
                <a:gd name="connsiteY0" fmla="*/ 1740 h 127315"/>
                <a:gd name="connsiteX1" fmla="*/ 57288 w 61047"/>
                <a:gd name="connsiteY1" fmla="*/ 0 h 127315"/>
                <a:gd name="connsiteX2" fmla="*/ 61047 w 61047"/>
                <a:gd name="connsiteY2" fmla="*/ 125575 h 127315"/>
                <a:gd name="connsiteX3" fmla="*/ 3759 w 61047"/>
                <a:gd name="connsiteY3" fmla="*/ 127315 h 127315"/>
                <a:gd name="connsiteX4" fmla="*/ 0 w 61047"/>
                <a:gd name="connsiteY4" fmla="*/ 1740 h 127315"/>
                <a:gd name="connsiteX5" fmla="*/ 49144 w 61047"/>
                <a:gd name="connsiteY5" fmla="*/ 8701 h 127315"/>
                <a:gd name="connsiteX6" fmla="*/ 8632 w 61047"/>
                <a:gd name="connsiteY6" fmla="*/ 9954 h 127315"/>
                <a:gd name="connsiteX7" fmla="*/ 11903 w 61047"/>
                <a:gd name="connsiteY7" fmla="*/ 118753 h 127315"/>
                <a:gd name="connsiteX8" fmla="*/ 52416 w 61047"/>
                <a:gd name="connsiteY8" fmla="*/ 117500 h 127315"/>
                <a:gd name="connsiteX9" fmla="*/ 49144 w 61047"/>
                <a:gd name="connsiteY9" fmla="*/ 8701 h 12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047" h="127315">
                  <a:moveTo>
                    <a:pt x="0" y="1740"/>
                  </a:moveTo>
                  <a:lnTo>
                    <a:pt x="57288" y="0"/>
                  </a:lnTo>
                  <a:lnTo>
                    <a:pt x="61047" y="125575"/>
                  </a:lnTo>
                  <a:lnTo>
                    <a:pt x="3759" y="127315"/>
                  </a:lnTo>
                  <a:lnTo>
                    <a:pt x="0" y="1740"/>
                  </a:lnTo>
                  <a:close/>
                  <a:moveTo>
                    <a:pt x="49144" y="8701"/>
                  </a:moveTo>
                  <a:lnTo>
                    <a:pt x="8632" y="9954"/>
                  </a:lnTo>
                  <a:lnTo>
                    <a:pt x="11903" y="118753"/>
                  </a:lnTo>
                  <a:lnTo>
                    <a:pt x="52416" y="117500"/>
                  </a:lnTo>
                  <a:lnTo>
                    <a:pt x="49144" y="870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71">
              <a:extLst>
                <a:ext uri="{FF2B5EF4-FFF2-40B4-BE49-F238E27FC236}">
                  <a16:creationId xmlns:a16="http://schemas.microsoft.com/office/drawing/2014/main" id="{EA0C166C-798C-5019-B22A-7F238E22E024}"/>
                </a:ext>
              </a:extLst>
            </p:cNvPr>
            <p:cNvSpPr/>
            <p:nvPr/>
          </p:nvSpPr>
          <p:spPr>
            <a:xfrm>
              <a:off x="8672062" y="3824651"/>
              <a:ext cx="61047" cy="127315"/>
            </a:xfrm>
            <a:custGeom>
              <a:avLst/>
              <a:gdLst>
                <a:gd name="connsiteX0" fmla="*/ 0 w 61047"/>
                <a:gd name="connsiteY0" fmla="*/ 1740 h 127315"/>
                <a:gd name="connsiteX1" fmla="*/ 57288 w 61047"/>
                <a:gd name="connsiteY1" fmla="*/ 0 h 127315"/>
                <a:gd name="connsiteX2" fmla="*/ 61047 w 61047"/>
                <a:gd name="connsiteY2" fmla="*/ 125575 h 127315"/>
                <a:gd name="connsiteX3" fmla="*/ 3759 w 61047"/>
                <a:gd name="connsiteY3" fmla="*/ 127315 h 127315"/>
                <a:gd name="connsiteX4" fmla="*/ 0 w 61047"/>
                <a:gd name="connsiteY4" fmla="*/ 1740 h 127315"/>
                <a:gd name="connsiteX5" fmla="*/ 49144 w 61047"/>
                <a:gd name="connsiteY5" fmla="*/ 8631 h 127315"/>
                <a:gd name="connsiteX6" fmla="*/ 8632 w 61047"/>
                <a:gd name="connsiteY6" fmla="*/ 9884 h 127315"/>
                <a:gd name="connsiteX7" fmla="*/ 11903 w 61047"/>
                <a:gd name="connsiteY7" fmla="*/ 118684 h 127315"/>
                <a:gd name="connsiteX8" fmla="*/ 52416 w 61047"/>
                <a:gd name="connsiteY8" fmla="*/ 117431 h 127315"/>
                <a:gd name="connsiteX9" fmla="*/ 49144 w 61047"/>
                <a:gd name="connsiteY9" fmla="*/ 8631 h 12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047" h="127315">
                  <a:moveTo>
                    <a:pt x="0" y="1740"/>
                  </a:moveTo>
                  <a:lnTo>
                    <a:pt x="57288" y="0"/>
                  </a:lnTo>
                  <a:lnTo>
                    <a:pt x="61047" y="125575"/>
                  </a:lnTo>
                  <a:lnTo>
                    <a:pt x="3759" y="127315"/>
                  </a:lnTo>
                  <a:lnTo>
                    <a:pt x="0" y="1740"/>
                  </a:lnTo>
                  <a:close/>
                  <a:moveTo>
                    <a:pt x="49144" y="8631"/>
                  </a:moveTo>
                  <a:lnTo>
                    <a:pt x="8632" y="9884"/>
                  </a:lnTo>
                  <a:lnTo>
                    <a:pt x="11903" y="118684"/>
                  </a:lnTo>
                  <a:lnTo>
                    <a:pt x="52416" y="117431"/>
                  </a:lnTo>
                  <a:lnTo>
                    <a:pt x="49144" y="863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72">
              <a:extLst>
                <a:ext uri="{FF2B5EF4-FFF2-40B4-BE49-F238E27FC236}">
                  <a16:creationId xmlns:a16="http://schemas.microsoft.com/office/drawing/2014/main" id="{85393FF8-AC97-8C65-C58C-CB615640CA84}"/>
                </a:ext>
              </a:extLst>
            </p:cNvPr>
            <p:cNvSpPr/>
            <p:nvPr/>
          </p:nvSpPr>
          <p:spPr>
            <a:xfrm>
              <a:off x="8674429" y="4023802"/>
              <a:ext cx="41626" cy="330086"/>
            </a:xfrm>
            <a:custGeom>
              <a:avLst/>
              <a:gdLst>
                <a:gd name="connsiteX0" fmla="*/ 8492 w 41626"/>
                <a:gd name="connsiteY0" fmla="*/ 330087 h 330086"/>
                <a:gd name="connsiteX1" fmla="*/ 41626 w 41626"/>
                <a:gd name="connsiteY1" fmla="*/ 329112 h 330086"/>
                <a:gd name="connsiteX2" fmla="*/ 33134 w 41626"/>
                <a:gd name="connsiteY2" fmla="*/ 0 h 330086"/>
                <a:gd name="connsiteX3" fmla="*/ 0 w 41626"/>
                <a:gd name="connsiteY3" fmla="*/ 1044 h 330086"/>
                <a:gd name="connsiteX4" fmla="*/ 8492 w 41626"/>
                <a:gd name="connsiteY4" fmla="*/ 330087 h 33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26" h="330086">
                  <a:moveTo>
                    <a:pt x="8492" y="330087"/>
                  </a:moveTo>
                  <a:lnTo>
                    <a:pt x="41626" y="329112"/>
                  </a:lnTo>
                  <a:lnTo>
                    <a:pt x="33134" y="0"/>
                  </a:lnTo>
                  <a:lnTo>
                    <a:pt x="0" y="1044"/>
                  </a:lnTo>
                  <a:lnTo>
                    <a:pt x="8492" y="33008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73">
              <a:extLst>
                <a:ext uri="{FF2B5EF4-FFF2-40B4-BE49-F238E27FC236}">
                  <a16:creationId xmlns:a16="http://schemas.microsoft.com/office/drawing/2014/main" id="{68E798A5-0824-A466-2ABA-6EFB748E149A}"/>
                </a:ext>
              </a:extLst>
            </p:cNvPr>
            <p:cNvSpPr/>
            <p:nvPr/>
          </p:nvSpPr>
          <p:spPr>
            <a:xfrm>
              <a:off x="8389588" y="4311288"/>
              <a:ext cx="325910" cy="44410"/>
            </a:xfrm>
            <a:custGeom>
              <a:avLst/>
              <a:gdLst>
                <a:gd name="connsiteX0" fmla="*/ 314425 w 325910"/>
                <a:gd name="connsiteY0" fmla="*/ 44411 h 44410"/>
                <a:gd name="connsiteX1" fmla="*/ 325910 w 325910"/>
                <a:gd name="connsiteY1" fmla="*/ 38424 h 44410"/>
                <a:gd name="connsiteX2" fmla="*/ 322082 w 325910"/>
                <a:gd name="connsiteY2" fmla="*/ 30976 h 44410"/>
                <a:gd name="connsiteX3" fmla="*/ 312545 w 325910"/>
                <a:gd name="connsiteY3" fmla="*/ 35918 h 44410"/>
                <a:gd name="connsiteX4" fmla="*/ 2227 w 325910"/>
                <a:gd name="connsiteY4" fmla="*/ 0 h 44410"/>
                <a:gd name="connsiteX5" fmla="*/ 0 w 325910"/>
                <a:gd name="connsiteY5" fmla="*/ 8075 h 44410"/>
                <a:gd name="connsiteX6" fmla="*/ 313311 w 325910"/>
                <a:gd name="connsiteY6" fmla="*/ 44341 h 44410"/>
                <a:gd name="connsiteX7" fmla="*/ 314425 w 325910"/>
                <a:gd name="connsiteY7" fmla="*/ 44341 h 4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910" h="44410">
                  <a:moveTo>
                    <a:pt x="314425" y="44411"/>
                  </a:moveTo>
                  <a:lnTo>
                    <a:pt x="325910" y="38424"/>
                  </a:lnTo>
                  <a:lnTo>
                    <a:pt x="322082" y="30976"/>
                  </a:lnTo>
                  <a:lnTo>
                    <a:pt x="312545" y="35918"/>
                  </a:lnTo>
                  <a:cubicBezTo>
                    <a:pt x="295909" y="35222"/>
                    <a:pt x="97174" y="26800"/>
                    <a:pt x="2227" y="0"/>
                  </a:cubicBezTo>
                  <a:lnTo>
                    <a:pt x="0" y="8075"/>
                  </a:lnTo>
                  <a:cubicBezTo>
                    <a:pt x="99541" y="36197"/>
                    <a:pt x="311223" y="44271"/>
                    <a:pt x="313311" y="44341"/>
                  </a:cubicBezTo>
                  <a:lnTo>
                    <a:pt x="314425" y="44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74">
              <a:extLst>
                <a:ext uri="{FF2B5EF4-FFF2-40B4-BE49-F238E27FC236}">
                  <a16:creationId xmlns:a16="http://schemas.microsoft.com/office/drawing/2014/main" id="{30734B2E-E6C4-4116-1C3A-DA61D5FD2536}"/>
                </a:ext>
              </a:extLst>
            </p:cNvPr>
            <p:cNvSpPr/>
            <p:nvPr/>
          </p:nvSpPr>
          <p:spPr>
            <a:xfrm>
              <a:off x="8354296" y="4325141"/>
              <a:ext cx="391830" cy="53947"/>
            </a:xfrm>
            <a:custGeom>
              <a:avLst/>
              <a:gdLst>
                <a:gd name="connsiteX0" fmla="*/ 379440 w 391830"/>
                <a:gd name="connsiteY0" fmla="*/ 53878 h 53947"/>
                <a:gd name="connsiteX1" fmla="*/ 391830 w 391830"/>
                <a:gd name="connsiteY1" fmla="*/ 39399 h 53947"/>
                <a:gd name="connsiteX2" fmla="*/ 385426 w 391830"/>
                <a:gd name="connsiteY2" fmla="*/ 33969 h 53947"/>
                <a:gd name="connsiteX3" fmla="*/ 375611 w 391830"/>
                <a:gd name="connsiteY3" fmla="*/ 45455 h 53947"/>
                <a:gd name="connsiteX4" fmla="*/ 2227 w 391830"/>
                <a:gd name="connsiteY4" fmla="*/ 0 h 53947"/>
                <a:gd name="connsiteX5" fmla="*/ 0 w 391830"/>
                <a:gd name="connsiteY5" fmla="*/ 8075 h 53947"/>
                <a:gd name="connsiteX6" fmla="*/ 377421 w 391830"/>
                <a:gd name="connsiteY6" fmla="*/ 53947 h 53947"/>
                <a:gd name="connsiteX7" fmla="*/ 379440 w 391830"/>
                <a:gd name="connsiteY7" fmla="*/ 53947 h 5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830" h="53947">
                  <a:moveTo>
                    <a:pt x="379440" y="53878"/>
                  </a:moveTo>
                  <a:lnTo>
                    <a:pt x="391830" y="39399"/>
                  </a:lnTo>
                  <a:lnTo>
                    <a:pt x="385426" y="33969"/>
                  </a:lnTo>
                  <a:lnTo>
                    <a:pt x="375611" y="45455"/>
                  </a:lnTo>
                  <a:cubicBezTo>
                    <a:pt x="352571" y="44759"/>
                    <a:pt x="136086" y="37519"/>
                    <a:pt x="2227" y="0"/>
                  </a:cubicBezTo>
                  <a:lnTo>
                    <a:pt x="0" y="8075"/>
                  </a:lnTo>
                  <a:cubicBezTo>
                    <a:pt x="141864" y="47821"/>
                    <a:pt x="375124" y="53878"/>
                    <a:pt x="377421" y="53947"/>
                  </a:cubicBezTo>
                  <a:lnTo>
                    <a:pt x="379440" y="53947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75">
              <a:extLst>
                <a:ext uri="{FF2B5EF4-FFF2-40B4-BE49-F238E27FC236}">
                  <a16:creationId xmlns:a16="http://schemas.microsoft.com/office/drawing/2014/main" id="{019867EB-512F-0547-7CC8-9F72580E456F}"/>
                </a:ext>
              </a:extLst>
            </p:cNvPr>
            <p:cNvSpPr/>
            <p:nvPr/>
          </p:nvSpPr>
          <p:spPr>
            <a:xfrm>
              <a:off x="8306405" y="4330709"/>
              <a:ext cx="463736" cy="70862"/>
            </a:xfrm>
            <a:custGeom>
              <a:avLst/>
              <a:gdLst>
                <a:gd name="connsiteX0" fmla="*/ 439025 w 463736"/>
                <a:gd name="connsiteY0" fmla="*/ 70862 h 70862"/>
                <a:gd name="connsiteX1" fmla="*/ 463737 w 463736"/>
                <a:gd name="connsiteY1" fmla="*/ 53112 h 70862"/>
                <a:gd name="connsiteX2" fmla="*/ 458864 w 463736"/>
                <a:gd name="connsiteY2" fmla="*/ 46290 h 70862"/>
                <a:gd name="connsiteX3" fmla="*/ 436310 w 463736"/>
                <a:gd name="connsiteY3" fmla="*/ 62439 h 70862"/>
                <a:gd name="connsiteX4" fmla="*/ 15941 w 463736"/>
                <a:gd name="connsiteY4" fmla="*/ 12112 h 70862"/>
                <a:gd name="connsiteX5" fmla="*/ 22066 w 463736"/>
                <a:gd name="connsiteY5" fmla="*/ 5847 h 70862"/>
                <a:gd name="connsiteX6" fmla="*/ 16080 w 463736"/>
                <a:gd name="connsiteY6" fmla="*/ 0 h 70862"/>
                <a:gd name="connsiteX7" fmla="*/ 0 w 463736"/>
                <a:gd name="connsiteY7" fmla="*/ 16358 h 70862"/>
                <a:gd name="connsiteX8" fmla="*/ 6822 w 463736"/>
                <a:gd name="connsiteY8" fmla="*/ 18307 h 70862"/>
                <a:gd name="connsiteX9" fmla="*/ 437703 w 463736"/>
                <a:gd name="connsiteY9" fmla="*/ 70862 h 70862"/>
                <a:gd name="connsiteX10" fmla="*/ 439025 w 463736"/>
                <a:gd name="connsiteY10" fmla="*/ 70862 h 7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3736" h="70862">
                  <a:moveTo>
                    <a:pt x="439025" y="70862"/>
                  </a:moveTo>
                  <a:lnTo>
                    <a:pt x="463737" y="53112"/>
                  </a:lnTo>
                  <a:lnTo>
                    <a:pt x="458864" y="46290"/>
                  </a:lnTo>
                  <a:lnTo>
                    <a:pt x="436310" y="62439"/>
                  </a:lnTo>
                  <a:cubicBezTo>
                    <a:pt x="416611" y="62300"/>
                    <a:pt x="187110" y="59516"/>
                    <a:pt x="15941" y="12112"/>
                  </a:cubicBezTo>
                  <a:lnTo>
                    <a:pt x="22066" y="5847"/>
                  </a:lnTo>
                  <a:lnTo>
                    <a:pt x="16080" y="0"/>
                  </a:lnTo>
                  <a:lnTo>
                    <a:pt x="0" y="16358"/>
                  </a:lnTo>
                  <a:lnTo>
                    <a:pt x="6822" y="18307"/>
                  </a:lnTo>
                  <a:cubicBezTo>
                    <a:pt x="186622" y="69818"/>
                    <a:pt x="435197" y="70862"/>
                    <a:pt x="437703" y="70862"/>
                  </a:cubicBezTo>
                  <a:lnTo>
                    <a:pt x="439025" y="7086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76">
              <a:extLst>
                <a:ext uri="{FF2B5EF4-FFF2-40B4-BE49-F238E27FC236}">
                  <a16:creationId xmlns:a16="http://schemas.microsoft.com/office/drawing/2014/main" id="{062A4DE1-D535-0D9F-C8D6-EEC5096E1570}"/>
                </a:ext>
              </a:extLst>
            </p:cNvPr>
            <p:cNvSpPr/>
            <p:nvPr/>
          </p:nvSpPr>
          <p:spPr>
            <a:xfrm>
              <a:off x="8277587" y="4323818"/>
              <a:ext cx="513785" cy="99689"/>
            </a:xfrm>
            <a:custGeom>
              <a:avLst/>
              <a:gdLst>
                <a:gd name="connsiteX0" fmla="*/ 458237 w 513785"/>
                <a:gd name="connsiteY0" fmla="*/ 99193 h 99689"/>
                <a:gd name="connsiteX1" fmla="*/ 476475 w 513785"/>
                <a:gd name="connsiteY1" fmla="*/ 98427 h 99689"/>
                <a:gd name="connsiteX2" fmla="*/ 477658 w 513785"/>
                <a:gd name="connsiteY2" fmla="*/ 98427 h 99689"/>
                <a:gd name="connsiteX3" fmla="*/ 513786 w 513785"/>
                <a:gd name="connsiteY3" fmla="*/ 71558 h 99689"/>
                <a:gd name="connsiteX4" fmla="*/ 508774 w 513785"/>
                <a:gd name="connsiteY4" fmla="*/ 64806 h 99689"/>
                <a:gd name="connsiteX5" fmla="*/ 474665 w 513785"/>
                <a:gd name="connsiteY5" fmla="*/ 90074 h 99689"/>
                <a:gd name="connsiteX6" fmla="*/ 15314 w 513785"/>
                <a:gd name="connsiteY6" fmla="*/ 37937 h 99689"/>
                <a:gd name="connsiteX7" fmla="*/ 44411 w 513785"/>
                <a:gd name="connsiteY7" fmla="*/ 5569 h 99689"/>
                <a:gd name="connsiteX8" fmla="*/ 38146 w 513785"/>
                <a:gd name="connsiteY8" fmla="*/ 0 h 99689"/>
                <a:gd name="connsiteX9" fmla="*/ 0 w 513785"/>
                <a:gd name="connsiteY9" fmla="*/ 42462 h 99689"/>
                <a:gd name="connsiteX10" fmla="*/ 6543 w 513785"/>
                <a:gd name="connsiteY10" fmla="*/ 44271 h 99689"/>
                <a:gd name="connsiteX11" fmla="*/ 458307 w 513785"/>
                <a:gd name="connsiteY11" fmla="*/ 99193 h 9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3785" h="99689">
                  <a:moveTo>
                    <a:pt x="458237" y="99193"/>
                  </a:moveTo>
                  <a:cubicBezTo>
                    <a:pt x="469723" y="98845"/>
                    <a:pt x="476127" y="98427"/>
                    <a:pt x="476475" y="98427"/>
                  </a:cubicBezTo>
                  <a:lnTo>
                    <a:pt x="477658" y="98427"/>
                  </a:lnTo>
                  <a:cubicBezTo>
                    <a:pt x="477658" y="98427"/>
                    <a:pt x="513786" y="71558"/>
                    <a:pt x="513786" y="71558"/>
                  </a:cubicBezTo>
                  <a:lnTo>
                    <a:pt x="508774" y="64806"/>
                  </a:lnTo>
                  <a:lnTo>
                    <a:pt x="474665" y="90074"/>
                  </a:lnTo>
                  <a:cubicBezTo>
                    <a:pt x="456915" y="91049"/>
                    <a:pt x="248714" y="101212"/>
                    <a:pt x="15314" y="37937"/>
                  </a:cubicBezTo>
                  <a:lnTo>
                    <a:pt x="44411" y="5569"/>
                  </a:lnTo>
                  <a:lnTo>
                    <a:pt x="38146" y="0"/>
                  </a:lnTo>
                  <a:lnTo>
                    <a:pt x="0" y="42462"/>
                  </a:lnTo>
                  <a:lnTo>
                    <a:pt x="6543" y="44271"/>
                  </a:lnTo>
                  <a:cubicBezTo>
                    <a:pt x="212587" y="101212"/>
                    <a:pt x="400392" y="100933"/>
                    <a:pt x="458307" y="99193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77">
              <a:extLst>
                <a:ext uri="{FF2B5EF4-FFF2-40B4-BE49-F238E27FC236}">
                  <a16:creationId xmlns:a16="http://schemas.microsoft.com/office/drawing/2014/main" id="{BC8F381C-67BD-E61D-F949-692BBFD5AB7F}"/>
                </a:ext>
              </a:extLst>
            </p:cNvPr>
            <p:cNvSpPr/>
            <p:nvPr/>
          </p:nvSpPr>
          <p:spPr>
            <a:xfrm>
              <a:off x="9621740" y="3664117"/>
              <a:ext cx="20186" cy="18878"/>
            </a:xfrm>
            <a:custGeom>
              <a:avLst/>
              <a:gdLst>
                <a:gd name="connsiteX0" fmla="*/ 20117 w 20186"/>
                <a:gd name="connsiteY0" fmla="*/ 10943 h 18878"/>
                <a:gd name="connsiteX1" fmla="*/ 557 w 20186"/>
                <a:gd name="connsiteY1" fmla="*/ 18879 h 18878"/>
                <a:gd name="connsiteX2" fmla="*/ 139 w 20186"/>
                <a:gd name="connsiteY2" fmla="*/ 5792 h 18878"/>
                <a:gd name="connsiteX3" fmla="*/ 0 w 20186"/>
                <a:gd name="connsiteY3" fmla="*/ 154 h 18878"/>
                <a:gd name="connsiteX4" fmla="*/ 20187 w 20186"/>
                <a:gd name="connsiteY4" fmla="*/ 11013 h 1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6" h="18878">
                  <a:moveTo>
                    <a:pt x="20117" y="10943"/>
                  </a:moveTo>
                  <a:cubicBezTo>
                    <a:pt x="20117" y="10943"/>
                    <a:pt x="13156" y="17278"/>
                    <a:pt x="557" y="18879"/>
                  </a:cubicBezTo>
                  <a:lnTo>
                    <a:pt x="139" y="5792"/>
                  </a:lnTo>
                  <a:lnTo>
                    <a:pt x="0" y="154"/>
                  </a:lnTo>
                  <a:cubicBezTo>
                    <a:pt x="0" y="154"/>
                    <a:pt x="10650" y="-2143"/>
                    <a:pt x="20187" y="11013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78">
              <a:extLst>
                <a:ext uri="{FF2B5EF4-FFF2-40B4-BE49-F238E27FC236}">
                  <a16:creationId xmlns:a16="http://schemas.microsoft.com/office/drawing/2014/main" id="{26994AEA-F96D-0240-5A21-7E197C0B0A7D}"/>
                </a:ext>
              </a:extLst>
            </p:cNvPr>
            <p:cNvSpPr/>
            <p:nvPr/>
          </p:nvSpPr>
          <p:spPr>
            <a:xfrm>
              <a:off x="9571343" y="4111649"/>
              <a:ext cx="246346" cy="144021"/>
            </a:xfrm>
            <a:custGeom>
              <a:avLst/>
              <a:gdLst>
                <a:gd name="connsiteX0" fmla="*/ 231033 w 246346"/>
                <a:gd name="connsiteY0" fmla="*/ 9815 h 144021"/>
                <a:gd name="connsiteX1" fmla="*/ 0 w 246346"/>
                <a:gd name="connsiteY1" fmla="*/ 0 h 144021"/>
                <a:gd name="connsiteX2" fmla="*/ 8423 w 246346"/>
                <a:gd name="connsiteY2" fmla="*/ 139984 h 144021"/>
                <a:gd name="connsiteX3" fmla="*/ 246347 w 246346"/>
                <a:gd name="connsiteY3" fmla="*/ 144021 h 144021"/>
                <a:gd name="connsiteX4" fmla="*/ 234583 w 246346"/>
                <a:gd name="connsiteY4" fmla="*/ 11138 h 144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346" h="144021">
                  <a:moveTo>
                    <a:pt x="231033" y="9815"/>
                  </a:moveTo>
                  <a:lnTo>
                    <a:pt x="0" y="0"/>
                  </a:lnTo>
                  <a:lnTo>
                    <a:pt x="8423" y="139984"/>
                  </a:lnTo>
                  <a:lnTo>
                    <a:pt x="246347" y="144021"/>
                  </a:lnTo>
                  <a:lnTo>
                    <a:pt x="234583" y="11138"/>
                  </a:ln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79">
              <a:extLst>
                <a:ext uri="{FF2B5EF4-FFF2-40B4-BE49-F238E27FC236}">
                  <a16:creationId xmlns:a16="http://schemas.microsoft.com/office/drawing/2014/main" id="{7944DF97-D252-60E0-3D6E-7CED52A0CDBE}"/>
                </a:ext>
              </a:extLst>
            </p:cNvPr>
            <p:cNvSpPr/>
            <p:nvPr/>
          </p:nvSpPr>
          <p:spPr>
            <a:xfrm>
              <a:off x="9581854" y="4347972"/>
              <a:ext cx="240778" cy="73020"/>
            </a:xfrm>
            <a:custGeom>
              <a:avLst/>
              <a:gdLst>
                <a:gd name="connsiteX0" fmla="*/ 238272 w 240778"/>
                <a:gd name="connsiteY0" fmla="*/ 16915 h 73020"/>
                <a:gd name="connsiteX1" fmla="*/ 0 w 240778"/>
                <a:gd name="connsiteY1" fmla="*/ 0 h 73020"/>
                <a:gd name="connsiteX2" fmla="*/ 2506 w 240778"/>
                <a:gd name="connsiteY2" fmla="*/ 54643 h 73020"/>
                <a:gd name="connsiteX3" fmla="*/ 240778 w 240778"/>
                <a:gd name="connsiteY3" fmla="*/ 73020 h 73020"/>
                <a:gd name="connsiteX4" fmla="*/ 238272 w 240778"/>
                <a:gd name="connsiteY4" fmla="*/ 16915 h 7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78" h="73020">
                  <a:moveTo>
                    <a:pt x="238272" y="16915"/>
                  </a:moveTo>
                  <a:lnTo>
                    <a:pt x="0" y="0"/>
                  </a:lnTo>
                  <a:lnTo>
                    <a:pt x="2506" y="54643"/>
                  </a:lnTo>
                  <a:lnTo>
                    <a:pt x="240778" y="73020"/>
                  </a:lnTo>
                  <a:lnTo>
                    <a:pt x="238272" y="16915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80">
              <a:extLst>
                <a:ext uri="{FF2B5EF4-FFF2-40B4-BE49-F238E27FC236}">
                  <a16:creationId xmlns:a16="http://schemas.microsoft.com/office/drawing/2014/main" id="{BA5ABE39-1DDD-C42F-CD1A-909CC0F620CC}"/>
                </a:ext>
              </a:extLst>
            </p:cNvPr>
            <p:cNvSpPr/>
            <p:nvPr/>
          </p:nvSpPr>
          <p:spPr>
            <a:xfrm>
              <a:off x="8032006" y="3356738"/>
              <a:ext cx="1217464" cy="122442"/>
            </a:xfrm>
            <a:custGeom>
              <a:avLst/>
              <a:gdLst>
                <a:gd name="connsiteX0" fmla="*/ 85410 w 1217464"/>
                <a:gd name="connsiteY0" fmla="*/ 120772 h 122442"/>
                <a:gd name="connsiteX1" fmla="*/ 1217465 w 1217464"/>
                <a:gd name="connsiteY1" fmla="*/ 3341 h 122442"/>
                <a:gd name="connsiteX2" fmla="*/ 1216908 w 1217464"/>
                <a:gd name="connsiteY2" fmla="*/ 0 h 122442"/>
                <a:gd name="connsiteX3" fmla="*/ 0 w 1217464"/>
                <a:gd name="connsiteY3" fmla="*/ 119101 h 122442"/>
                <a:gd name="connsiteX4" fmla="*/ 0 w 1217464"/>
                <a:gd name="connsiteY4" fmla="*/ 122443 h 122442"/>
                <a:gd name="connsiteX5" fmla="*/ 85480 w 1217464"/>
                <a:gd name="connsiteY5" fmla="*/ 120702 h 122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7464" h="122442">
                  <a:moveTo>
                    <a:pt x="85410" y="120772"/>
                  </a:moveTo>
                  <a:cubicBezTo>
                    <a:pt x="591678" y="105528"/>
                    <a:pt x="1210922" y="4455"/>
                    <a:pt x="1217465" y="3341"/>
                  </a:cubicBezTo>
                  <a:lnTo>
                    <a:pt x="1216908" y="0"/>
                  </a:lnTo>
                  <a:cubicBezTo>
                    <a:pt x="1210017" y="1183"/>
                    <a:pt x="518728" y="114020"/>
                    <a:pt x="0" y="119101"/>
                  </a:cubicBezTo>
                  <a:lnTo>
                    <a:pt x="0" y="122443"/>
                  </a:lnTo>
                  <a:cubicBezTo>
                    <a:pt x="28053" y="122164"/>
                    <a:pt x="56592" y="121607"/>
                    <a:pt x="85480" y="120702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81">
              <a:extLst>
                <a:ext uri="{FF2B5EF4-FFF2-40B4-BE49-F238E27FC236}">
                  <a16:creationId xmlns:a16="http://schemas.microsoft.com/office/drawing/2014/main" id="{63747211-7B87-7977-11A6-79B86B558484}"/>
                </a:ext>
              </a:extLst>
            </p:cNvPr>
            <p:cNvSpPr/>
            <p:nvPr/>
          </p:nvSpPr>
          <p:spPr>
            <a:xfrm>
              <a:off x="8035695" y="3446673"/>
              <a:ext cx="1225539" cy="122651"/>
            </a:xfrm>
            <a:custGeom>
              <a:avLst/>
              <a:gdLst>
                <a:gd name="connsiteX0" fmla="*/ 86037 w 1225539"/>
                <a:gd name="connsiteY0" fmla="*/ 120911 h 122651"/>
                <a:gd name="connsiteX1" fmla="*/ 1225540 w 1225539"/>
                <a:gd name="connsiteY1" fmla="*/ 3341 h 122651"/>
                <a:gd name="connsiteX2" fmla="*/ 1224983 w 1225539"/>
                <a:gd name="connsiteY2" fmla="*/ 0 h 122651"/>
                <a:gd name="connsiteX3" fmla="*/ 85967 w 1225539"/>
                <a:gd name="connsiteY3" fmla="*/ 117570 h 122651"/>
                <a:gd name="connsiteX4" fmla="*/ 0 w 1225539"/>
                <a:gd name="connsiteY4" fmla="*/ 119310 h 122651"/>
                <a:gd name="connsiteX5" fmla="*/ 0 w 1225539"/>
                <a:gd name="connsiteY5" fmla="*/ 122651 h 122651"/>
                <a:gd name="connsiteX6" fmla="*/ 86107 w 1225539"/>
                <a:gd name="connsiteY6" fmla="*/ 120911 h 122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5539" h="122651">
                  <a:moveTo>
                    <a:pt x="86037" y="120911"/>
                  </a:moveTo>
                  <a:cubicBezTo>
                    <a:pt x="595646" y="105528"/>
                    <a:pt x="1218927" y="4385"/>
                    <a:pt x="1225540" y="3341"/>
                  </a:cubicBezTo>
                  <a:lnTo>
                    <a:pt x="1224983" y="0"/>
                  </a:lnTo>
                  <a:cubicBezTo>
                    <a:pt x="1218440" y="1114"/>
                    <a:pt x="595298" y="102186"/>
                    <a:pt x="85967" y="117570"/>
                  </a:cubicBezTo>
                  <a:cubicBezTo>
                    <a:pt x="56871" y="118475"/>
                    <a:pt x="28192" y="119032"/>
                    <a:pt x="0" y="119310"/>
                  </a:cubicBezTo>
                  <a:lnTo>
                    <a:pt x="0" y="122651"/>
                  </a:lnTo>
                  <a:cubicBezTo>
                    <a:pt x="28261" y="122373"/>
                    <a:pt x="57010" y="121816"/>
                    <a:pt x="86107" y="120911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82">
              <a:extLst>
                <a:ext uri="{FF2B5EF4-FFF2-40B4-BE49-F238E27FC236}">
                  <a16:creationId xmlns:a16="http://schemas.microsoft.com/office/drawing/2014/main" id="{0A5F7EF3-D3F4-9600-BBA6-4D4BA6F224DA}"/>
                </a:ext>
              </a:extLst>
            </p:cNvPr>
            <p:cNvSpPr/>
            <p:nvPr/>
          </p:nvSpPr>
          <p:spPr>
            <a:xfrm>
              <a:off x="8037365" y="3503543"/>
              <a:ext cx="1224147" cy="122651"/>
            </a:xfrm>
            <a:custGeom>
              <a:avLst/>
              <a:gdLst>
                <a:gd name="connsiteX0" fmla="*/ 85898 w 1224147"/>
                <a:gd name="connsiteY0" fmla="*/ 120911 h 122651"/>
                <a:gd name="connsiteX1" fmla="*/ 1224147 w 1224147"/>
                <a:gd name="connsiteY1" fmla="*/ 3341 h 122651"/>
                <a:gd name="connsiteX2" fmla="*/ 1223591 w 1224147"/>
                <a:gd name="connsiteY2" fmla="*/ 0 h 122651"/>
                <a:gd name="connsiteX3" fmla="*/ 85828 w 1224147"/>
                <a:gd name="connsiteY3" fmla="*/ 117570 h 122651"/>
                <a:gd name="connsiteX4" fmla="*/ 0 w 1224147"/>
                <a:gd name="connsiteY4" fmla="*/ 119310 h 122651"/>
                <a:gd name="connsiteX5" fmla="*/ 0 w 1224147"/>
                <a:gd name="connsiteY5" fmla="*/ 122651 h 122651"/>
                <a:gd name="connsiteX6" fmla="*/ 85967 w 1224147"/>
                <a:gd name="connsiteY6" fmla="*/ 120911 h 122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4147" h="122651">
                  <a:moveTo>
                    <a:pt x="85898" y="120911"/>
                  </a:moveTo>
                  <a:cubicBezTo>
                    <a:pt x="594950" y="105528"/>
                    <a:pt x="1217535" y="4385"/>
                    <a:pt x="1224147" y="3341"/>
                  </a:cubicBezTo>
                  <a:lnTo>
                    <a:pt x="1223591" y="0"/>
                  </a:lnTo>
                  <a:cubicBezTo>
                    <a:pt x="1217047" y="1114"/>
                    <a:pt x="594602" y="102186"/>
                    <a:pt x="85828" y="117570"/>
                  </a:cubicBezTo>
                  <a:cubicBezTo>
                    <a:pt x="56801" y="118475"/>
                    <a:pt x="28122" y="119032"/>
                    <a:pt x="0" y="119310"/>
                  </a:cubicBezTo>
                  <a:lnTo>
                    <a:pt x="0" y="122651"/>
                  </a:lnTo>
                  <a:cubicBezTo>
                    <a:pt x="28192" y="122373"/>
                    <a:pt x="56940" y="121816"/>
                    <a:pt x="85967" y="120911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83">
              <a:extLst>
                <a:ext uri="{FF2B5EF4-FFF2-40B4-BE49-F238E27FC236}">
                  <a16:creationId xmlns:a16="http://schemas.microsoft.com/office/drawing/2014/main" id="{010B4D01-9998-FFE9-8F73-E7459634A807}"/>
                </a:ext>
              </a:extLst>
            </p:cNvPr>
            <p:cNvSpPr/>
            <p:nvPr/>
          </p:nvSpPr>
          <p:spPr>
            <a:xfrm>
              <a:off x="8033398" y="3375045"/>
              <a:ext cx="1219135" cy="120632"/>
            </a:xfrm>
            <a:custGeom>
              <a:avLst/>
              <a:gdLst>
                <a:gd name="connsiteX0" fmla="*/ 87916 w 1219135"/>
                <a:gd name="connsiteY0" fmla="*/ 118823 h 120632"/>
                <a:gd name="connsiteX1" fmla="*/ 1219136 w 1219135"/>
                <a:gd name="connsiteY1" fmla="*/ 3341 h 120632"/>
                <a:gd name="connsiteX2" fmla="*/ 1218579 w 1219135"/>
                <a:gd name="connsiteY2" fmla="*/ 0 h 120632"/>
                <a:gd name="connsiteX3" fmla="*/ 87916 w 1219135"/>
                <a:gd name="connsiteY3" fmla="*/ 115482 h 120632"/>
                <a:gd name="connsiteX4" fmla="*/ 0 w 1219135"/>
                <a:gd name="connsiteY4" fmla="*/ 117291 h 120632"/>
                <a:gd name="connsiteX5" fmla="*/ 0 w 1219135"/>
                <a:gd name="connsiteY5" fmla="*/ 120633 h 120632"/>
                <a:gd name="connsiteX6" fmla="*/ 87986 w 1219135"/>
                <a:gd name="connsiteY6" fmla="*/ 118823 h 12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35" h="120632">
                  <a:moveTo>
                    <a:pt x="87916" y="118823"/>
                  </a:moveTo>
                  <a:cubicBezTo>
                    <a:pt x="599196" y="103370"/>
                    <a:pt x="1212592" y="4385"/>
                    <a:pt x="1219136" y="3341"/>
                  </a:cubicBezTo>
                  <a:lnTo>
                    <a:pt x="1218579" y="0"/>
                  </a:lnTo>
                  <a:cubicBezTo>
                    <a:pt x="1212105" y="1044"/>
                    <a:pt x="598918" y="100028"/>
                    <a:pt x="87916" y="115482"/>
                  </a:cubicBezTo>
                  <a:cubicBezTo>
                    <a:pt x="58193" y="116387"/>
                    <a:pt x="28888" y="116943"/>
                    <a:pt x="0" y="117291"/>
                  </a:cubicBezTo>
                  <a:lnTo>
                    <a:pt x="0" y="120633"/>
                  </a:lnTo>
                  <a:cubicBezTo>
                    <a:pt x="28888" y="120354"/>
                    <a:pt x="58263" y="119728"/>
                    <a:pt x="87986" y="118823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84">
              <a:extLst>
                <a:ext uri="{FF2B5EF4-FFF2-40B4-BE49-F238E27FC236}">
                  <a16:creationId xmlns:a16="http://schemas.microsoft.com/office/drawing/2014/main" id="{7975385D-DE36-5AC5-8818-E0DDD0FCE526}"/>
                </a:ext>
              </a:extLst>
            </p:cNvPr>
            <p:cNvSpPr/>
            <p:nvPr/>
          </p:nvSpPr>
          <p:spPr>
            <a:xfrm>
              <a:off x="8037992" y="3522964"/>
              <a:ext cx="1224147" cy="122651"/>
            </a:xfrm>
            <a:custGeom>
              <a:avLst/>
              <a:gdLst>
                <a:gd name="connsiteX0" fmla="*/ 85898 w 1224147"/>
                <a:gd name="connsiteY0" fmla="*/ 120911 h 122651"/>
                <a:gd name="connsiteX1" fmla="*/ 1224147 w 1224147"/>
                <a:gd name="connsiteY1" fmla="*/ 3341 h 122651"/>
                <a:gd name="connsiteX2" fmla="*/ 1223591 w 1224147"/>
                <a:gd name="connsiteY2" fmla="*/ 0 h 122651"/>
                <a:gd name="connsiteX3" fmla="*/ 85828 w 1224147"/>
                <a:gd name="connsiteY3" fmla="*/ 117570 h 122651"/>
                <a:gd name="connsiteX4" fmla="*/ 0 w 1224147"/>
                <a:gd name="connsiteY4" fmla="*/ 119310 h 122651"/>
                <a:gd name="connsiteX5" fmla="*/ 0 w 1224147"/>
                <a:gd name="connsiteY5" fmla="*/ 122651 h 122651"/>
                <a:gd name="connsiteX6" fmla="*/ 85967 w 1224147"/>
                <a:gd name="connsiteY6" fmla="*/ 120911 h 122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4147" h="122651">
                  <a:moveTo>
                    <a:pt x="85898" y="120911"/>
                  </a:moveTo>
                  <a:cubicBezTo>
                    <a:pt x="594950" y="105528"/>
                    <a:pt x="1217535" y="4385"/>
                    <a:pt x="1224147" y="3341"/>
                  </a:cubicBezTo>
                  <a:lnTo>
                    <a:pt x="1223591" y="0"/>
                  </a:lnTo>
                  <a:cubicBezTo>
                    <a:pt x="1217047" y="1114"/>
                    <a:pt x="594602" y="102186"/>
                    <a:pt x="85828" y="117570"/>
                  </a:cubicBezTo>
                  <a:cubicBezTo>
                    <a:pt x="56801" y="118475"/>
                    <a:pt x="28122" y="119032"/>
                    <a:pt x="0" y="119310"/>
                  </a:cubicBezTo>
                  <a:lnTo>
                    <a:pt x="0" y="122651"/>
                  </a:lnTo>
                  <a:cubicBezTo>
                    <a:pt x="28192" y="122373"/>
                    <a:pt x="56940" y="121816"/>
                    <a:pt x="85967" y="120911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85">
              <a:extLst>
                <a:ext uri="{FF2B5EF4-FFF2-40B4-BE49-F238E27FC236}">
                  <a16:creationId xmlns:a16="http://schemas.microsoft.com/office/drawing/2014/main" id="{38CD0EA9-0F6E-7B29-D4B7-CA1E84D5FF0B}"/>
                </a:ext>
              </a:extLst>
            </p:cNvPr>
            <p:cNvSpPr/>
            <p:nvPr/>
          </p:nvSpPr>
          <p:spPr>
            <a:xfrm rot="21496200">
              <a:off x="9233536" y="3265675"/>
              <a:ext cx="3341" cy="1116670"/>
            </a:xfrm>
            <a:custGeom>
              <a:avLst/>
              <a:gdLst>
                <a:gd name="connsiteX0" fmla="*/ 0 w 3341"/>
                <a:gd name="connsiteY0" fmla="*/ 0 h 1116670"/>
                <a:gd name="connsiteX1" fmla="*/ 3341 w 3341"/>
                <a:gd name="connsiteY1" fmla="*/ 0 h 1116670"/>
                <a:gd name="connsiteX2" fmla="*/ 3341 w 3341"/>
                <a:gd name="connsiteY2" fmla="*/ 1116671 h 1116670"/>
                <a:gd name="connsiteX3" fmla="*/ 0 w 3341"/>
                <a:gd name="connsiteY3" fmla="*/ 1116671 h 111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1116670">
                  <a:moveTo>
                    <a:pt x="0" y="0"/>
                  </a:moveTo>
                  <a:lnTo>
                    <a:pt x="3341" y="0"/>
                  </a:lnTo>
                  <a:lnTo>
                    <a:pt x="3341" y="1116671"/>
                  </a:lnTo>
                  <a:lnTo>
                    <a:pt x="0" y="111667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86">
              <a:extLst>
                <a:ext uri="{FF2B5EF4-FFF2-40B4-BE49-F238E27FC236}">
                  <a16:creationId xmlns:a16="http://schemas.microsoft.com/office/drawing/2014/main" id="{8F3FBEA9-5EA9-AA8D-7E34-8AA0B8DC4BC5}"/>
                </a:ext>
              </a:extLst>
            </p:cNvPr>
            <p:cNvSpPr/>
            <p:nvPr/>
          </p:nvSpPr>
          <p:spPr>
            <a:xfrm rot="21496200">
              <a:off x="8961852" y="3273812"/>
              <a:ext cx="3341" cy="1082979"/>
            </a:xfrm>
            <a:custGeom>
              <a:avLst/>
              <a:gdLst>
                <a:gd name="connsiteX0" fmla="*/ 0 w 3341"/>
                <a:gd name="connsiteY0" fmla="*/ 0 h 1082979"/>
                <a:gd name="connsiteX1" fmla="*/ 3341 w 3341"/>
                <a:gd name="connsiteY1" fmla="*/ 0 h 1082979"/>
                <a:gd name="connsiteX2" fmla="*/ 3341 w 3341"/>
                <a:gd name="connsiteY2" fmla="*/ 1082980 h 1082979"/>
                <a:gd name="connsiteX3" fmla="*/ 0 w 3341"/>
                <a:gd name="connsiteY3" fmla="*/ 1082980 h 108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1082979">
                  <a:moveTo>
                    <a:pt x="0" y="0"/>
                  </a:moveTo>
                  <a:lnTo>
                    <a:pt x="3341" y="0"/>
                  </a:lnTo>
                  <a:lnTo>
                    <a:pt x="3341" y="1082980"/>
                  </a:lnTo>
                  <a:lnTo>
                    <a:pt x="0" y="108298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87">
              <a:extLst>
                <a:ext uri="{FF2B5EF4-FFF2-40B4-BE49-F238E27FC236}">
                  <a16:creationId xmlns:a16="http://schemas.microsoft.com/office/drawing/2014/main" id="{2E6C3B4F-E84F-77A2-98FC-66D28542EE62}"/>
                </a:ext>
              </a:extLst>
            </p:cNvPr>
            <p:cNvSpPr/>
            <p:nvPr/>
          </p:nvSpPr>
          <p:spPr>
            <a:xfrm rot="21496200">
              <a:off x="8905576" y="3275331"/>
              <a:ext cx="3341" cy="347489"/>
            </a:xfrm>
            <a:custGeom>
              <a:avLst/>
              <a:gdLst>
                <a:gd name="connsiteX0" fmla="*/ 0 w 3341"/>
                <a:gd name="connsiteY0" fmla="*/ 0 h 347489"/>
                <a:gd name="connsiteX1" fmla="*/ 3341 w 3341"/>
                <a:gd name="connsiteY1" fmla="*/ 0 h 347489"/>
                <a:gd name="connsiteX2" fmla="*/ 3341 w 3341"/>
                <a:gd name="connsiteY2" fmla="*/ 347489 h 347489"/>
                <a:gd name="connsiteX3" fmla="*/ 0 w 3341"/>
                <a:gd name="connsiteY3" fmla="*/ 347489 h 34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347489">
                  <a:moveTo>
                    <a:pt x="0" y="0"/>
                  </a:moveTo>
                  <a:lnTo>
                    <a:pt x="3341" y="0"/>
                  </a:lnTo>
                  <a:lnTo>
                    <a:pt x="3341" y="347489"/>
                  </a:lnTo>
                  <a:lnTo>
                    <a:pt x="0" y="347489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88">
              <a:extLst>
                <a:ext uri="{FF2B5EF4-FFF2-40B4-BE49-F238E27FC236}">
                  <a16:creationId xmlns:a16="http://schemas.microsoft.com/office/drawing/2014/main" id="{9CCBEFB1-31D9-6CF0-AC86-3154D11047C3}"/>
                </a:ext>
              </a:extLst>
            </p:cNvPr>
            <p:cNvSpPr/>
            <p:nvPr/>
          </p:nvSpPr>
          <p:spPr>
            <a:xfrm rot="21496200">
              <a:off x="8724880" y="3317464"/>
              <a:ext cx="3341" cy="281499"/>
            </a:xfrm>
            <a:custGeom>
              <a:avLst/>
              <a:gdLst>
                <a:gd name="connsiteX0" fmla="*/ 0 w 3341"/>
                <a:gd name="connsiteY0" fmla="*/ 0 h 281499"/>
                <a:gd name="connsiteX1" fmla="*/ 3341 w 3341"/>
                <a:gd name="connsiteY1" fmla="*/ 0 h 281499"/>
                <a:gd name="connsiteX2" fmla="*/ 3341 w 3341"/>
                <a:gd name="connsiteY2" fmla="*/ 281500 h 281499"/>
                <a:gd name="connsiteX3" fmla="*/ 0 w 3341"/>
                <a:gd name="connsiteY3" fmla="*/ 281500 h 281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81499">
                  <a:moveTo>
                    <a:pt x="0" y="0"/>
                  </a:moveTo>
                  <a:lnTo>
                    <a:pt x="3341" y="0"/>
                  </a:lnTo>
                  <a:lnTo>
                    <a:pt x="3341" y="281500"/>
                  </a:lnTo>
                  <a:lnTo>
                    <a:pt x="0" y="28150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89">
              <a:extLst>
                <a:ext uri="{FF2B5EF4-FFF2-40B4-BE49-F238E27FC236}">
                  <a16:creationId xmlns:a16="http://schemas.microsoft.com/office/drawing/2014/main" id="{00D5B15C-9096-F371-014B-AC7BF863E618}"/>
                </a:ext>
              </a:extLst>
            </p:cNvPr>
            <p:cNvSpPr/>
            <p:nvPr/>
          </p:nvSpPr>
          <p:spPr>
            <a:xfrm rot="21496200">
              <a:off x="8679852" y="3329192"/>
              <a:ext cx="3341" cy="271058"/>
            </a:xfrm>
            <a:custGeom>
              <a:avLst/>
              <a:gdLst>
                <a:gd name="connsiteX0" fmla="*/ 0 w 3341"/>
                <a:gd name="connsiteY0" fmla="*/ 0 h 271058"/>
                <a:gd name="connsiteX1" fmla="*/ 3341 w 3341"/>
                <a:gd name="connsiteY1" fmla="*/ 0 h 271058"/>
                <a:gd name="connsiteX2" fmla="*/ 3341 w 3341"/>
                <a:gd name="connsiteY2" fmla="*/ 271058 h 271058"/>
                <a:gd name="connsiteX3" fmla="*/ 0 w 3341"/>
                <a:gd name="connsiteY3" fmla="*/ 271058 h 27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71058">
                  <a:moveTo>
                    <a:pt x="0" y="0"/>
                  </a:moveTo>
                  <a:lnTo>
                    <a:pt x="3341" y="0"/>
                  </a:lnTo>
                  <a:lnTo>
                    <a:pt x="3341" y="271058"/>
                  </a:lnTo>
                  <a:lnTo>
                    <a:pt x="0" y="271058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90">
              <a:extLst>
                <a:ext uri="{FF2B5EF4-FFF2-40B4-BE49-F238E27FC236}">
                  <a16:creationId xmlns:a16="http://schemas.microsoft.com/office/drawing/2014/main" id="{FB720899-1F8E-51AB-0F57-DA74C5C5F70E}"/>
                </a:ext>
              </a:extLst>
            </p:cNvPr>
            <p:cNvSpPr/>
            <p:nvPr/>
          </p:nvSpPr>
          <p:spPr>
            <a:xfrm rot="21496200">
              <a:off x="8499646" y="3356897"/>
              <a:ext cx="3341" cy="261730"/>
            </a:xfrm>
            <a:custGeom>
              <a:avLst/>
              <a:gdLst>
                <a:gd name="connsiteX0" fmla="*/ 0 w 3341"/>
                <a:gd name="connsiteY0" fmla="*/ 0 h 261730"/>
                <a:gd name="connsiteX1" fmla="*/ 3341 w 3341"/>
                <a:gd name="connsiteY1" fmla="*/ 0 h 261730"/>
                <a:gd name="connsiteX2" fmla="*/ 3341 w 3341"/>
                <a:gd name="connsiteY2" fmla="*/ 261731 h 261730"/>
                <a:gd name="connsiteX3" fmla="*/ 0 w 3341"/>
                <a:gd name="connsiteY3" fmla="*/ 261731 h 26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61730">
                  <a:moveTo>
                    <a:pt x="0" y="0"/>
                  </a:moveTo>
                  <a:lnTo>
                    <a:pt x="3341" y="0"/>
                  </a:lnTo>
                  <a:lnTo>
                    <a:pt x="3341" y="261731"/>
                  </a:lnTo>
                  <a:lnTo>
                    <a:pt x="0" y="26173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91">
              <a:extLst>
                <a:ext uri="{FF2B5EF4-FFF2-40B4-BE49-F238E27FC236}">
                  <a16:creationId xmlns:a16="http://schemas.microsoft.com/office/drawing/2014/main" id="{3EBD6FFF-05CA-71F1-A0C7-E7BB08CB16F0}"/>
                </a:ext>
              </a:extLst>
            </p:cNvPr>
            <p:cNvSpPr/>
            <p:nvPr/>
          </p:nvSpPr>
          <p:spPr>
            <a:xfrm rot="21496200">
              <a:off x="8454393" y="3358332"/>
              <a:ext cx="3341" cy="261730"/>
            </a:xfrm>
            <a:custGeom>
              <a:avLst/>
              <a:gdLst>
                <a:gd name="connsiteX0" fmla="*/ 0 w 3341"/>
                <a:gd name="connsiteY0" fmla="*/ 0 h 261730"/>
                <a:gd name="connsiteX1" fmla="*/ 3341 w 3341"/>
                <a:gd name="connsiteY1" fmla="*/ 0 h 261730"/>
                <a:gd name="connsiteX2" fmla="*/ 3341 w 3341"/>
                <a:gd name="connsiteY2" fmla="*/ 261731 h 261730"/>
                <a:gd name="connsiteX3" fmla="*/ 0 w 3341"/>
                <a:gd name="connsiteY3" fmla="*/ 261731 h 26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61730">
                  <a:moveTo>
                    <a:pt x="0" y="0"/>
                  </a:moveTo>
                  <a:lnTo>
                    <a:pt x="3341" y="0"/>
                  </a:lnTo>
                  <a:lnTo>
                    <a:pt x="3341" y="261731"/>
                  </a:lnTo>
                  <a:lnTo>
                    <a:pt x="0" y="26173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92">
              <a:extLst>
                <a:ext uri="{FF2B5EF4-FFF2-40B4-BE49-F238E27FC236}">
                  <a16:creationId xmlns:a16="http://schemas.microsoft.com/office/drawing/2014/main" id="{99DEBCD1-6FBF-F959-B50E-D9C53597FEA0}"/>
                </a:ext>
              </a:extLst>
            </p:cNvPr>
            <p:cNvSpPr/>
            <p:nvPr/>
          </p:nvSpPr>
          <p:spPr>
            <a:xfrm rot="21496200">
              <a:off x="8274460" y="3376419"/>
              <a:ext cx="3341" cy="289713"/>
            </a:xfrm>
            <a:custGeom>
              <a:avLst/>
              <a:gdLst>
                <a:gd name="connsiteX0" fmla="*/ 0 w 3341"/>
                <a:gd name="connsiteY0" fmla="*/ 0 h 289713"/>
                <a:gd name="connsiteX1" fmla="*/ 3341 w 3341"/>
                <a:gd name="connsiteY1" fmla="*/ 0 h 289713"/>
                <a:gd name="connsiteX2" fmla="*/ 3341 w 3341"/>
                <a:gd name="connsiteY2" fmla="*/ 289713 h 289713"/>
                <a:gd name="connsiteX3" fmla="*/ 0 w 3341"/>
                <a:gd name="connsiteY3" fmla="*/ 289713 h 28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89713">
                  <a:moveTo>
                    <a:pt x="0" y="0"/>
                  </a:moveTo>
                  <a:lnTo>
                    <a:pt x="3341" y="0"/>
                  </a:lnTo>
                  <a:lnTo>
                    <a:pt x="3341" y="289713"/>
                  </a:lnTo>
                  <a:lnTo>
                    <a:pt x="0" y="28971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93">
              <a:extLst>
                <a:ext uri="{FF2B5EF4-FFF2-40B4-BE49-F238E27FC236}">
                  <a16:creationId xmlns:a16="http://schemas.microsoft.com/office/drawing/2014/main" id="{466D9D22-3ED0-B5B9-BBCA-5DCAA3506DC1}"/>
                </a:ext>
              </a:extLst>
            </p:cNvPr>
            <p:cNvSpPr/>
            <p:nvPr/>
          </p:nvSpPr>
          <p:spPr>
            <a:xfrm>
              <a:off x="8224962" y="3386600"/>
              <a:ext cx="8492" cy="891693"/>
            </a:xfrm>
            <a:custGeom>
              <a:avLst/>
              <a:gdLst>
                <a:gd name="connsiteX0" fmla="*/ 8492 w 8492"/>
                <a:gd name="connsiteY0" fmla="*/ 891624 h 891693"/>
                <a:gd name="connsiteX1" fmla="*/ 3341 w 8492"/>
                <a:gd name="connsiteY1" fmla="*/ 0 h 891693"/>
                <a:gd name="connsiteX2" fmla="*/ 0 w 8492"/>
                <a:gd name="connsiteY2" fmla="*/ 0 h 891693"/>
                <a:gd name="connsiteX3" fmla="*/ 5151 w 8492"/>
                <a:gd name="connsiteY3" fmla="*/ 891694 h 891693"/>
                <a:gd name="connsiteX4" fmla="*/ 8492 w 8492"/>
                <a:gd name="connsiteY4" fmla="*/ 891624 h 891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2" h="891693">
                  <a:moveTo>
                    <a:pt x="8492" y="891624"/>
                  </a:moveTo>
                  <a:lnTo>
                    <a:pt x="3341" y="0"/>
                  </a:lnTo>
                  <a:lnTo>
                    <a:pt x="0" y="0"/>
                  </a:lnTo>
                  <a:lnTo>
                    <a:pt x="5151" y="891694"/>
                  </a:lnTo>
                  <a:lnTo>
                    <a:pt x="8492" y="891624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94">
              <a:extLst>
                <a:ext uri="{FF2B5EF4-FFF2-40B4-BE49-F238E27FC236}">
                  <a16:creationId xmlns:a16="http://schemas.microsoft.com/office/drawing/2014/main" id="{1BB22528-0C85-5F22-69C2-C008022645BF}"/>
                </a:ext>
              </a:extLst>
            </p:cNvPr>
            <p:cNvSpPr/>
            <p:nvPr/>
          </p:nvSpPr>
          <p:spPr>
            <a:xfrm>
              <a:off x="8076625" y="3388549"/>
              <a:ext cx="16079" cy="898585"/>
            </a:xfrm>
            <a:custGeom>
              <a:avLst/>
              <a:gdLst>
                <a:gd name="connsiteX0" fmla="*/ 3341 w 16079"/>
                <a:gd name="connsiteY0" fmla="*/ 898585 h 898585"/>
                <a:gd name="connsiteX1" fmla="*/ 16080 w 16079"/>
                <a:gd name="connsiteY1" fmla="*/ 70 h 898585"/>
                <a:gd name="connsiteX2" fmla="*/ 12738 w 16079"/>
                <a:gd name="connsiteY2" fmla="*/ 0 h 898585"/>
                <a:gd name="connsiteX3" fmla="*/ 0 w 16079"/>
                <a:gd name="connsiteY3" fmla="*/ 898515 h 898585"/>
                <a:gd name="connsiteX4" fmla="*/ 3341 w 16079"/>
                <a:gd name="connsiteY4" fmla="*/ 898585 h 89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9" h="898585">
                  <a:moveTo>
                    <a:pt x="3341" y="898585"/>
                  </a:moveTo>
                  <a:lnTo>
                    <a:pt x="16080" y="70"/>
                  </a:lnTo>
                  <a:lnTo>
                    <a:pt x="12738" y="0"/>
                  </a:lnTo>
                  <a:lnTo>
                    <a:pt x="0" y="898515"/>
                  </a:lnTo>
                  <a:lnTo>
                    <a:pt x="3341" y="898585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95">
              <a:extLst>
                <a:ext uri="{FF2B5EF4-FFF2-40B4-BE49-F238E27FC236}">
                  <a16:creationId xmlns:a16="http://schemas.microsoft.com/office/drawing/2014/main" id="{32234AFE-0CC6-FFFE-D8D2-00AAD51C5BCF}"/>
                </a:ext>
              </a:extLst>
            </p:cNvPr>
            <p:cNvSpPr/>
            <p:nvPr/>
          </p:nvSpPr>
          <p:spPr>
            <a:xfrm rot="21328200">
              <a:off x="8937434" y="3648054"/>
              <a:ext cx="323195" cy="3341"/>
            </a:xfrm>
            <a:custGeom>
              <a:avLst/>
              <a:gdLst>
                <a:gd name="connsiteX0" fmla="*/ 0 w 323195"/>
                <a:gd name="connsiteY0" fmla="*/ 0 h 3341"/>
                <a:gd name="connsiteX1" fmla="*/ 323195 w 323195"/>
                <a:gd name="connsiteY1" fmla="*/ 0 h 3341"/>
                <a:gd name="connsiteX2" fmla="*/ 323195 w 323195"/>
                <a:gd name="connsiteY2" fmla="*/ 3341 h 3341"/>
                <a:gd name="connsiteX3" fmla="*/ 0 w 323195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195" h="3341">
                  <a:moveTo>
                    <a:pt x="0" y="0"/>
                  </a:moveTo>
                  <a:lnTo>
                    <a:pt x="323195" y="0"/>
                  </a:lnTo>
                  <a:lnTo>
                    <a:pt x="323195" y="3341"/>
                  </a:lnTo>
                  <a:lnTo>
                    <a:pt x="0" y="3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96">
              <a:extLst>
                <a:ext uri="{FF2B5EF4-FFF2-40B4-BE49-F238E27FC236}">
                  <a16:creationId xmlns:a16="http://schemas.microsoft.com/office/drawing/2014/main" id="{99B274FD-1F03-E40D-647F-D3B2BB010A6D}"/>
                </a:ext>
              </a:extLst>
            </p:cNvPr>
            <p:cNvSpPr/>
            <p:nvPr/>
          </p:nvSpPr>
          <p:spPr>
            <a:xfrm>
              <a:off x="8940266" y="3728033"/>
              <a:ext cx="320202" cy="18237"/>
            </a:xfrm>
            <a:custGeom>
              <a:avLst/>
              <a:gdLst>
                <a:gd name="connsiteX0" fmla="*/ 139 w 320202"/>
                <a:gd name="connsiteY0" fmla="*/ 18238 h 18237"/>
                <a:gd name="connsiteX1" fmla="*/ 320202 w 320202"/>
                <a:gd name="connsiteY1" fmla="*/ 3341 h 18237"/>
                <a:gd name="connsiteX2" fmla="*/ 319994 w 320202"/>
                <a:gd name="connsiteY2" fmla="*/ 0 h 18237"/>
                <a:gd name="connsiteX3" fmla="*/ 0 w 320202"/>
                <a:gd name="connsiteY3" fmla="*/ 14896 h 18237"/>
                <a:gd name="connsiteX4" fmla="*/ 139 w 320202"/>
                <a:gd name="connsiteY4" fmla="*/ 18238 h 1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02" h="18237">
                  <a:moveTo>
                    <a:pt x="139" y="18238"/>
                  </a:moveTo>
                  <a:lnTo>
                    <a:pt x="320202" y="3341"/>
                  </a:lnTo>
                  <a:lnTo>
                    <a:pt x="319994" y="0"/>
                  </a:lnTo>
                  <a:lnTo>
                    <a:pt x="0" y="14896"/>
                  </a:lnTo>
                  <a:lnTo>
                    <a:pt x="139" y="18238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97">
              <a:extLst>
                <a:ext uri="{FF2B5EF4-FFF2-40B4-BE49-F238E27FC236}">
                  <a16:creationId xmlns:a16="http://schemas.microsoft.com/office/drawing/2014/main" id="{7708CEF6-69D3-1D11-A61A-83ED9803F49B}"/>
                </a:ext>
              </a:extLst>
            </p:cNvPr>
            <p:cNvSpPr/>
            <p:nvPr/>
          </p:nvSpPr>
          <p:spPr>
            <a:xfrm>
              <a:off x="8943747" y="3844559"/>
              <a:ext cx="324239" cy="17332"/>
            </a:xfrm>
            <a:custGeom>
              <a:avLst/>
              <a:gdLst>
                <a:gd name="connsiteX0" fmla="*/ 139 w 324239"/>
                <a:gd name="connsiteY0" fmla="*/ 17333 h 17332"/>
                <a:gd name="connsiteX1" fmla="*/ 324240 w 324239"/>
                <a:gd name="connsiteY1" fmla="*/ 3341 h 17332"/>
                <a:gd name="connsiteX2" fmla="*/ 324100 w 324239"/>
                <a:gd name="connsiteY2" fmla="*/ 0 h 17332"/>
                <a:gd name="connsiteX3" fmla="*/ 0 w 324239"/>
                <a:gd name="connsiteY3" fmla="*/ 13991 h 17332"/>
                <a:gd name="connsiteX4" fmla="*/ 139 w 324239"/>
                <a:gd name="connsiteY4" fmla="*/ 17333 h 1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239" h="17332">
                  <a:moveTo>
                    <a:pt x="139" y="17333"/>
                  </a:moveTo>
                  <a:lnTo>
                    <a:pt x="324240" y="3341"/>
                  </a:lnTo>
                  <a:lnTo>
                    <a:pt x="324100" y="0"/>
                  </a:lnTo>
                  <a:lnTo>
                    <a:pt x="0" y="13991"/>
                  </a:lnTo>
                  <a:lnTo>
                    <a:pt x="139" y="17333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98">
              <a:extLst>
                <a:ext uri="{FF2B5EF4-FFF2-40B4-BE49-F238E27FC236}">
                  <a16:creationId xmlns:a16="http://schemas.microsoft.com/office/drawing/2014/main" id="{71905CCD-ABD6-8E5A-20BD-43CB4681C130}"/>
                </a:ext>
              </a:extLst>
            </p:cNvPr>
            <p:cNvSpPr/>
            <p:nvPr/>
          </p:nvSpPr>
          <p:spPr>
            <a:xfrm rot="21496200">
              <a:off x="8951196" y="3960921"/>
              <a:ext cx="320132" cy="3341"/>
            </a:xfrm>
            <a:custGeom>
              <a:avLst/>
              <a:gdLst>
                <a:gd name="connsiteX0" fmla="*/ 0 w 320132"/>
                <a:gd name="connsiteY0" fmla="*/ 0 h 3341"/>
                <a:gd name="connsiteX1" fmla="*/ 320133 w 320132"/>
                <a:gd name="connsiteY1" fmla="*/ 0 h 3341"/>
                <a:gd name="connsiteX2" fmla="*/ 320133 w 320132"/>
                <a:gd name="connsiteY2" fmla="*/ 3341 h 3341"/>
                <a:gd name="connsiteX3" fmla="*/ 0 w 320132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0132" h="3341">
                  <a:moveTo>
                    <a:pt x="0" y="0"/>
                  </a:moveTo>
                  <a:lnTo>
                    <a:pt x="320133" y="0"/>
                  </a:lnTo>
                  <a:lnTo>
                    <a:pt x="320133" y="3341"/>
                  </a:lnTo>
                  <a:lnTo>
                    <a:pt x="0" y="3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99">
              <a:extLst>
                <a:ext uri="{FF2B5EF4-FFF2-40B4-BE49-F238E27FC236}">
                  <a16:creationId xmlns:a16="http://schemas.microsoft.com/office/drawing/2014/main" id="{EF491D4E-7F91-00F5-84B1-33D9B46946A0}"/>
                </a:ext>
              </a:extLst>
            </p:cNvPr>
            <p:cNvSpPr/>
            <p:nvPr/>
          </p:nvSpPr>
          <p:spPr>
            <a:xfrm>
              <a:off x="8944373" y="4052064"/>
              <a:ext cx="326049" cy="11415"/>
            </a:xfrm>
            <a:custGeom>
              <a:avLst/>
              <a:gdLst>
                <a:gd name="connsiteX0" fmla="*/ 325980 w 326049"/>
                <a:gd name="connsiteY0" fmla="*/ 11416 h 11415"/>
                <a:gd name="connsiteX1" fmla="*/ 326049 w 326049"/>
                <a:gd name="connsiteY1" fmla="*/ 8075 h 11415"/>
                <a:gd name="connsiteX2" fmla="*/ 70 w 326049"/>
                <a:gd name="connsiteY2" fmla="*/ 0 h 11415"/>
                <a:gd name="connsiteX3" fmla="*/ 0 w 326049"/>
                <a:gd name="connsiteY3" fmla="*/ 3341 h 11415"/>
                <a:gd name="connsiteX4" fmla="*/ 325980 w 326049"/>
                <a:gd name="connsiteY4" fmla="*/ 11416 h 11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049" h="11415">
                  <a:moveTo>
                    <a:pt x="325980" y="11416"/>
                  </a:moveTo>
                  <a:lnTo>
                    <a:pt x="326049" y="8075"/>
                  </a:lnTo>
                  <a:lnTo>
                    <a:pt x="70" y="0"/>
                  </a:lnTo>
                  <a:lnTo>
                    <a:pt x="0" y="3341"/>
                  </a:lnTo>
                  <a:lnTo>
                    <a:pt x="325980" y="11416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100">
              <a:extLst>
                <a:ext uri="{FF2B5EF4-FFF2-40B4-BE49-F238E27FC236}">
                  <a16:creationId xmlns:a16="http://schemas.microsoft.com/office/drawing/2014/main" id="{F804732F-FD76-E09E-27F9-3D89C0173AB9}"/>
                </a:ext>
              </a:extLst>
            </p:cNvPr>
            <p:cNvSpPr/>
            <p:nvPr/>
          </p:nvSpPr>
          <p:spPr>
            <a:xfrm>
              <a:off x="8943468" y="4149934"/>
              <a:ext cx="338927" cy="9884"/>
            </a:xfrm>
            <a:custGeom>
              <a:avLst/>
              <a:gdLst>
                <a:gd name="connsiteX0" fmla="*/ 338858 w 338927"/>
                <a:gd name="connsiteY0" fmla="*/ 9884 h 9884"/>
                <a:gd name="connsiteX1" fmla="*/ 338927 w 338927"/>
                <a:gd name="connsiteY1" fmla="*/ 6543 h 9884"/>
                <a:gd name="connsiteX2" fmla="*/ 139 w 338927"/>
                <a:gd name="connsiteY2" fmla="*/ 0 h 9884"/>
                <a:gd name="connsiteX3" fmla="*/ 0 w 338927"/>
                <a:gd name="connsiteY3" fmla="*/ 3411 h 9884"/>
                <a:gd name="connsiteX4" fmla="*/ 338858 w 338927"/>
                <a:gd name="connsiteY4" fmla="*/ 9884 h 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927" h="9884">
                  <a:moveTo>
                    <a:pt x="338858" y="9884"/>
                  </a:moveTo>
                  <a:lnTo>
                    <a:pt x="338927" y="6543"/>
                  </a:lnTo>
                  <a:lnTo>
                    <a:pt x="139" y="0"/>
                  </a:lnTo>
                  <a:lnTo>
                    <a:pt x="0" y="3411"/>
                  </a:lnTo>
                  <a:lnTo>
                    <a:pt x="338858" y="9884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101">
              <a:extLst>
                <a:ext uri="{FF2B5EF4-FFF2-40B4-BE49-F238E27FC236}">
                  <a16:creationId xmlns:a16="http://schemas.microsoft.com/office/drawing/2014/main" id="{D1DDC168-80CC-46B1-DC68-2949D66F55CC}"/>
                </a:ext>
              </a:extLst>
            </p:cNvPr>
            <p:cNvSpPr/>
            <p:nvPr/>
          </p:nvSpPr>
          <p:spPr>
            <a:xfrm>
              <a:off x="8953005" y="4248779"/>
              <a:ext cx="327859" cy="24780"/>
            </a:xfrm>
            <a:custGeom>
              <a:avLst/>
              <a:gdLst>
                <a:gd name="connsiteX0" fmla="*/ 327651 w 327859"/>
                <a:gd name="connsiteY0" fmla="*/ 24781 h 24780"/>
                <a:gd name="connsiteX1" fmla="*/ 327859 w 327859"/>
                <a:gd name="connsiteY1" fmla="*/ 21440 h 24780"/>
                <a:gd name="connsiteX2" fmla="*/ 209 w 327859"/>
                <a:gd name="connsiteY2" fmla="*/ 0 h 24780"/>
                <a:gd name="connsiteX3" fmla="*/ 0 w 327859"/>
                <a:gd name="connsiteY3" fmla="*/ 3341 h 24780"/>
                <a:gd name="connsiteX4" fmla="*/ 327651 w 327859"/>
                <a:gd name="connsiteY4" fmla="*/ 24781 h 2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859" h="24780">
                  <a:moveTo>
                    <a:pt x="327651" y="24781"/>
                  </a:moveTo>
                  <a:lnTo>
                    <a:pt x="327859" y="21440"/>
                  </a:lnTo>
                  <a:lnTo>
                    <a:pt x="209" y="0"/>
                  </a:lnTo>
                  <a:lnTo>
                    <a:pt x="0" y="3341"/>
                  </a:lnTo>
                  <a:lnTo>
                    <a:pt x="327651" y="2478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102">
              <a:extLst>
                <a:ext uri="{FF2B5EF4-FFF2-40B4-BE49-F238E27FC236}">
                  <a16:creationId xmlns:a16="http://schemas.microsoft.com/office/drawing/2014/main" id="{3423B199-5FC9-27AD-BC34-F170ECCB8E76}"/>
                </a:ext>
              </a:extLst>
            </p:cNvPr>
            <p:cNvSpPr/>
            <p:nvPr/>
          </p:nvSpPr>
          <p:spPr>
            <a:xfrm rot="21496200">
              <a:off x="8030459" y="3706148"/>
              <a:ext cx="251289" cy="3341"/>
            </a:xfrm>
            <a:custGeom>
              <a:avLst/>
              <a:gdLst>
                <a:gd name="connsiteX0" fmla="*/ 0 w 251289"/>
                <a:gd name="connsiteY0" fmla="*/ 0 h 3341"/>
                <a:gd name="connsiteX1" fmla="*/ 251289 w 251289"/>
                <a:gd name="connsiteY1" fmla="*/ 0 h 3341"/>
                <a:gd name="connsiteX2" fmla="*/ 251289 w 251289"/>
                <a:gd name="connsiteY2" fmla="*/ 3341 h 3341"/>
                <a:gd name="connsiteX3" fmla="*/ 0 w 251289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89" h="3341">
                  <a:moveTo>
                    <a:pt x="0" y="0"/>
                  </a:moveTo>
                  <a:lnTo>
                    <a:pt x="251289" y="0"/>
                  </a:lnTo>
                  <a:lnTo>
                    <a:pt x="251289" y="3341"/>
                  </a:lnTo>
                  <a:lnTo>
                    <a:pt x="0" y="3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103">
              <a:extLst>
                <a:ext uri="{FF2B5EF4-FFF2-40B4-BE49-F238E27FC236}">
                  <a16:creationId xmlns:a16="http://schemas.microsoft.com/office/drawing/2014/main" id="{1CE70D94-68B9-B961-5456-65E3DA032473}"/>
                </a:ext>
              </a:extLst>
            </p:cNvPr>
            <p:cNvSpPr/>
            <p:nvPr/>
          </p:nvSpPr>
          <p:spPr>
            <a:xfrm>
              <a:off x="8026576" y="3777873"/>
              <a:ext cx="260547" cy="4246"/>
            </a:xfrm>
            <a:custGeom>
              <a:avLst/>
              <a:gdLst>
                <a:gd name="connsiteX0" fmla="*/ 260478 w 260547"/>
                <a:gd name="connsiteY0" fmla="*/ 4246 h 4246"/>
                <a:gd name="connsiteX1" fmla="*/ 260547 w 260547"/>
                <a:gd name="connsiteY1" fmla="*/ 835 h 4246"/>
                <a:gd name="connsiteX2" fmla="*/ 70 w 260547"/>
                <a:gd name="connsiteY2" fmla="*/ 0 h 4246"/>
                <a:gd name="connsiteX3" fmla="*/ 0 w 260547"/>
                <a:gd name="connsiteY3" fmla="*/ 3341 h 4246"/>
                <a:gd name="connsiteX4" fmla="*/ 260478 w 260547"/>
                <a:gd name="connsiteY4" fmla="*/ 4246 h 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547" h="4246">
                  <a:moveTo>
                    <a:pt x="260478" y="4246"/>
                  </a:moveTo>
                  <a:lnTo>
                    <a:pt x="260547" y="835"/>
                  </a:lnTo>
                  <a:lnTo>
                    <a:pt x="70" y="0"/>
                  </a:lnTo>
                  <a:lnTo>
                    <a:pt x="0" y="3341"/>
                  </a:lnTo>
                  <a:lnTo>
                    <a:pt x="260478" y="4246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104">
              <a:extLst>
                <a:ext uri="{FF2B5EF4-FFF2-40B4-BE49-F238E27FC236}">
                  <a16:creationId xmlns:a16="http://schemas.microsoft.com/office/drawing/2014/main" id="{61464D43-02CE-5ED7-6CC8-D6B8136826CE}"/>
                </a:ext>
              </a:extLst>
            </p:cNvPr>
            <p:cNvSpPr/>
            <p:nvPr/>
          </p:nvSpPr>
          <p:spPr>
            <a:xfrm>
              <a:off x="8027620" y="3867739"/>
              <a:ext cx="262148" cy="3898"/>
            </a:xfrm>
            <a:custGeom>
              <a:avLst/>
              <a:gdLst>
                <a:gd name="connsiteX0" fmla="*/ 262148 w 262148"/>
                <a:gd name="connsiteY0" fmla="*/ 3341 h 3898"/>
                <a:gd name="connsiteX1" fmla="*/ 262148 w 262148"/>
                <a:gd name="connsiteY1" fmla="*/ 0 h 3898"/>
                <a:gd name="connsiteX2" fmla="*/ 0 w 262148"/>
                <a:gd name="connsiteY2" fmla="*/ 557 h 3898"/>
                <a:gd name="connsiteX3" fmla="*/ 0 w 262148"/>
                <a:gd name="connsiteY3" fmla="*/ 3898 h 3898"/>
                <a:gd name="connsiteX4" fmla="*/ 262148 w 262148"/>
                <a:gd name="connsiteY4" fmla="*/ 3341 h 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148" h="3898">
                  <a:moveTo>
                    <a:pt x="262148" y="3341"/>
                  </a:moveTo>
                  <a:lnTo>
                    <a:pt x="262148" y="0"/>
                  </a:lnTo>
                  <a:lnTo>
                    <a:pt x="0" y="557"/>
                  </a:lnTo>
                  <a:lnTo>
                    <a:pt x="0" y="3898"/>
                  </a:lnTo>
                  <a:lnTo>
                    <a:pt x="262148" y="3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105">
              <a:extLst>
                <a:ext uri="{FF2B5EF4-FFF2-40B4-BE49-F238E27FC236}">
                  <a16:creationId xmlns:a16="http://schemas.microsoft.com/office/drawing/2014/main" id="{2EE16643-5057-E1C2-29C1-5B7864496A5F}"/>
                </a:ext>
              </a:extLst>
            </p:cNvPr>
            <p:cNvSpPr/>
            <p:nvPr/>
          </p:nvSpPr>
          <p:spPr>
            <a:xfrm>
              <a:off x="8028107" y="3956351"/>
              <a:ext cx="252402" cy="5707"/>
            </a:xfrm>
            <a:custGeom>
              <a:avLst/>
              <a:gdLst>
                <a:gd name="connsiteX0" fmla="*/ 252403 w 252402"/>
                <a:gd name="connsiteY0" fmla="*/ 3411 h 5707"/>
                <a:gd name="connsiteX1" fmla="*/ 252403 w 252402"/>
                <a:gd name="connsiteY1" fmla="*/ 0 h 5707"/>
                <a:gd name="connsiteX2" fmla="*/ 0 w 252402"/>
                <a:gd name="connsiteY2" fmla="*/ 2367 h 5707"/>
                <a:gd name="connsiteX3" fmla="*/ 70 w 252402"/>
                <a:gd name="connsiteY3" fmla="*/ 5708 h 5707"/>
                <a:gd name="connsiteX4" fmla="*/ 252403 w 252402"/>
                <a:gd name="connsiteY4" fmla="*/ 3411 h 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402" h="5707">
                  <a:moveTo>
                    <a:pt x="252403" y="3411"/>
                  </a:moveTo>
                  <a:lnTo>
                    <a:pt x="252403" y="0"/>
                  </a:lnTo>
                  <a:lnTo>
                    <a:pt x="0" y="2367"/>
                  </a:lnTo>
                  <a:lnTo>
                    <a:pt x="70" y="5708"/>
                  </a:lnTo>
                  <a:lnTo>
                    <a:pt x="252403" y="341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106">
              <a:extLst>
                <a:ext uri="{FF2B5EF4-FFF2-40B4-BE49-F238E27FC236}">
                  <a16:creationId xmlns:a16="http://schemas.microsoft.com/office/drawing/2014/main" id="{2DDA148F-9879-432D-4FCD-C15C97CB0E8F}"/>
                </a:ext>
              </a:extLst>
            </p:cNvPr>
            <p:cNvSpPr/>
            <p:nvPr/>
          </p:nvSpPr>
          <p:spPr>
            <a:xfrm>
              <a:off x="8025741" y="4042736"/>
              <a:ext cx="257484" cy="5290"/>
            </a:xfrm>
            <a:custGeom>
              <a:avLst/>
              <a:gdLst>
                <a:gd name="connsiteX0" fmla="*/ 257415 w 257484"/>
                <a:gd name="connsiteY0" fmla="*/ 5290 h 5290"/>
                <a:gd name="connsiteX1" fmla="*/ 257484 w 257484"/>
                <a:gd name="connsiteY1" fmla="*/ 1949 h 5290"/>
                <a:gd name="connsiteX2" fmla="*/ 0 w 257484"/>
                <a:gd name="connsiteY2" fmla="*/ 0 h 5290"/>
                <a:gd name="connsiteX3" fmla="*/ 0 w 257484"/>
                <a:gd name="connsiteY3" fmla="*/ 3341 h 5290"/>
                <a:gd name="connsiteX4" fmla="*/ 257415 w 257484"/>
                <a:gd name="connsiteY4" fmla="*/ 5290 h 5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484" h="5290">
                  <a:moveTo>
                    <a:pt x="257415" y="5290"/>
                  </a:moveTo>
                  <a:lnTo>
                    <a:pt x="257484" y="1949"/>
                  </a:lnTo>
                  <a:lnTo>
                    <a:pt x="0" y="0"/>
                  </a:lnTo>
                  <a:lnTo>
                    <a:pt x="0" y="3341"/>
                  </a:lnTo>
                  <a:lnTo>
                    <a:pt x="257415" y="529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107">
              <a:extLst>
                <a:ext uri="{FF2B5EF4-FFF2-40B4-BE49-F238E27FC236}">
                  <a16:creationId xmlns:a16="http://schemas.microsoft.com/office/drawing/2014/main" id="{B1729E8A-5D48-86C9-A978-B2B45B6CE9E6}"/>
                </a:ext>
              </a:extLst>
            </p:cNvPr>
            <p:cNvSpPr/>
            <p:nvPr/>
          </p:nvSpPr>
          <p:spPr>
            <a:xfrm>
              <a:off x="8024627" y="4140885"/>
              <a:ext cx="254073" cy="8492"/>
            </a:xfrm>
            <a:custGeom>
              <a:avLst/>
              <a:gdLst>
                <a:gd name="connsiteX0" fmla="*/ 254004 w 254073"/>
                <a:gd name="connsiteY0" fmla="*/ 8492 h 8492"/>
                <a:gd name="connsiteX1" fmla="*/ 254074 w 254073"/>
                <a:gd name="connsiteY1" fmla="*/ 5151 h 8492"/>
                <a:gd name="connsiteX2" fmla="*/ 70 w 254073"/>
                <a:gd name="connsiteY2" fmla="*/ 0 h 8492"/>
                <a:gd name="connsiteX3" fmla="*/ 0 w 254073"/>
                <a:gd name="connsiteY3" fmla="*/ 3341 h 8492"/>
                <a:gd name="connsiteX4" fmla="*/ 254004 w 254073"/>
                <a:gd name="connsiteY4" fmla="*/ 8492 h 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073" h="8492">
                  <a:moveTo>
                    <a:pt x="254004" y="8492"/>
                  </a:moveTo>
                  <a:lnTo>
                    <a:pt x="254074" y="5151"/>
                  </a:lnTo>
                  <a:lnTo>
                    <a:pt x="70" y="0"/>
                  </a:lnTo>
                  <a:lnTo>
                    <a:pt x="0" y="3341"/>
                  </a:lnTo>
                  <a:lnTo>
                    <a:pt x="254004" y="849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108">
              <a:extLst>
                <a:ext uri="{FF2B5EF4-FFF2-40B4-BE49-F238E27FC236}">
                  <a16:creationId xmlns:a16="http://schemas.microsoft.com/office/drawing/2014/main" id="{66579F4E-217F-209B-C432-7A1AEFF9E3EB}"/>
                </a:ext>
              </a:extLst>
            </p:cNvPr>
            <p:cNvSpPr/>
            <p:nvPr/>
          </p:nvSpPr>
          <p:spPr>
            <a:xfrm>
              <a:off x="8940754" y="3745087"/>
              <a:ext cx="316373" cy="17402"/>
            </a:xfrm>
            <a:custGeom>
              <a:avLst/>
              <a:gdLst>
                <a:gd name="connsiteX0" fmla="*/ 139 w 316373"/>
                <a:gd name="connsiteY0" fmla="*/ 17402 h 17402"/>
                <a:gd name="connsiteX1" fmla="*/ 316374 w 316373"/>
                <a:gd name="connsiteY1" fmla="*/ 3341 h 17402"/>
                <a:gd name="connsiteX2" fmla="*/ 316235 w 316373"/>
                <a:gd name="connsiteY2" fmla="*/ 0 h 17402"/>
                <a:gd name="connsiteX3" fmla="*/ 0 w 316373"/>
                <a:gd name="connsiteY3" fmla="*/ 13992 h 17402"/>
                <a:gd name="connsiteX4" fmla="*/ 139 w 316373"/>
                <a:gd name="connsiteY4" fmla="*/ 17402 h 17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373" h="17402">
                  <a:moveTo>
                    <a:pt x="139" y="17402"/>
                  </a:moveTo>
                  <a:lnTo>
                    <a:pt x="316374" y="3341"/>
                  </a:lnTo>
                  <a:lnTo>
                    <a:pt x="316235" y="0"/>
                  </a:lnTo>
                  <a:lnTo>
                    <a:pt x="0" y="13992"/>
                  </a:lnTo>
                  <a:lnTo>
                    <a:pt x="139" y="17402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109">
              <a:extLst>
                <a:ext uri="{FF2B5EF4-FFF2-40B4-BE49-F238E27FC236}">
                  <a16:creationId xmlns:a16="http://schemas.microsoft.com/office/drawing/2014/main" id="{4C2AABA7-1978-4597-E290-5221FD52A71A}"/>
                </a:ext>
              </a:extLst>
            </p:cNvPr>
            <p:cNvSpPr/>
            <p:nvPr/>
          </p:nvSpPr>
          <p:spPr>
            <a:xfrm rot="21496200">
              <a:off x="8951775" y="3980028"/>
              <a:ext cx="316164" cy="3341"/>
            </a:xfrm>
            <a:custGeom>
              <a:avLst/>
              <a:gdLst>
                <a:gd name="connsiteX0" fmla="*/ 0 w 316164"/>
                <a:gd name="connsiteY0" fmla="*/ 0 h 3341"/>
                <a:gd name="connsiteX1" fmla="*/ 316165 w 316164"/>
                <a:gd name="connsiteY1" fmla="*/ 0 h 3341"/>
                <a:gd name="connsiteX2" fmla="*/ 316165 w 316164"/>
                <a:gd name="connsiteY2" fmla="*/ 3341 h 3341"/>
                <a:gd name="connsiteX3" fmla="*/ 0 w 316164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6164" h="3341">
                  <a:moveTo>
                    <a:pt x="0" y="0"/>
                  </a:moveTo>
                  <a:lnTo>
                    <a:pt x="316165" y="0"/>
                  </a:lnTo>
                  <a:lnTo>
                    <a:pt x="316165" y="3341"/>
                  </a:lnTo>
                  <a:lnTo>
                    <a:pt x="0" y="3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110">
              <a:extLst>
                <a:ext uri="{FF2B5EF4-FFF2-40B4-BE49-F238E27FC236}">
                  <a16:creationId xmlns:a16="http://schemas.microsoft.com/office/drawing/2014/main" id="{4E6852F9-BBB6-7F32-613E-2325862910BE}"/>
                </a:ext>
              </a:extLst>
            </p:cNvPr>
            <p:cNvSpPr/>
            <p:nvPr/>
          </p:nvSpPr>
          <p:spPr>
            <a:xfrm rot="16298400">
              <a:off x="9107956" y="4008527"/>
              <a:ext cx="3341" cy="328764"/>
            </a:xfrm>
            <a:custGeom>
              <a:avLst/>
              <a:gdLst>
                <a:gd name="connsiteX0" fmla="*/ 0 w 3341"/>
                <a:gd name="connsiteY0" fmla="*/ 0 h 328764"/>
                <a:gd name="connsiteX1" fmla="*/ 3341 w 3341"/>
                <a:gd name="connsiteY1" fmla="*/ 0 h 328764"/>
                <a:gd name="connsiteX2" fmla="*/ 3341 w 3341"/>
                <a:gd name="connsiteY2" fmla="*/ 328764 h 328764"/>
                <a:gd name="connsiteX3" fmla="*/ 0 w 3341"/>
                <a:gd name="connsiteY3" fmla="*/ 328764 h 32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328764">
                  <a:moveTo>
                    <a:pt x="0" y="0"/>
                  </a:moveTo>
                  <a:lnTo>
                    <a:pt x="3341" y="0"/>
                  </a:lnTo>
                  <a:lnTo>
                    <a:pt x="3341" y="328764"/>
                  </a:lnTo>
                  <a:lnTo>
                    <a:pt x="0" y="328764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111">
              <a:extLst>
                <a:ext uri="{FF2B5EF4-FFF2-40B4-BE49-F238E27FC236}">
                  <a16:creationId xmlns:a16="http://schemas.microsoft.com/office/drawing/2014/main" id="{D8D0CDE0-442C-DD03-052B-1457FF09E67F}"/>
                </a:ext>
              </a:extLst>
            </p:cNvPr>
            <p:cNvSpPr/>
            <p:nvPr/>
          </p:nvSpPr>
          <p:spPr>
            <a:xfrm>
              <a:off x="8032980" y="3794510"/>
              <a:ext cx="248296" cy="6334"/>
            </a:xfrm>
            <a:custGeom>
              <a:avLst/>
              <a:gdLst>
                <a:gd name="connsiteX0" fmla="*/ 248226 w 248296"/>
                <a:gd name="connsiteY0" fmla="*/ 6334 h 6334"/>
                <a:gd name="connsiteX1" fmla="*/ 248296 w 248296"/>
                <a:gd name="connsiteY1" fmla="*/ 2993 h 6334"/>
                <a:gd name="connsiteX2" fmla="*/ 0 w 248296"/>
                <a:gd name="connsiteY2" fmla="*/ 0 h 6334"/>
                <a:gd name="connsiteX3" fmla="*/ 0 w 248296"/>
                <a:gd name="connsiteY3" fmla="*/ 3341 h 6334"/>
                <a:gd name="connsiteX4" fmla="*/ 248226 w 248296"/>
                <a:gd name="connsiteY4" fmla="*/ 6334 h 6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96" h="6334">
                  <a:moveTo>
                    <a:pt x="248226" y="6334"/>
                  </a:moveTo>
                  <a:lnTo>
                    <a:pt x="248296" y="2993"/>
                  </a:lnTo>
                  <a:lnTo>
                    <a:pt x="0" y="0"/>
                  </a:lnTo>
                  <a:lnTo>
                    <a:pt x="0" y="3341"/>
                  </a:lnTo>
                  <a:lnTo>
                    <a:pt x="248226" y="6334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112">
              <a:extLst>
                <a:ext uri="{FF2B5EF4-FFF2-40B4-BE49-F238E27FC236}">
                  <a16:creationId xmlns:a16="http://schemas.microsoft.com/office/drawing/2014/main" id="{F12412B5-B870-4C3F-5538-6C6668F8766B}"/>
                </a:ext>
              </a:extLst>
            </p:cNvPr>
            <p:cNvSpPr/>
            <p:nvPr/>
          </p:nvSpPr>
          <p:spPr>
            <a:xfrm>
              <a:off x="8026506" y="3971665"/>
              <a:ext cx="259363" cy="3689"/>
            </a:xfrm>
            <a:custGeom>
              <a:avLst/>
              <a:gdLst>
                <a:gd name="connsiteX0" fmla="*/ 259364 w 259363"/>
                <a:gd name="connsiteY0" fmla="*/ 3341 h 3689"/>
                <a:gd name="connsiteX1" fmla="*/ 259294 w 259363"/>
                <a:gd name="connsiteY1" fmla="*/ 0 h 3689"/>
                <a:gd name="connsiteX2" fmla="*/ 0 w 259363"/>
                <a:gd name="connsiteY2" fmla="*/ 278 h 3689"/>
                <a:gd name="connsiteX3" fmla="*/ 0 w 259363"/>
                <a:gd name="connsiteY3" fmla="*/ 3689 h 3689"/>
                <a:gd name="connsiteX4" fmla="*/ 259364 w 259363"/>
                <a:gd name="connsiteY4" fmla="*/ 3341 h 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363" h="3689">
                  <a:moveTo>
                    <a:pt x="259364" y="3341"/>
                  </a:moveTo>
                  <a:lnTo>
                    <a:pt x="259294" y="0"/>
                  </a:lnTo>
                  <a:lnTo>
                    <a:pt x="0" y="278"/>
                  </a:lnTo>
                  <a:lnTo>
                    <a:pt x="0" y="3689"/>
                  </a:lnTo>
                  <a:lnTo>
                    <a:pt x="259364" y="3341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113">
              <a:extLst>
                <a:ext uri="{FF2B5EF4-FFF2-40B4-BE49-F238E27FC236}">
                  <a16:creationId xmlns:a16="http://schemas.microsoft.com/office/drawing/2014/main" id="{5B91CB16-EAB3-3F20-F5E9-3D6482DEE50C}"/>
                </a:ext>
              </a:extLst>
            </p:cNvPr>
            <p:cNvSpPr/>
            <p:nvPr/>
          </p:nvSpPr>
          <p:spPr>
            <a:xfrm>
              <a:off x="8025045" y="4156617"/>
              <a:ext cx="260338" cy="12459"/>
            </a:xfrm>
            <a:custGeom>
              <a:avLst/>
              <a:gdLst>
                <a:gd name="connsiteX0" fmla="*/ 260269 w 260338"/>
                <a:gd name="connsiteY0" fmla="*/ 12460 h 12459"/>
                <a:gd name="connsiteX1" fmla="*/ 260338 w 260338"/>
                <a:gd name="connsiteY1" fmla="*/ 9119 h 12459"/>
                <a:gd name="connsiteX2" fmla="*/ 139 w 260338"/>
                <a:gd name="connsiteY2" fmla="*/ 0 h 12459"/>
                <a:gd name="connsiteX3" fmla="*/ 0 w 260338"/>
                <a:gd name="connsiteY3" fmla="*/ 3341 h 12459"/>
                <a:gd name="connsiteX4" fmla="*/ 260269 w 260338"/>
                <a:gd name="connsiteY4" fmla="*/ 12460 h 1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338" h="12459">
                  <a:moveTo>
                    <a:pt x="260269" y="12460"/>
                  </a:moveTo>
                  <a:lnTo>
                    <a:pt x="260338" y="9119"/>
                  </a:lnTo>
                  <a:lnTo>
                    <a:pt x="139" y="0"/>
                  </a:lnTo>
                  <a:lnTo>
                    <a:pt x="0" y="3341"/>
                  </a:lnTo>
                  <a:lnTo>
                    <a:pt x="260269" y="1246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114">
              <a:extLst>
                <a:ext uri="{FF2B5EF4-FFF2-40B4-BE49-F238E27FC236}">
                  <a16:creationId xmlns:a16="http://schemas.microsoft.com/office/drawing/2014/main" id="{6D0CEE0D-B5CB-355C-D41E-166602C6076C}"/>
                </a:ext>
              </a:extLst>
            </p:cNvPr>
            <p:cNvSpPr/>
            <p:nvPr/>
          </p:nvSpPr>
          <p:spPr>
            <a:xfrm>
              <a:off x="7869607" y="2958573"/>
              <a:ext cx="1601429" cy="337395"/>
            </a:xfrm>
            <a:custGeom>
              <a:avLst/>
              <a:gdLst>
                <a:gd name="connsiteX0" fmla="*/ 55130 w 1601429"/>
                <a:gd name="connsiteY0" fmla="*/ 336004 h 337395"/>
                <a:gd name="connsiteX1" fmla="*/ 1601429 w 1601429"/>
                <a:gd name="connsiteY1" fmla="*/ 63066 h 337395"/>
                <a:gd name="connsiteX2" fmla="*/ 1578041 w 1601429"/>
                <a:gd name="connsiteY2" fmla="*/ 0 h 337395"/>
                <a:gd name="connsiteX3" fmla="*/ 0 w 1601429"/>
                <a:gd name="connsiteY3" fmla="*/ 270084 h 337395"/>
                <a:gd name="connsiteX4" fmla="*/ 1323 w 1601429"/>
                <a:gd name="connsiteY4" fmla="*/ 337396 h 337395"/>
                <a:gd name="connsiteX5" fmla="*/ 55130 w 1601429"/>
                <a:gd name="connsiteY5" fmla="*/ 336073 h 33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1429" h="337395">
                  <a:moveTo>
                    <a:pt x="55130" y="336004"/>
                  </a:moveTo>
                  <a:cubicBezTo>
                    <a:pt x="927682" y="309691"/>
                    <a:pt x="1594677" y="65572"/>
                    <a:pt x="1601429" y="63066"/>
                  </a:cubicBezTo>
                  <a:lnTo>
                    <a:pt x="1578041" y="0"/>
                  </a:lnTo>
                  <a:cubicBezTo>
                    <a:pt x="1571219" y="2506"/>
                    <a:pt x="885708" y="253377"/>
                    <a:pt x="0" y="270084"/>
                  </a:cubicBezTo>
                  <a:lnTo>
                    <a:pt x="1323" y="337396"/>
                  </a:lnTo>
                  <a:cubicBezTo>
                    <a:pt x="19351" y="337048"/>
                    <a:pt x="37380" y="336630"/>
                    <a:pt x="55130" y="336073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115">
              <a:extLst>
                <a:ext uri="{FF2B5EF4-FFF2-40B4-BE49-F238E27FC236}">
                  <a16:creationId xmlns:a16="http://schemas.microsoft.com/office/drawing/2014/main" id="{AC87FB7D-A6B2-7E1E-1DCD-59171DA40BB0}"/>
                </a:ext>
              </a:extLst>
            </p:cNvPr>
            <p:cNvSpPr/>
            <p:nvPr/>
          </p:nvSpPr>
          <p:spPr>
            <a:xfrm>
              <a:off x="7865848" y="3160718"/>
              <a:ext cx="1607902" cy="272937"/>
            </a:xfrm>
            <a:custGeom>
              <a:avLst/>
              <a:gdLst>
                <a:gd name="connsiteX0" fmla="*/ 53529 w 1607902"/>
                <a:gd name="connsiteY0" fmla="*/ 271545 h 272937"/>
                <a:gd name="connsiteX1" fmla="*/ 1607903 w 1607902"/>
                <a:gd name="connsiteY1" fmla="*/ 65224 h 272937"/>
                <a:gd name="connsiteX2" fmla="*/ 1591406 w 1607902"/>
                <a:gd name="connsiteY2" fmla="*/ 0 h 272937"/>
                <a:gd name="connsiteX3" fmla="*/ 0 w 1607902"/>
                <a:gd name="connsiteY3" fmla="*/ 205626 h 272937"/>
                <a:gd name="connsiteX4" fmla="*/ 1531 w 1607902"/>
                <a:gd name="connsiteY4" fmla="*/ 272938 h 272937"/>
                <a:gd name="connsiteX5" fmla="*/ 53529 w 1607902"/>
                <a:gd name="connsiteY5" fmla="*/ 271545 h 27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7902" h="272937">
                  <a:moveTo>
                    <a:pt x="53529" y="271545"/>
                  </a:moveTo>
                  <a:cubicBezTo>
                    <a:pt x="883341" y="246486"/>
                    <a:pt x="1600664" y="67034"/>
                    <a:pt x="1607903" y="65224"/>
                  </a:cubicBezTo>
                  <a:lnTo>
                    <a:pt x="1591406" y="0"/>
                  </a:lnTo>
                  <a:cubicBezTo>
                    <a:pt x="1584027" y="1879"/>
                    <a:pt x="842480" y="186483"/>
                    <a:pt x="0" y="205626"/>
                  </a:cubicBezTo>
                  <a:lnTo>
                    <a:pt x="1531" y="272938"/>
                  </a:lnTo>
                  <a:cubicBezTo>
                    <a:pt x="18864" y="272520"/>
                    <a:pt x="36266" y="272102"/>
                    <a:pt x="53529" y="271545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116">
              <a:extLst>
                <a:ext uri="{FF2B5EF4-FFF2-40B4-BE49-F238E27FC236}">
                  <a16:creationId xmlns:a16="http://schemas.microsoft.com/office/drawing/2014/main" id="{79930BD3-9406-1CA3-0738-38A9E5462C42}"/>
                </a:ext>
              </a:extLst>
            </p:cNvPr>
            <p:cNvSpPr/>
            <p:nvPr/>
          </p:nvSpPr>
          <p:spPr>
            <a:xfrm>
              <a:off x="9460804" y="2965534"/>
              <a:ext cx="71419" cy="123695"/>
            </a:xfrm>
            <a:custGeom>
              <a:avLst/>
              <a:gdLst>
                <a:gd name="connsiteX0" fmla="*/ 4107 w 71419"/>
                <a:gd name="connsiteY0" fmla="*/ 0 h 123695"/>
                <a:gd name="connsiteX1" fmla="*/ 65572 w 71419"/>
                <a:gd name="connsiteY1" fmla="*/ 49701 h 123695"/>
                <a:gd name="connsiteX2" fmla="*/ 71419 w 71419"/>
                <a:gd name="connsiteY2" fmla="*/ 123696 h 123695"/>
                <a:gd name="connsiteX3" fmla="*/ 0 w 71419"/>
                <a:gd name="connsiteY3" fmla="*/ 73298 h 123695"/>
                <a:gd name="connsiteX4" fmla="*/ 4107 w 71419"/>
                <a:gd name="connsiteY4" fmla="*/ 0 h 12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419" h="123695">
                  <a:moveTo>
                    <a:pt x="4107" y="0"/>
                  </a:moveTo>
                  <a:lnTo>
                    <a:pt x="65572" y="49701"/>
                  </a:lnTo>
                  <a:lnTo>
                    <a:pt x="71419" y="123696"/>
                  </a:lnTo>
                  <a:lnTo>
                    <a:pt x="0" y="73298"/>
                  </a:lnTo>
                  <a:lnTo>
                    <a:pt x="4107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117">
              <a:extLst>
                <a:ext uri="{FF2B5EF4-FFF2-40B4-BE49-F238E27FC236}">
                  <a16:creationId xmlns:a16="http://schemas.microsoft.com/office/drawing/2014/main" id="{294E940B-50E8-CC41-54DA-C93962E99777}"/>
                </a:ext>
              </a:extLst>
            </p:cNvPr>
            <p:cNvSpPr/>
            <p:nvPr/>
          </p:nvSpPr>
          <p:spPr>
            <a:xfrm>
              <a:off x="9563478" y="3371216"/>
              <a:ext cx="78797" cy="304679"/>
            </a:xfrm>
            <a:custGeom>
              <a:avLst/>
              <a:gdLst>
                <a:gd name="connsiteX0" fmla="*/ 78798 w 78797"/>
                <a:gd name="connsiteY0" fmla="*/ 304679 h 304679"/>
                <a:gd name="connsiteX1" fmla="*/ 58263 w 78797"/>
                <a:gd name="connsiteY1" fmla="*/ 0 h 304679"/>
                <a:gd name="connsiteX2" fmla="*/ 49840 w 78797"/>
                <a:gd name="connsiteY2" fmla="*/ 557 h 304679"/>
                <a:gd name="connsiteX3" fmla="*/ 69470 w 78797"/>
                <a:gd name="connsiteY3" fmla="*/ 291802 h 304679"/>
                <a:gd name="connsiteX4" fmla="*/ 0 w 78797"/>
                <a:gd name="connsiteY4" fmla="*/ 290479 h 304679"/>
                <a:gd name="connsiteX5" fmla="*/ 2715 w 78797"/>
                <a:gd name="connsiteY5" fmla="*/ 298415 h 304679"/>
                <a:gd name="connsiteX6" fmla="*/ 72394 w 78797"/>
                <a:gd name="connsiteY6" fmla="*/ 301895 h 304679"/>
                <a:gd name="connsiteX7" fmla="*/ 78658 w 78797"/>
                <a:gd name="connsiteY7" fmla="*/ 304540 h 30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797" h="304679">
                  <a:moveTo>
                    <a:pt x="78798" y="304679"/>
                  </a:moveTo>
                  <a:lnTo>
                    <a:pt x="58263" y="0"/>
                  </a:lnTo>
                  <a:lnTo>
                    <a:pt x="49840" y="557"/>
                  </a:lnTo>
                  <a:lnTo>
                    <a:pt x="69470" y="291802"/>
                  </a:lnTo>
                  <a:cubicBezTo>
                    <a:pt x="33552" y="279342"/>
                    <a:pt x="1462" y="290062"/>
                    <a:pt x="0" y="290479"/>
                  </a:cubicBezTo>
                  <a:lnTo>
                    <a:pt x="2715" y="298415"/>
                  </a:lnTo>
                  <a:cubicBezTo>
                    <a:pt x="3063" y="298345"/>
                    <a:pt x="37102" y="287068"/>
                    <a:pt x="72394" y="301895"/>
                  </a:cubicBezTo>
                  <a:lnTo>
                    <a:pt x="78658" y="30454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118">
              <a:extLst>
                <a:ext uri="{FF2B5EF4-FFF2-40B4-BE49-F238E27FC236}">
                  <a16:creationId xmlns:a16="http://schemas.microsoft.com/office/drawing/2014/main" id="{44343508-04C8-0031-6387-E79A0FE0EB04}"/>
                </a:ext>
              </a:extLst>
            </p:cNvPr>
            <p:cNvSpPr/>
            <p:nvPr/>
          </p:nvSpPr>
          <p:spPr>
            <a:xfrm>
              <a:off x="9572666" y="3663505"/>
              <a:ext cx="62161" cy="301096"/>
            </a:xfrm>
            <a:custGeom>
              <a:avLst/>
              <a:gdLst>
                <a:gd name="connsiteX0" fmla="*/ 29166 w 62161"/>
                <a:gd name="connsiteY0" fmla="*/ 301060 h 301096"/>
                <a:gd name="connsiteX1" fmla="*/ 59168 w 62161"/>
                <a:gd name="connsiteY1" fmla="*/ 296187 h 301096"/>
                <a:gd name="connsiteX2" fmla="*/ 62161 w 62161"/>
                <a:gd name="connsiteY2" fmla="*/ 295143 h 301096"/>
                <a:gd name="connsiteX3" fmla="*/ 62022 w 62161"/>
                <a:gd name="connsiteY3" fmla="*/ 292011 h 301096"/>
                <a:gd name="connsiteX4" fmla="*/ 51093 w 62161"/>
                <a:gd name="connsiteY4" fmla="*/ 0 h 301096"/>
                <a:gd name="connsiteX5" fmla="*/ 42670 w 62161"/>
                <a:gd name="connsiteY5" fmla="*/ 348 h 301096"/>
                <a:gd name="connsiteX6" fmla="*/ 53460 w 62161"/>
                <a:gd name="connsiteY6" fmla="*/ 289087 h 301096"/>
                <a:gd name="connsiteX7" fmla="*/ 2088 w 62161"/>
                <a:gd name="connsiteY7" fmla="*/ 289853 h 301096"/>
                <a:gd name="connsiteX8" fmla="*/ 0 w 62161"/>
                <a:gd name="connsiteY8" fmla="*/ 297997 h 301096"/>
                <a:gd name="connsiteX9" fmla="*/ 29166 w 62161"/>
                <a:gd name="connsiteY9" fmla="*/ 301060 h 30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161" h="301096">
                  <a:moveTo>
                    <a:pt x="29166" y="301060"/>
                  </a:moveTo>
                  <a:cubicBezTo>
                    <a:pt x="46151" y="300573"/>
                    <a:pt x="58402" y="296466"/>
                    <a:pt x="59168" y="296187"/>
                  </a:cubicBezTo>
                  <a:lnTo>
                    <a:pt x="62161" y="295143"/>
                  </a:lnTo>
                  <a:lnTo>
                    <a:pt x="62022" y="292011"/>
                  </a:lnTo>
                  <a:lnTo>
                    <a:pt x="51093" y="0"/>
                  </a:lnTo>
                  <a:lnTo>
                    <a:pt x="42670" y="348"/>
                  </a:lnTo>
                  <a:lnTo>
                    <a:pt x="53460" y="289087"/>
                  </a:lnTo>
                  <a:cubicBezTo>
                    <a:pt x="45873" y="291106"/>
                    <a:pt x="24572" y="295491"/>
                    <a:pt x="2088" y="289853"/>
                  </a:cubicBezTo>
                  <a:lnTo>
                    <a:pt x="0" y="297997"/>
                  </a:lnTo>
                  <a:cubicBezTo>
                    <a:pt x="10372" y="300642"/>
                    <a:pt x="20396" y="301269"/>
                    <a:pt x="29166" y="301060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119">
              <a:extLst>
                <a:ext uri="{FF2B5EF4-FFF2-40B4-BE49-F238E27FC236}">
                  <a16:creationId xmlns:a16="http://schemas.microsoft.com/office/drawing/2014/main" id="{1BFF3C59-BA2E-FAE2-2CF5-AFD5A4810D47}"/>
                </a:ext>
              </a:extLst>
            </p:cNvPr>
            <p:cNvSpPr/>
            <p:nvPr/>
          </p:nvSpPr>
          <p:spPr>
            <a:xfrm>
              <a:off x="9616241" y="3373167"/>
              <a:ext cx="35709" cy="26032"/>
            </a:xfrm>
            <a:custGeom>
              <a:avLst/>
              <a:gdLst>
                <a:gd name="connsiteX0" fmla="*/ 34526 w 35709"/>
                <a:gd name="connsiteY0" fmla="*/ 14895 h 26032"/>
                <a:gd name="connsiteX1" fmla="*/ 0 w 35709"/>
                <a:gd name="connsiteY1" fmla="*/ 26032 h 26032"/>
                <a:gd name="connsiteX2" fmla="*/ 1392 w 35709"/>
                <a:gd name="connsiteY2" fmla="*/ 68 h 26032"/>
                <a:gd name="connsiteX3" fmla="*/ 35710 w 35709"/>
                <a:gd name="connsiteY3" fmla="*/ 15104 h 2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9" h="26032">
                  <a:moveTo>
                    <a:pt x="34526" y="14895"/>
                  </a:moveTo>
                  <a:cubicBezTo>
                    <a:pt x="34526" y="14895"/>
                    <a:pt x="27078" y="24988"/>
                    <a:pt x="0" y="26032"/>
                  </a:cubicBezTo>
                  <a:lnTo>
                    <a:pt x="1392" y="68"/>
                  </a:lnTo>
                  <a:cubicBezTo>
                    <a:pt x="1392" y="68"/>
                    <a:pt x="19143" y="-1881"/>
                    <a:pt x="35710" y="15104"/>
                  </a:cubicBezTo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120">
              <a:extLst>
                <a:ext uri="{FF2B5EF4-FFF2-40B4-BE49-F238E27FC236}">
                  <a16:creationId xmlns:a16="http://schemas.microsoft.com/office/drawing/2014/main" id="{AF520D0D-ECA9-020E-F23B-6425DCAC2C1C}"/>
                </a:ext>
              </a:extLst>
            </p:cNvPr>
            <p:cNvSpPr/>
            <p:nvPr/>
          </p:nvSpPr>
          <p:spPr>
            <a:xfrm>
              <a:off x="9582202" y="3114498"/>
              <a:ext cx="253725" cy="1320486"/>
            </a:xfrm>
            <a:custGeom>
              <a:avLst/>
              <a:gdLst>
                <a:gd name="connsiteX0" fmla="*/ 253725 w 253725"/>
                <a:gd name="connsiteY0" fmla="*/ 1320486 h 1320486"/>
                <a:gd name="connsiteX1" fmla="*/ 193792 w 253725"/>
                <a:gd name="connsiteY1" fmla="*/ 0 h 1320486"/>
                <a:gd name="connsiteX2" fmla="*/ 53599 w 253725"/>
                <a:gd name="connsiteY2" fmla="*/ 16080 h 1320486"/>
                <a:gd name="connsiteX3" fmla="*/ 56453 w 253725"/>
                <a:gd name="connsiteY3" fmla="*/ 41139 h 1320486"/>
                <a:gd name="connsiteX4" fmla="*/ 169777 w 253725"/>
                <a:gd name="connsiteY4" fmla="*/ 28122 h 1320486"/>
                <a:gd name="connsiteX5" fmla="*/ 227204 w 253725"/>
                <a:gd name="connsiteY5" fmla="*/ 1292573 h 1320486"/>
                <a:gd name="connsiteX6" fmla="*/ 2367 w 253725"/>
                <a:gd name="connsiteY6" fmla="*/ 1270994 h 1320486"/>
                <a:gd name="connsiteX7" fmla="*/ 0 w 253725"/>
                <a:gd name="connsiteY7" fmla="*/ 1296123 h 1320486"/>
                <a:gd name="connsiteX8" fmla="*/ 253725 w 253725"/>
                <a:gd name="connsiteY8" fmla="*/ 1320486 h 132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725" h="1320486">
                  <a:moveTo>
                    <a:pt x="253725" y="1320486"/>
                  </a:moveTo>
                  <a:lnTo>
                    <a:pt x="193792" y="0"/>
                  </a:lnTo>
                  <a:lnTo>
                    <a:pt x="53599" y="16080"/>
                  </a:lnTo>
                  <a:lnTo>
                    <a:pt x="56453" y="41139"/>
                  </a:lnTo>
                  <a:lnTo>
                    <a:pt x="169777" y="28122"/>
                  </a:lnTo>
                  <a:lnTo>
                    <a:pt x="227204" y="1292573"/>
                  </a:lnTo>
                  <a:lnTo>
                    <a:pt x="2367" y="1270994"/>
                  </a:lnTo>
                  <a:lnTo>
                    <a:pt x="0" y="1296123"/>
                  </a:lnTo>
                  <a:lnTo>
                    <a:pt x="253725" y="1320486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121">
              <a:extLst>
                <a:ext uri="{FF2B5EF4-FFF2-40B4-BE49-F238E27FC236}">
                  <a16:creationId xmlns:a16="http://schemas.microsoft.com/office/drawing/2014/main" id="{49003F51-F799-98B7-586D-59CBE47BAD4B}"/>
                </a:ext>
              </a:extLst>
            </p:cNvPr>
            <p:cNvSpPr/>
            <p:nvPr/>
          </p:nvSpPr>
          <p:spPr>
            <a:xfrm>
              <a:off x="9532919" y="3073163"/>
              <a:ext cx="118405" cy="314968"/>
            </a:xfrm>
            <a:custGeom>
              <a:avLst/>
              <a:gdLst>
                <a:gd name="connsiteX0" fmla="*/ 118405 w 118405"/>
                <a:gd name="connsiteY0" fmla="*/ 314968 h 314968"/>
                <a:gd name="connsiteX1" fmla="*/ 104414 w 118405"/>
                <a:gd name="connsiteY1" fmla="*/ 29083 h 314968"/>
                <a:gd name="connsiteX2" fmla="*/ 102673 w 118405"/>
                <a:gd name="connsiteY2" fmla="*/ 27900 h 314968"/>
                <a:gd name="connsiteX3" fmla="*/ 0 w 118405"/>
                <a:gd name="connsiteY3" fmla="*/ 4859 h 314968"/>
                <a:gd name="connsiteX4" fmla="*/ 3898 w 118405"/>
                <a:gd name="connsiteY4" fmla="*/ 12307 h 314968"/>
                <a:gd name="connsiteX5" fmla="*/ 1949 w 118405"/>
                <a:gd name="connsiteY5" fmla="*/ 8618 h 314968"/>
                <a:gd name="connsiteX6" fmla="*/ 3898 w 118405"/>
                <a:gd name="connsiteY6" fmla="*/ 12307 h 314968"/>
                <a:gd name="connsiteX7" fmla="*/ 96200 w 118405"/>
                <a:gd name="connsiteY7" fmla="*/ 33747 h 314968"/>
                <a:gd name="connsiteX8" fmla="*/ 109286 w 118405"/>
                <a:gd name="connsiteY8" fmla="*/ 301742 h 314968"/>
                <a:gd name="connsiteX9" fmla="*/ 85550 w 118405"/>
                <a:gd name="connsiteY9" fmla="*/ 294294 h 314968"/>
                <a:gd name="connsiteX10" fmla="*/ 8771 w 118405"/>
                <a:gd name="connsiteY10" fmla="*/ 296939 h 314968"/>
                <a:gd name="connsiteX11" fmla="*/ 12182 w 118405"/>
                <a:gd name="connsiteY11" fmla="*/ 304666 h 314968"/>
                <a:gd name="connsiteX12" fmla="*/ 83601 w 118405"/>
                <a:gd name="connsiteY12" fmla="*/ 302438 h 314968"/>
                <a:gd name="connsiteX13" fmla="*/ 112071 w 118405"/>
                <a:gd name="connsiteY13" fmla="*/ 311975 h 314968"/>
                <a:gd name="connsiteX14" fmla="*/ 118405 w 118405"/>
                <a:gd name="connsiteY14" fmla="*/ 314968 h 314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405" h="314968">
                  <a:moveTo>
                    <a:pt x="118405" y="314968"/>
                  </a:moveTo>
                  <a:lnTo>
                    <a:pt x="104414" y="29083"/>
                  </a:lnTo>
                  <a:lnTo>
                    <a:pt x="102673" y="27900"/>
                  </a:lnTo>
                  <a:cubicBezTo>
                    <a:pt x="39051" y="-14840"/>
                    <a:pt x="1601" y="4024"/>
                    <a:pt x="0" y="4859"/>
                  </a:cubicBezTo>
                  <a:lnTo>
                    <a:pt x="3898" y="12307"/>
                  </a:lnTo>
                  <a:lnTo>
                    <a:pt x="1949" y="8618"/>
                  </a:lnTo>
                  <a:lnTo>
                    <a:pt x="3898" y="12307"/>
                  </a:lnTo>
                  <a:cubicBezTo>
                    <a:pt x="4246" y="12168"/>
                    <a:pt x="38355" y="-4399"/>
                    <a:pt x="96200" y="33747"/>
                  </a:cubicBezTo>
                  <a:lnTo>
                    <a:pt x="109286" y="301742"/>
                  </a:lnTo>
                  <a:cubicBezTo>
                    <a:pt x="103996" y="299654"/>
                    <a:pt x="95713" y="296731"/>
                    <a:pt x="85550" y="294294"/>
                  </a:cubicBezTo>
                  <a:cubicBezTo>
                    <a:pt x="64876" y="289213"/>
                    <a:pt x="34735" y="285593"/>
                    <a:pt x="8771" y="296939"/>
                  </a:cubicBezTo>
                  <a:lnTo>
                    <a:pt x="12182" y="304666"/>
                  </a:lnTo>
                  <a:cubicBezTo>
                    <a:pt x="36058" y="294225"/>
                    <a:pt x="64180" y="297705"/>
                    <a:pt x="83601" y="302438"/>
                  </a:cubicBezTo>
                  <a:cubicBezTo>
                    <a:pt x="100237" y="306545"/>
                    <a:pt x="111932" y="311975"/>
                    <a:pt x="112071" y="311975"/>
                  </a:cubicBezTo>
                  <a:lnTo>
                    <a:pt x="118405" y="314968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122">
              <a:extLst>
                <a:ext uri="{FF2B5EF4-FFF2-40B4-BE49-F238E27FC236}">
                  <a16:creationId xmlns:a16="http://schemas.microsoft.com/office/drawing/2014/main" id="{3CA84B49-315C-74DD-DB04-CC5AE75D9457}"/>
                </a:ext>
              </a:extLst>
            </p:cNvPr>
            <p:cNvSpPr/>
            <p:nvPr/>
          </p:nvSpPr>
          <p:spPr>
            <a:xfrm>
              <a:off x="8291091" y="3598391"/>
              <a:ext cx="593000" cy="73746"/>
            </a:xfrm>
            <a:custGeom>
              <a:avLst/>
              <a:gdLst>
                <a:gd name="connsiteX0" fmla="*/ 586527 w 593000"/>
                <a:gd name="connsiteY0" fmla="*/ 48408 h 73746"/>
                <a:gd name="connsiteX1" fmla="*/ 1323 w 593000"/>
                <a:gd name="connsiteY1" fmla="*/ 73746 h 73746"/>
                <a:gd name="connsiteX2" fmla="*/ 0 w 593000"/>
                <a:gd name="connsiteY2" fmla="*/ 29196 h 73746"/>
                <a:gd name="connsiteX3" fmla="*/ 593001 w 593000"/>
                <a:gd name="connsiteY3" fmla="*/ 587 h 73746"/>
                <a:gd name="connsiteX4" fmla="*/ 586527 w 593000"/>
                <a:gd name="connsiteY4" fmla="*/ 48408 h 73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00" h="73746">
                  <a:moveTo>
                    <a:pt x="586527" y="48408"/>
                  </a:moveTo>
                  <a:cubicBezTo>
                    <a:pt x="586527" y="48408"/>
                    <a:pt x="88404" y="64488"/>
                    <a:pt x="1323" y="73746"/>
                  </a:cubicBezTo>
                  <a:lnTo>
                    <a:pt x="0" y="29196"/>
                  </a:lnTo>
                  <a:cubicBezTo>
                    <a:pt x="0" y="29196"/>
                    <a:pt x="534947" y="-4843"/>
                    <a:pt x="593001" y="587"/>
                  </a:cubicBezTo>
                  <a:lnTo>
                    <a:pt x="586527" y="48408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123">
              <a:extLst>
                <a:ext uri="{FF2B5EF4-FFF2-40B4-BE49-F238E27FC236}">
                  <a16:creationId xmlns:a16="http://schemas.microsoft.com/office/drawing/2014/main" id="{8AD5DA05-5662-A9FD-08AF-5C77292FBD17}"/>
                </a:ext>
              </a:extLst>
            </p:cNvPr>
            <p:cNvSpPr/>
            <p:nvPr/>
          </p:nvSpPr>
          <p:spPr>
            <a:xfrm>
              <a:off x="8293249" y="3778012"/>
              <a:ext cx="595089" cy="67242"/>
            </a:xfrm>
            <a:custGeom>
              <a:avLst/>
              <a:gdLst>
                <a:gd name="connsiteX0" fmla="*/ 584439 w 595089"/>
                <a:gd name="connsiteY0" fmla="*/ 0 h 67242"/>
                <a:gd name="connsiteX1" fmla="*/ 0 w 595089"/>
                <a:gd name="connsiteY1" fmla="*/ 15453 h 67242"/>
                <a:gd name="connsiteX2" fmla="*/ 1531 w 595089"/>
                <a:gd name="connsiteY2" fmla="*/ 67243 h 67242"/>
                <a:gd name="connsiteX3" fmla="*/ 595089 w 595089"/>
                <a:gd name="connsiteY3" fmla="*/ 57219 h 67242"/>
                <a:gd name="connsiteX4" fmla="*/ 591052 w 595089"/>
                <a:gd name="connsiteY4" fmla="*/ 9467 h 67242"/>
                <a:gd name="connsiteX5" fmla="*/ 584439 w 595089"/>
                <a:gd name="connsiteY5" fmla="*/ 0 h 67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089" h="67242">
                  <a:moveTo>
                    <a:pt x="584439" y="0"/>
                  </a:moveTo>
                  <a:cubicBezTo>
                    <a:pt x="584439" y="0"/>
                    <a:pt x="21996" y="11694"/>
                    <a:pt x="0" y="15453"/>
                  </a:cubicBezTo>
                  <a:lnTo>
                    <a:pt x="1531" y="67243"/>
                  </a:lnTo>
                  <a:cubicBezTo>
                    <a:pt x="1531" y="67243"/>
                    <a:pt x="546850" y="63971"/>
                    <a:pt x="595089" y="57219"/>
                  </a:cubicBezTo>
                  <a:lnTo>
                    <a:pt x="591052" y="9467"/>
                  </a:lnTo>
                  <a:lnTo>
                    <a:pt x="584439" y="0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124">
              <a:extLst>
                <a:ext uri="{FF2B5EF4-FFF2-40B4-BE49-F238E27FC236}">
                  <a16:creationId xmlns:a16="http://schemas.microsoft.com/office/drawing/2014/main" id="{FCB7E508-1159-27F0-7A8F-179BF354892B}"/>
                </a:ext>
              </a:extLst>
            </p:cNvPr>
            <p:cNvSpPr/>
            <p:nvPr/>
          </p:nvSpPr>
          <p:spPr>
            <a:xfrm>
              <a:off x="8634404" y="3940341"/>
              <a:ext cx="283897" cy="71595"/>
            </a:xfrm>
            <a:custGeom>
              <a:avLst/>
              <a:gdLst>
                <a:gd name="connsiteX0" fmla="*/ 247670 w 283897"/>
                <a:gd name="connsiteY0" fmla="*/ 70 h 71595"/>
                <a:gd name="connsiteX1" fmla="*/ 0 w 283897"/>
                <a:gd name="connsiteY1" fmla="*/ 1740 h 71595"/>
                <a:gd name="connsiteX2" fmla="*/ 2088 w 283897"/>
                <a:gd name="connsiteY2" fmla="*/ 70027 h 71595"/>
                <a:gd name="connsiteX3" fmla="*/ 249827 w 283897"/>
                <a:gd name="connsiteY3" fmla="*/ 69888 h 71595"/>
                <a:gd name="connsiteX4" fmla="*/ 253517 w 283897"/>
                <a:gd name="connsiteY4" fmla="*/ 69957 h 71595"/>
                <a:gd name="connsiteX5" fmla="*/ 255605 w 283897"/>
                <a:gd name="connsiteY5" fmla="*/ 35501 h 71595"/>
                <a:gd name="connsiteX6" fmla="*/ 247670 w 283897"/>
                <a:gd name="connsiteY6" fmla="*/ 0 h 7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3897" h="71595">
                  <a:moveTo>
                    <a:pt x="247670" y="70"/>
                  </a:moveTo>
                  <a:cubicBezTo>
                    <a:pt x="247670" y="70"/>
                    <a:pt x="14270" y="5499"/>
                    <a:pt x="0" y="1740"/>
                  </a:cubicBezTo>
                  <a:lnTo>
                    <a:pt x="2088" y="70027"/>
                  </a:lnTo>
                  <a:cubicBezTo>
                    <a:pt x="2088" y="70027"/>
                    <a:pt x="177364" y="73647"/>
                    <a:pt x="249827" y="69888"/>
                  </a:cubicBezTo>
                  <a:cubicBezTo>
                    <a:pt x="322291" y="66129"/>
                    <a:pt x="257206" y="70027"/>
                    <a:pt x="253517" y="69957"/>
                  </a:cubicBezTo>
                  <a:cubicBezTo>
                    <a:pt x="249827" y="69888"/>
                    <a:pt x="256719" y="37032"/>
                    <a:pt x="255605" y="35501"/>
                  </a:cubicBezTo>
                  <a:cubicBezTo>
                    <a:pt x="254491" y="33969"/>
                    <a:pt x="247670" y="0"/>
                    <a:pt x="247670" y="0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125">
              <a:extLst>
                <a:ext uri="{FF2B5EF4-FFF2-40B4-BE49-F238E27FC236}">
                  <a16:creationId xmlns:a16="http://schemas.microsoft.com/office/drawing/2014/main" id="{6FD7A493-1702-A76E-FCF5-81B594EF8DF8}"/>
                </a:ext>
              </a:extLst>
            </p:cNvPr>
            <p:cNvSpPr/>
            <p:nvPr/>
          </p:nvSpPr>
          <p:spPr>
            <a:xfrm>
              <a:off x="8288746" y="3931104"/>
              <a:ext cx="159383" cy="76767"/>
            </a:xfrm>
            <a:custGeom>
              <a:avLst/>
              <a:gdLst>
                <a:gd name="connsiteX0" fmla="*/ 149430 w 159383"/>
                <a:gd name="connsiteY0" fmla="*/ 9028 h 76767"/>
                <a:gd name="connsiteX1" fmla="*/ 6104 w 159383"/>
                <a:gd name="connsiteY1" fmla="*/ 188 h 76767"/>
                <a:gd name="connsiteX2" fmla="*/ 8123 w 159383"/>
                <a:gd name="connsiteY2" fmla="*/ 67430 h 76767"/>
                <a:gd name="connsiteX3" fmla="*/ 147202 w 159383"/>
                <a:gd name="connsiteY3" fmla="*/ 75853 h 76767"/>
                <a:gd name="connsiteX4" fmla="*/ 159384 w 159383"/>
                <a:gd name="connsiteY4" fmla="*/ 49680 h 76767"/>
                <a:gd name="connsiteX5" fmla="*/ 149360 w 159383"/>
                <a:gd name="connsiteY5" fmla="*/ 8958 h 7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383" h="76767">
                  <a:moveTo>
                    <a:pt x="149430" y="9028"/>
                  </a:moveTo>
                  <a:cubicBezTo>
                    <a:pt x="149430" y="9028"/>
                    <a:pt x="20931" y="4503"/>
                    <a:pt x="6104" y="188"/>
                  </a:cubicBezTo>
                  <a:cubicBezTo>
                    <a:pt x="-8723" y="-4128"/>
                    <a:pt x="8123" y="67430"/>
                    <a:pt x="8123" y="67430"/>
                  </a:cubicBezTo>
                  <a:cubicBezTo>
                    <a:pt x="8123" y="67430"/>
                    <a:pt x="140520" y="80238"/>
                    <a:pt x="147202" y="75853"/>
                  </a:cubicBezTo>
                  <a:cubicBezTo>
                    <a:pt x="153885" y="71468"/>
                    <a:pt x="159384" y="49680"/>
                    <a:pt x="159384" y="49680"/>
                  </a:cubicBezTo>
                  <a:lnTo>
                    <a:pt x="149360" y="8958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126">
              <a:extLst>
                <a:ext uri="{FF2B5EF4-FFF2-40B4-BE49-F238E27FC236}">
                  <a16:creationId xmlns:a16="http://schemas.microsoft.com/office/drawing/2014/main" id="{B76D4F82-CB3C-4286-6256-C315763B9C5B}"/>
                </a:ext>
              </a:extLst>
            </p:cNvPr>
            <p:cNvSpPr/>
            <p:nvPr/>
          </p:nvSpPr>
          <p:spPr>
            <a:xfrm>
              <a:off x="8699349" y="4165457"/>
              <a:ext cx="215300" cy="71106"/>
            </a:xfrm>
            <a:custGeom>
              <a:avLst/>
              <a:gdLst>
                <a:gd name="connsiteX0" fmla="*/ 187458 w 215300"/>
                <a:gd name="connsiteY0" fmla="*/ 139 h 71106"/>
                <a:gd name="connsiteX1" fmla="*/ 0 w 215300"/>
                <a:gd name="connsiteY1" fmla="*/ 0 h 71106"/>
                <a:gd name="connsiteX2" fmla="*/ 2088 w 215300"/>
                <a:gd name="connsiteY2" fmla="*/ 68287 h 71106"/>
                <a:gd name="connsiteX3" fmla="*/ 189546 w 215300"/>
                <a:gd name="connsiteY3" fmla="*/ 70027 h 71106"/>
                <a:gd name="connsiteX4" fmla="*/ 192330 w 215300"/>
                <a:gd name="connsiteY4" fmla="*/ 70097 h 71106"/>
                <a:gd name="connsiteX5" fmla="*/ 193653 w 215300"/>
                <a:gd name="connsiteY5" fmla="*/ 35710 h 71106"/>
                <a:gd name="connsiteX6" fmla="*/ 187388 w 215300"/>
                <a:gd name="connsiteY6" fmla="*/ 139 h 71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300" h="71106">
                  <a:moveTo>
                    <a:pt x="187458" y="139"/>
                  </a:moveTo>
                  <a:cubicBezTo>
                    <a:pt x="187458" y="139"/>
                    <a:pt x="10859" y="3898"/>
                    <a:pt x="0" y="0"/>
                  </a:cubicBezTo>
                  <a:lnTo>
                    <a:pt x="2088" y="68287"/>
                  </a:lnTo>
                  <a:cubicBezTo>
                    <a:pt x="2088" y="68287"/>
                    <a:pt x="134763" y="73229"/>
                    <a:pt x="189546" y="70027"/>
                  </a:cubicBezTo>
                  <a:cubicBezTo>
                    <a:pt x="244328" y="66825"/>
                    <a:pt x="195115" y="70236"/>
                    <a:pt x="192330" y="70097"/>
                  </a:cubicBezTo>
                  <a:cubicBezTo>
                    <a:pt x="189546" y="70027"/>
                    <a:pt x="194488" y="37241"/>
                    <a:pt x="193653" y="35710"/>
                  </a:cubicBezTo>
                  <a:cubicBezTo>
                    <a:pt x="192818" y="34178"/>
                    <a:pt x="187388" y="139"/>
                    <a:pt x="187388" y="139"/>
                  </a:cubicBez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127">
              <a:extLst>
                <a:ext uri="{FF2B5EF4-FFF2-40B4-BE49-F238E27FC236}">
                  <a16:creationId xmlns:a16="http://schemas.microsoft.com/office/drawing/2014/main" id="{709793CA-7B08-3A57-0C9F-8325FF15F853}"/>
                </a:ext>
              </a:extLst>
            </p:cNvPr>
            <p:cNvSpPr/>
            <p:nvPr/>
          </p:nvSpPr>
          <p:spPr>
            <a:xfrm>
              <a:off x="8283873" y="4128794"/>
              <a:ext cx="114903" cy="75746"/>
            </a:xfrm>
            <a:custGeom>
              <a:avLst/>
              <a:gdLst>
                <a:gd name="connsiteX0" fmla="*/ 104949 w 114903"/>
                <a:gd name="connsiteY0" fmla="*/ 7914 h 75746"/>
                <a:gd name="connsiteX1" fmla="*/ 6104 w 114903"/>
                <a:gd name="connsiteY1" fmla="*/ 188 h 75746"/>
                <a:gd name="connsiteX2" fmla="*/ 8123 w 114903"/>
                <a:gd name="connsiteY2" fmla="*/ 67430 h 75746"/>
                <a:gd name="connsiteX3" fmla="*/ 102722 w 114903"/>
                <a:gd name="connsiteY3" fmla="*/ 74739 h 75746"/>
                <a:gd name="connsiteX4" fmla="*/ 114903 w 114903"/>
                <a:gd name="connsiteY4" fmla="*/ 48566 h 75746"/>
                <a:gd name="connsiteX5" fmla="*/ 104880 w 114903"/>
                <a:gd name="connsiteY5" fmla="*/ 7845 h 7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903" h="75746">
                  <a:moveTo>
                    <a:pt x="104949" y="7914"/>
                  </a:moveTo>
                  <a:cubicBezTo>
                    <a:pt x="104949" y="7914"/>
                    <a:pt x="21001" y="4434"/>
                    <a:pt x="6104" y="188"/>
                  </a:cubicBezTo>
                  <a:cubicBezTo>
                    <a:pt x="-8723" y="-4128"/>
                    <a:pt x="8123" y="67430"/>
                    <a:pt x="8123" y="67430"/>
                  </a:cubicBezTo>
                  <a:cubicBezTo>
                    <a:pt x="8123" y="67430"/>
                    <a:pt x="96039" y="79194"/>
                    <a:pt x="102722" y="74739"/>
                  </a:cubicBezTo>
                  <a:cubicBezTo>
                    <a:pt x="109404" y="70354"/>
                    <a:pt x="114903" y="48566"/>
                    <a:pt x="114903" y="48566"/>
                  </a:cubicBezTo>
                  <a:lnTo>
                    <a:pt x="104880" y="7845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128">
              <a:extLst>
                <a:ext uri="{FF2B5EF4-FFF2-40B4-BE49-F238E27FC236}">
                  <a16:creationId xmlns:a16="http://schemas.microsoft.com/office/drawing/2014/main" id="{6F0DE1DA-518C-762E-53CE-44BB8FB53EBD}"/>
                </a:ext>
              </a:extLst>
            </p:cNvPr>
            <p:cNvSpPr/>
            <p:nvPr/>
          </p:nvSpPr>
          <p:spPr>
            <a:xfrm>
              <a:off x="8274315" y="3578025"/>
              <a:ext cx="693794" cy="822084"/>
            </a:xfrm>
            <a:custGeom>
              <a:avLst/>
              <a:gdLst>
                <a:gd name="connsiteX0" fmla="*/ 4525 w 693794"/>
                <a:gd name="connsiteY0" fmla="*/ 748577 h 822084"/>
                <a:gd name="connsiteX1" fmla="*/ 58681 w 693794"/>
                <a:gd name="connsiteY1" fmla="*/ 769112 h 822084"/>
                <a:gd name="connsiteX2" fmla="*/ 128359 w 693794"/>
                <a:gd name="connsiteY2" fmla="*/ 737231 h 822084"/>
                <a:gd name="connsiteX3" fmla="*/ 125714 w 693794"/>
                <a:gd name="connsiteY3" fmla="*/ 442715 h 822084"/>
                <a:gd name="connsiteX4" fmla="*/ 187666 w 693794"/>
                <a:gd name="connsiteY4" fmla="*/ 440835 h 822084"/>
                <a:gd name="connsiteX5" fmla="*/ 182863 w 693794"/>
                <a:gd name="connsiteY5" fmla="*/ 280664 h 822084"/>
                <a:gd name="connsiteX6" fmla="*/ 341572 w 693794"/>
                <a:gd name="connsiteY6" fmla="*/ 279481 h 822084"/>
                <a:gd name="connsiteX7" fmla="*/ 340389 w 693794"/>
                <a:gd name="connsiteY7" fmla="*/ 450163 h 822084"/>
                <a:gd name="connsiteX8" fmla="*/ 421484 w 693794"/>
                <a:gd name="connsiteY8" fmla="*/ 452599 h 822084"/>
                <a:gd name="connsiteX9" fmla="*/ 427679 w 693794"/>
                <a:gd name="connsiteY9" fmla="*/ 772453 h 822084"/>
                <a:gd name="connsiteX10" fmla="*/ 519076 w 693794"/>
                <a:gd name="connsiteY10" fmla="*/ 822085 h 822084"/>
                <a:gd name="connsiteX11" fmla="*/ 643746 w 693794"/>
                <a:gd name="connsiteY11" fmla="*/ 818326 h 822084"/>
                <a:gd name="connsiteX12" fmla="*/ 642493 w 693794"/>
                <a:gd name="connsiteY12" fmla="*/ 776073 h 822084"/>
                <a:gd name="connsiteX13" fmla="*/ 647435 w 693794"/>
                <a:gd name="connsiteY13" fmla="*/ 784426 h 822084"/>
                <a:gd name="connsiteX14" fmla="*/ 693795 w 693794"/>
                <a:gd name="connsiteY14" fmla="*/ 757000 h 822084"/>
                <a:gd name="connsiteX15" fmla="*/ 675697 w 693794"/>
                <a:gd name="connsiteY15" fmla="*/ 62509 h 822084"/>
                <a:gd name="connsiteX16" fmla="*/ 621541 w 693794"/>
                <a:gd name="connsiteY16" fmla="*/ 0 h 822084"/>
                <a:gd name="connsiteX17" fmla="*/ 619174 w 693794"/>
                <a:gd name="connsiteY17" fmla="*/ 2088 h 822084"/>
                <a:gd name="connsiteX18" fmla="*/ 619174 w 693794"/>
                <a:gd name="connsiteY18" fmla="*/ 1462 h 822084"/>
                <a:gd name="connsiteX19" fmla="*/ 606575 w 693794"/>
                <a:gd name="connsiteY19" fmla="*/ 1810 h 822084"/>
                <a:gd name="connsiteX20" fmla="*/ 10441 w 693794"/>
                <a:gd name="connsiteY20" fmla="*/ 40652 h 822084"/>
                <a:gd name="connsiteX21" fmla="*/ 0 w 693794"/>
                <a:gd name="connsiteY21" fmla="*/ 42531 h 822084"/>
                <a:gd name="connsiteX22" fmla="*/ 4733 w 693794"/>
                <a:gd name="connsiteY22" fmla="*/ 748577 h 822084"/>
                <a:gd name="connsiteX23" fmla="*/ 641797 w 693794"/>
                <a:gd name="connsiteY23" fmla="*/ 758392 h 822084"/>
                <a:gd name="connsiteX24" fmla="*/ 620009 w 693794"/>
                <a:gd name="connsiteY24" fmla="*/ 37102 h 822084"/>
                <a:gd name="connsiteX25" fmla="*/ 650498 w 693794"/>
                <a:gd name="connsiteY25" fmla="*/ 72254 h 822084"/>
                <a:gd name="connsiteX26" fmla="*/ 668039 w 693794"/>
                <a:gd name="connsiteY26" fmla="*/ 742869 h 822084"/>
                <a:gd name="connsiteX27" fmla="*/ 641797 w 693794"/>
                <a:gd name="connsiteY27" fmla="*/ 758392 h 822084"/>
                <a:gd name="connsiteX28" fmla="*/ 29654 w 693794"/>
                <a:gd name="connsiteY28" fmla="*/ 731105 h 822084"/>
                <a:gd name="connsiteX29" fmla="*/ 25199 w 693794"/>
                <a:gd name="connsiteY29" fmla="*/ 63692 h 822084"/>
                <a:gd name="connsiteX30" fmla="*/ 593906 w 693794"/>
                <a:gd name="connsiteY30" fmla="*/ 27426 h 822084"/>
                <a:gd name="connsiteX31" fmla="*/ 594532 w 693794"/>
                <a:gd name="connsiteY31" fmla="*/ 27426 h 822084"/>
                <a:gd name="connsiteX32" fmla="*/ 617642 w 693794"/>
                <a:gd name="connsiteY32" fmla="*/ 793962 h 822084"/>
                <a:gd name="connsiteX33" fmla="*/ 525062 w 693794"/>
                <a:gd name="connsiteY33" fmla="*/ 796747 h 822084"/>
                <a:gd name="connsiteX34" fmla="*/ 452529 w 693794"/>
                <a:gd name="connsiteY34" fmla="*/ 757418 h 822084"/>
                <a:gd name="connsiteX35" fmla="*/ 446195 w 693794"/>
                <a:gd name="connsiteY35" fmla="*/ 428236 h 822084"/>
                <a:gd name="connsiteX36" fmla="*/ 365796 w 693794"/>
                <a:gd name="connsiteY36" fmla="*/ 425730 h 822084"/>
                <a:gd name="connsiteX37" fmla="*/ 366910 w 693794"/>
                <a:gd name="connsiteY37" fmla="*/ 254143 h 822084"/>
                <a:gd name="connsiteX38" fmla="*/ 156830 w 693794"/>
                <a:gd name="connsiteY38" fmla="*/ 255675 h 822084"/>
                <a:gd name="connsiteX39" fmla="*/ 161702 w 693794"/>
                <a:gd name="connsiteY39" fmla="*/ 416402 h 822084"/>
                <a:gd name="connsiteX40" fmla="*/ 100307 w 693794"/>
                <a:gd name="connsiteY40" fmla="*/ 418282 h 822084"/>
                <a:gd name="connsiteX41" fmla="*/ 103022 w 693794"/>
                <a:gd name="connsiteY41" fmla="*/ 721151 h 822084"/>
                <a:gd name="connsiteX42" fmla="*/ 57915 w 693794"/>
                <a:gd name="connsiteY42" fmla="*/ 741825 h 822084"/>
                <a:gd name="connsiteX43" fmla="*/ 29723 w 693794"/>
                <a:gd name="connsiteY43" fmla="*/ 731175 h 82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93794" h="822084">
                  <a:moveTo>
                    <a:pt x="4525" y="748577"/>
                  </a:moveTo>
                  <a:lnTo>
                    <a:pt x="58681" y="769112"/>
                  </a:lnTo>
                  <a:lnTo>
                    <a:pt x="128359" y="737231"/>
                  </a:lnTo>
                  <a:lnTo>
                    <a:pt x="125714" y="442715"/>
                  </a:lnTo>
                  <a:lnTo>
                    <a:pt x="187666" y="440835"/>
                  </a:lnTo>
                  <a:lnTo>
                    <a:pt x="182863" y="280664"/>
                  </a:lnTo>
                  <a:lnTo>
                    <a:pt x="341572" y="279481"/>
                  </a:lnTo>
                  <a:lnTo>
                    <a:pt x="340389" y="450163"/>
                  </a:lnTo>
                  <a:lnTo>
                    <a:pt x="421484" y="452599"/>
                  </a:lnTo>
                  <a:lnTo>
                    <a:pt x="427679" y="772453"/>
                  </a:lnTo>
                  <a:lnTo>
                    <a:pt x="519076" y="822085"/>
                  </a:lnTo>
                  <a:lnTo>
                    <a:pt x="643746" y="818326"/>
                  </a:lnTo>
                  <a:lnTo>
                    <a:pt x="642493" y="776073"/>
                  </a:lnTo>
                  <a:lnTo>
                    <a:pt x="647435" y="784426"/>
                  </a:lnTo>
                  <a:lnTo>
                    <a:pt x="693795" y="757000"/>
                  </a:lnTo>
                  <a:lnTo>
                    <a:pt x="675697" y="62509"/>
                  </a:lnTo>
                  <a:lnTo>
                    <a:pt x="621541" y="0"/>
                  </a:lnTo>
                  <a:lnTo>
                    <a:pt x="619174" y="2088"/>
                  </a:lnTo>
                  <a:lnTo>
                    <a:pt x="619174" y="1462"/>
                  </a:lnTo>
                  <a:cubicBezTo>
                    <a:pt x="619174" y="1462"/>
                    <a:pt x="606575" y="1810"/>
                    <a:pt x="606575" y="1810"/>
                  </a:cubicBezTo>
                  <a:cubicBezTo>
                    <a:pt x="588337" y="2367"/>
                    <a:pt x="156830" y="14270"/>
                    <a:pt x="10441" y="40652"/>
                  </a:cubicBezTo>
                  <a:lnTo>
                    <a:pt x="0" y="42531"/>
                  </a:lnTo>
                  <a:lnTo>
                    <a:pt x="4733" y="748577"/>
                  </a:lnTo>
                  <a:close/>
                  <a:moveTo>
                    <a:pt x="641797" y="758392"/>
                  </a:moveTo>
                  <a:lnTo>
                    <a:pt x="620009" y="37102"/>
                  </a:lnTo>
                  <a:lnTo>
                    <a:pt x="650498" y="72254"/>
                  </a:lnTo>
                  <a:lnTo>
                    <a:pt x="668039" y="742869"/>
                  </a:lnTo>
                  <a:lnTo>
                    <a:pt x="641797" y="758392"/>
                  </a:lnTo>
                  <a:close/>
                  <a:moveTo>
                    <a:pt x="29654" y="731105"/>
                  </a:moveTo>
                  <a:lnTo>
                    <a:pt x="25199" y="63692"/>
                  </a:lnTo>
                  <a:cubicBezTo>
                    <a:pt x="164069" y="41348"/>
                    <a:pt x="520746" y="29654"/>
                    <a:pt x="593906" y="27426"/>
                  </a:cubicBezTo>
                  <a:lnTo>
                    <a:pt x="594532" y="27426"/>
                  </a:lnTo>
                  <a:cubicBezTo>
                    <a:pt x="594532" y="27426"/>
                    <a:pt x="617642" y="793962"/>
                    <a:pt x="617642" y="793962"/>
                  </a:cubicBezTo>
                  <a:lnTo>
                    <a:pt x="525062" y="796747"/>
                  </a:lnTo>
                  <a:lnTo>
                    <a:pt x="452529" y="757418"/>
                  </a:lnTo>
                  <a:lnTo>
                    <a:pt x="446195" y="428236"/>
                  </a:lnTo>
                  <a:lnTo>
                    <a:pt x="365796" y="425730"/>
                  </a:lnTo>
                  <a:lnTo>
                    <a:pt x="366910" y="254143"/>
                  </a:lnTo>
                  <a:lnTo>
                    <a:pt x="156830" y="255675"/>
                  </a:lnTo>
                  <a:lnTo>
                    <a:pt x="161702" y="416402"/>
                  </a:lnTo>
                  <a:lnTo>
                    <a:pt x="100307" y="418282"/>
                  </a:lnTo>
                  <a:lnTo>
                    <a:pt x="103022" y="721151"/>
                  </a:lnTo>
                  <a:lnTo>
                    <a:pt x="57915" y="741825"/>
                  </a:lnTo>
                  <a:lnTo>
                    <a:pt x="29723" y="731175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129">
              <a:extLst>
                <a:ext uri="{FF2B5EF4-FFF2-40B4-BE49-F238E27FC236}">
                  <a16:creationId xmlns:a16="http://schemas.microsoft.com/office/drawing/2014/main" id="{B3B62B34-1D4A-1E50-7962-FCD7978D1E34}"/>
                </a:ext>
              </a:extLst>
            </p:cNvPr>
            <p:cNvSpPr/>
            <p:nvPr/>
          </p:nvSpPr>
          <p:spPr>
            <a:xfrm>
              <a:off x="7829373" y="2840794"/>
              <a:ext cx="1703058" cy="1642637"/>
            </a:xfrm>
            <a:custGeom>
              <a:avLst/>
              <a:gdLst>
                <a:gd name="connsiteX0" fmla="*/ 1703059 w 1703058"/>
                <a:gd name="connsiteY0" fmla="*/ 1642638 h 1642637"/>
                <a:gd name="connsiteX1" fmla="*/ 1452883 w 1703058"/>
                <a:gd name="connsiteY1" fmla="*/ 1607276 h 1642637"/>
                <a:gd name="connsiteX2" fmla="*/ 1452535 w 1703058"/>
                <a:gd name="connsiteY2" fmla="*/ 1598158 h 1642637"/>
                <a:gd name="connsiteX3" fmla="*/ 1400746 w 1703058"/>
                <a:gd name="connsiteY3" fmla="*/ 462205 h 1642637"/>
                <a:gd name="connsiteX4" fmla="*/ 215580 w 1703058"/>
                <a:gd name="connsiteY4" fmla="*/ 597665 h 1642637"/>
                <a:gd name="connsiteX5" fmla="*/ 203398 w 1703058"/>
                <a:gd name="connsiteY5" fmla="*/ 1468128 h 1642637"/>
                <a:gd name="connsiteX6" fmla="*/ 0 w 1703058"/>
                <a:gd name="connsiteY6" fmla="*/ 1481005 h 1642637"/>
                <a:gd name="connsiteX7" fmla="*/ 348 w 1703058"/>
                <a:gd name="connsiteY7" fmla="*/ 1468963 h 1642637"/>
                <a:gd name="connsiteX8" fmla="*/ 31046 w 1703058"/>
                <a:gd name="connsiteY8" fmla="*/ 314912 h 1642637"/>
                <a:gd name="connsiteX9" fmla="*/ 41557 w 1703058"/>
                <a:gd name="connsiteY9" fmla="*/ 314703 h 1642637"/>
                <a:gd name="connsiteX10" fmla="*/ 1623078 w 1703058"/>
                <a:gd name="connsiteY10" fmla="*/ 5012 h 1642637"/>
                <a:gd name="connsiteX11" fmla="*/ 1637139 w 1703058"/>
                <a:gd name="connsiteY11" fmla="*/ 0 h 1642637"/>
                <a:gd name="connsiteX12" fmla="*/ 1637696 w 1703058"/>
                <a:gd name="connsiteY12" fmla="*/ 14896 h 1642637"/>
                <a:gd name="connsiteX13" fmla="*/ 1703059 w 1703058"/>
                <a:gd name="connsiteY13" fmla="*/ 1642638 h 1642637"/>
                <a:gd name="connsiteX14" fmla="*/ 1474045 w 1703058"/>
                <a:gd name="connsiteY14" fmla="*/ 1588064 h 1642637"/>
                <a:gd name="connsiteX15" fmla="*/ 1680088 w 1703058"/>
                <a:gd name="connsiteY15" fmla="*/ 1617161 h 1642637"/>
                <a:gd name="connsiteX16" fmla="*/ 1616395 w 1703058"/>
                <a:gd name="connsiteY16" fmla="*/ 30698 h 1642637"/>
                <a:gd name="connsiteX17" fmla="*/ 52416 w 1703058"/>
                <a:gd name="connsiteY17" fmla="*/ 336352 h 1642637"/>
                <a:gd name="connsiteX18" fmla="*/ 22553 w 1703058"/>
                <a:gd name="connsiteY18" fmla="*/ 1457617 h 1642637"/>
                <a:gd name="connsiteX19" fmla="*/ 181680 w 1703058"/>
                <a:gd name="connsiteY19" fmla="*/ 1447523 h 1642637"/>
                <a:gd name="connsiteX20" fmla="*/ 193792 w 1703058"/>
                <a:gd name="connsiteY20" fmla="*/ 576155 h 1642637"/>
                <a:gd name="connsiteX21" fmla="*/ 204442 w 1703058"/>
                <a:gd name="connsiteY21" fmla="*/ 575947 h 1642637"/>
                <a:gd name="connsiteX22" fmla="*/ 1409517 w 1703058"/>
                <a:gd name="connsiteY22" fmla="*/ 438677 h 1642637"/>
                <a:gd name="connsiteX23" fmla="*/ 1421559 w 1703058"/>
                <a:gd name="connsiteY23" fmla="*/ 436867 h 1642637"/>
                <a:gd name="connsiteX24" fmla="*/ 1422046 w 1703058"/>
                <a:gd name="connsiteY24" fmla="*/ 448979 h 1642637"/>
                <a:gd name="connsiteX25" fmla="*/ 1473975 w 1703058"/>
                <a:gd name="connsiteY25" fmla="*/ 1587995 h 164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03058" h="1642637">
                  <a:moveTo>
                    <a:pt x="1703059" y="1642638"/>
                  </a:moveTo>
                  <a:lnTo>
                    <a:pt x="1452883" y="1607276"/>
                  </a:lnTo>
                  <a:lnTo>
                    <a:pt x="1452535" y="1598158"/>
                  </a:lnTo>
                  <a:lnTo>
                    <a:pt x="1400746" y="462205"/>
                  </a:lnTo>
                  <a:cubicBezTo>
                    <a:pt x="1294731" y="477728"/>
                    <a:pt x="520538" y="589868"/>
                    <a:pt x="215580" y="597665"/>
                  </a:cubicBezTo>
                  <a:lnTo>
                    <a:pt x="203398" y="1468128"/>
                  </a:lnTo>
                  <a:lnTo>
                    <a:pt x="0" y="1481005"/>
                  </a:lnTo>
                  <a:lnTo>
                    <a:pt x="348" y="1468963"/>
                  </a:lnTo>
                  <a:lnTo>
                    <a:pt x="31046" y="314912"/>
                  </a:lnTo>
                  <a:lnTo>
                    <a:pt x="41557" y="314703"/>
                  </a:lnTo>
                  <a:cubicBezTo>
                    <a:pt x="49144" y="314564"/>
                    <a:pt x="808302" y="296535"/>
                    <a:pt x="1623078" y="5012"/>
                  </a:cubicBezTo>
                  <a:lnTo>
                    <a:pt x="1637139" y="0"/>
                  </a:lnTo>
                  <a:lnTo>
                    <a:pt x="1637696" y="14896"/>
                  </a:lnTo>
                  <a:lnTo>
                    <a:pt x="1703059" y="1642638"/>
                  </a:lnTo>
                  <a:close/>
                  <a:moveTo>
                    <a:pt x="1474045" y="1588064"/>
                  </a:moveTo>
                  <a:lnTo>
                    <a:pt x="1680088" y="1617161"/>
                  </a:lnTo>
                  <a:lnTo>
                    <a:pt x="1616395" y="30698"/>
                  </a:lnTo>
                  <a:cubicBezTo>
                    <a:pt x="855567" y="300155"/>
                    <a:pt x="146527" y="333080"/>
                    <a:pt x="52416" y="336352"/>
                  </a:cubicBezTo>
                  <a:lnTo>
                    <a:pt x="22553" y="1457617"/>
                  </a:lnTo>
                  <a:lnTo>
                    <a:pt x="181680" y="1447523"/>
                  </a:lnTo>
                  <a:lnTo>
                    <a:pt x="193792" y="576155"/>
                  </a:lnTo>
                  <a:lnTo>
                    <a:pt x="204442" y="575947"/>
                  </a:lnTo>
                  <a:cubicBezTo>
                    <a:pt x="520607" y="570169"/>
                    <a:pt x="1400676" y="440000"/>
                    <a:pt x="1409517" y="438677"/>
                  </a:cubicBezTo>
                  <a:lnTo>
                    <a:pt x="1421559" y="436867"/>
                  </a:lnTo>
                  <a:lnTo>
                    <a:pt x="1422046" y="448979"/>
                  </a:lnTo>
                  <a:lnTo>
                    <a:pt x="1473975" y="1587995"/>
                  </a:lnTo>
                  <a:close/>
                </a:path>
              </a:pathLst>
            </a:custGeom>
            <a:solidFill>
              <a:srgbClr val="FFFFFF"/>
            </a:solidFill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58" name="Graphic 6">
              <a:extLst>
                <a:ext uri="{FF2B5EF4-FFF2-40B4-BE49-F238E27FC236}">
                  <a16:creationId xmlns:a16="http://schemas.microsoft.com/office/drawing/2014/main" id="{A7775653-7E15-55CC-1FD9-B22D341B8DC1}"/>
                </a:ext>
              </a:extLst>
            </p:cNvPr>
            <p:cNvGrpSpPr/>
            <p:nvPr/>
          </p:nvGrpSpPr>
          <p:grpSpPr>
            <a:xfrm>
              <a:off x="7841346" y="4255531"/>
              <a:ext cx="461300" cy="49909"/>
              <a:chOff x="7841346" y="4255531"/>
              <a:chExt cx="461300" cy="49909"/>
            </a:xfrm>
            <a:solidFill>
              <a:srgbClr val="FFFFFF"/>
            </a:solidFill>
          </p:grpSpPr>
          <p:sp>
            <p:nvSpPr>
              <p:cNvPr id="259" name="Freeform: Shape 131">
                <a:extLst>
                  <a:ext uri="{FF2B5EF4-FFF2-40B4-BE49-F238E27FC236}">
                    <a16:creationId xmlns:a16="http://schemas.microsoft.com/office/drawing/2014/main" id="{3EFAD278-F1F1-5E58-AAF0-3E62A3DFD495}"/>
                  </a:ext>
                </a:extLst>
              </p:cNvPr>
              <p:cNvSpPr/>
              <p:nvPr/>
            </p:nvSpPr>
            <p:spPr>
              <a:xfrm>
                <a:off x="8029291" y="4255601"/>
                <a:ext cx="273355" cy="41069"/>
              </a:xfrm>
              <a:custGeom>
                <a:avLst/>
                <a:gdLst>
                  <a:gd name="connsiteX0" fmla="*/ 273355 w 273355"/>
                  <a:gd name="connsiteY0" fmla="*/ 41069 h 41069"/>
                  <a:gd name="connsiteX1" fmla="*/ 260756 w 273355"/>
                  <a:gd name="connsiteY1" fmla="*/ 17750 h 41069"/>
                  <a:gd name="connsiteX2" fmla="*/ 252821 w 273355"/>
                  <a:gd name="connsiteY2" fmla="*/ 4733 h 41069"/>
                  <a:gd name="connsiteX3" fmla="*/ 975 w 273355"/>
                  <a:gd name="connsiteY3" fmla="*/ 0 h 41069"/>
                  <a:gd name="connsiteX4" fmla="*/ 0 w 273355"/>
                  <a:gd name="connsiteY4" fmla="*/ 39608 h 41069"/>
                  <a:gd name="connsiteX5" fmla="*/ 273355 w 273355"/>
                  <a:gd name="connsiteY5" fmla="*/ 41069 h 4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3355" h="41069">
                    <a:moveTo>
                      <a:pt x="273355" y="41069"/>
                    </a:moveTo>
                    <a:lnTo>
                      <a:pt x="260756" y="17750"/>
                    </a:lnTo>
                    <a:lnTo>
                      <a:pt x="252821" y="4733"/>
                    </a:lnTo>
                    <a:lnTo>
                      <a:pt x="975" y="0"/>
                    </a:lnTo>
                    <a:lnTo>
                      <a:pt x="0" y="39608"/>
                    </a:lnTo>
                    <a:lnTo>
                      <a:pt x="273355" y="41069"/>
                    </a:lnTo>
                    <a:close/>
                  </a:path>
                </a:pathLst>
              </a:custGeom>
              <a:solidFill>
                <a:srgbClr val="FFFFFF"/>
              </a:solidFill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132">
                <a:extLst>
                  <a:ext uri="{FF2B5EF4-FFF2-40B4-BE49-F238E27FC236}">
                    <a16:creationId xmlns:a16="http://schemas.microsoft.com/office/drawing/2014/main" id="{6060CC7A-E0AB-F6E8-B53A-537AA56F1163}"/>
                  </a:ext>
                </a:extLst>
              </p:cNvPr>
              <p:cNvSpPr/>
              <p:nvPr/>
            </p:nvSpPr>
            <p:spPr>
              <a:xfrm>
                <a:off x="7841346" y="4255531"/>
                <a:ext cx="188919" cy="49909"/>
              </a:xfrm>
              <a:custGeom>
                <a:avLst/>
                <a:gdLst>
                  <a:gd name="connsiteX0" fmla="*/ 2088 w 188919"/>
                  <a:gd name="connsiteY0" fmla="*/ 1879 h 49909"/>
                  <a:gd name="connsiteX1" fmla="*/ 0 w 188919"/>
                  <a:gd name="connsiteY1" fmla="*/ 49910 h 49909"/>
                  <a:gd name="connsiteX2" fmla="*/ 187945 w 188919"/>
                  <a:gd name="connsiteY2" fmla="*/ 39677 h 49909"/>
                  <a:gd name="connsiteX3" fmla="*/ 188919 w 188919"/>
                  <a:gd name="connsiteY3" fmla="*/ 70 h 49909"/>
                  <a:gd name="connsiteX4" fmla="*/ 186065 w 188919"/>
                  <a:gd name="connsiteY4" fmla="*/ 0 h 49909"/>
                  <a:gd name="connsiteX5" fmla="*/ 2088 w 188919"/>
                  <a:gd name="connsiteY5" fmla="*/ 1879 h 4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8919" h="49909">
                    <a:moveTo>
                      <a:pt x="2088" y="1879"/>
                    </a:moveTo>
                    <a:lnTo>
                      <a:pt x="0" y="49910"/>
                    </a:lnTo>
                    <a:lnTo>
                      <a:pt x="187945" y="39677"/>
                    </a:lnTo>
                    <a:lnTo>
                      <a:pt x="188919" y="70"/>
                    </a:lnTo>
                    <a:lnTo>
                      <a:pt x="186065" y="0"/>
                    </a:lnTo>
                    <a:lnTo>
                      <a:pt x="2088" y="1879"/>
                    </a:lnTo>
                    <a:close/>
                  </a:path>
                </a:pathLst>
              </a:custGeom>
              <a:solidFill>
                <a:srgbClr val="FFFFFF"/>
              </a:solidFill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261" name="Straight Connector 139">
            <a:extLst>
              <a:ext uri="{FF2B5EF4-FFF2-40B4-BE49-F238E27FC236}">
                <a16:creationId xmlns:a16="http://schemas.microsoft.com/office/drawing/2014/main" id="{CFE71280-E01E-BD1D-2874-F4C036CF573A}"/>
              </a:ext>
            </a:extLst>
          </p:cNvPr>
          <p:cNvCxnSpPr>
            <a:cxnSpLocks/>
          </p:cNvCxnSpPr>
          <p:nvPr/>
        </p:nvCxnSpPr>
        <p:spPr>
          <a:xfrm flipH="1">
            <a:off x="5246914" y="4140176"/>
            <a:ext cx="63643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8">
            <a:extLst>
              <a:ext uri="{FF2B5EF4-FFF2-40B4-BE49-F238E27FC236}">
                <a16:creationId xmlns:a16="http://schemas.microsoft.com/office/drawing/2014/main" id="{90C50E35-C9D0-C2CF-1AF9-6A254EF2C662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E4533002-0D3D-BCB1-DB33-D22F6D2AE3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68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153D-8F2F-E9CA-E66E-087142E3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B9F2B2F-C485-4CDC-400B-0431104B9FDF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D016A9C9-5731-3E1A-D3D6-50CCBDE99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8340DFA0-DE19-5044-8A1E-C510FFC8F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98D28B-6DB6-C4A4-5DED-55D94D6C5AB8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49E79FEC-1ED2-28D6-A3ED-DEE63C21586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612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BEA1-C931-DB18-A9C4-3DA8626D5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CE3271B-BBE8-5935-EA65-4B5EF16FB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52A4667E-5AEA-E1BC-5587-9B5445A348E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079" y="398357"/>
            <a:ext cx="3236373" cy="1177903"/>
          </a:xfrm>
          <a:prstGeom prst="rect">
            <a:avLst/>
          </a:prstGeom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8ED354AB-3F2D-D333-DCED-D1D5F452BE81}"/>
              </a:ext>
            </a:extLst>
          </p:cNvPr>
          <p:cNvSpPr/>
          <p:nvPr/>
        </p:nvSpPr>
        <p:spPr>
          <a:xfrm flipV="1">
            <a:off x="5159559" y="4161542"/>
            <a:ext cx="6096000" cy="4571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028C25D3-4B7B-2F4E-22C0-CA58C0391AA0}"/>
              </a:ext>
            </a:extLst>
          </p:cNvPr>
          <p:cNvSpPr txBox="1"/>
          <p:nvPr/>
        </p:nvSpPr>
        <p:spPr>
          <a:xfrm>
            <a:off x="3627751" y="2860999"/>
            <a:ext cx="6096000" cy="73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200" b="1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الرئيسي </a:t>
            </a:r>
            <a:endParaRPr lang="en-US" sz="3200" b="1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grpSp>
        <p:nvGrpSpPr>
          <p:cNvPr id="11" name="Group 133">
            <a:extLst>
              <a:ext uri="{FF2B5EF4-FFF2-40B4-BE49-F238E27FC236}">
                <a16:creationId xmlns:a16="http://schemas.microsoft.com/office/drawing/2014/main" id="{352BE58A-E838-BB17-3238-AFD471160373}"/>
              </a:ext>
            </a:extLst>
          </p:cNvPr>
          <p:cNvGrpSpPr/>
          <p:nvPr/>
        </p:nvGrpSpPr>
        <p:grpSpPr>
          <a:xfrm>
            <a:off x="9804445" y="3014599"/>
            <a:ext cx="1451114" cy="1193467"/>
            <a:chOff x="7829373" y="2838776"/>
            <a:chExt cx="2006554" cy="1644655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65BE4053-8F45-F599-D6EE-3D6050C719CB}"/>
                </a:ext>
              </a:extLst>
            </p:cNvPr>
            <p:cNvSpPr/>
            <p:nvPr/>
          </p:nvSpPr>
          <p:spPr>
            <a:xfrm>
              <a:off x="9278637" y="4149029"/>
              <a:ext cx="315260" cy="108451"/>
            </a:xfrm>
            <a:custGeom>
              <a:avLst/>
              <a:gdLst>
                <a:gd name="connsiteX0" fmla="*/ 236323 w 315260"/>
                <a:gd name="connsiteY0" fmla="*/ 108451 h 108451"/>
                <a:gd name="connsiteX1" fmla="*/ 315260 w 315260"/>
                <a:gd name="connsiteY1" fmla="*/ 65572 h 108451"/>
                <a:gd name="connsiteX2" fmla="*/ 295004 w 315260"/>
                <a:gd name="connsiteY2" fmla="*/ 0 h 108451"/>
                <a:gd name="connsiteX3" fmla="*/ 222610 w 315260"/>
                <a:gd name="connsiteY3" fmla="*/ 39329 h 108451"/>
                <a:gd name="connsiteX4" fmla="*/ 7100 w 315260"/>
                <a:gd name="connsiteY4" fmla="*/ 16358 h 108451"/>
                <a:gd name="connsiteX5" fmla="*/ 0 w 315260"/>
                <a:gd name="connsiteY5" fmla="*/ 83322 h 108451"/>
                <a:gd name="connsiteX6" fmla="*/ 236323 w 315260"/>
                <a:gd name="connsiteY6" fmla="*/ 108451 h 10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5260" h="108451">
                  <a:moveTo>
                    <a:pt x="236323" y="108451"/>
                  </a:moveTo>
                  <a:lnTo>
                    <a:pt x="315260" y="65572"/>
                  </a:lnTo>
                  <a:lnTo>
                    <a:pt x="295004" y="0"/>
                  </a:lnTo>
                  <a:lnTo>
                    <a:pt x="222610" y="39329"/>
                  </a:lnTo>
                  <a:lnTo>
                    <a:pt x="7100" y="16358"/>
                  </a:lnTo>
                  <a:lnTo>
                    <a:pt x="0" y="83322"/>
                  </a:lnTo>
                  <a:lnTo>
                    <a:pt x="236323" y="10845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9">
              <a:extLst>
                <a:ext uri="{FF2B5EF4-FFF2-40B4-BE49-F238E27FC236}">
                  <a16:creationId xmlns:a16="http://schemas.microsoft.com/office/drawing/2014/main" id="{8ED07A0A-5086-21B0-2433-9E7A56300EBB}"/>
                </a:ext>
              </a:extLst>
            </p:cNvPr>
            <p:cNvSpPr/>
            <p:nvPr/>
          </p:nvSpPr>
          <p:spPr>
            <a:xfrm>
              <a:off x="9283857" y="4312333"/>
              <a:ext cx="313171" cy="102047"/>
            </a:xfrm>
            <a:custGeom>
              <a:avLst/>
              <a:gdLst>
                <a:gd name="connsiteX0" fmla="*/ 241265 w 313171"/>
                <a:gd name="connsiteY0" fmla="*/ 102047 h 102047"/>
                <a:gd name="connsiteX1" fmla="*/ 313172 w 313171"/>
                <a:gd name="connsiteY1" fmla="*/ 65641 h 102047"/>
                <a:gd name="connsiteX2" fmla="*/ 296187 w 313171"/>
                <a:gd name="connsiteY2" fmla="*/ 0 h 102047"/>
                <a:gd name="connsiteX3" fmla="*/ 229293 w 313171"/>
                <a:gd name="connsiteY3" fmla="*/ 32647 h 102047"/>
                <a:gd name="connsiteX4" fmla="*/ 8562 w 313171"/>
                <a:gd name="connsiteY4" fmla="*/ 4455 h 102047"/>
                <a:gd name="connsiteX5" fmla="*/ 0 w 313171"/>
                <a:gd name="connsiteY5" fmla="*/ 71210 h 102047"/>
                <a:gd name="connsiteX6" fmla="*/ 241265 w 313171"/>
                <a:gd name="connsiteY6" fmla="*/ 102047 h 10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171" h="102047">
                  <a:moveTo>
                    <a:pt x="241265" y="102047"/>
                  </a:moveTo>
                  <a:lnTo>
                    <a:pt x="313172" y="65641"/>
                  </a:lnTo>
                  <a:lnTo>
                    <a:pt x="296187" y="0"/>
                  </a:lnTo>
                  <a:lnTo>
                    <a:pt x="229293" y="32647"/>
                  </a:lnTo>
                  <a:lnTo>
                    <a:pt x="8562" y="4455"/>
                  </a:lnTo>
                  <a:lnTo>
                    <a:pt x="0" y="71210"/>
                  </a:lnTo>
                  <a:lnTo>
                    <a:pt x="241265" y="10204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0">
              <a:extLst>
                <a:ext uri="{FF2B5EF4-FFF2-40B4-BE49-F238E27FC236}">
                  <a16:creationId xmlns:a16="http://schemas.microsoft.com/office/drawing/2014/main" id="{13EBEE2B-ADE6-F1D9-FE90-DF8186B40146}"/>
                </a:ext>
              </a:extLst>
            </p:cNvPr>
            <p:cNvSpPr/>
            <p:nvPr/>
          </p:nvSpPr>
          <p:spPr>
            <a:xfrm>
              <a:off x="9254970" y="3561319"/>
              <a:ext cx="300363" cy="82417"/>
            </a:xfrm>
            <a:custGeom>
              <a:avLst/>
              <a:gdLst>
                <a:gd name="connsiteX0" fmla="*/ 4525 w 300363"/>
                <a:gd name="connsiteY0" fmla="*/ 82417 h 82417"/>
                <a:gd name="connsiteX1" fmla="*/ 225395 w 300363"/>
                <a:gd name="connsiteY1" fmla="*/ 67451 h 82417"/>
                <a:gd name="connsiteX2" fmla="*/ 294517 w 300363"/>
                <a:gd name="connsiteY2" fmla="*/ 73507 h 82417"/>
                <a:gd name="connsiteX3" fmla="*/ 300364 w 300363"/>
                <a:gd name="connsiteY3" fmla="*/ 6474 h 82417"/>
                <a:gd name="connsiteX4" fmla="*/ 226091 w 300363"/>
                <a:gd name="connsiteY4" fmla="*/ 0 h 82417"/>
                <a:gd name="connsiteX5" fmla="*/ 0 w 300363"/>
                <a:gd name="connsiteY5" fmla="*/ 15314 h 82417"/>
                <a:gd name="connsiteX6" fmla="*/ 4525 w 300363"/>
                <a:gd name="connsiteY6" fmla="*/ 82417 h 8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0363" h="82417">
                  <a:moveTo>
                    <a:pt x="4525" y="82417"/>
                  </a:moveTo>
                  <a:lnTo>
                    <a:pt x="225395" y="67451"/>
                  </a:lnTo>
                  <a:lnTo>
                    <a:pt x="294517" y="73507"/>
                  </a:lnTo>
                  <a:lnTo>
                    <a:pt x="300364" y="6474"/>
                  </a:lnTo>
                  <a:lnTo>
                    <a:pt x="226091" y="0"/>
                  </a:lnTo>
                  <a:lnTo>
                    <a:pt x="0" y="15314"/>
                  </a:lnTo>
                  <a:lnTo>
                    <a:pt x="4525" y="8241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1">
              <a:extLst>
                <a:ext uri="{FF2B5EF4-FFF2-40B4-BE49-F238E27FC236}">
                  <a16:creationId xmlns:a16="http://schemas.microsoft.com/office/drawing/2014/main" id="{27BFA05F-B622-C144-D9F6-8E6E30BAB818}"/>
                </a:ext>
              </a:extLst>
            </p:cNvPr>
            <p:cNvSpPr/>
            <p:nvPr/>
          </p:nvSpPr>
          <p:spPr>
            <a:xfrm>
              <a:off x="9265759" y="3753580"/>
              <a:ext cx="299458" cy="88821"/>
            </a:xfrm>
            <a:custGeom>
              <a:avLst/>
              <a:gdLst>
                <a:gd name="connsiteX0" fmla="*/ 2019 w 299458"/>
                <a:gd name="connsiteY0" fmla="*/ 88821 h 88821"/>
                <a:gd name="connsiteX1" fmla="*/ 228457 w 299458"/>
                <a:gd name="connsiteY1" fmla="*/ 81373 h 88821"/>
                <a:gd name="connsiteX2" fmla="*/ 299459 w 299458"/>
                <a:gd name="connsiteY2" fmla="*/ 65711 h 88821"/>
                <a:gd name="connsiteX3" fmla="*/ 284980 w 299458"/>
                <a:gd name="connsiteY3" fmla="*/ 0 h 88821"/>
                <a:gd name="connsiteX4" fmla="*/ 217041 w 299458"/>
                <a:gd name="connsiteY4" fmla="*/ 14966 h 88821"/>
                <a:gd name="connsiteX5" fmla="*/ 0 w 299458"/>
                <a:gd name="connsiteY5" fmla="*/ 21509 h 88821"/>
                <a:gd name="connsiteX6" fmla="*/ 2019 w 299458"/>
                <a:gd name="connsiteY6" fmla="*/ 88821 h 88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458" h="88821">
                  <a:moveTo>
                    <a:pt x="2019" y="88821"/>
                  </a:moveTo>
                  <a:lnTo>
                    <a:pt x="228457" y="81373"/>
                  </a:lnTo>
                  <a:lnTo>
                    <a:pt x="299459" y="65711"/>
                  </a:lnTo>
                  <a:lnTo>
                    <a:pt x="284980" y="0"/>
                  </a:lnTo>
                  <a:lnTo>
                    <a:pt x="217041" y="14966"/>
                  </a:lnTo>
                  <a:lnTo>
                    <a:pt x="0" y="21509"/>
                  </a:lnTo>
                  <a:lnTo>
                    <a:pt x="2019" y="8882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307A990E-4E12-328B-E483-B249E5E605E5}"/>
                </a:ext>
              </a:extLst>
            </p:cNvPr>
            <p:cNvSpPr/>
            <p:nvPr/>
          </p:nvSpPr>
          <p:spPr>
            <a:xfrm>
              <a:off x="9447230" y="3160440"/>
              <a:ext cx="96687" cy="97731"/>
            </a:xfrm>
            <a:custGeom>
              <a:avLst/>
              <a:gdLst>
                <a:gd name="connsiteX0" fmla="*/ 80677 w 96687"/>
                <a:gd name="connsiteY0" fmla="*/ 97731 h 97731"/>
                <a:gd name="connsiteX1" fmla="*/ 96687 w 96687"/>
                <a:gd name="connsiteY1" fmla="*/ 35222 h 97731"/>
                <a:gd name="connsiteX2" fmla="*/ 28957 w 96687"/>
                <a:gd name="connsiteY2" fmla="*/ 0 h 97731"/>
                <a:gd name="connsiteX3" fmla="*/ 0 w 96687"/>
                <a:gd name="connsiteY3" fmla="*/ 60699 h 97731"/>
                <a:gd name="connsiteX4" fmla="*/ 80677 w 96687"/>
                <a:gd name="connsiteY4" fmla="*/ 97731 h 97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87" h="97731">
                  <a:moveTo>
                    <a:pt x="80677" y="97731"/>
                  </a:moveTo>
                  <a:lnTo>
                    <a:pt x="96687" y="35222"/>
                  </a:lnTo>
                  <a:lnTo>
                    <a:pt x="28957" y="0"/>
                  </a:lnTo>
                  <a:lnTo>
                    <a:pt x="0" y="60699"/>
                  </a:lnTo>
                  <a:lnTo>
                    <a:pt x="80677" y="9773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3">
              <a:extLst>
                <a:ext uri="{FF2B5EF4-FFF2-40B4-BE49-F238E27FC236}">
                  <a16:creationId xmlns:a16="http://schemas.microsoft.com/office/drawing/2014/main" id="{E3E5DECC-0A81-6C96-0CBF-36ADFF503013}"/>
                </a:ext>
              </a:extLst>
            </p:cNvPr>
            <p:cNvSpPr/>
            <p:nvPr/>
          </p:nvSpPr>
          <p:spPr>
            <a:xfrm>
              <a:off x="9447996" y="2838776"/>
              <a:ext cx="151678" cy="1641663"/>
            </a:xfrm>
            <a:custGeom>
              <a:avLst/>
              <a:gdLst>
                <a:gd name="connsiteX0" fmla="*/ 86594 w 151678"/>
                <a:gd name="connsiteY0" fmla="*/ 1641663 h 1641663"/>
                <a:gd name="connsiteX1" fmla="*/ 75526 w 151678"/>
                <a:gd name="connsiteY1" fmla="*/ 1622590 h 1641663"/>
                <a:gd name="connsiteX2" fmla="*/ 129195 w 151678"/>
                <a:gd name="connsiteY2" fmla="*/ 1591614 h 1641663"/>
                <a:gd name="connsiteX3" fmla="*/ 68843 w 151678"/>
                <a:gd name="connsiteY3" fmla="*/ 94947 h 1641663"/>
                <a:gd name="connsiteX4" fmla="*/ 0 w 151678"/>
                <a:gd name="connsiteY4" fmla="*/ 14270 h 1641663"/>
                <a:gd name="connsiteX5" fmla="*/ 16706 w 151678"/>
                <a:gd name="connsiteY5" fmla="*/ 0 h 1641663"/>
                <a:gd name="connsiteX6" fmla="*/ 90562 w 151678"/>
                <a:gd name="connsiteY6" fmla="*/ 86455 h 1641663"/>
                <a:gd name="connsiteX7" fmla="*/ 90631 w 151678"/>
                <a:gd name="connsiteY7" fmla="*/ 90283 h 1641663"/>
                <a:gd name="connsiteX8" fmla="*/ 151679 w 151678"/>
                <a:gd name="connsiteY8" fmla="*/ 1603935 h 1641663"/>
                <a:gd name="connsiteX9" fmla="*/ 86594 w 151678"/>
                <a:gd name="connsiteY9" fmla="*/ 1641663 h 164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1678" h="1641663">
                  <a:moveTo>
                    <a:pt x="86594" y="1641663"/>
                  </a:moveTo>
                  <a:lnTo>
                    <a:pt x="75526" y="1622590"/>
                  </a:lnTo>
                  <a:lnTo>
                    <a:pt x="129195" y="1591614"/>
                  </a:lnTo>
                  <a:lnTo>
                    <a:pt x="68843" y="94947"/>
                  </a:lnTo>
                  <a:lnTo>
                    <a:pt x="0" y="14270"/>
                  </a:lnTo>
                  <a:lnTo>
                    <a:pt x="16706" y="0"/>
                  </a:lnTo>
                  <a:lnTo>
                    <a:pt x="90562" y="86455"/>
                  </a:lnTo>
                  <a:lnTo>
                    <a:pt x="90631" y="90283"/>
                  </a:lnTo>
                  <a:lnTo>
                    <a:pt x="151679" y="1603935"/>
                  </a:lnTo>
                  <a:lnTo>
                    <a:pt x="86594" y="164166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4">
              <a:extLst>
                <a:ext uri="{FF2B5EF4-FFF2-40B4-BE49-F238E27FC236}">
                  <a16:creationId xmlns:a16="http://schemas.microsoft.com/office/drawing/2014/main" id="{820F039B-05DC-F532-08CD-B7F4CC69E8C1}"/>
                </a:ext>
              </a:extLst>
            </p:cNvPr>
            <p:cNvSpPr/>
            <p:nvPr/>
          </p:nvSpPr>
          <p:spPr>
            <a:xfrm>
              <a:off x="9697266" y="4241888"/>
              <a:ext cx="69748" cy="126827"/>
            </a:xfrm>
            <a:custGeom>
              <a:avLst/>
              <a:gdLst>
                <a:gd name="connsiteX0" fmla="*/ 0 w 69748"/>
                <a:gd name="connsiteY0" fmla="*/ 2019 h 126827"/>
                <a:gd name="connsiteX1" fmla="*/ 65989 w 69748"/>
                <a:gd name="connsiteY1" fmla="*/ 0 h 126827"/>
                <a:gd name="connsiteX2" fmla="*/ 69748 w 69748"/>
                <a:gd name="connsiteY2" fmla="*/ 124809 h 126827"/>
                <a:gd name="connsiteX3" fmla="*/ 3759 w 69748"/>
                <a:gd name="connsiteY3" fmla="*/ 126828 h 126827"/>
                <a:gd name="connsiteX4" fmla="*/ 0 w 69748"/>
                <a:gd name="connsiteY4" fmla="*/ 2019 h 126827"/>
                <a:gd name="connsiteX5" fmla="*/ 57845 w 69748"/>
                <a:gd name="connsiteY5" fmla="*/ 8631 h 126827"/>
                <a:gd name="connsiteX6" fmla="*/ 8701 w 69748"/>
                <a:gd name="connsiteY6" fmla="*/ 10093 h 126827"/>
                <a:gd name="connsiteX7" fmla="*/ 11973 w 69748"/>
                <a:gd name="connsiteY7" fmla="*/ 118057 h 126827"/>
                <a:gd name="connsiteX8" fmla="*/ 61117 w 69748"/>
                <a:gd name="connsiteY8" fmla="*/ 116595 h 126827"/>
                <a:gd name="connsiteX9" fmla="*/ 57845 w 69748"/>
                <a:gd name="connsiteY9" fmla="*/ 8631 h 12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748" h="126827">
                  <a:moveTo>
                    <a:pt x="0" y="2019"/>
                  </a:moveTo>
                  <a:lnTo>
                    <a:pt x="65989" y="0"/>
                  </a:lnTo>
                  <a:lnTo>
                    <a:pt x="69748" y="124809"/>
                  </a:lnTo>
                  <a:lnTo>
                    <a:pt x="3759" y="126828"/>
                  </a:lnTo>
                  <a:lnTo>
                    <a:pt x="0" y="2019"/>
                  </a:lnTo>
                  <a:close/>
                  <a:moveTo>
                    <a:pt x="57845" y="8631"/>
                  </a:moveTo>
                  <a:lnTo>
                    <a:pt x="8701" y="10093"/>
                  </a:lnTo>
                  <a:lnTo>
                    <a:pt x="11973" y="118057"/>
                  </a:lnTo>
                  <a:lnTo>
                    <a:pt x="61117" y="116595"/>
                  </a:lnTo>
                  <a:lnTo>
                    <a:pt x="57845" y="863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36FD4386-9530-5BBE-2CD1-21CD10CBB5E6}"/>
                </a:ext>
              </a:extLst>
            </p:cNvPr>
            <p:cNvSpPr/>
            <p:nvPr/>
          </p:nvSpPr>
          <p:spPr>
            <a:xfrm>
              <a:off x="9598421" y="4240217"/>
              <a:ext cx="61604" cy="141167"/>
            </a:xfrm>
            <a:custGeom>
              <a:avLst/>
              <a:gdLst>
                <a:gd name="connsiteX0" fmla="*/ 0 w 61604"/>
                <a:gd name="connsiteY0" fmla="*/ 1740 h 141167"/>
                <a:gd name="connsiteX1" fmla="*/ 57428 w 61604"/>
                <a:gd name="connsiteY1" fmla="*/ 0 h 141167"/>
                <a:gd name="connsiteX2" fmla="*/ 61604 w 61604"/>
                <a:gd name="connsiteY2" fmla="*/ 139427 h 141167"/>
                <a:gd name="connsiteX3" fmla="*/ 4177 w 61604"/>
                <a:gd name="connsiteY3" fmla="*/ 141167 h 141167"/>
                <a:gd name="connsiteX4" fmla="*/ 0 w 61604"/>
                <a:gd name="connsiteY4" fmla="*/ 1740 h 141167"/>
                <a:gd name="connsiteX5" fmla="*/ 49353 w 61604"/>
                <a:gd name="connsiteY5" fmla="*/ 8632 h 141167"/>
                <a:gd name="connsiteX6" fmla="*/ 8701 w 61604"/>
                <a:gd name="connsiteY6" fmla="*/ 9884 h 141167"/>
                <a:gd name="connsiteX7" fmla="*/ 12390 w 61604"/>
                <a:gd name="connsiteY7" fmla="*/ 132536 h 141167"/>
                <a:gd name="connsiteX8" fmla="*/ 53042 w 61604"/>
                <a:gd name="connsiteY8" fmla="*/ 131283 h 141167"/>
                <a:gd name="connsiteX9" fmla="*/ 49353 w 61604"/>
                <a:gd name="connsiteY9" fmla="*/ 8632 h 14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604" h="141167">
                  <a:moveTo>
                    <a:pt x="0" y="1740"/>
                  </a:moveTo>
                  <a:lnTo>
                    <a:pt x="57428" y="0"/>
                  </a:lnTo>
                  <a:lnTo>
                    <a:pt x="61604" y="139427"/>
                  </a:lnTo>
                  <a:lnTo>
                    <a:pt x="4177" y="141167"/>
                  </a:lnTo>
                  <a:lnTo>
                    <a:pt x="0" y="1740"/>
                  </a:lnTo>
                  <a:close/>
                  <a:moveTo>
                    <a:pt x="49353" y="8632"/>
                  </a:moveTo>
                  <a:lnTo>
                    <a:pt x="8701" y="9884"/>
                  </a:lnTo>
                  <a:lnTo>
                    <a:pt x="12390" y="132536"/>
                  </a:lnTo>
                  <a:lnTo>
                    <a:pt x="53042" y="131283"/>
                  </a:lnTo>
                  <a:lnTo>
                    <a:pt x="49353" y="863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F51BA40C-AC29-EC35-95C1-8B96F8F92ADF}"/>
                </a:ext>
              </a:extLst>
            </p:cNvPr>
            <p:cNvSpPr/>
            <p:nvPr/>
          </p:nvSpPr>
          <p:spPr>
            <a:xfrm>
              <a:off x="8905183" y="4096892"/>
              <a:ext cx="38911" cy="139914"/>
            </a:xfrm>
            <a:custGeom>
              <a:avLst/>
              <a:gdLst>
                <a:gd name="connsiteX0" fmla="*/ 37867 w 38911"/>
                <a:gd name="connsiteY0" fmla="*/ 0 h 139914"/>
                <a:gd name="connsiteX1" fmla="*/ 0 w 38911"/>
                <a:gd name="connsiteY1" fmla="*/ 16915 h 139914"/>
                <a:gd name="connsiteX2" fmla="*/ 3689 w 38911"/>
                <a:gd name="connsiteY2" fmla="*/ 139914 h 139914"/>
                <a:gd name="connsiteX3" fmla="*/ 38912 w 38911"/>
                <a:gd name="connsiteY3" fmla="*/ 120981 h 139914"/>
                <a:gd name="connsiteX4" fmla="*/ 37867 w 38911"/>
                <a:gd name="connsiteY4" fmla="*/ 0 h 139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11" h="139914">
                  <a:moveTo>
                    <a:pt x="37867" y="0"/>
                  </a:moveTo>
                  <a:lnTo>
                    <a:pt x="0" y="16915"/>
                  </a:lnTo>
                  <a:lnTo>
                    <a:pt x="3689" y="139914"/>
                  </a:lnTo>
                  <a:lnTo>
                    <a:pt x="38912" y="120981"/>
                  </a:lnTo>
                  <a:lnTo>
                    <a:pt x="37867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7">
              <a:extLst>
                <a:ext uri="{FF2B5EF4-FFF2-40B4-BE49-F238E27FC236}">
                  <a16:creationId xmlns:a16="http://schemas.microsoft.com/office/drawing/2014/main" id="{5C330201-BAC0-3810-BAEF-A3A74B89244A}"/>
                </a:ext>
              </a:extLst>
            </p:cNvPr>
            <p:cNvSpPr/>
            <p:nvPr/>
          </p:nvSpPr>
          <p:spPr>
            <a:xfrm>
              <a:off x="8899893" y="3929691"/>
              <a:ext cx="42948" cy="80328"/>
            </a:xfrm>
            <a:custGeom>
              <a:avLst/>
              <a:gdLst>
                <a:gd name="connsiteX0" fmla="*/ 38146 w 42948"/>
                <a:gd name="connsiteY0" fmla="*/ 139 h 80328"/>
                <a:gd name="connsiteX1" fmla="*/ 0 w 42948"/>
                <a:gd name="connsiteY1" fmla="*/ 9188 h 80328"/>
                <a:gd name="connsiteX2" fmla="*/ 2158 w 42948"/>
                <a:gd name="connsiteY2" fmla="*/ 80329 h 80328"/>
                <a:gd name="connsiteX3" fmla="*/ 42949 w 42948"/>
                <a:gd name="connsiteY3" fmla="*/ 72533 h 80328"/>
                <a:gd name="connsiteX4" fmla="*/ 40791 w 42948"/>
                <a:gd name="connsiteY4" fmla="*/ 0 h 80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48" h="80328">
                  <a:moveTo>
                    <a:pt x="38146" y="139"/>
                  </a:moveTo>
                  <a:lnTo>
                    <a:pt x="0" y="9188"/>
                  </a:lnTo>
                  <a:lnTo>
                    <a:pt x="2158" y="80329"/>
                  </a:lnTo>
                  <a:lnTo>
                    <a:pt x="42949" y="72533"/>
                  </a:lnTo>
                  <a:lnTo>
                    <a:pt x="40791" y="0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8">
              <a:extLst>
                <a:ext uri="{FF2B5EF4-FFF2-40B4-BE49-F238E27FC236}">
                  <a16:creationId xmlns:a16="http://schemas.microsoft.com/office/drawing/2014/main" id="{6CA53289-4B10-351F-3EAD-F5D03BED52EF}"/>
                </a:ext>
              </a:extLst>
            </p:cNvPr>
            <p:cNvSpPr/>
            <p:nvPr/>
          </p:nvSpPr>
          <p:spPr>
            <a:xfrm>
              <a:off x="8894742" y="3766388"/>
              <a:ext cx="47543" cy="69887"/>
            </a:xfrm>
            <a:custGeom>
              <a:avLst/>
              <a:gdLst>
                <a:gd name="connsiteX0" fmla="*/ 37867 w 47543"/>
                <a:gd name="connsiteY0" fmla="*/ 0 h 69887"/>
                <a:gd name="connsiteX1" fmla="*/ 0 w 47543"/>
                <a:gd name="connsiteY1" fmla="*/ 1114 h 69887"/>
                <a:gd name="connsiteX2" fmla="*/ 2088 w 47543"/>
                <a:gd name="connsiteY2" fmla="*/ 69888 h 69887"/>
                <a:gd name="connsiteX3" fmla="*/ 47543 w 47543"/>
                <a:gd name="connsiteY3" fmla="*/ 68496 h 69887"/>
                <a:gd name="connsiteX4" fmla="*/ 41069 w 47543"/>
                <a:gd name="connsiteY4" fmla="*/ 2506 h 6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43" h="69887">
                  <a:moveTo>
                    <a:pt x="37867" y="0"/>
                  </a:moveTo>
                  <a:lnTo>
                    <a:pt x="0" y="1114"/>
                  </a:lnTo>
                  <a:lnTo>
                    <a:pt x="2088" y="69888"/>
                  </a:lnTo>
                  <a:lnTo>
                    <a:pt x="47543" y="68496"/>
                  </a:lnTo>
                  <a:lnTo>
                    <a:pt x="41069" y="2506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9">
              <a:extLst>
                <a:ext uri="{FF2B5EF4-FFF2-40B4-BE49-F238E27FC236}">
                  <a16:creationId xmlns:a16="http://schemas.microsoft.com/office/drawing/2014/main" id="{883B6672-8364-1E2F-CF5D-E7CCDB987C71}"/>
                </a:ext>
              </a:extLst>
            </p:cNvPr>
            <p:cNvSpPr/>
            <p:nvPr/>
          </p:nvSpPr>
          <p:spPr>
            <a:xfrm>
              <a:off x="8878732" y="3595497"/>
              <a:ext cx="58610" cy="76082"/>
            </a:xfrm>
            <a:custGeom>
              <a:avLst/>
              <a:gdLst>
                <a:gd name="connsiteX0" fmla="*/ 58611 w 58610"/>
                <a:gd name="connsiteY0" fmla="*/ 76083 h 76082"/>
                <a:gd name="connsiteX1" fmla="*/ 10302 w 58610"/>
                <a:gd name="connsiteY1" fmla="*/ 69122 h 76082"/>
                <a:gd name="connsiteX2" fmla="*/ 0 w 58610"/>
                <a:gd name="connsiteY2" fmla="*/ 26103 h 76082"/>
                <a:gd name="connsiteX3" fmla="*/ 23458 w 58610"/>
                <a:gd name="connsiteY3" fmla="*/ 0 h 76082"/>
                <a:gd name="connsiteX4" fmla="*/ 53390 w 58610"/>
                <a:gd name="connsiteY4" fmla="*/ 51511 h 76082"/>
                <a:gd name="connsiteX5" fmla="*/ 58611 w 58610"/>
                <a:gd name="connsiteY5" fmla="*/ 76083 h 7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8610" h="76082">
                  <a:moveTo>
                    <a:pt x="58611" y="76083"/>
                  </a:moveTo>
                  <a:lnTo>
                    <a:pt x="10302" y="69122"/>
                  </a:lnTo>
                  <a:lnTo>
                    <a:pt x="0" y="26103"/>
                  </a:lnTo>
                  <a:lnTo>
                    <a:pt x="23458" y="0"/>
                  </a:lnTo>
                  <a:lnTo>
                    <a:pt x="53390" y="51511"/>
                  </a:lnTo>
                  <a:lnTo>
                    <a:pt x="58611" y="7608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0">
              <a:extLst>
                <a:ext uri="{FF2B5EF4-FFF2-40B4-BE49-F238E27FC236}">
                  <a16:creationId xmlns:a16="http://schemas.microsoft.com/office/drawing/2014/main" id="{DB9EE901-5DE3-9E93-8B99-F94378139993}"/>
                </a:ext>
              </a:extLst>
            </p:cNvPr>
            <p:cNvSpPr/>
            <p:nvPr/>
          </p:nvSpPr>
          <p:spPr>
            <a:xfrm rot="21496200">
              <a:off x="7859212" y="3659090"/>
              <a:ext cx="160866" cy="67312"/>
            </a:xfrm>
            <a:custGeom>
              <a:avLst/>
              <a:gdLst>
                <a:gd name="connsiteX0" fmla="*/ 0 w 160866"/>
                <a:gd name="connsiteY0" fmla="*/ 0 h 67312"/>
                <a:gd name="connsiteX1" fmla="*/ 160867 w 160866"/>
                <a:gd name="connsiteY1" fmla="*/ 0 h 67312"/>
                <a:gd name="connsiteX2" fmla="*/ 160867 w 160866"/>
                <a:gd name="connsiteY2" fmla="*/ 67312 h 67312"/>
                <a:gd name="connsiteX3" fmla="*/ 0 w 160866"/>
                <a:gd name="connsiteY3" fmla="*/ 67312 h 6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866" h="67312">
                  <a:moveTo>
                    <a:pt x="0" y="0"/>
                  </a:moveTo>
                  <a:lnTo>
                    <a:pt x="160867" y="0"/>
                  </a:lnTo>
                  <a:lnTo>
                    <a:pt x="160867" y="67312"/>
                  </a:lnTo>
                  <a:lnTo>
                    <a:pt x="0" y="6731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36CE83FA-A7C8-3B73-FDC1-9DC4B0E1A3CD}"/>
                </a:ext>
              </a:extLst>
            </p:cNvPr>
            <p:cNvSpPr/>
            <p:nvPr/>
          </p:nvSpPr>
          <p:spPr>
            <a:xfrm rot="21496200">
              <a:off x="7847868" y="3806779"/>
              <a:ext cx="180566" cy="67312"/>
            </a:xfrm>
            <a:custGeom>
              <a:avLst/>
              <a:gdLst>
                <a:gd name="connsiteX0" fmla="*/ 0 w 180566"/>
                <a:gd name="connsiteY0" fmla="*/ 0 h 67312"/>
                <a:gd name="connsiteX1" fmla="*/ 180566 w 180566"/>
                <a:gd name="connsiteY1" fmla="*/ 0 h 67312"/>
                <a:gd name="connsiteX2" fmla="*/ 180566 w 180566"/>
                <a:gd name="connsiteY2" fmla="*/ 67312 h 67312"/>
                <a:gd name="connsiteX3" fmla="*/ 0 w 180566"/>
                <a:gd name="connsiteY3" fmla="*/ 67312 h 6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566" h="67312">
                  <a:moveTo>
                    <a:pt x="0" y="0"/>
                  </a:moveTo>
                  <a:lnTo>
                    <a:pt x="180566" y="0"/>
                  </a:lnTo>
                  <a:lnTo>
                    <a:pt x="180566" y="67312"/>
                  </a:lnTo>
                  <a:lnTo>
                    <a:pt x="0" y="6731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21F51646-A93A-1302-CCCF-00C24F7B224E}"/>
                </a:ext>
              </a:extLst>
            </p:cNvPr>
            <p:cNvSpPr/>
            <p:nvPr/>
          </p:nvSpPr>
          <p:spPr>
            <a:xfrm rot="21496200">
              <a:off x="7846696" y="4102149"/>
              <a:ext cx="172770" cy="67312"/>
            </a:xfrm>
            <a:custGeom>
              <a:avLst/>
              <a:gdLst>
                <a:gd name="connsiteX0" fmla="*/ 0 w 172770"/>
                <a:gd name="connsiteY0" fmla="*/ 0 h 67312"/>
                <a:gd name="connsiteX1" fmla="*/ 172770 w 172770"/>
                <a:gd name="connsiteY1" fmla="*/ 0 h 67312"/>
                <a:gd name="connsiteX2" fmla="*/ 172770 w 172770"/>
                <a:gd name="connsiteY2" fmla="*/ 67312 h 67312"/>
                <a:gd name="connsiteX3" fmla="*/ 0 w 172770"/>
                <a:gd name="connsiteY3" fmla="*/ 67312 h 6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70" h="67312">
                  <a:moveTo>
                    <a:pt x="0" y="0"/>
                  </a:moveTo>
                  <a:lnTo>
                    <a:pt x="172770" y="0"/>
                  </a:lnTo>
                  <a:lnTo>
                    <a:pt x="172770" y="67312"/>
                  </a:lnTo>
                  <a:lnTo>
                    <a:pt x="0" y="6731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37D32E32-FCCF-DFBF-EE76-7D81C9B13850}"/>
                </a:ext>
              </a:extLst>
            </p:cNvPr>
            <p:cNvSpPr/>
            <p:nvPr/>
          </p:nvSpPr>
          <p:spPr>
            <a:xfrm>
              <a:off x="9174710" y="3116655"/>
              <a:ext cx="59724" cy="64388"/>
            </a:xfrm>
            <a:custGeom>
              <a:avLst/>
              <a:gdLst>
                <a:gd name="connsiteX0" fmla="*/ 59655 w 59724"/>
                <a:gd name="connsiteY0" fmla="*/ 0 h 64388"/>
                <a:gd name="connsiteX1" fmla="*/ 0 w 59724"/>
                <a:gd name="connsiteY1" fmla="*/ 11764 h 64388"/>
                <a:gd name="connsiteX2" fmla="*/ 34735 w 59724"/>
                <a:gd name="connsiteY2" fmla="*/ 64389 h 64388"/>
                <a:gd name="connsiteX3" fmla="*/ 59725 w 59724"/>
                <a:gd name="connsiteY3" fmla="*/ 2645 h 6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724" h="64388">
                  <a:moveTo>
                    <a:pt x="59655" y="0"/>
                  </a:moveTo>
                  <a:lnTo>
                    <a:pt x="0" y="11764"/>
                  </a:lnTo>
                  <a:lnTo>
                    <a:pt x="34735" y="64389"/>
                  </a:lnTo>
                  <a:lnTo>
                    <a:pt x="59725" y="2645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A74A1C3B-A338-31AD-45CD-2A3C263BEABB}"/>
                </a:ext>
              </a:extLst>
            </p:cNvPr>
            <p:cNvSpPr/>
            <p:nvPr/>
          </p:nvSpPr>
          <p:spPr>
            <a:xfrm>
              <a:off x="9132945" y="3146727"/>
              <a:ext cx="62787" cy="61325"/>
            </a:xfrm>
            <a:custGeom>
              <a:avLst/>
              <a:gdLst>
                <a:gd name="connsiteX0" fmla="*/ 62788 w 62787"/>
                <a:gd name="connsiteY0" fmla="*/ 49423 h 61325"/>
                <a:gd name="connsiteX1" fmla="*/ 27078 w 62787"/>
                <a:gd name="connsiteY1" fmla="*/ 0 h 61325"/>
                <a:gd name="connsiteX2" fmla="*/ 0 w 62787"/>
                <a:gd name="connsiteY2" fmla="*/ 61326 h 61325"/>
                <a:gd name="connsiteX3" fmla="*/ 62788 w 62787"/>
                <a:gd name="connsiteY3" fmla="*/ 49423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787" h="61325">
                  <a:moveTo>
                    <a:pt x="62788" y="49423"/>
                  </a:moveTo>
                  <a:lnTo>
                    <a:pt x="27078" y="0"/>
                  </a:lnTo>
                  <a:lnTo>
                    <a:pt x="0" y="61326"/>
                  </a:lnTo>
                  <a:lnTo>
                    <a:pt x="62788" y="4942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5">
              <a:extLst>
                <a:ext uri="{FF2B5EF4-FFF2-40B4-BE49-F238E27FC236}">
                  <a16:creationId xmlns:a16="http://schemas.microsoft.com/office/drawing/2014/main" id="{A2BEF249-B672-81E0-9D84-E955EFE9E419}"/>
                </a:ext>
              </a:extLst>
            </p:cNvPr>
            <p:cNvSpPr/>
            <p:nvPr/>
          </p:nvSpPr>
          <p:spPr>
            <a:xfrm>
              <a:off x="9087490" y="3135589"/>
              <a:ext cx="60142" cy="59794"/>
            </a:xfrm>
            <a:custGeom>
              <a:avLst/>
              <a:gdLst>
                <a:gd name="connsiteX0" fmla="*/ 60142 w 60142"/>
                <a:gd name="connsiteY0" fmla="*/ 0 h 59794"/>
                <a:gd name="connsiteX1" fmla="*/ 30907 w 60142"/>
                <a:gd name="connsiteY1" fmla="*/ 59794 h 59794"/>
                <a:gd name="connsiteX2" fmla="*/ 0 w 60142"/>
                <a:gd name="connsiteY2" fmla="*/ 13365 h 59794"/>
                <a:gd name="connsiteX3" fmla="*/ 60142 w 60142"/>
                <a:gd name="connsiteY3" fmla="*/ 0 h 59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42" h="59794">
                  <a:moveTo>
                    <a:pt x="60142" y="0"/>
                  </a:moveTo>
                  <a:lnTo>
                    <a:pt x="30907" y="59794"/>
                  </a:lnTo>
                  <a:lnTo>
                    <a:pt x="0" y="13365"/>
                  </a:lnTo>
                  <a:lnTo>
                    <a:pt x="60142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6">
              <a:extLst>
                <a:ext uri="{FF2B5EF4-FFF2-40B4-BE49-F238E27FC236}">
                  <a16:creationId xmlns:a16="http://schemas.microsoft.com/office/drawing/2014/main" id="{23A60E98-188D-D279-CC1C-0C9DF8AAAA27}"/>
                </a:ext>
              </a:extLst>
            </p:cNvPr>
            <p:cNvSpPr/>
            <p:nvPr/>
          </p:nvSpPr>
          <p:spPr>
            <a:xfrm>
              <a:off x="9046629" y="3167261"/>
              <a:ext cx="59655" cy="56522"/>
            </a:xfrm>
            <a:custGeom>
              <a:avLst/>
              <a:gdLst>
                <a:gd name="connsiteX0" fmla="*/ 59655 w 59655"/>
                <a:gd name="connsiteY0" fmla="*/ 46847 h 56522"/>
                <a:gd name="connsiteX1" fmla="*/ 26730 w 59655"/>
                <a:gd name="connsiteY1" fmla="*/ 0 h 56522"/>
                <a:gd name="connsiteX2" fmla="*/ 0 w 59655"/>
                <a:gd name="connsiteY2" fmla="*/ 56523 h 56522"/>
                <a:gd name="connsiteX3" fmla="*/ 59655 w 59655"/>
                <a:gd name="connsiteY3" fmla="*/ 46847 h 56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55" h="56522">
                  <a:moveTo>
                    <a:pt x="59655" y="46847"/>
                  </a:moveTo>
                  <a:lnTo>
                    <a:pt x="26730" y="0"/>
                  </a:lnTo>
                  <a:lnTo>
                    <a:pt x="0" y="56523"/>
                  </a:lnTo>
                  <a:lnTo>
                    <a:pt x="59655" y="4684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27">
              <a:extLst>
                <a:ext uri="{FF2B5EF4-FFF2-40B4-BE49-F238E27FC236}">
                  <a16:creationId xmlns:a16="http://schemas.microsoft.com/office/drawing/2014/main" id="{F60FB8AB-3C37-9E1F-AE52-65F6B0212B87}"/>
                </a:ext>
              </a:extLst>
            </p:cNvPr>
            <p:cNvSpPr/>
            <p:nvPr/>
          </p:nvSpPr>
          <p:spPr>
            <a:xfrm>
              <a:off x="9002427" y="3157725"/>
              <a:ext cx="55408" cy="53320"/>
            </a:xfrm>
            <a:custGeom>
              <a:avLst/>
              <a:gdLst>
                <a:gd name="connsiteX0" fmla="*/ 55409 w 55408"/>
                <a:gd name="connsiteY0" fmla="*/ 0 h 53320"/>
                <a:gd name="connsiteX1" fmla="*/ 31742 w 55408"/>
                <a:gd name="connsiteY1" fmla="*/ 53321 h 53320"/>
                <a:gd name="connsiteX2" fmla="*/ 0 w 55408"/>
                <a:gd name="connsiteY2" fmla="*/ 11694 h 53320"/>
                <a:gd name="connsiteX3" fmla="*/ 55409 w 55408"/>
                <a:gd name="connsiteY3" fmla="*/ 0 h 53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408" h="53320">
                  <a:moveTo>
                    <a:pt x="55409" y="0"/>
                  </a:moveTo>
                  <a:lnTo>
                    <a:pt x="31742" y="53321"/>
                  </a:lnTo>
                  <a:lnTo>
                    <a:pt x="0" y="11694"/>
                  </a:lnTo>
                  <a:lnTo>
                    <a:pt x="55409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B08DDDE5-7D6A-22C2-B43F-6E81954CB128}"/>
                </a:ext>
              </a:extLst>
            </p:cNvPr>
            <p:cNvSpPr/>
            <p:nvPr/>
          </p:nvSpPr>
          <p:spPr>
            <a:xfrm>
              <a:off x="8965117" y="3182088"/>
              <a:ext cx="54921" cy="58889"/>
            </a:xfrm>
            <a:custGeom>
              <a:avLst/>
              <a:gdLst>
                <a:gd name="connsiteX0" fmla="*/ 54852 w 54921"/>
                <a:gd name="connsiteY0" fmla="*/ 45803 h 58889"/>
                <a:gd name="connsiteX1" fmla="*/ 26591 w 54921"/>
                <a:gd name="connsiteY1" fmla="*/ 0 h 58889"/>
                <a:gd name="connsiteX2" fmla="*/ 0 w 54921"/>
                <a:gd name="connsiteY2" fmla="*/ 58889 h 58889"/>
                <a:gd name="connsiteX3" fmla="*/ 54922 w 54921"/>
                <a:gd name="connsiteY3" fmla="*/ 48309 h 5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21" h="58889">
                  <a:moveTo>
                    <a:pt x="54852" y="45803"/>
                  </a:moveTo>
                  <a:lnTo>
                    <a:pt x="26591" y="0"/>
                  </a:lnTo>
                  <a:lnTo>
                    <a:pt x="0" y="58889"/>
                  </a:lnTo>
                  <a:lnTo>
                    <a:pt x="54922" y="48309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29">
              <a:extLst>
                <a:ext uri="{FF2B5EF4-FFF2-40B4-BE49-F238E27FC236}">
                  <a16:creationId xmlns:a16="http://schemas.microsoft.com/office/drawing/2014/main" id="{6185D7F2-C237-0C83-602D-2A09374F4169}"/>
                </a:ext>
              </a:extLst>
            </p:cNvPr>
            <p:cNvSpPr/>
            <p:nvPr/>
          </p:nvSpPr>
          <p:spPr>
            <a:xfrm>
              <a:off x="8919244" y="3173874"/>
              <a:ext cx="56453" cy="52833"/>
            </a:xfrm>
            <a:custGeom>
              <a:avLst/>
              <a:gdLst>
                <a:gd name="connsiteX0" fmla="*/ 56453 w 56453"/>
                <a:gd name="connsiteY0" fmla="*/ 0 h 52833"/>
                <a:gd name="connsiteX1" fmla="*/ 32299 w 56453"/>
                <a:gd name="connsiteY1" fmla="*/ 52833 h 52833"/>
                <a:gd name="connsiteX2" fmla="*/ 0 w 56453"/>
                <a:gd name="connsiteY2" fmla="*/ 10372 h 52833"/>
                <a:gd name="connsiteX3" fmla="*/ 56453 w 56453"/>
                <a:gd name="connsiteY3" fmla="*/ 0 h 5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53" h="52833">
                  <a:moveTo>
                    <a:pt x="56453" y="0"/>
                  </a:moveTo>
                  <a:lnTo>
                    <a:pt x="32299" y="52833"/>
                  </a:lnTo>
                  <a:lnTo>
                    <a:pt x="0" y="10372"/>
                  </a:lnTo>
                  <a:lnTo>
                    <a:pt x="56453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0">
              <a:extLst>
                <a:ext uri="{FF2B5EF4-FFF2-40B4-BE49-F238E27FC236}">
                  <a16:creationId xmlns:a16="http://schemas.microsoft.com/office/drawing/2014/main" id="{A514E422-3FF4-171B-F52F-23BC7138F9BC}"/>
                </a:ext>
              </a:extLst>
            </p:cNvPr>
            <p:cNvSpPr/>
            <p:nvPr/>
          </p:nvSpPr>
          <p:spPr>
            <a:xfrm>
              <a:off x="8881934" y="3200117"/>
              <a:ext cx="58054" cy="55478"/>
            </a:xfrm>
            <a:custGeom>
              <a:avLst/>
              <a:gdLst>
                <a:gd name="connsiteX0" fmla="*/ 54782 w 58054"/>
                <a:gd name="connsiteY0" fmla="*/ 41766 h 55478"/>
                <a:gd name="connsiteX1" fmla="*/ 26730 w 58054"/>
                <a:gd name="connsiteY1" fmla="*/ 0 h 55478"/>
                <a:gd name="connsiteX2" fmla="*/ 0 w 58054"/>
                <a:gd name="connsiteY2" fmla="*/ 55479 h 55478"/>
                <a:gd name="connsiteX3" fmla="*/ 58054 w 58054"/>
                <a:gd name="connsiteY3" fmla="*/ 45316 h 55478"/>
                <a:gd name="connsiteX4" fmla="*/ 54782 w 58054"/>
                <a:gd name="connsiteY4" fmla="*/ 41766 h 55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054" h="55478">
                  <a:moveTo>
                    <a:pt x="54782" y="41766"/>
                  </a:moveTo>
                  <a:lnTo>
                    <a:pt x="26730" y="0"/>
                  </a:lnTo>
                  <a:lnTo>
                    <a:pt x="0" y="55479"/>
                  </a:lnTo>
                  <a:lnTo>
                    <a:pt x="58054" y="45316"/>
                  </a:lnTo>
                  <a:lnTo>
                    <a:pt x="54782" y="41766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1">
              <a:extLst>
                <a:ext uri="{FF2B5EF4-FFF2-40B4-BE49-F238E27FC236}">
                  <a16:creationId xmlns:a16="http://schemas.microsoft.com/office/drawing/2014/main" id="{D274F083-BCB9-9407-72C8-B62026B52BE5}"/>
                </a:ext>
              </a:extLst>
            </p:cNvPr>
            <p:cNvSpPr/>
            <p:nvPr/>
          </p:nvSpPr>
          <p:spPr>
            <a:xfrm>
              <a:off x="8838150" y="3188910"/>
              <a:ext cx="58054" cy="54991"/>
            </a:xfrm>
            <a:custGeom>
              <a:avLst/>
              <a:gdLst>
                <a:gd name="connsiteX0" fmla="*/ 58054 w 58054"/>
                <a:gd name="connsiteY0" fmla="*/ 0 h 54991"/>
                <a:gd name="connsiteX1" fmla="*/ 30767 w 58054"/>
                <a:gd name="connsiteY1" fmla="*/ 54991 h 54991"/>
                <a:gd name="connsiteX2" fmla="*/ 0 w 58054"/>
                <a:gd name="connsiteY2" fmla="*/ 10720 h 54991"/>
                <a:gd name="connsiteX3" fmla="*/ 58054 w 58054"/>
                <a:gd name="connsiteY3" fmla="*/ 0 h 5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054" h="54991">
                  <a:moveTo>
                    <a:pt x="58054" y="0"/>
                  </a:moveTo>
                  <a:lnTo>
                    <a:pt x="30767" y="54991"/>
                  </a:lnTo>
                  <a:lnTo>
                    <a:pt x="0" y="10720"/>
                  </a:lnTo>
                  <a:lnTo>
                    <a:pt x="58054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2">
              <a:extLst>
                <a:ext uri="{FF2B5EF4-FFF2-40B4-BE49-F238E27FC236}">
                  <a16:creationId xmlns:a16="http://schemas.microsoft.com/office/drawing/2014/main" id="{646A9137-7280-55D4-3DB2-2530AA482FB5}"/>
                </a:ext>
              </a:extLst>
            </p:cNvPr>
            <p:cNvSpPr/>
            <p:nvPr/>
          </p:nvSpPr>
          <p:spPr>
            <a:xfrm>
              <a:off x="8806617" y="3209932"/>
              <a:ext cx="50188" cy="60003"/>
            </a:xfrm>
            <a:custGeom>
              <a:avLst/>
              <a:gdLst>
                <a:gd name="connsiteX0" fmla="*/ 50188 w 50188"/>
                <a:gd name="connsiteY0" fmla="*/ 50119 h 60003"/>
                <a:gd name="connsiteX1" fmla="*/ 19769 w 50188"/>
                <a:gd name="connsiteY1" fmla="*/ 0 h 60003"/>
                <a:gd name="connsiteX2" fmla="*/ 0 w 50188"/>
                <a:gd name="connsiteY2" fmla="*/ 60003 h 60003"/>
                <a:gd name="connsiteX3" fmla="*/ 50188 w 50188"/>
                <a:gd name="connsiteY3" fmla="*/ 50049 h 60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8" h="60003">
                  <a:moveTo>
                    <a:pt x="50188" y="50119"/>
                  </a:moveTo>
                  <a:cubicBezTo>
                    <a:pt x="49631" y="48587"/>
                    <a:pt x="19769" y="0"/>
                    <a:pt x="19769" y="0"/>
                  </a:cubicBezTo>
                  <a:lnTo>
                    <a:pt x="0" y="60003"/>
                  </a:lnTo>
                  <a:lnTo>
                    <a:pt x="50188" y="50049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3">
              <a:extLst>
                <a:ext uri="{FF2B5EF4-FFF2-40B4-BE49-F238E27FC236}">
                  <a16:creationId xmlns:a16="http://schemas.microsoft.com/office/drawing/2014/main" id="{9D2671B6-25E2-A1FB-CC05-C62E168070A5}"/>
                </a:ext>
              </a:extLst>
            </p:cNvPr>
            <p:cNvSpPr/>
            <p:nvPr/>
          </p:nvSpPr>
          <p:spPr>
            <a:xfrm>
              <a:off x="8763946" y="3204433"/>
              <a:ext cx="52763" cy="50257"/>
            </a:xfrm>
            <a:custGeom>
              <a:avLst/>
              <a:gdLst>
                <a:gd name="connsiteX0" fmla="*/ 52764 w 52763"/>
                <a:gd name="connsiteY0" fmla="*/ 0 h 50257"/>
                <a:gd name="connsiteX1" fmla="*/ 26452 w 52763"/>
                <a:gd name="connsiteY1" fmla="*/ 50258 h 50257"/>
                <a:gd name="connsiteX2" fmla="*/ 0 w 52763"/>
                <a:gd name="connsiteY2" fmla="*/ 10024 h 50257"/>
                <a:gd name="connsiteX3" fmla="*/ 52764 w 52763"/>
                <a:gd name="connsiteY3" fmla="*/ 0 h 50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763" h="50257">
                  <a:moveTo>
                    <a:pt x="52764" y="0"/>
                  </a:moveTo>
                  <a:lnTo>
                    <a:pt x="26452" y="50258"/>
                  </a:lnTo>
                  <a:lnTo>
                    <a:pt x="0" y="10024"/>
                  </a:lnTo>
                  <a:lnTo>
                    <a:pt x="52764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4">
              <a:extLst>
                <a:ext uri="{FF2B5EF4-FFF2-40B4-BE49-F238E27FC236}">
                  <a16:creationId xmlns:a16="http://schemas.microsoft.com/office/drawing/2014/main" id="{522C0D62-7B66-AA07-4DC6-389582ECC820}"/>
                </a:ext>
              </a:extLst>
            </p:cNvPr>
            <p:cNvSpPr/>
            <p:nvPr/>
          </p:nvSpPr>
          <p:spPr>
            <a:xfrm>
              <a:off x="8729629" y="3228517"/>
              <a:ext cx="49700" cy="53251"/>
            </a:xfrm>
            <a:custGeom>
              <a:avLst/>
              <a:gdLst>
                <a:gd name="connsiteX0" fmla="*/ 49631 w 49700"/>
                <a:gd name="connsiteY0" fmla="*/ 42322 h 53251"/>
                <a:gd name="connsiteX1" fmla="*/ 22066 w 49700"/>
                <a:gd name="connsiteY1" fmla="*/ 0 h 53251"/>
                <a:gd name="connsiteX2" fmla="*/ 0 w 49700"/>
                <a:gd name="connsiteY2" fmla="*/ 53251 h 53251"/>
                <a:gd name="connsiteX3" fmla="*/ 49701 w 49700"/>
                <a:gd name="connsiteY3" fmla="*/ 45455 h 53251"/>
                <a:gd name="connsiteX4" fmla="*/ 49701 w 49700"/>
                <a:gd name="connsiteY4" fmla="*/ 42322 h 5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700" h="53251">
                  <a:moveTo>
                    <a:pt x="49631" y="42322"/>
                  </a:moveTo>
                  <a:cubicBezTo>
                    <a:pt x="48030" y="42322"/>
                    <a:pt x="22066" y="0"/>
                    <a:pt x="22066" y="0"/>
                  </a:cubicBezTo>
                  <a:lnTo>
                    <a:pt x="0" y="53251"/>
                  </a:lnTo>
                  <a:lnTo>
                    <a:pt x="49701" y="45455"/>
                  </a:lnTo>
                  <a:lnTo>
                    <a:pt x="49701" y="4232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5">
              <a:extLst>
                <a:ext uri="{FF2B5EF4-FFF2-40B4-BE49-F238E27FC236}">
                  <a16:creationId xmlns:a16="http://schemas.microsoft.com/office/drawing/2014/main" id="{59E1D7E3-4144-742C-2FB3-D9CA09DD58F3}"/>
                </a:ext>
              </a:extLst>
            </p:cNvPr>
            <p:cNvSpPr/>
            <p:nvPr/>
          </p:nvSpPr>
          <p:spPr>
            <a:xfrm>
              <a:off x="8686471" y="3220721"/>
              <a:ext cx="52903" cy="48308"/>
            </a:xfrm>
            <a:custGeom>
              <a:avLst/>
              <a:gdLst>
                <a:gd name="connsiteX0" fmla="*/ 52903 w 52903"/>
                <a:gd name="connsiteY0" fmla="*/ 0 h 48308"/>
                <a:gd name="connsiteX1" fmla="*/ 29097 w 52903"/>
                <a:gd name="connsiteY1" fmla="*/ 48309 h 48308"/>
                <a:gd name="connsiteX2" fmla="*/ 0 w 52903"/>
                <a:gd name="connsiteY2" fmla="*/ 7100 h 48308"/>
                <a:gd name="connsiteX3" fmla="*/ 52903 w 52903"/>
                <a:gd name="connsiteY3" fmla="*/ 0 h 4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03" h="48308">
                  <a:moveTo>
                    <a:pt x="52903" y="0"/>
                  </a:moveTo>
                  <a:lnTo>
                    <a:pt x="29097" y="48309"/>
                  </a:lnTo>
                  <a:lnTo>
                    <a:pt x="0" y="7100"/>
                  </a:lnTo>
                  <a:lnTo>
                    <a:pt x="52903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6">
              <a:extLst>
                <a:ext uri="{FF2B5EF4-FFF2-40B4-BE49-F238E27FC236}">
                  <a16:creationId xmlns:a16="http://schemas.microsoft.com/office/drawing/2014/main" id="{02E79FDD-B5A4-9A21-1EF1-D262D2F64B9C}"/>
                </a:ext>
              </a:extLst>
            </p:cNvPr>
            <p:cNvSpPr/>
            <p:nvPr/>
          </p:nvSpPr>
          <p:spPr>
            <a:xfrm>
              <a:off x="8654729" y="3238263"/>
              <a:ext cx="49144" cy="53111"/>
            </a:xfrm>
            <a:custGeom>
              <a:avLst/>
              <a:gdLst>
                <a:gd name="connsiteX0" fmla="*/ 49144 w 49144"/>
                <a:gd name="connsiteY0" fmla="*/ 44271 h 53111"/>
                <a:gd name="connsiteX1" fmla="*/ 19978 w 49144"/>
                <a:gd name="connsiteY1" fmla="*/ 0 h 53111"/>
                <a:gd name="connsiteX2" fmla="*/ 0 w 49144"/>
                <a:gd name="connsiteY2" fmla="*/ 53112 h 53111"/>
                <a:gd name="connsiteX3" fmla="*/ 49144 w 49144"/>
                <a:gd name="connsiteY3" fmla="*/ 44271 h 53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144" h="53111">
                  <a:moveTo>
                    <a:pt x="49144" y="44271"/>
                  </a:moveTo>
                  <a:lnTo>
                    <a:pt x="19978" y="0"/>
                  </a:lnTo>
                  <a:lnTo>
                    <a:pt x="0" y="53112"/>
                  </a:lnTo>
                  <a:lnTo>
                    <a:pt x="49144" y="4427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7">
              <a:extLst>
                <a:ext uri="{FF2B5EF4-FFF2-40B4-BE49-F238E27FC236}">
                  <a16:creationId xmlns:a16="http://schemas.microsoft.com/office/drawing/2014/main" id="{0D01041A-D319-192E-9714-F6C1B0D432AB}"/>
                </a:ext>
              </a:extLst>
            </p:cNvPr>
            <p:cNvSpPr/>
            <p:nvPr/>
          </p:nvSpPr>
          <p:spPr>
            <a:xfrm>
              <a:off x="8613242" y="3231163"/>
              <a:ext cx="50814" cy="48587"/>
            </a:xfrm>
            <a:custGeom>
              <a:avLst/>
              <a:gdLst>
                <a:gd name="connsiteX0" fmla="*/ 50815 w 50814"/>
                <a:gd name="connsiteY0" fmla="*/ 0 h 48587"/>
                <a:gd name="connsiteX1" fmla="*/ 27426 w 50814"/>
                <a:gd name="connsiteY1" fmla="*/ 48587 h 48587"/>
                <a:gd name="connsiteX2" fmla="*/ 0 w 50814"/>
                <a:gd name="connsiteY2" fmla="*/ 8980 h 48587"/>
                <a:gd name="connsiteX3" fmla="*/ 48100 w 50814"/>
                <a:gd name="connsiteY3" fmla="*/ 70 h 4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14" h="48587">
                  <a:moveTo>
                    <a:pt x="50815" y="0"/>
                  </a:moveTo>
                  <a:lnTo>
                    <a:pt x="27426" y="48587"/>
                  </a:lnTo>
                  <a:lnTo>
                    <a:pt x="0" y="8980"/>
                  </a:lnTo>
                  <a:lnTo>
                    <a:pt x="48100" y="70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38">
              <a:extLst>
                <a:ext uri="{FF2B5EF4-FFF2-40B4-BE49-F238E27FC236}">
                  <a16:creationId xmlns:a16="http://schemas.microsoft.com/office/drawing/2014/main" id="{AB2249A7-1B69-1BEE-C7A8-6EE853E02E6B}"/>
                </a:ext>
              </a:extLst>
            </p:cNvPr>
            <p:cNvSpPr/>
            <p:nvPr/>
          </p:nvSpPr>
          <p:spPr>
            <a:xfrm>
              <a:off x="8580874" y="3253437"/>
              <a:ext cx="46777" cy="49700"/>
            </a:xfrm>
            <a:custGeom>
              <a:avLst/>
              <a:gdLst>
                <a:gd name="connsiteX0" fmla="*/ 46777 w 46777"/>
                <a:gd name="connsiteY0" fmla="*/ 43297 h 49700"/>
                <a:gd name="connsiteX1" fmla="*/ 20674 w 46777"/>
                <a:gd name="connsiteY1" fmla="*/ 0 h 49700"/>
                <a:gd name="connsiteX2" fmla="*/ 0 w 46777"/>
                <a:gd name="connsiteY2" fmla="*/ 49701 h 49700"/>
                <a:gd name="connsiteX3" fmla="*/ 46777 w 46777"/>
                <a:gd name="connsiteY3" fmla="*/ 43297 h 4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777" h="49700">
                  <a:moveTo>
                    <a:pt x="46777" y="43297"/>
                  </a:moveTo>
                  <a:lnTo>
                    <a:pt x="20674" y="0"/>
                  </a:lnTo>
                  <a:lnTo>
                    <a:pt x="0" y="49701"/>
                  </a:lnTo>
                  <a:lnTo>
                    <a:pt x="46777" y="4329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39">
              <a:extLst>
                <a:ext uri="{FF2B5EF4-FFF2-40B4-BE49-F238E27FC236}">
                  <a16:creationId xmlns:a16="http://schemas.microsoft.com/office/drawing/2014/main" id="{B4813593-12C2-0388-F279-257910BDF732}"/>
                </a:ext>
              </a:extLst>
            </p:cNvPr>
            <p:cNvSpPr/>
            <p:nvPr/>
          </p:nvSpPr>
          <p:spPr>
            <a:xfrm>
              <a:off x="8540988" y="3242161"/>
              <a:ext cx="48865" cy="46150"/>
            </a:xfrm>
            <a:custGeom>
              <a:avLst/>
              <a:gdLst>
                <a:gd name="connsiteX0" fmla="*/ 48866 w 48865"/>
                <a:gd name="connsiteY0" fmla="*/ 0 h 46150"/>
                <a:gd name="connsiteX1" fmla="*/ 25964 w 48865"/>
                <a:gd name="connsiteY1" fmla="*/ 46151 h 46150"/>
                <a:gd name="connsiteX2" fmla="*/ 0 w 48865"/>
                <a:gd name="connsiteY2" fmla="*/ 8353 h 46150"/>
                <a:gd name="connsiteX3" fmla="*/ 48866 w 48865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65" h="46150">
                  <a:moveTo>
                    <a:pt x="48866" y="0"/>
                  </a:moveTo>
                  <a:lnTo>
                    <a:pt x="25964" y="46151"/>
                  </a:lnTo>
                  <a:lnTo>
                    <a:pt x="0" y="8353"/>
                  </a:lnTo>
                  <a:lnTo>
                    <a:pt x="48866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0">
              <a:extLst>
                <a:ext uri="{FF2B5EF4-FFF2-40B4-BE49-F238E27FC236}">
                  <a16:creationId xmlns:a16="http://schemas.microsoft.com/office/drawing/2014/main" id="{00874514-756F-9562-D9A5-0316927AB339}"/>
                </a:ext>
              </a:extLst>
            </p:cNvPr>
            <p:cNvSpPr/>
            <p:nvPr/>
          </p:nvSpPr>
          <p:spPr>
            <a:xfrm>
              <a:off x="8507228" y="3261582"/>
              <a:ext cx="44689" cy="50953"/>
            </a:xfrm>
            <a:custGeom>
              <a:avLst/>
              <a:gdLst>
                <a:gd name="connsiteX0" fmla="*/ 44689 w 44689"/>
                <a:gd name="connsiteY0" fmla="*/ 43784 h 50953"/>
                <a:gd name="connsiteX1" fmla="*/ 20604 w 44689"/>
                <a:gd name="connsiteY1" fmla="*/ 0 h 50953"/>
                <a:gd name="connsiteX2" fmla="*/ 0 w 44689"/>
                <a:gd name="connsiteY2" fmla="*/ 50954 h 50953"/>
                <a:gd name="connsiteX3" fmla="*/ 44689 w 44689"/>
                <a:gd name="connsiteY3" fmla="*/ 45107 h 50953"/>
                <a:gd name="connsiteX4" fmla="*/ 44689 w 44689"/>
                <a:gd name="connsiteY4" fmla="*/ 43784 h 5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89" h="50953">
                  <a:moveTo>
                    <a:pt x="44689" y="43784"/>
                  </a:moveTo>
                  <a:lnTo>
                    <a:pt x="20604" y="0"/>
                  </a:lnTo>
                  <a:lnTo>
                    <a:pt x="0" y="50954"/>
                  </a:lnTo>
                  <a:lnTo>
                    <a:pt x="44689" y="45107"/>
                  </a:lnTo>
                  <a:lnTo>
                    <a:pt x="44689" y="43784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1">
              <a:extLst>
                <a:ext uri="{FF2B5EF4-FFF2-40B4-BE49-F238E27FC236}">
                  <a16:creationId xmlns:a16="http://schemas.microsoft.com/office/drawing/2014/main" id="{2737D827-FD37-62E2-BEED-5FD191B5F4A3}"/>
                </a:ext>
              </a:extLst>
            </p:cNvPr>
            <p:cNvSpPr/>
            <p:nvPr/>
          </p:nvSpPr>
          <p:spPr>
            <a:xfrm>
              <a:off x="8469430" y="3252602"/>
              <a:ext cx="46777" cy="43644"/>
            </a:xfrm>
            <a:custGeom>
              <a:avLst/>
              <a:gdLst>
                <a:gd name="connsiteX0" fmla="*/ 46777 w 46777"/>
                <a:gd name="connsiteY0" fmla="*/ 0 h 43644"/>
                <a:gd name="connsiteX1" fmla="*/ 25407 w 46777"/>
                <a:gd name="connsiteY1" fmla="*/ 43645 h 43644"/>
                <a:gd name="connsiteX2" fmla="*/ 0 w 46777"/>
                <a:gd name="connsiteY2" fmla="*/ 6682 h 43644"/>
                <a:gd name="connsiteX3" fmla="*/ 46777 w 46777"/>
                <a:gd name="connsiteY3" fmla="*/ 0 h 4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777" h="43644">
                  <a:moveTo>
                    <a:pt x="46777" y="0"/>
                  </a:moveTo>
                  <a:lnTo>
                    <a:pt x="25407" y="43645"/>
                  </a:lnTo>
                  <a:lnTo>
                    <a:pt x="0" y="6682"/>
                  </a:lnTo>
                  <a:lnTo>
                    <a:pt x="46777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2">
              <a:extLst>
                <a:ext uri="{FF2B5EF4-FFF2-40B4-BE49-F238E27FC236}">
                  <a16:creationId xmlns:a16="http://schemas.microsoft.com/office/drawing/2014/main" id="{17254A95-2E6D-7E69-B85F-D9F7871122A4}"/>
                </a:ext>
              </a:extLst>
            </p:cNvPr>
            <p:cNvSpPr/>
            <p:nvPr/>
          </p:nvSpPr>
          <p:spPr>
            <a:xfrm>
              <a:off x="8435600" y="3271188"/>
              <a:ext cx="45524" cy="48517"/>
            </a:xfrm>
            <a:custGeom>
              <a:avLst/>
              <a:gdLst>
                <a:gd name="connsiteX0" fmla="*/ 45524 w 45524"/>
                <a:gd name="connsiteY0" fmla="*/ 42114 h 48517"/>
                <a:gd name="connsiteX1" fmla="*/ 19699 w 45524"/>
                <a:gd name="connsiteY1" fmla="*/ 0 h 48517"/>
                <a:gd name="connsiteX2" fmla="*/ 0 w 45524"/>
                <a:gd name="connsiteY2" fmla="*/ 48518 h 48517"/>
                <a:gd name="connsiteX3" fmla="*/ 45524 w 45524"/>
                <a:gd name="connsiteY3" fmla="*/ 42114 h 4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524" h="48517">
                  <a:moveTo>
                    <a:pt x="45524" y="42114"/>
                  </a:moveTo>
                  <a:lnTo>
                    <a:pt x="19699" y="0"/>
                  </a:lnTo>
                  <a:lnTo>
                    <a:pt x="0" y="48518"/>
                  </a:lnTo>
                  <a:lnTo>
                    <a:pt x="45524" y="42114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3">
              <a:extLst>
                <a:ext uri="{FF2B5EF4-FFF2-40B4-BE49-F238E27FC236}">
                  <a16:creationId xmlns:a16="http://schemas.microsoft.com/office/drawing/2014/main" id="{15D52F58-1571-9A0A-767D-8AD081B8D7CD}"/>
                </a:ext>
              </a:extLst>
            </p:cNvPr>
            <p:cNvSpPr/>
            <p:nvPr/>
          </p:nvSpPr>
          <p:spPr>
            <a:xfrm>
              <a:off x="8396340" y="3261651"/>
              <a:ext cx="50188" cy="48447"/>
            </a:xfrm>
            <a:custGeom>
              <a:avLst/>
              <a:gdLst>
                <a:gd name="connsiteX0" fmla="*/ 50188 w 50188"/>
                <a:gd name="connsiteY0" fmla="*/ 0 h 48447"/>
                <a:gd name="connsiteX1" fmla="*/ 25547 w 50188"/>
                <a:gd name="connsiteY1" fmla="*/ 48448 h 48447"/>
                <a:gd name="connsiteX2" fmla="*/ 0 w 50188"/>
                <a:gd name="connsiteY2" fmla="*/ 6404 h 48447"/>
                <a:gd name="connsiteX3" fmla="*/ 48657 w 50188"/>
                <a:gd name="connsiteY3" fmla="*/ 70 h 48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8" h="48447">
                  <a:moveTo>
                    <a:pt x="50188" y="0"/>
                  </a:moveTo>
                  <a:lnTo>
                    <a:pt x="25547" y="48448"/>
                  </a:lnTo>
                  <a:lnTo>
                    <a:pt x="0" y="6404"/>
                  </a:lnTo>
                  <a:lnTo>
                    <a:pt x="48657" y="70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4">
              <a:extLst>
                <a:ext uri="{FF2B5EF4-FFF2-40B4-BE49-F238E27FC236}">
                  <a16:creationId xmlns:a16="http://schemas.microsoft.com/office/drawing/2014/main" id="{B5F5DCD1-FABF-201F-4F02-9C515B82BA72}"/>
                </a:ext>
              </a:extLst>
            </p:cNvPr>
            <p:cNvSpPr/>
            <p:nvPr/>
          </p:nvSpPr>
          <p:spPr>
            <a:xfrm>
              <a:off x="8365642" y="3282186"/>
              <a:ext cx="42670" cy="45733"/>
            </a:xfrm>
            <a:custGeom>
              <a:avLst/>
              <a:gdLst>
                <a:gd name="connsiteX0" fmla="*/ 42670 w 42670"/>
                <a:gd name="connsiteY0" fmla="*/ 41487 h 45733"/>
                <a:gd name="connsiteX1" fmla="*/ 19212 w 42670"/>
                <a:gd name="connsiteY1" fmla="*/ 0 h 45733"/>
                <a:gd name="connsiteX2" fmla="*/ 0 w 42670"/>
                <a:gd name="connsiteY2" fmla="*/ 45733 h 45733"/>
                <a:gd name="connsiteX3" fmla="*/ 42670 w 42670"/>
                <a:gd name="connsiteY3" fmla="*/ 41487 h 4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0" h="45733">
                  <a:moveTo>
                    <a:pt x="42670" y="41487"/>
                  </a:moveTo>
                  <a:lnTo>
                    <a:pt x="19212" y="0"/>
                  </a:lnTo>
                  <a:lnTo>
                    <a:pt x="0" y="45733"/>
                  </a:lnTo>
                  <a:lnTo>
                    <a:pt x="42670" y="4148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5">
              <a:extLst>
                <a:ext uri="{FF2B5EF4-FFF2-40B4-BE49-F238E27FC236}">
                  <a16:creationId xmlns:a16="http://schemas.microsoft.com/office/drawing/2014/main" id="{A2CAC9AE-E9D5-B018-EE48-56BAD6592D46}"/>
                </a:ext>
              </a:extLst>
            </p:cNvPr>
            <p:cNvSpPr/>
            <p:nvPr/>
          </p:nvSpPr>
          <p:spPr>
            <a:xfrm>
              <a:off x="8326592" y="3271397"/>
              <a:ext cx="47612" cy="44201"/>
            </a:xfrm>
            <a:custGeom>
              <a:avLst/>
              <a:gdLst>
                <a:gd name="connsiteX0" fmla="*/ 47613 w 47612"/>
                <a:gd name="connsiteY0" fmla="*/ 0 h 44201"/>
                <a:gd name="connsiteX1" fmla="*/ 25477 w 47612"/>
                <a:gd name="connsiteY1" fmla="*/ 44202 h 44201"/>
                <a:gd name="connsiteX2" fmla="*/ 0 w 47612"/>
                <a:gd name="connsiteY2" fmla="*/ 5151 h 44201"/>
                <a:gd name="connsiteX3" fmla="*/ 47613 w 47612"/>
                <a:gd name="connsiteY3" fmla="*/ 0 h 44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12" h="44201">
                  <a:moveTo>
                    <a:pt x="47613" y="0"/>
                  </a:moveTo>
                  <a:lnTo>
                    <a:pt x="25477" y="44202"/>
                  </a:lnTo>
                  <a:lnTo>
                    <a:pt x="0" y="5151"/>
                  </a:lnTo>
                  <a:lnTo>
                    <a:pt x="47613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6">
              <a:extLst>
                <a:ext uri="{FF2B5EF4-FFF2-40B4-BE49-F238E27FC236}">
                  <a16:creationId xmlns:a16="http://schemas.microsoft.com/office/drawing/2014/main" id="{E9BE6A6B-208C-90E9-D9F0-51E1D8E0B5C4}"/>
                </a:ext>
              </a:extLst>
            </p:cNvPr>
            <p:cNvSpPr/>
            <p:nvPr/>
          </p:nvSpPr>
          <p:spPr>
            <a:xfrm>
              <a:off x="8294571" y="3289495"/>
              <a:ext cx="45037" cy="46081"/>
            </a:xfrm>
            <a:custGeom>
              <a:avLst/>
              <a:gdLst>
                <a:gd name="connsiteX0" fmla="*/ 45037 w 45037"/>
                <a:gd name="connsiteY0" fmla="*/ 40791 h 46081"/>
                <a:gd name="connsiteX1" fmla="*/ 21579 w 45037"/>
                <a:gd name="connsiteY1" fmla="*/ 0 h 46081"/>
                <a:gd name="connsiteX2" fmla="*/ 0 w 45037"/>
                <a:gd name="connsiteY2" fmla="*/ 46081 h 46081"/>
                <a:gd name="connsiteX3" fmla="*/ 45037 w 45037"/>
                <a:gd name="connsiteY3" fmla="*/ 40791 h 46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37" h="46081">
                  <a:moveTo>
                    <a:pt x="45037" y="40791"/>
                  </a:moveTo>
                  <a:lnTo>
                    <a:pt x="21579" y="0"/>
                  </a:lnTo>
                  <a:lnTo>
                    <a:pt x="0" y="46081"/>
                  </a:lnTo>
                  <a:lnTo>
                    <a:pt x="45037" y="4079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7">
              <a:extLst>
                <a:ext uri="{FF2B5EF4-FFF2-40B4-BE49-F238E27FC236}">
                  <a16:creationId xmlns:a16="http://schemas.microsoft.com/office/drawing/2014/main" id="{F597D668-E033-C4BC-69D0-BA3222A1D51C}"/>
                </a:ext>
              </a:extLst>
            </p:cNvPr>
            <p:cNvSpPr/>
            <p:nvPr/>
          </p:nvSpPr>
          <p:spPr>
            <a:xfrm>
              <a:off x="8256565" y="3279332"/>
              <a:ext cx="46638" cy="43157"/>
            </a:xfrm>
            <a:custGeom>
              <a:avLst/>
              <a:gdLst>
                <a:gd name="connsiteX0" fmla="*/ 46638 w 46638"/>
                <a:gd name="connsiteY0" fmla="*/ 0 h 43157"/>
                <a:gd name="connsiteX1" fmla="*/ 24433 w 46638"/>
                <a:gd name="connsiteY1" fmla="*/ 43158 h 43157"/>
                <a:gd name="connsiteX2" fmla="*/ 0 w 46638"/>
                <a:gd name="connsiteY2" fmla="*/ 2576 h 43157"/>
                <a:gd name="connsiteX3" fmla="*/ 46638 w 46638"/>
                <a:gd name="connsiteY3" fmla="*/ 0 h 4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638" h="43157">
                  <a:moveTo>
                    <a:pt x="46638" y="0"/>
                  </a:moveTo>
                  <a:lnTo>
                    <a:pt x="24433" y="43158"/>
                  </a:lnTo>
                  <a:lnTo>
                    <a:pt x="0" y="2576"/>
                  </a:lnTo>
                  <a:lnTo>
                    <a:pt x="46638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48">
              <a:extLst>
                <a:ext uri="{FF2B5EF4-FFF2-40B4-BE49-F238E27FC236}">
                  <a16:creationId xmlns:a16="http://schemas.microsoft.com/office/drawing/2014/main" id="{35B05E3D-0E3B-5B96-327F-FE5DEC29590B}"/>
                </a:ext>
              </a:extLst>
            </p:cNvPr>
            <p:cNvSpPr/>
            <p:nvPr/>
          </p:nvSpPr>
          <p:spPr>
            <a:xfrm>
              <a:off x="8223500" y="3297082"/>
              <a:ext cx="43227" cy="44619"/>
            </a:xfrm>
            <a:custGeom>
              <a:avLst/>
              <a:gdLst>
                <a:gd name="connsiteX0" fmla="*/ 43158 w 43227"/>
                <a:gd name="connsiteY0" fmla="*/ 39329 h 44619"/>
                <a:gd name="connsiteX1" fmla="*/ 20813 w 43227"/>
                <a:gd name="connsiteY1" fmla="*/ 0 h 44619"/>
                <a:gd name="connsiteX2" fmla="*/ 0 w 43227"/>
                <a:gd name="connsiteY2" fmla="*/ 44620 h 44619"/>
                <a:gd name="connsiteX3" fmla="*/ 43227 w 43227"/>
                <a:gd name="connsiteY3" fmla="*/ 41418 h 44619"/>
                <a:gd name="connsiteX4" fmla="*/ 43158 w 43227"/>
                <a:gd name="connsiteY4" fmla="*/ 39329 h 44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27" h="44619">
                  <a:moveTo>
                    <a:pt x="43158" y="39329"/>
                  </a:moveTo>
                  <a:lnTo>
                    <a:pt x="20813" y="0"/>
                  </a:lnTo>
                  <a:lnTo>
                    <a:pt x="0" y="44620"/>
                  </a:lnTo>
                  <a:lnTo>
                    <a:pt x="43227" y="41418"/>
                  </a:lnTo>
                  <a:lnTo>
                    <a:pt x="43158" y="39329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49">
              <a:extLst>
                <a:ext uri="{FF2B5EF4-FFF2-40B4-BE49-F238E27FC236}">
                  <a16:creationId xmlns:a16="http://schemas.microsoft.com/office/drawing/2014/main" id="{8286AC17-B8AA-DAF1-5282-E77538E822F2}"/>
                </a:ext>
              </a:extLst>
            </p:cNvPr>
            <p:cNvSpPr/>
            <p:nvPr/>
          </p:nvSpPr>
          <p:spPr>
            <a:xfrm>
              <a:off x="8184589" y="3285318"/>
              <a:ext cx="49840" cy="41139"/>
            </a:xfrm>
            <a:custGeom>
              <a:avLst/>
              <a:gdLst>
                <a:gd name="connsiteX0" fmla="*/ 49840 w 49840"/>
                <a:gd name="connsiteY0" fmla="*/ 70 h 41139"/>
                <a:gd name="connsiteX1" fmla="*/ 26800 w 49840"/>
                <a:gd name="connsiteY1" fmla="*/ 41139 h 41139"/>
                <a:gd name="connsiteX2" fmla="*/ 0 w 49840"/>
                <a:gd name="connsiteY2" fmla="*/ 2854 h 41139"/>
                <a:gd name="connsiteX3" fmla="*/ 49840 w 49840"/>
                <a:gd name="connsiteY3" fmla="*/ 0 h 4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40" h="41139">
                  <a:moveTo>
                    <a:pt x="49840" y="70"/>
                  </a:moveTo>
                  <a:cubicBezTo>
                    <a:pt x="49910" y="2436"/>
                    <a:pt x="26800" y="41139"/>
                    <a:pt x="26800" y="41139"/>
                  </a:cubicBezTo>
                  <a:lnTo>
                    <a:pt x="0" y="2854"/>
                  </a:lnTo>
                  <a:lnTo>
                    <a:pt x="49840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0">
              <a:extLst>
                <a:ext uri="{FF2B5EF4-FFF2-40B4-BE49-F238E27FC236}">
                  <a16:creationId xmlns:a16="http://schemas.microsoft.com/office/drawing/2014/main" id="{0979FBE2-DE80-9C0F-6059-4FF2CCD1B494}"/>
                </a:ext>
              </a:extLst>
            </p:cNvPr>
            <p:cNvSpPr/>
            <p:nvPr/>
          </p:nvSpPr>
          <p:spPr>
            <a:xfrm>
              <a:off x="8153404" y="3300076"/>
              <a:ext cx="46986" cy="46290"/>
            </a:xfrm>
            <a:custGeom>
              <a:avLst/>
              <a:gdLst>
                <a:gd name="connsiteX0" fmla="*/ 45316 w 46986"/>
                <a:gd name="connsiteY0" fmla="*/ 42322 h 46290"/>
                <a:gd name="connsiteX1" fmla="*/ 20813 w 46986"/>
                <a:gd name="connsiteY1" fmla="*/ 0 h 46290"/>
                <a:gd name="connsiteX2" fmla="*/ 0 w 46986"/>
                <a:gd name="connsiteY2" fmla="*/ 46290 h 46290"/>
                <a:gd name="connsiteX3" fmla="*/ 46986 w 46986"/>
                <a:gd name="connsiteY3" fmla="*/ 44898 h 46290"/>
                <a:gd name="connsiteX4" fmla="*/ 45316 w 46986"/>
                <a:gd name="connsiteY4" fmla="*/ 42322 h 46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86" h="46290">
                  <a:moveTo>
                    <a:pt x="45316" y="42322"/>
                  </a:moveTo>
                  <a:cubicBezTo>
                    <a:pt x="45316" y="41000"/>
                    <a:pt x="20813" y="0"/>
                    <a:pt x="20813" y="0"/>
                  </a:cubicBezTo>
                  <a:lnTo>
                    <a:pt x="0" y="46290"/>
                  </a:lnTo>
                  <a:lnTo>
                    <a:pt x="46986" y="44898"/>
                  </a:lnTo>
                  <a:lnTo>
                    <a:pt x="45316" y="4232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1">
              <a:extLst>
                <a:ext uri="{FF2B5EF4-FFF2-40B4-BE49-F238E27FC236}">
                  <a16:creationId xmlns:a16="http://schemas.microsoft.com/office/drawing/2014/main" id="{8F4AB58F-70CC-DB8B-AB33-5F55D3E714FB}"/>
                </a:ext>
              </a:extLst>
            </p:cNvPr>
            <p:cNvSpPr/>
            <p:nvPr/>
          </p:nvSpPr>
          <p:spPr>
            <a:xfrm>
              <a:off x="8115397" y="3294159"/>
              <a:ext cx="47264" cy="38911"/>
            </a:xfrm>
            <a:custGeom>
              <a:avLst/>
              <a:gdLst>
                <a:gd name="connsiteX0" fmla="*/ 47265 w 47264"/>
                <a:gd name="connsiteY0" fmla="*/ 0 h 38911"/>
                <a:gd name="connsiteX1" fmla="*/ 27008 w 47264"/>
                <a:gd name="connsiteY1" fmla="*/ 38912 h 38911"/>
                <a:gd name="connsiteX2" fmla="*/ 0 w 47264"/>
                <a:gd name="connsiteY2" fmla="*/ 1323 h 38911"/>
                <a:gd name="connsiteX3" fmla="*/ 47265 w 47264"/>
                <a:gd name="connsiteY3" fmla="*/ 0 h 38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64" h="38911">
                  <a:moveTo>
                    <a:pt x="47265" y="0"/>
                  </a:moveTo>
                  <a:lnTo>
                    <a:pt x="27008" y="38912"/>
                  </a:lnTo>
                  <a:lnTo>
                    <a:pt x="0" y="1323"/>
                  </a:lnTo>
                  <a:lnTo>
                    <a:pt x="47265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2">
              <a:extLst>
                <a:ext uri="{FF2B5EF4-FFF2-40B4-BE49-F238E27FC236}">
                  <a16:creationId xmlns:a16="http://schemas.microsoft.com/office/drawing/2014/main" id="{E841C6C6-AD59-362F-1F30-5FBCBC0559ED}"/>
                </a:ext>
              </a:extLst>
            </p:cNvPr>
            <p:cNvSpPr/>
            <p:nvPr/>
          </p:nvSpPr>
          <p:spPr>
            <a:xfrm>
              <a:off x="8079897" y="3308011"/>
              <a:ext cx="46081" cy="43296"/>
            </a:xfrm>
            <a:custGeom>
              <a:avLst/>
              <a:gdLst>
                <a:gd name="connsiteX0" fmla="*/ 46081 w 46081"/>
                <a:gd name="connsiteY0" fmla="*/ 39260 h 43296"/>
                <a:gd name="connsiteX1" fmla="*/ 23249 w 46081"/>
                <a:gd name="connsiteY1" fmla="*/ 0 h 43296"/>
                <a:gd name="connsiteX2" fmla="*/ 0 w 46081"/>
                <a:gd name="connsiteY2" fmla="*/ 43297 h 43296"/>
                <a:gd name="connsiteX3" fmla="*/ 46081 w 46081"/>
                <a:gd name="connsiteY3" fmla="*/ 39260 h 43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081" h="43296">
                  <a:moveTo>
                    <a:pt x="46081" y="39260"/>
                  </a:moveTo>
                  <a:lnTo>
                    <a:pt x="23249" y="0"/>
                  </a:lnTo>
                  <a:lnTo>
                    <a:pt x="0" y="43297"/>
                  </a:lnTo>
                  <a:lnTo>
                    <a:pt x="46081" y="3926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3">
              <a:extLst>
                <a:ext uri="{FF2B5EF4-FFF2-40B4-BE49-F238E27FC236}">
                  <a16:creationId xmlns:a16="http://schemas.microsoft.com/office/drawing/2014/main" id="{EAC9B3F9-0D1C-DDB0-138F-EBD947CEECE7}"/>
                </a:ext>
              </a:extLst>
            </p:cNvPr>
            <p:cNvSpPr/>
            <p:nvPr/>
          </p:nvSpPr>
          <p:spPr>
            <a:xfrm>
              <a:off x="8041612" y="3297639"/>
              <a:ext cx="49074" cy="39259"/>
            </a:xfrm>
            <a:custGeom>
              <a:avLst/>
              <a:gdLst>
                <a:gd name="connsiteX0" fmla="*/ 49074 w 49074"/>
                <a:gd name="connsiteY0" fmla="*/ 0 h 39259"/>
                <a:gd name="connsiteX1" fmla="*/ 25964 w 49074"/>
                <a:gd name="connsiteY1" fmla="*/ 39260 h 39259"/>
                <a:gd name="connsiteX2" fmla="*/ 0 w 49074"/>
                <a:gd name="connsiteY2" fmla="*/ 1462 h 39259"/>
                <a:gd name="connsiteX3" fmla="*/ 49074 w 49074"/>
                <a:gd name="connsiteY3" fmla="*/ 0 h 3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074" h="39259">
                  <a:moveTo>
                    <a:pt x="49074" y="0"/>
                  </a:moveTo>
                  <a:lnTo>
                    <a:pt x="25964" y="39260"/>
                  </a:lnTo>
                  <a:lnTo>
                    <a:pt x="0" y="1462"/>
                  </a:lnTo>
                  <a:lnTo>
                    <a:pt x="49074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4">
              <a:extLst>
                <a:ext uri="{FF2B5EF4-FFF2-40B4-BE49-F238E27FC236}">
                  <a16:creationId xmlns:a16="http://schemas.microsoft.com/office/drawing/2014/main" id="{CF0D6421-9F98-3552-CF19-A714A72E92F4}"/>
                </a:ext>
              </a:extLst>
            </p:cNvPr>
            <p:cNvSpPr/>
            <p:nvPr/>
          </p:nvSpPr>
          <p:spPr>
            <a:xfrm>
              <a:off x="8288794" y="4280800"/>
              <a:ext cx="92649" cy="52694"/>
            </a:xfrm>
            <a:custGeom>
              <a:avLst/>
              <a:gdLst>
                <a:gd name="connsiteX0" fmla="*/ 92511 w 92649"/>
                <a:gd name="connsiteY0" fmla="*/ 24015 h 52694"/>
                <a:gd name="connsiteX1" fmla="*/ 0 w 92649"/>
                <a:gd name="connsiteY1" fmla="*/ 0 h 52694"/>
                <a:gd name="connsiteX2" fmla="*/ 1253 w 92649"/>
                <a:gd name="connsiteY2" fmla="*/ 42044 h 52694"/>
                <a:gd name="connsiteX3" fmla="*/ 43715 w 92649"/>
                <a:gd name="connsiteY3" fmla="*/ 52694 h 52694"/>
                <a:gd name="connsiteX4" fmla="*/ 92650 w 92649"/>
                <a:gd name="connsiteY4" fmla="*/ 30280 h 52694"/>
                <a:gd name="connsiteX5" fmla="*/ 92441 w 92649"/>
                <a:gd name="connsiteY5" fmla="*/ 24015 h 52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649" h="52694">
                  <a:moveTo>
                    <a:pt x="92511" y="24015"/>
                  </a:moveTo>
                  <a:cubicBezTo>
                    <a:pt x="92511" y="24015"/>
                    <a:pt x="23458" y="18725"/>
                    <a:pt x="0" y="0"/>
                  </a:cubicBezTo>
                  <a:lnTo>
                    <a:pt x="1253" y="42044"/>
                  </a:lnTo>
                  <a:lnTo>
                    <a:pt x="43715" y="52694"/>
                  </a:lnTo>
                  <a:lnTo>
                    <a:pt x="92650" y="30280"/>
                  </a:lnTo>
                  <a:lnTo>
                    <a:pt x="92441" y="24015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5">
              <a:extLst>
                <a:ext uri="{FF2B5EF4-FFF2-40B4-BE49-F238E27FC236}">
                  <a16:creationId xmlns:a16="http://schemas.microsoft.com/office/drawing/2014/main" id="{3E983B01-A723-25D5-9DE8-BA11AFA6CF67}"/>
                </a:ext>
              </a:extLst>
            </p:cNvPr>
            <p:cNvSpPr/>
            <p:nvPr/>
          </p:nvSpPr>
          <p:spPr>
            <a:xfrm>
              <a:off x="8726357" y="4341151"/>
              <a:ext cx="178617" cy="49341"/>
            </a:xfrm>
            <a:custGeom>
              <a:avLst/>
              <a:gdLst>
                <a:gd name="connsiteX0" fmla="*/ 175206 w 178617"/>
                <a:gd name="connsiteY0" fmla="*/ 2088 h 49341"/>
                <a:gd name="connsiteX1" fmla="*/ 172074 w 178617"/>
                <a:gd name="connsiteY1" fmla="*/ 2088 h 49341"/>
                <a:gd name="connsiteX2" fmla="*/ 0 w 178617"/>
                <a:gd name="connsiteY2" fmla="*/ 0 h 49341"/>
                <a:gd name="connsiteX3" fmla="*/ 47404 w 178617"/>
                <a:gd name="connsiteY3" fmla="*/ 37519 h 49341"/>
                <a:gd name="connsiteX4" fmla="*/ 111375 w 178617"/>
                <a:gd name="connsiteY4" fmla="*/ 49283 h 49341"/>
                <a:gd name="connsiteX5" fmla="*/ 178617 w 178617"/>
                <a:gd name="connsiteY5" fmla="*/ 46221 h 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617" h="49341">
                  <a:moveTo>
                    <a:pt x="175206" y="2088"/>
                  </a:moveTo>
                  <a:lnTo>
                    <a:pt x="172074" y="2088"/>
                  </a:lnTo>
                  <a:cubicBezTo>
                    <a:pt x="172074" y="2088"/>
                    <a:pt x="0" y="0"/>
                    <a:pt x="0" y="0"/>
                  </a:cubicBezTo>
                  <a:lnTo>
                    <a:pt x="47404" y="37519"/>
                  </a:lnTo>
                  <a:cubicBezTo>
                    <a:pt x="47404" y="37519"/>
                    <a:pt x="111375" y="48726"/>
                    <a:pt x="111375" y="49283"/>
                  </a:cubicBezTo>
                  <a:cubicBezTo>
                    <a:pt x="111375" y="49840"/>
                    <a:pt x="178617" y="46221"/>
                    <a:pt x="178617" y="46221"/>
                  </a:cubicBez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6">
              <a:extLst>
                <a:ext uri="{FF2B5EF4-FFF2-40B4-BE49-F238E27FC236}">
                  <a16:creationId xmlns:a16="http://schemas.microsoft.com/office/drawing/2014/main" id="{27171D9B-9B3B-5076-9E5D-77D9308CB249}"/>
                </a:ext>
              </a:extLst>
            </p:cNvPr>
            <p:cNvSpPr/>
            <p:nvPr/>
          </p:nvSpPr>
          <p:spPr>
            <a:xfrm>
              <a:off x="8904348" y="4318806"/>
              <a:ext cx="390298" cy="92719"/>
            </a:xfrm>
            <a:custGeom>
              <a:avLst/>
              <a:gdLst>
                <a:gd name="connsiteX0" fmla="*/ 9606 w 390298"/>
                <a:gd name="connsiteY0" fmla="*/ 16706 h 92719"/>
                <a:gd name="connsiteX1" fmla="*/ 40721 w 390298"/>
                <a:gd name="connsiteY1" fmla="*/ 0 h 92719"/>
                <a:gd name="connsiteX2" fmla="*/ 390299 w 390298"/>
                <a:gd name="connsiteY2" fmla="*/ 46290 h 92719"/>
                <a:gd name="connsiteX3" fmla="*/ 385635 w 390298"/>
                <a:gd name="connsiteY3" fmla="*/ 92720 h 92719"/>
                <a:gd name="connsiteX4" fmla="*/ 27356 w 390298"/>
                <a:gd name="connsiteY4" fmla="*/ 46151 h 92719"/>
                <a:gd name="connsiteX5" fmla="*/ 13643 w 390298"/>
                <a:gd name="connsiteY5" fmla="*/ 79006 h 92719"/>
                <a:gd name="connsiteX6" fmla="*/ 0 w 390298"/>
                <a:gd name="connsiteY6" fmla="*/ 45455 h 92719"/>
                <a:gd name="connsiteX7" fmla="*/ 9606 w 390298"/>
                <a:gd name="connsiteY7" fmla="*/ 16706 h 9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0298" h="92719">
                  <a:moveTo>
                    <a:pt x="9606" y="16706"/>
                  </a:moveTo>
                  <a:lnTo>
                    <a:pt x="40721" y="0"/>
                  </a:lnTo>
                  <a:lnTo>
                    <a:pt x="390299" y="46290"/>
                  </a:lnTo>
                  <a:lnTo>
                    <a:pt x="385635" y="92720"/>
                  </a:lnTo>
                  <a:lnTo>
                    <a:pt x="27356" y="46151"/>
                  </a:lnTo>
                  <a:lnTo>
                    <a:pt x="13643" y="79006"/>
                  </a:lnTo>
                  <a:lnTo>
                    <a:pt x="0" y="45455"/>
                  </a:lnTo>
                  <a:lnTo>
                    <a:pt x="9606" y="16706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57">
              <a:extLst>
                <a:ext uri="{FF2B5EF4-FFF2-40B4-BE49-F238E27FC236}">
                  <a16:creationId xmlns:a16="http://schemas.microsoft.com/office/drawing/2014/main" id="{8C4CDE22-F747-3146-6853-1F814B84B4EE}"/>
                </a:ext>
              </a:extLst>
            </p:cNvPr>
            <p:cNvSpPr/>
            <p:nvPr/>
          </p:nvSpPr>
          <p:spPr>
            <a:xfrm>
              <a:off x="8768262" y="3619860"/>
              <a:ext cx="55060" cy="168106"/>
            </a:xfrm>
            <a:custGeom>
              <a:avLst/>
              <a:gdLst>
                <a:gd name="connsiteX0" fmla="*/ 0 w 55060"/>
                <a:gd name="connsiteY0" fmla="*/ 9536 h 168106"/>
                <a:gd name="connsiteX1" fmla="*/ 52485 w 55060"/>
                <a:gd name="connsiteY1" fmla="*/ 0 h 168106"/>
                <a:gd name="connsiteX2" fmla="*/ 55061 w 55060"/>
                <a:gd name="connsiteY2" fmla="*/ 165461 h 168106"/>
                <a:gd name="connsiteX3" fmla="*/ 2506 w 55060"/>
                <a:gd name="connsiteY3" fmla="*/ 168106 h 168106"/>
                <a:gd name="connsiteX4" fmla="*/ 70 w 55060"/>
                <a:gd name="connsiteY4" fmla="*/ 9536 h 168106"/>
                <a:gd name="connsiteX5" fmla="*/ 44202 w 55060"/>
                <a:gd name="connsiteY5" fmla="*/ 13156 h 168106"/>
                <a:gd name="connsiteX6" fmla="*/ 8492 w 55060"/>
                <a:gd name="connsiteY6" fmla="*/ 19560 h 168106"/>
                <a:gd name="connsiteX7" fmla="*/ 10581 w 55060"/>
                <a:gd name="connsiteY7" fmla="*/ 156203 h 168106"/>
                <a:gd name="connsiteX8" fmla="*/ 46360 w 55060"/>
                <a:gd name="connsiteY8" fmla="*/ 154393 h 168106"/>
                <a:gd name="connsiteX9" fmla="*/ 44202 w 55060"/>
                <a:gd name="connsiteY9" fmla="*/ 13156 h 168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60" h="168106">
                  <a:moveTo>
                    <a:pt x="0" y="9536"/>
                  </a:moveTo>
                  <a:lnTo>
                    <a:pt x="52485" y="0"/>
                  </a:lnTo>
                  <a:lnTo>
                    <a:pt x="55061" y="165461"/>
                  </a:lnTo>
                  <a:lnTo>
                    <a:pt x="2506" y="168106"/>
                  </a:lnTo>
                  <a:lnTo>
                    <a:pt x="70" y="9536"/>
                  </a:lnTo>
                  <a:close/>
                  <a:moveTo>
                    <a:pt x="44202" y="13156"/>
                  </a:moveTo>
                  <a:lnTo>
                    <a:pt x="8492" y="19560"/>
                  </a:lnTo>
                  <a:lnTo>
                    <a:pt x="10581" y="156203"/>
                  </a:lnTo>
                  <a:lnTo>
                    <a:pt x="46360" y="154393"/>
                  </a:lnTo>
                  <a:lnTo>
                    <a:pt x="44202" y="13156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58">
              <a:extLst>
                <a:ext uri="{FF2B5EF4-FFF2-40B4-BE49-F238E27FC236}">
                  <a16:creationId xmlns:a16="http://schemas.microsoft.com/office/drawing/2014/main" id="{1E146697-259B-67CA-190B-D2756C32D675}"/>
                </a:ext>
              </a:extLst>
            </p:cNvPr>
            <p:cNvSpPr/>
            <p:nvPr/>
          </p:nvSpPr>
          <p:spPr>
            <a:xfrm>
              <a:off x="8674568" y="3625220"/>
              <a:ext cx="54086" cy="167479"/>
            </a:xfrm>
            <a:custGeom>
              <a:avLst/>
              <a:gdLst>
                <a:gd name="connsiteX0" fmla="*/ 0 w 54086"/>
                <a:gd name="connsiteY0" fmla="*/ 2576 h 167479"/>
                <a:gd name="connsiteX1" fmla="*/ 51511 w 54086"/>
                <a:gd name="connsiteY1" fmla="*/ 0 h 167479"/>
                <a:gd name="connsiteX2" fmla="*/ 54086 w 54086"/>
                <a:gd name="connsiteY2" fmla="*/ 164904 h 167479"/>
                <a:gd name="connsiteX3" fmla="*/ 2576 w 54086"/>
                <a:gd name="connsiteY3" fmla="*/ 167480 h 167479"/>
                <a:gd name="connsiteX4" fmla="*/ 0 w 54086"/>
                <a:gd name="connsiteY4" fmla="*/ 2576 h 167479"/>
                <a:gd name="connsiteX5" fmla="*/ 43297 w 54086"/>
                <a:gd name="connsiteY5" fmla="*/ 11973 h 167479"/>
                <a:gd name="connsiteX6" fmla="*/ 8562 w 54086"/>
                <a:gd name="connsiteY6" fmla="*/ 13713 h 167479"/>
                <a:gd name="connsiteX7" fmla="*/ 10720 w 54086"/>
                <a:gd name="connsiteY7" fmla="*/ 155577 h 167479"/>
                <a:gd name="connsiteX8" fmla="*/ 45455 w 54086"/>
                <a:gd name="connsiteY8" fmla="*/ 153836 h 167479"/>
                <a:gd name="connsiteX9" fmla="*/ 43297 w 54086"/>
                <a:gd name="connsiteY9" fmla="*/ 11973 h 16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86" h="167479">
                  <a:moveTo>
                    <a:pt x="0" y="2576"/>
                  </a:moveTo>
                  <a:lnTo>
                    <a:pt x="51511" y="0"/>
                  </a:lnTo>
                  <a:lnTo>
                    <a:pt x="54086" y="164904"/>
                  </a:lnTo>
                  <a:lnTo>
                    <a:pt x="2576" y="167480"/>
                  </a:lnTo>
                  <a:lnTo>
                    <a:pt x="0" y="2576"/>
                  </a:lnTo>
                  <a:close/>
                  <a:moveTo>
                    <a:pt x="43297" y="11973"/>
                  </a:moveTo>
                  <a:lnTo>
                    <a:pt x="8562" y="13713"/>
                  </a:lnTo>
                  <a:lnTo>
                    <a:pt x="10720" y="155577"/>
                  </a:lnTo>
                  <a:lnTo>
                    <a:pt x="45455" y="153836"/>
                  </a:lnTo>
                  <a:lnTo>
                    <a:pt x="43297" y="1197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59">
              <a:extLst>
                <a:ext uri="{FF2B5EF4-FFF2-40B4-BE49-F238E27FC236}">
                  <a16:creationId xmlns:a16="http://schemas.microsoft.com/office/drawing/2014/main" id="{CA7E6387-8EF8-896B-0704-99D79FB19DF9}"/>
                </a:ext>
              </a:extLst>
            </p:cNvPr>
            <p:cNvSpPr/>
            <p:nvPr/>
          </p:nvSpPr>
          <p:spPr>
            <a:xfrm>
              <a:off x="8589366" y="3629745"/>
              <a:ext cx="49352" cy="167270"/>
            </a:xfrm>
            <a:custGeom>
              <a:avLst/>
              <a:gdLst>
                <a:gd name="connsiteX0" fmla="*/ 0 w 49352"/>
                <a:gd name="connsiteY0" fmla="*/ 2367 h 167270"/>
                <a:gd name="connsiteX1" fmla="*/ 46777 w 49352"/>
                <a:gd name="connsiteY1" fmla="*/ 0 h 167270"/>
                <a:gd name="connsiteX2" fmla="*/ 49353 w 49352"/>
                <a:gd name="connsiteY2" fmla="*/ 164904 h 167270"/>
                <a:gd name="connsiteX3" fmla="*/ 2576 w 49352"/>
                <a:gd name="connsiteY3" fmla="*/ 167271 h 167270"/>
                <a:gd name="connsiteX4" fmla="*/ 0 w 49352"/>
                <a:gd name="connsiteY4" fmla="*/ 2367 h 167270"/>
                <a:gd name="connsiteX5" fmla="*/ 38564 w 49352"/>
                <a:gd name="connsiteY5" fmla="*/ 11973 h 167270"/>
                <a:gd name="connsiteX6" fmla="*/ 8562 w 49352"/>
                <a:gd name="connsiteY6" fmla="*/ 13504 h 167270"/>
                <a:gd name="connsiteX7" fmla="*/ 10720 w 49352"/>
                <a:gd name="connsiteY7" fmla="*/ 155368 h 167270"/>
                <a:gd name="connsiteX8" fmla="*/ 40721 w 49352"/>
                <a:gd name="connsiteY8" fmla="*/ 153836 h 167270"/>
                <a:gd name="connsiteX9" fmla="*/ 38564 w 49352"/>
                <a:gd name="connsiteY9" fmla="*/ 11973 h 167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52" h="167270">
                  <a:moveTo>
                    <a:pt x="0" y="2367"/>
                  </a:moveTo>
                  <a:lnTo>
                    <a:pt x="46777" y="0"/>
                  </a:lnTo>
                  <a:lnTo>
                    <a:pt x="49353" y="164904"/>
                  </a:lnTo>
                  <a:lnTo>
                    <a:pt x="2576" y="167271"/>
                  </a:lnTo>
                  <a:lnTo>
                    <a:pt x="0" y="2367"/>
                  </a:lnTo>
                  <a:close/>
                  <a:moveTo>
                    <a:pt x="38564" y="11973"/>
                  </a:moveTo>
                  <a:lnTo>
                    <a:pt x="8562" y="13504"/>
                  </a:lnTo>
                  <a:lnTo>
                    <a:pt x="10720" y="155368"/>
                  </a:lnTo>
                  <a:lnTo>
                    <a:pt x="40721" y="153836"/>
                  </a:lnTo>
                  <a:lnTo>
                    <a:pt x="38564" y="1197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0">
              <a:extLst>
                <a:ext uri="{FF2B5EF4-FFF2-40B4-BE49-F238E27FC236}">
                  <a16:creationId xmlns:a16="http://schemas.microsoft.com/office/drawing/2014/main" id="{A9B3AFC8-8358-9066-60D9-F7E1EB9F3A2A}"/>
                </a:ext>
              </a:extLst>
            </p:cNvPr>
            <p:cNvSpPr/>
            <p:nvPr/>
          </p:nvSpPr>
          <p:spPr>
            <a:xfrm>
              <a:off x="8507924" y="3634061"/>
              <a:ext cx="45663" cy="167062"/>
            </a:xfrm>
            <a:custGeom>
              <a:avLst/>
              <a:gdLst>
                <a:gd name="connsiteX0" fmla="*/ 0 w 45663"/>
                <a:gd name="connsiteY0" fmla="*/ 2158 h 167062"/>
                <a:gd name="connsiteX1" fmla="*/ 43088 w 45663"/>
                <a:gd name="connsiteY1" fmla="*/ 0 h 167062"/>
                <a:gd name="connsiteX2" fmla="*/ 45664 w 45663"/>
                <a:gd name="connsiteY2" fmla="*/ 164904 h 167062"/>
                <a:gd name="connsiteX3" fmla="*/ 2576 w 45663"/>
                <a:gd name="connsiteY3" fmla="*/ 167062 h 167062"/>
                <a:gd name="connsiteX4" fmla="*/ 0 w 45663"/>
                <a:gd name="connsiteY4" fmla="*/ 2158 h 167062"/>
                <a:gd name="connsiteX5" fmla="*/ 34874 w 45663"/>
                <a:gd name="connsiteY5" fmla="*/ 11903 h 167062"/>
                <a:gd name="connsiteX6" fmla="*/ 8562 w 45663"/>
                <a:gd name="connsiteY6" fmla="*/ 13226 h 167062"/>
                <a:gd name="connsiteX7" fmla="*/ 10720 w 45663"/>
                <a:gd name="connsiteY7" fmla="*/ 155089 h 167062"/>
                <a:gd name="connsiteX8" fmla="*/ 37032 w 45663"/>
                <a:gd name="connsiteY8" fmla="*/ 153767 h 167062"/>
                <a:gd name="connsiteX9" fmla="*/ 34874 w 45663"/>
                <a:gd name="connsiteY9" fmla="*/ 11903 h 16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663" h="167062">
                  <a:moveTo>
                    <a:pt x="0" y="2158"/>
                  </a:moveTo>
                  <a:lnTo>
                    <a:pt x="43088" y="0"/>
                  </a:lnTo>
                  <a:lnTo>
                    <a:pt x="45664" y="164904"/>
                  </a:lnTo>
                  <a:lnTo>
                    <a:pt x="2576" y="167062"/>
                  </a:lnTo>
                  <a:lnTo>
                    <a:pt x="0" y="2158"/>
                  </a:lnTo>
                  <a:close/>
                  <a:moveTo>
                    <a:pt x="34874" y="11903"/>
                  </a:moveTo>
                  <a:lnTo>
                    <a:pt x="8562" y="13226"/>
                  </a:lnTo>
                  <a:lnTo>
                    <a:pt x="10720" y="155089"/>
                  </a:lnTo>
                  <a:lnTo>
                    <a:pt x="37032" y="153767"/>
                  </a:lnTo>
                  <a:lnTo>
                    <a:pt x="34874" y="1190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1">
              <a:extLst>
                <a:ext uri="{FF2B5EF4-FFF2-40B4-BE49-F238E27FC236}">
                  <a16:creationId xmlns:a16="http://schemas.microsoft.com/office/drawing/2014/main" id="{36154153-F76A-98FD-3945-935D3C335B8E}"/>
                </a:ext>
              </a:extLst>
            </p:cNvPr>
            <p:cNvSpPr/>
            <p:nvPr/>
          </p:nvSpPr>
          <p:spPr>
            <a:xfrm>
              <a:off x="8429544" y="3637889"/>
              <a:ext cx="48378" cy="174371"/>
            </a:xfrm>
            <a:custGeom>
              <a:avLst/>
              <a:gdLst>
                <a:gd name="connsiteX0" fmla="*/ 0 w 48378"/>
                <a:gd name="connsiteY0" fmla="*/ 2297 h 174371"/>
                <a:gd name="connsiteX1" fmla="*/ 45733 w 48378"/>
                <a:gd name="connsiteY1" fmla="*/ 0 h 174371"/>
                <a:gd name="connsiteX2" fmla="*/ 48378 w 48378"/>
                <a:gd name="connsiteY2" fmla="*/ 172074 h 174371"/>
                <a:gd name="connsiteX3" fmla="*/ 2645 w 48378"/>
                <a:gd name="connsiteY3" fmla="*/ 174371 h 174371"/>
                <a:gd name="connsiteX4" fmla="*/ 0 w 48378"/>
                <a:gd name="connsiteY4" fmla="*/ 2297 h 174371"/>
                <a:gd name="connsiteX5" fmla="*/ 37519 w 48378"/>
                <a:gd name="connsiteY5" fmla="*/ 11903 h 174371"/>
                <a:gd name="connsiteX6" fmla="*/ 8632 w 48378"/>
                <a:gd name="connsiteY6" fmla="*/ 13365 h 174371"/>
                <a:gd name="connsiteX7" fmla="*/ 10929 w 48378"/>
                <a:gd name="connsiteY7" fmla="*/ 162398 h 174371"/>
                <a:gd name="connsiteX8" fmla="*/ 39816 w 48378"/>
                <a:gd name="connsiteY8" fmla="*/ 160936 h 174371"/>
                <a:gd name="connsiteX9" fmla="*/ 37519 w 48378"/>
                <a:gd name="connsiteY9" fmla="*/ 11903 h 17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378" h="174371">
                  <a:moveTo>
                    <a:pt x="0" y="2297"/>
                  </a:moveTo>
                  <a:lnTo>
                    <a:pt x="45733" y="0"/>
                  </a:lnTo>
                  <a:lnTo>
                    <a:pt x="48378" y="172074"/>
                  </a:lnTo>
                  <a:lnTo>
                    <a:pt x="2645" y="174371"/>
                  </a:lnTo>
                  <a:lnTo>
                    <a:pt x="0" y="2297"/>
                  </a:lnTo>
                  <a:close/>
                  <a:moveTo>
                    <a:pt x="37519" y="11903"/>
                  </a:moveTo>
                  <a:lnTo>
                    <a:pt x="8632" y="13365"/>
                  </a:lnTo>
                  <a:lnTo>
                    <a:pt x="10929" y="162398"/>
                  </a:lnTo>
                  <a:lnTo>
                    <a:pt x="39816" y="160936"/>
                  </a:lnTo>
                  <a:lnTo>
                    <a:pt x="37519" y="1190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2">
              <a:extLst>
                <a:ext uri="{FF2B5EF4-FFF2-40B4-BE49-F238E27FC236}">
                  <a16:creationId xmlns:a16="http://schemas.microsoft.com/office/drawing/2014/main" id="{2B1E5277-502E-10CF-6DDC-D3686432D1D1}"/>
                </a:ext>
              </a:extLst>
            </p:cNvPr>
            <p:cNvSpPr/>
            <p:nvPr/>
          </p:nvSpPr>
          <p:spPr>
            <a:xfrm>
              <a:off x="8361187" y="3641370"/>
              <a:ext cx="47334" cy="174301"/>
            </a:xfrm>
            <a:custGeom>
              <a:avLst/>
              <a:gdLst>
                <a:gd name="connsiteX0" fmla="*/ 0 w 47334"/>
                <a:gd name="connsiteY0" fmla="*/ 2227 h 174301"/>
                <a:gd name="connsiteX1" fmla="*/ 44689 w 47334"/>
                <a:gd name="connsiteY1" fmla="*/ 0 h 174301"/>
                <a:gd name="connsiteX2" fmla="*/ 47334 w 47334"/>
                <a:gd name="connsiteY2" fmla="*/ 172074 h 174301"/>
                <a:gd name="connsiteX3" fmla="*/ 2645 w 47334"/>
                <a:gd name="connsiteY3" fmla="*/ 174301 h 174301"/>
                <a:gd name="connsiteX4" fmla="*/ 0 w 47334"/>
                <a:gd name="connsiteY4" fmla="*/ 2227 h 174301"/>
                <a:gd name="connsiteX5" fmla="*/ 36475 w 47334"/>
                <a:gd name="connsiteY5" fmla="*/ 11903 h 174301"/>
                <a:gd name="connsiteX6" fmla="*/ 8632 w 47334"/>
                <a:gd name="connsiteY6" fmla="*/ 13295 h 174301"/>
                <a:gd name="connsiteX7" fmla="*/ 10929 w 47334"/>
                <a:gd name="connsiteY7" fmla="*/ 162329 h 174301"/>
                <a:gd name="connsiteX8" fmla="*/ 38772 w 47334"/>
                <a:gd name="connsiteY8" fmla="*/ 160936 h 174301"/>
                <a:gd name="connsiteX9" fmla="*/ 36475 w 47334"/>
                <a:gd name="connsiteY9" fmla="*/ 11903 h 174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334" h="174301">
                  <a:moveTo>
                    <a:pt x="0" y="2227"/>
                  </a:moveTo>
                  <a:lnTo>
                    <a:pt x="44689" y="0"/>
                  </a:lnTo>
                  <a:lnTo>
                    <a:pt x="47334" y="172074"/>
                  </a:lnTo>
                  <a:lnTo>
                    <a:pt x="2645" y="174301"/>
                  </a:lnTo>
                  <a:lnTo>
                    <a:pt x="0" y="2227"/>
                  </a:lnTo>
                  <a:close/>
                  <a:moveTo>
                    <a:pt x="36475" y="11903"/>
                  </a:moveTo>
                  <a:lnTo>
                    <a:pt x="8632" y="13295"/>
                  </a:lnTo>
                  <a:lnTo>
                    <a:pt x="10929" y="162329"/>
                  </a:lnTo>
                  <a:lnTo>
                    <a:pt x="38772" y="160936"/>
                  </a:lnTo>
                  <a:lnTo>
                    <a:pt x="36475" y="1190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3">
              <a:extLst>
                <a:ext uri="{FF2B5EF4-FFF2-40B4-BE49-F238E27FC236}">
                  <a16:creationId xmlns:a16="http://schemas.microsoft.com/office/drawing/2014/main" id="{A8BD99B8-C016-275A-6BBD-788616AEEAC2}"/>
                </a:ext>
              </a:extLst>
            </p:cNvPr>
            <p:cNvSpPr/>
            <p:nvPr/>
          </p:nvSpPr>
          <p:spPr>
            <a:xfrm>
              <a:off x="8308076" y="3644572"/>
              <a:ext cx="37728" cy="163024"/>
            </a:xfrm>
            <a:custGeom>
              <a:avLst/>
              <a:gdLst>
                <a:gd name="connsiteX0" fmla="*/ 0 w 37728"/>
                <a:gd name="connsiteY0" fmla="*/ 1740 h 163024"/>
                <a:gd name="connsiteX1" fmla="*/ 35222 w 37728"/>
                <a:gd name="connsiteY1" fmla="*/ 0 h 163024"/>
                <a:gd name="connsiteX2" fmla="*/ 37728 w 37728"/>
                <a:gd name="connsiteY2" fmla="*/ 161284 h 163024"/>
                <a:gd name="connsiteX3" fmla="*/ 2506 w 37728"/>
                <a:gd name="connsiteY3" fmla="*/ 163025 h 163024"/>
                <a:gd name="connsiteX4" fmla="*/ 0 w 37728"/>
                <a:gd name="connsiteY4" fmla="*/ 1740 h 163024"/>
                <a:gd name="connsiteX5" fmla="*/ 27008 w 37728"/>
                <a:gd name="connsiteY5" fmla="*/ 11903 h 163024"/>
                <a:gd name="connsiteX6" fmla="*/ 8632 w 37728"/>
                <a:gd name="connsiteY6" fmla="*/ 12808 h 163024"/>
                <a:gd name="connsiteX7" fmla="*/ 10789 w 37728"/>
                <a:gd name="connsiteY7" fmla="*/ 151052 h 163024"/>
                <a:gd name="connsiteX8" fmla="*/ 29166 w 37728"/>
                <a:gd name="connsiteY8" fmla="*/ 150147 h 163024"/>
                <a:gd name="connsiteX9" fmla="*/ 27008 w 37728"/>
                <a:gd name="connsiteY9" fmla="*/ 11903 h 16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728" h="163024">
                  <a:moveTo>
                    <a:pt x="0" y="1740"/>
                  </a:moveTo>
                  <a:lnTo>
                    <a:pt x="35222" y="0"/>
                  </a:lnTo>
                  <a:lnTo>
                    <a:pt x="37728" y="161284"/>
                  </a:lnTo>
                  <a:lnTo>
                    <a:pt x="2506" y="163025"/>
                  </a:lnTo>
                  <a:lnTo>
                    <a:pt x="0" y="1740"/>
                  </a:lnTo>
                  <a:close/>
                  <a:moveTo>
                    <a:pt x="27008" y="11903"/>
                  </a:moveTo>
                  <a:lnTo>
                    <a:pt x="8632" y="12808"/>
                  </a:lnTo>
                  <a:lnTo>
                    <a:pt x="10789" y="151052"/>
                  </a:lnTo>
                  <a:lnTo>
                    <a:pt x="29166" y="150147"/>
                  </a:lnTo>
                  <a:lnTo>
                    <a:pt x="27008" y="1190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4">
              <a:extLst>
                <a:ext uri="{FF2B5EF4-FFF2-40B4-BE49-F238E27FC236}">
                  <a16:creationId xmlns:a16="http://schemas.microsoft.com/office/drawing/2014/main" id="{1FE04093-CDD1-9E02-BAA0-5D90E11CC03D}"/>
                </a:ext>
              </a:extLst>
            </p:cNvPr>
            <p:cNvSpPr/>
            <p:nvPr/>
          </p:nvSpPr>
          <p:spPr>
            <a:xfrm>
              <a:off x="8308145" y="3832447"/>
              <a:ext cx="38981" cy="108938"/>
            </a:xfrm>
            <a:custGeom>
              <a:avLst/>
              <a:gdLst>
                <a:gd name="connsiteX0" fmla="*/ 0 w 38981"/>
                <a:gd name="connsiteY0" fmla="*/ 1044 h 108938"/>
                <a:gd name="connsiteX1" fmla="*/ 35710 w 38981"/>
                <a:gd name="connsiteY1" fmla="*/ 0 h 108938"/>
                <a:gd name="connsiteX2" fmla="*/ 38981 w 38981"/>
                <a:gd name="connsiteY2" fmla="*/ 107894 h 108938"/>
                <a:gd name="connsiteX3" fmla="*/ 3272 w 38981"/>
                <a:gd name="connsiteY3" fmla="*/ 108938 h 108938"/>
                <a:gd name="connsiteX4" fmla="*/ 0 w 38981"/>
                <a:gd name="connsiteY4" fmla="*/ 1044 h 108938"/>
                <a:gd name="connsiteX5" fmla="*/ 27565 w 38981"/>
                <a:gd name="connsiteY5" fmla="*/ 8562 h 108938"/>
                <a:gd name="connsiteX6" fmla="*/ 8632 w 38981"/>
                <a:gd name="connsiteY6" fmla="*/ 9119 h 108938"/>
                <a:gd name="connsiteX7" fmla="*/ 11346 w 38981"/>
                <a:gd name="connsiteY7" fmla="*/ 100168 h 108938"/>
                <a:gd name="connsiteX8" fmla="*/ 30280 w 38981"/>
                <a:gd name="connsiteY8" fmla="*/ 99611 h 108938"/>
                <a:gd name="connsiteX9" fmla="*/ 27565 w 38981"/>
                <a:gd name="connsiteY9" fmla="*/ 8562 h 10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81" h="108938">
                  <a:moveTo>
                    <a:pt x="0" y="1044"/>
                  </a:moveTo>
                  <a:lnTo>
                    <a:pt x="35710" y="0"/>
                  </a:lnTo>
                  <a:lnTo>
                    <a:pt x="38981" y="107894"/>
                  </a:lnTo>
                  <a:lnTo>
                    <a:pt x="3272" y="108938"/>
                  </a:lnTo>
                  <a:lnTo>
                    <a:pt x="0" y="1044"/>
                  </a:lnTo>
                  <a:close/>
                  <a:moveTo>
                    <a:pt x="27565" y="8562"/>
                  </a:moveTo>
                  <a:lnTo>
                    <a:pt x="8632" y="9119"/>
                  </a:lnTo>
                  <a:lnTo>
                    <a:pt x="11346" y="100168"/>
                  </a:lnTo>
                  <a:lnTo>
                    <a:pt x="30280" y="99611"/>
                  </a:lnTo>
                  <a:lnTo>
                    <a:pt x="27565" y="856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5">
              <a:extLst>
                <a:ext uri="{FF2B5EF4-FFF2-40B4-BE49-F238E27FC236}">
                  <a16:creationId xmlns:a16="http://schemas.microsoft.com/office/drawing/2014/main" id="{AE14F36A-56CB-A7C5-8A4E-583F5258F9B4}"/>
                </a:ext>
              </a:extLst>
            </p:cNvPr>
            <p:cNvSpPr/>
            <p:nvPr/>
          </p:nvSpPr>
          <p:spPr>
            <a:xfrm>
              <a:off x="8372325" y="3833978"/>
              <a:ext cx="38981" cy="108938"/>
            </a:xfrm>
            <a:custGeom>
              <a:avLst/>
              <a:gdLst>
                <a:gd name="connsiteX0" fmla="*/ 0 w 38981"/>
                <a:gd name="connsiteY0" fmla="*/ 1044 h 108938"/>
                <a:gd name="connsiteX1" fmla="*/ 35710 w 38981"/>
                <a:gd name="connsiteY1" fmla="*/ 0 h 108938"/>
                <a:gd name="connsiteX2" fmla="*/ 38981 w 38981"/>
                <a:gd name="connsiteY2" fmla="*/ 107894 h 108938"/>
                <a:gd name="connsiteX3" fmla="*/ 3272 w 38981"/>
                <a:gd name="connsiteY3" fmla="*/ 108938 h 108938"/>
                <a:gd name="connsiteX4" fmla="*/ 0 w 38981"/>
                <a:gd name="connsiteY4" fmla="*/ 1044 h 108938"/>
                <a:gd name="connsiteX5" fmla="*/ 27565 w 38981"/>
                <a:gd name="connsiteY5" fmla="*/ 8632 h 108938"/>
                <a:gd name="connsiteX6" fmla="*/ 8632 w 38981"/>
                <a:gd name="connsiteY6" fmla="*/ 9188 h 108938"/>
                <a:gd name="connsiteX7" fmla="*/ 11346 w 38981"/>
                <a:gd name="connsiteY7" fmla="*/ 100237 h 108938"/>
                <a:gd name="connsiteX8" fmla="*/ 30280 w 38981"/>
                <a:gd name="connsiteY8" fmla="*/ 99680 h 108938"/>
                <a:gd name="connsiteX9" fmla="*/ 27565 w 38981"/>
                <a:gd name="connsiteY9" fmla="*/ 8632 h 10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81" h="108938">
                  <a:moveTo>
                    <a:pt x="0" y="1044"/>
                  </a:moveTo>
                  <a:lnTo>
                    <a:pt x="35710" y="0"/>
                  </a:lnTo>
                  <a:lnTo>
                    <a:pt x="38981" y="107894"/>
                  </a:lnTo>
                  <a:lnTo>
                    <a:pt x="3272" y="108938"/>
                  </a:lnTo>
                  <a:lnTo>
                    <a:pt x="0" y="1044"/>
                  </a:lnTo>
                  <a:close/>
                  <a:moveTo>
                    <a:pt x="27565" y="8632"/>
                  </a:moveTo>
                  <a:lnTo>
                    <a:pt x="8632" y="9188"/>
                  </a:lnTo>
                  <a:lnTo>
                    <a:pt x="11346" y="100237"/>
                  </a:lnTo>
                  <a:lnTo>
                    <a:pt x="30280" y="99680"/>
                  </a:lnTo>
                  <a:lnTo>
                    <a:pt x="27565" y="863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6">
              <a:extLst>
                <a:ext uri="{FF2B5EF4-FFF2-40B4-BE49-F238E27FC236}">
                  <a16:creationId xmlns:a16="http://schemas.microsoft.com/office/drawing/2014/main" id="{FD2B7569-28B6-FDB3-8648-83A1C4D4F754}"/>
                </a:ext>
              </a:extLst>
            </p:cNvPr>
            <p:cNvSpPr/>
            <p:nvPr/>
          </p:nvSpPr>
          <p:spPr>
            <a:xfrm>
              <a:off x="8307519" y="3987049"/>
              <a:ext cx="43227" cy="167688"/>
            </a:xfrm>
            <a:custGeom>
              <a:avLst/>
              <a:gdLst>
                <a:gd name="connsiteX0" fmla="*/ 0 w 43227"/>
                <a:gd name="connsiteY0" fmla="*/ 2227 h 167688"/>
                <a:gd name="connsiteX1" fmla="*/ 41000 w 43227"/>
                <a:gd name="connsiteY1" fmla="*/ 0 h 167688"/>
                <a:gd name="connsiteX2" fmla="*/ 43227 w 43227"/>
                <a:gd name="connsiteY2" fmla="*/ 165461 h 167688"/>
                <a:gd name="connsiteX3" fmla="*/ 2227 w 43227"/>
                <a:gd name="connsiteY3" fmla="*/ 167689 h 167688"/>
                <a:gd name="connsiteX4" fmla="*/ 0 w 43227"/>
                <a:gd name="connsiteY4" fmla="*/ 2227 h 167688"/>
                <a:gd name="connsiteX5" fmla="*/ 32786 w 43227"/>
                <a:gd name="connsiteY5" fmla="*/ 12599 h 167688"/>
                <a:gd name="connsiteX6" fmla="*/ 8632 w 43227"/>
                <a:gd name="connsiteY6" fmla="*/ 13922 h 167688"/>
                <a:gd name="connsiteX7" fmla="*/ 10511 w 43227"/>
                <a:gd name="connsiteY7" fmla="*/ 155089 h 167688"/>
                <a:gd name="connsiteX8" fmla="*/ 34665 w 43227"/>
                <a:gd name="connsiteY8" fmla="*/ 153767 h 167688"/>
                <a:gd name="connsiteX9" fmla="*/ 32786 w 43227"/>
                <a:gd name="connsiteY9" fmla="*/ 12599 h 16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227" h="167688">
                  <a:moveTo>
                    <a:pt x="0" y="2227"/>
                  </a:moveTo>
                  <a:lnTo>
                    <a:pt x="41000" y="0"/>
                  </a:lnTo>
                  <a:lnTo>
                    <a:pt x="43227" y="165461"/>
                  </a:lnTo>
                  <a:lnTo>
                    <a:pt x="2227" y="167689"/>
                  </a:lnTo>
                  <a:lnTo>
                    <a:pt x="0" y="2227"/>
                  </a:lnTo>
                  <a:close/>
                  <a:moveTo>
                    <a:pt x="32786" y="12599"/>
                  </a:moveTo>
                  <a:lnTo>
                    <a:pt x="8632" y="13922"/>
                  </a:lnTo>
                  <a:lnTo>
                    <a:pt x="10511" y="155089"/>
                  </a:lnTo>
                  <a:lnTo>
                    <a:pt x="34665" y="153767"/>
                  </a:lnTo>
                  <a:lnTo>
                    <a:pt x="32786" y="12599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67">
              <a:extLst>
                <a:ext uri="{FF2B5EF4-FFF2-40B4-BE49-F238E27FC236}">
                  <a16:creationId xmlns:a16="http://schemas.microsoft.com/office/drawing/2014/main" id="{C51626FB-AED3-9B1F-CDBD-4C6956AD5852}"/>
                </a:ext>
              </a:extLst>
            </p:cNvPr>
            <p:cNvSpPr/>
            <p:nvPr/>
          </p:nvSpPr>
          <p:spPr>
            <a:xfrm>
              <a:off x="8310582" y="4191213"/>
              <a:ext cx="39189" cy="115620"/>
            </a:xfrm>
            <a:custGeom>
              <a:avLst/>
              <a:gdLst>
                <a:gd name="connsiteX0" fmla="*/ 0 w 39189"/>
                <a:gd name="connsiteY0" fmla="*/ 1044 h 115620"/>
                <a:gd name="connsiteX1" fmla="*/ 35710 w 39189"/>
                <a:gd name="connsiteY1" fmla="*/ 0 h 115620"/>
                <a:gd name="connsiteX2" fmla="*/ 39190 w 39189"/>
                <a:gd name="connsiteY2" fmla="*/ 114577 h 115620"/>
                <a:gd name="connsiteX3" fmla="*/ 3480 w 39189"/>
                <a:gd name="connsiteY3" fmla="*/ 115621 h 115620"/>
                <a:gd name="connsiteX4" fmla="*/ 0 w 39189"/>
                <a:gd name="connsiteY4" fmla="*/ 1044 h 115620"/>
                <a:gd name="connsiteX5" fmla="*/ 27565 w 39189"/>
                <a:gd name="connsiteY5" fmla="*/ 8632 h 115620"/>
                <a:gd name="connsiteX6" fmla="*/ 8632 w 39189"/>
                <a:gd name="connsiteY6" fmla="*/ 9188 h 115620"/>
                <a:gd name="connsiteX7" fmla="*/ 11555 w 39189"/>
                <a:gd name="connsiteY7" fmla="*/ 106920 h 115620"/>
                <a:gd name="connsiteX8" fmla="*/ 30489 w 39189"/>
                <a:gd name="connsiteY8" fmla="*/ 106363 h 115620"/>
                <a:gd name="connsiteX9" fmla="*/ 27565 w 39189"/>
                <a:gd name="connsiteY9" fmla="*/ 8632 h 11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189" h="115620">
                  <a:moveTo>
                    <a:pt x="0" y="1044"/>
                  </a:moveTo>
                  <a:lnTo>
                    <a:pt x="35710" y="0"/>
                  </a:lnTo>
                  <a:lnTo>
                    <a:pt x="39190" y="114577"/>
                  </a:lnTo>
                  <a:lnTo>
                    <a:pt x="3480" y="115621"/>
                  </a:lnTo>
                  <a:lnTo>
                    <a:pt x="0" y="1044"/>
                  </a:lnTo>
                  <a:close/>
                  <a:moveTo>
                    <a:pt x="27565" y="8632"/>
                  </a:moveTo>
                  <a:lnTo>
                    <a:pt x="8632" y="9188"/>
                  </a:lnTo>
                  <a:lnTo>
                    <a:pt x="11555" y="106920"/>
                  </a:lnTo>
                  <a:lnTo>
                    <a:pt x="30489" y="106363"/>
                  </a:lnTo>
                  <a:lnTo>
                    <a:pt x="27565" y="863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68">
              <a:extLst>
                <a:ext uri="{FF2B5EF4-FFF2-40B4-BE49-F238E27FC236}">
                  <a16:creationId xmlns:a16="http://schemas.microsoft.com/office/drawing/2014/main" id="{438EC79A-903E-CF81-E5D3-7D52E1034D90}"/>
                </a:ext>
              </a:extLst>
            </p:cNvPr>
            <p:cNvSpPr/>
            <p:nvPr/>
          </p:nvSpPr>
          <p:spPr>
            <a:xfrm>
              <a:off x="8779817" y="4229637"/>
              <a:ext cx="57914" cy="126131"/>
            </a:xfrm>
            <a:custGeom>
              <a:avLst/>
              <a:gdLst>
                <a:gd name="connsiteX0" fmla="*/ 0 w 57914"/>
                <a:gd name="connsiteY0" fmla="*/ 1601 h 126131"/>
                <a:gd name="connsiteX1" fmla="*/ 54156 w 57914"/>
                <a:gd name="connsiteY1" fmla="*/ 0 h 126131"/>
                <a:gd name="connsiteX2" fmla="*/ 57915 w 57914"/>
                <a:gd name="connsiteY2" fmla="*/ 124531 h 126131"/>
                <a:gd name="connsiteX3" fmla="*/ 3759 w 57914"/>
                <a:gd name="connsiteY3" fmla="*/ 126132 h 126131"/>
                <a:gd name="connsiteX4" fmla="*/ 0 w 57914"/>
                <a:gd name="connsiteY4" fmla="*/ 1601 h 126131"/>
                <a:gd name="connsiteX5" fmla="*/ 46012 w 57914"/>
                <a:gd name="connsiteY5" fmla="*/ 8632 h 126131"/>
                <a:gd name="connsiteX6" fmla="*/ 8701 w 57914"/>
                <a:gd name="connsiteY6" fmla="*/ 9745 h 126131"/>
                <a:gd name="connsiteX7" fmla="*/ 11973 w 57914"/>
                <a:gd name="connsiteY7" fmla="*/ 117500 h 126131"/>
                <a:gd name="connsiteX8" fmla="*/ 49283 w 57914"/>
                <a:gd name="connsiteY8" fmla="*/ 116387 h 126131"/>
                <a:gd name="connsiteX9" fmla="*/ 46012 w 57914"/>
                <a:gd name="connsiteY9" fmla="*/ 8632 h 12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914" h="126131">
                  <a:moveTo>
                    <a:pt x="0" y="1601"/>
                  </a:moveTo>
                  <a:lnTo>
                    <a:pt x="54156" y="0"/>
                  </a:lnTo>
                  <a:lnTo>
                    <a:pt x="57915" y="124531"/>
                  </a:lnTo>
                  <a:lnTo>
                    <a:pt x="3759" y="126132"/>
                  </a:lnTo>
                  <a:lnTo>
                    <a:pt x="0" y="1601"/>
                  </a:lnTo>
                  <a:close/>
                  <a:moveTo>
                    <a:pt x="46012" y="8632"/>
                  </a:moveTo>
                  <a:lnTo>
                    <a:pt x="8701" y="9745"/>
                  </a:lnTo>
                  <a:lnTo>
                    <a:pt x="11973" y="117500"/>
                  </a:lnTo>
                  <a:lnTo>
                    <a:pt x="49283" y="116387"/>
                  </a:lnTo>
                  <a:lnTo>
                    <a:pt x="46012" y="863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69">
              <a:extLst>
                <a:ext uri="{FF2B5EF4-FFF2-40B4-BE49-F238E27FC236}">
                  <a16:creationId xmlns:a16="http://schemas.microsoft.com/office/drawing/2014/main" id="{ED2389AE-F4F4-D68D-70A3-719A80DEF705}"/>
                </a:ext>
              </a:extLst>
            </p:cNvPr>
            <p:cNvSpPr/>
            <p:nvPr/>
          </p:nvSpPr>
          <p:spPr>
            <a:xfrm>
              <a:off x="8772856" y="3999578"/>
              <a:ext cx="59863" cy="188292"/>
            </a:xfrm>
            <a:custGeom>
              <a:avLst/>
              <a:gdLst>
                <a:gd name="connsiteX0" fmla="*/ 0 w 59863"/>
                <a:gd name="connsiteY0" fmla="*/ 3132 h 188292"/>
                <a:gd name="connsiteX1" fmla="*/ 57358 w 59863"/>
                <a:gd name="connsiteY1" fmla="*/ 0 h 188292"/>
                <a:gd name="connsiteX2" fmla="*/ 59864 w 59863"/>
                <a:gd name="connsiteY2" fmla="*/ 185161 h 188292"/>
                <a:gd name="connsiteX3" fmla="*/ 2506 w 59863"/>
                <a:gd name="connsiteY3" fmla="*/ 188293 h 188292"/>
                <a:gd name="connsiteX4" fmla="*/ 0 w 59863"/>
                <a:gd name="connsiteY4" fmla="*/ 3132 h 188292"/>
                <a:gd name="connsiteX5" fmla="*/ 49075 w 59863"/>
                <a:gd name="connsiteY5" fmla="*/ 12599 h 188292"/>
                <a:gd name="connsiteX6" fmla="*/ 8562 w 59863"/>
                <a:gd name="connsiteY6" fmla="*/ 14827 h 188292"/>
                <a:gd name="connsiteX7" fmla="*/ 10720 w 59863"/>
                <a:gd name="connsiteY7" fmla="*/ 175694 h 188292"/>
                <a:gd name="connsiteX8" fmla="*/ 51232 w 59863"/>
                <a:gd name="connsiteY8" fmla="*/ 173466 h 188292"/>
                <a:gd name="connsiteX9" fmla="*/ 49075 w 59863"/>
                <a:gd name="connsiteY9" fmla="*/ 12599 h 18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863" h="188292">
                  <a:moveTo>
                    <a:pt x="0" y="3132"/>
                  </a:moveTo>
                  <a:lnTo>
                    <a:pt x="57358" y="0"/>
                  </a:lnTo>
                  <a:lnTo>
                    <a:pt x="59864" y="185161"/>
                  </a:lnTo>
                  <a:lnTo>
                    <a:pt x="2506" y="188293"/>
                  </a:lnTo>
                  <a:lnTo>
                    <a:pt x="0" y="3132"/>
                  </a:lnTo>
                  <a:close/>
                  <a:moveTo>
                    <a:pt x="49075" y="12599"/>
                  </a:moveTo>
                  <a:lnTo>
                    <a:pt x="8562" y="14827"/>
                  </a:lnTo>
                  <a:lnTo>
                    <a:pt x="10720" y="175694"/>
                  </a:lnTo>
                  <a:lnTo>
                    <a:pt x="51232" y="173466"/>
                  </a:lnTo>
                  <a:lnTo>
                    <a:pt x="49075" y="12599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0">
              <a:extLst>
                <a:ext uri="{FF2B5EF4-FFF2-40B4-BE49-F238E27FC236}">
                  <a16:creationId xmlns:a16="http://schemas.microsoft.com/office/drawing/2014/main" id="{39B3AA37-A56A-5328-7298-6DCC586E4622}"/>
                </a:ext>
              </a:extLst>
            </p:cNvPr>
            <p:cNvSpPr/>
            <p:nvPr/>
          </p:nvSpPr>
          <p:spPr>
            <a:xfrm>
              <a:off x="8767705" y="3826948"/>
              <a:ext cx="61047" cy="127315"/>
            </a:xfrm>
            <a:custGeom>
              <a:avLst/>
              <a:gdLst>
                <a:gd name="connsiteX0" fmla="*/ 0 w 61047"/>
                <a:gd name="connsiteY0" fmla="*/ 1740 h 127315"/>
                <a:gd name="connsiteX1" fmla="*/ 57288 w 61047"/>
                <a:gd name="connsiteY1" fmla="*/ 0 h 127315"/>
                <a:gd name="connsiteX2" fmla="*/ 61047 w 61047"/>
                <a:gd name="connsiteY2" fmla="*/ 125575 h 127315"/>
                <a:gd name="connsiteX3" fmla="*/ 3759 w 61047"/>
                <a:gd name="connsiteY3" fmla="*/ 127315 h 127315"/>
                <a:gd name="connsiteX4" fmla="*/ 0 w 61047"/>
                <a:gd name="connsiteY4" fmla="*/ 1740 h 127315"/>
                <a:gd name="connsiteX5" fmla="*/ 49144 w 61047"/>
                <a:gd name="connsiteY5" fmla="*/ 8701 h 127315"/>
                <a:gd name="connsiteX6" fmla="*/ 8632 w 61047"/>
                <a:gd name="connsiteY6" fmla="*/ 9954 h 127315"/>
                <a:gd name="connsiteX7" fmla="*/ 11903 w 61047"/>
                <a:gd name="connsiteY7" fmla="*/ 118753 h 127315"/>
                <a:gd name="connsiteX8" fmla="*/ 52416 w 61047"/>
                <a:gd name="connsiteY8" fmla="*/ 117500 h 127315"/>
                <a:gd name="connsiteX9" fmla="*/ 49144 w 61047"/>
                <a:gd name="connsiteY9" fmla="*/ 8701 h 12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047" h="127315">
                  <a:moveTo>
                    <a:pt x="0" y="1740"/>
                  </a:moveTo>
                  <a:lnTo>
                    <a:pt x="57288" y="0"/>
                  </a:lnTo>
                  <a:lnTo>
                    <a:pt x="61047" y="125575"/>
                  </a:lnTo>
                  <a:lnTo>
                    <a:pt x="3759" y="127315"/>
                  </a:lnTo>
                  <a:lnTo>
                    <a:pt x="0" y="1740"/>
                  </a:lnTo>
                  <a:close/>
                  <a:moveTo>
                    <a:pt x="49144" y="8701"/>
                  </a:moveTo>
                  <a:lnTo>
                    <a:pt x="8632" y="9954"/>
                  </a:lnTo>
                  <a:lnTo>
                    <a:pt x="11903" y="118753"/>
                  </a:lnTo>
                  <a:lnTo>
                    <a:pt x="52416" y="117500"/>
                  </a:lnTo>
                  <a:lnTo>
                    <a:pt x="49144" y="870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1">
              <a:extLst>
                <a:ext uri="{FF2B5EF4-FFF2-40B4-BE49-F238E27FC236}">
                  <a16:creationId xmlns:a16="http://schemas.microsoft.com/office/drawing/2014/main" id="{5E353F25-7AA3-E56C-550D-3CB7B196FB62}"/>
                </a:ext>
              </a:extLst>
            </p:cNvPr>
            <p:cNvSpPr/>
            <p:nvPr/>
          </p:nvSpPr>
          <p:spPr>
            <a:xfrm>
              <a:off x="8672062" y="3824651"/>
              <a:ext cx="61047" cy="127315"/>
            </a:xfrm>
            <a:custGeom>
              <a:avLst/>
              <a:gdLst>
                <a:gd name="connsiteX0" fmla="*/ 0 w 61047"/>
                <a:gd name="connsiteY0" fmla="*/ 1740 h 127315"/>
                <a:gd name="connsiteX1" fmla="*/ 57288 w 61047"/>
                <a:gd name="connsiteY1" fmla="*/ 0 h 127315"/>
                <a:gd name="connsiteX2" fmla="*/ 61047 w 61047"/>
                <a:gd name="connsiteY2" fmla="*/ 125575 h 127315"/>
                <a:gd name="connsiteX3" fmla="*/ 3759 w 61047"/>
                <a:gd name="connsiteY3" fmla="*/ 127315 h 127315"/>
                <a:gd name="connsiteX4" fmla="*/ 0 w 61047"/>
                <a:gd name="connsiteY4" fmla="*/ 1740 h 127315"/>
                <a:gd name="connsiteX5" fmla="*/ 49144 w 61047"/>
                <a:gd name="connsiteY5" fmla="*/ 8631 h 127315"/>
                <a:gd name="connsiteX6" fmla="*/ 8632 w 61047"/>
                <a:gd name="connsiteY6" fmla="*/ 9884 h 127315"/>
                <a:gd name="connsiteX7" fmla="*/ 11903 w 61047"/>
                <a:gd name="connsiteY7" fmla="*/ 118684 h 127315"/>
                <a:gd name="connsiteX8" fmla="*/ 52416 w 61047"/>
                <a:gd name="connsiteY8" fmla="*/ 117431 h 127315"/>
                <a:gd name="connsiteX9" fmla="*/ 49144 w 61047"/>
                <a:gd name="connsiteY9" fmla="*/ 8631 h 12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047" h="127315">
                  <a:moveTo>
                    <a:pt x="0" y="1740"/>
                  </a:moveTo>
                  <a:lnTo>
                    <a:pt x="57288" y="0"/>
                  </a:lnTo>
                  <a:lnTo>
                    <a:pt x="61047" y="125575"/>
                  </a:lnTo>
                  <a:lnTo>
                    <a:pt x="3759" y="127315"/>
                  </a:lnTo>
                  <a:lnTo>
                    <a:pt x="0" y="1740"/>
                  </a:lnTo>
                  <a:close/>
                  <a:moveTo>
                    <a:pt x="49144" y="8631"/>
                  </a:moveTo>
                  <a:lnTo>
                    <a:pt x="8632" y="9884"/>
                  </a:lnTo>
                  <a:lnTo>
                    <a:pt x="11903" y="118684"/>
                  </a:lnTo>
                  <a:lnTo>
                    <a:pt x="52416" y="117431"/>
                  </a:lnTo>
                  <a:lnTo>
                    <a:pt x="49144" y="863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2">
              <a:extLst>
                <a:ext uri="{FF2B5EF4-FFF2-40B4-BE49-F238E27FC236}">
                  <a16:creationId xmlns:a16="http://schemas.microsoft.com/office/drawing/2014/main" id="{82DE1BD6-6210-AE5B-80CB-310E4E22DE8C}"/>
                </a:ext>
              </a:extLst>
            </p:cNvPr>
            <p:cNvSpPr/>
            <p:nvPr/>
          </p:nvSpPr>
          <p:spPr>
            <a:xfrm>
              <a:off x="8674429" y="4023802"/>
              <a:ext cx="41626" cy="330086"/>
            </a:xfrm>
            <a:custGeom>
              <a:avLst/>
              <a:gdLst>
                <a:gd name="connsiteX0" fmla="*/ 8492 w 41626"/>
                <a:gd name="connsiteY0" fmla="*/ 330087 h 330086"/>
                <a:gd name="connsiteX1" fmla="*/ 41626 w 41626"/>
                <a:gd name="connsiteY1" fmla="*/ 329112 h 330086"/>
                <a:gd name="connsiteX2" fmla="*/ 33134 w 41626"/>
                <a:gd name="connsiteY2" fmla="*/ 0 h 330086"/>
                <a:gd name="connsiteX3" fmla="*/ 0 w 41626"/>
                <a:gd name="connsiteY3" fmla="*/ 1044 h 330086"/>
                <a:gd name="connsiteX4" fmla="*/ 8492 w 41626"/>
                <a:gd name="connsiteY4" fmla="*/ 330087 h 330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26" h="330086">
                  <a:moveTo>
                    <a:pt x="8492" y="330087"/>
                  </a:moveTo>
                  <a:lnTo>
                    <a:pt x="41626" y="329112"/>
                  </a:lnTo>
                  <a:lnTo>
                    <a:pt x="33134" y="0"/>
                  </a:lnTo>
                  <a:lnTo>
                    <a:pt x="0" y="1044"/>
                  </a:lnTo>
                  <a:lnTo>
                    <a:pt x="8492" y="33008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3">
              <a:extLst>
                <a:ext uri="{FF2B5EF4-FFF2-40B4-BE49-F238E27FC236}">
                  <a16:creationId xmlns:a16="http://schemas.microsoft.com/office/drawing/2014/main" id="{E05279A0-E739-4961-975B-BE262A3AA284}"/>
                </a:ext>
              </a:extLst>
            </p:cNvPr>
            <p:cNvSpPr/>
            <p:nvPr/>
          </p:nvSpPr>
          <p:spPr>
            <a:xfrm>
              <a:off x="8389588" y="4311288"/>
              <a:ext cx="325910" cy="44410"/>
            </a:xfrm>
            <a:custGeom>
              <a:avLst/>
              <a:gdLst>
                <a:gd name="connsiteX0" fmla="*/ 314425 w 325910"/>
                <a:gd name="connsiteY0" fmla="*/ 44411 h 44410"/>
                <a:gd name="connsiteX1" fmla="*/ 325910 w 325910"/>
                <a:gd name="connsiteY1" fmla="*/ 38424 h 44410"/>
                <a:gd name="connsiteX2" fmla="*/ 322082 w 325910"/>
                <a:gd name="connsiteY2" fmla="*/ 30976 h 44410"/>
                <a:gd name="connsiteX3" fmla="*/ 312545 w 325910"/>
                <a:gd name="connsiteY3" fmla="*/ 35918 h 44410"/>
                <a:gd name="connsiteX4" fmla="*/ 2227 w 325910"/>
                <a:gd name="connsiteY4" fmla="*/ 0 h 44410"/>
                <a:gd name="connsiteX5" fmla="*/ 0 w 325910"/>
                <a:gd name="connsiteY5" fmla="*/ 8075 h 44410"/>
                <a:gd name="connsiteX6" fmla="*/ 313311 w 325910"/>
                <a:gd name="connsiteY6" fmla="*/ 44341 h 44410"/>
                <a:gd name="connsiteX7" fmla="*/ 314425 w 325910"/>
                <a:gd name="connsiteY7" fmla="*/ 44341 h 4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910" h="44410">
                  <a:moveTo>
                    <a:pt x="314425" y="44411"/>
                  </a:moveTo>
                  <a:lnTo>
                    <a:pt x="325910" y="38424"/>
                  </a:lnTo>
                  <a:lnTo>
                    <a:pt x="322082" y="30976"/>
                  </a:lnTo>
                  <a:lnTo>
                    <a:pt x="312545" y="35918"/>
                  </a:lnTo>
                  <a:cubicBezTo>
                    <a:pt x="295909" y="35222"/>
                    <a:pt x="97174" y="26800"/>
                    <a:pt x="2227" y="0"/>
                  </a:cubicBezTo>
                  <a:lnTo>
                    <a:pt x="0" y="8075"/>
                  </a:lnTo>
                  <a:cubicBezTo>
                    <a:pt x="99541" y="36197"/>
                    <a:pt x="311223" y="44271"/>
                    <a:pt x="313311" y="44341"/>
                  </a:cubicBezTo>
                  <a:lnTo>
                    <a:pt x="314425" y="44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4">
              <a:extLst>
                <a:ext uri="{FF2B5EF4-FFF2-40B4-BE49-F238E27FC236}">
                  <a16:creationId xmlns:a16="http://schemas.microsoft.com/office/drawing/2014/main" id="{E5F65E19-2291-F4B6-241F-A669D2E33B59}"/>
                </a:ext>
              </a:extLst>
            </p:cNvPr>
            <p:cNvSpPr/>
            <p:nvPr/>
          </p:nvSpPr>
          <p:spPr>
            <a:xfrm>
              <a:off x="8354296" y="4325141"/>
              <a:ext cx="391830" cy="53947"/>
            </a:xfrm>
            <a:custGeom>
              <a:avLst/>
              <a:gdLst>
                <a:gd name="connsiteX0" fmla="*/ 379440 w 391830"/>
                <a:gd name="connsiteY0" fmla="*/ 53878 h 53947"/>
                <a:gd name="connsiteX1" fmla="*/ 391830 w 391830"/>
                <a:gd name="connsiteY1" fmla="*/ 39399 h 53947"/>
                <a:gd name="connsiteX2" fmla="*/ 385426 w 391830"/>
                <a:gd name="connsiteY2" fmla="*/ 33969 h 53947"/>
                <a:gd name="connsiteX3" fmla="*/ 375611 w 391830"/>
                <a:gd name="connsiteY3" fmla="*/ 45455 h 53947"/>
                <a:gd name="connsiteX4" fmla="*/ 2227 w 391830"/>
                <a:gd name="connsiteY4" fmla="*/ 0 h 53947"/>
                <a:gd name="connsiteX5" fmla="*/ 0 w 391830"/>
                <a:gd name="connsiteY5" fmla="*/ 8075 h 53947"/>
                <a:gd name="connsiteX6" fmla="*/ 377421 w 391830"/>
                <a:gd name="connsiteY6" fmla="*/ 53947 h 53947"/>
                <a:gd name="connsiteX7" fmla="*/ 379440 w 391830"/>
                <a:gd name="connsiteY7" fmla="*/ 53947 h 5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830" h="53947">
                  <a:moveTo>
                    <a:pt x="379440" y="53878"/>
                  </a:moveTo>
                  <a:lnTo>
                    <a:pt x="391830" y="39399"/>
                  </a:lnTo>
                  <a:lnTo>
                    <a:pt x="385426" y="33969"/>
                  </a:lnTo>
                  <a:lnTo>
                    <a:pt x="375611" y="45455"/>
                  </a:lnTo>
                  <a:cubicBezTo>
                    <a:pt x="352571" y="44759"/>
                    <a:pt x="136086" y="37519"/>
                    <a:pt x="2227" y="0"/>
                  </a:cubicBezTo>
                  <a:lnTo>
                    <a:pt x="0" y="8075"/>
                  </a:lnTo>
                  <a:cubicBezTo>
                    <a:pt x="141864" y="47821"/>
                    <a:pt x="375124" y="53878"/>
                    <a:pt x="377421" y="53947"/>
                  </a:cubicBezTo>
                  <a:lnTo>
                    <a:pt x="379440" y="53947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5">
              <a:extLst>
                <a:ext uri="{FF2B5EF4-FFF2-40B4-BE49-F238E27FC236}">
                  <a16:creationId xmlns:a16="http://schemas.microsoft.com/office/drawing/2014/main" id="{00BF4C74-2AF3-19C0-BB86-2CDAF817FFC7}"/>
                </a:ext>
              </a:extLst>
            </p:cNvPr>
            <p:cNvSpPr/>
            <p:nvPr/>
          </p:nvSpPr>
          <p:spPr>
            <a:xfrm>
              <a:off x="8306405" y="4330709"/>
              <a:ext cx="463736" cy="70862"/>
            </a:xfrm>
            <a:custGeom>
              <a:avLst/>
              <a:gdLst>
                <a:gd name="connsiteX0" fmla="*/ 439025 w 463736"/>
                <a:gd name="connsiteY0" fmla="*/ 70862 h 70862"/>
                <a:gd name="connsiteX1" fmla="*/ 463737 w 463736"/>
                <a:gd name="connsiteY1" fmla="*/ 53112 h 70862"/>
                <a:gd name="connsiteX2" fmla="*/ 458864 w 463736"/>
                <a:gd name="connsiteY2" fmla="*/ 46290 h 70862"/>
                <a:gd name="connsiteX3" fmla="*/ 436310 w 463736"/>
                <a:gd name="connsiteY3" fmla="*/ 62439 h 70862"/>
                <a:gd name="connsiteX4" fmla="*/ 15941 w 463736"/>
                <a:gd name="connsiteY4" fmla="*/ 12112 h 70862"/>
                <a:gd name="connsiteX5" fmla="*/ 22066 w 463736"/>
                <a:gd name="connsiteY5" fmla="*/ 5847 h 70862"/>
                <a:gd name="connsiteX6" fmla="*/ 16080 w 463736"/>
                <a:gd name="connsiteY6" fmla="*/ 0 h 70862"/>
                <a:gd name="connsiteX7" fmla="*/ 0 w 463736"/>
                <a:gd name="connsiteY7" fmla="*/ 16358 h 70862"/>
                <a:gd name="connsiteX8" fmla="*/ 6822 w 463736"/>
                <a:gd name="connsiteY8" fmla="*/ 18307 h 70862"/>
                <a:gd name="connsiteX9" fmla="*/ 437703 w 463736"/>
                <a:gd name="connsiteY9" fmla="*/ 70862 h 70862"/>
                <a:gd name="connsiteX10" fmla="*/ 439025 w 463736"/>
                <a:gd name="connsiteY10" fmla="*/ 70862 h 7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3736" h="70862">
                  <a:moveTo>
                    <a:pt x="439025" y="70862"/>
                  </a:moveTo>
                  <a:lnTo>
                    <a:pt x="463737" y="53112"/>
                  </a:lnTo>
                  <a:lnTo>
                    <a:pt x="458864" y="46290"/>
                  </a:lnTo>
                  <a:lnTo>
                    <a:pt x="436310" y="62439"/>
                  </a:lnTo>
                  <a:cubicBezTo>
                    <a:pt x="416611" y="62300"/>
                    <a:pt x="187110" y="59516"/>
                    <a:pt x="15941" y="12112"/>
                  </a:cubicBezTo>
                  <a:lnTo>
                    <a:pt x="22066" y="5847"/>
                  </a:lnTo>
                  <a:lnTo>
                    <a:pt x="16080" y="0"/>
                  </a:lnTo>
                  <a:lnTo>
                    <a:pt x="0" y="16358"/>
                  </a:lnTo>
                  <a:lnTo>
                    <a:pt x="6822" y="18307"/>
                  </a:lnTo>
                  <a:cubicBezTo>
                    <a:pt x="186622" y="69818"/>
                    <a:pt x="435197" y="70862"/>
                    <a:pt x="437703" y="70862"/>
                  </a:cubicBezTo>
                  <a:lnTo>
                    <a:pt x="439025" y="7086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6">
              <a:extLst>
                <a:ext uri="{FF2B5EF4-FFF2-40B4-BE49-F238E27FC236}">
                  <a16:creationId xmlns:a16="http://schemas.microsoft.com/office/drawing/2014/main" id="{EC6F3512-F6FD-308E-57EB-4B50DA74F2DA}"/>
                </a:ext>
              </a:extLst>
            </p:cNvPr>
            <p:cNvSpPr/>
            <p:nvPr/>
          </p:nvSpPr>
          <p:spPr>
            <a:xfrm>
              <a:off x="8277587" y="4323818"/>
              <a:ext cx="513785" cy="99689"/>
            </a:xfrm>
            <a:custGeom>
              <a:avLst/>
              <a:gdLst>
                <a:gd name="connsiteX0" fmla="*/ 458237 w 513785"/>
                <a:gd name="connsiteY0" fmla="*/ 99193 h 99689"/>
                <a:gd name="connsiteX1" fmla="*/ 476475 w 513785"/>
                <a:gd name="connsiteY1" fmla="*/ 98427 h 99689"/>
                <a:gd name="connsiteX2" fmla="*/ 477658 w 513785"/>
                <a:gd name="connsiteY2" fmla="*/ 98427 h 99689"/>
                <a:gd name="connsiteX3" fmla="*/ 513786 w 513785"/>
                <a:gd name="connsiteY3" fmla="*/ 71558 h 99689"/>
                <a:gd name="connsiteX4" fmla="*/ 508774 w 513785"/>
                <a:gd name="connsiteY4" fmla="*/ 64806 h 99689"/>
                <a:gd name="connsiteX5" fmla="*/ 474665 w 513785"/>
                <a:gd name="connsiteY5" fmla="*/ 90074 h 99689"/>
                <a:gd name="connsiteX6" fmla="*/ 15314 w 513785"/>
                <a:gd name="connsiteY6" fmla="*/ 37937 h 99689"/>
                <a:gd name="connsiteX7" fmla="*/ 44411 w 513785"/>
                <a:gd name="connsiteY7" fmla="*/ 5569 h 99689"/>
                <a:gd name="connsiteX8" fmla="*/ 38146 w 513785"/>
                <a:gd name="connsiteY8" fmla="*/ 0 h 99689"/>
                <a:gd name="connsiteX9" fmla="*/ 0 w 513785"/>
                <a:gd name="connsiteY9" fmla="*/ 42462 h 99689"/>
                <a:gd name="connsiteX10" fmla="*/ 6543 w 513785"/>
                <a:gd name="connsiteY10" fmla="*/ 44271 h 99689"/>
                <a:gd name="connsiteX11" fmla="*/ 458307 w 513785"/>
                <a:gd name="connsiteY11" fmla="*/ 99193 h 9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3785" h="99689">
                  <a:moveTo>
                    <a:pt x="458237" y="99193"/>
                  </a:moveTo>
                  <a:cubicBezTo>
                    <a:pt x="469723" y="98845"/>
                    <a:pt x="476127" y="98427"/>
                    <a:pt x="476475" y="98427"/>
                  </a:cubicBezTo>
                  <a:lnTo>
                    <a:pt x="477658" y="98427"/>
                  </a:lnTo>
                  <a:cubicBezTo>
                    <a:pt x="477658" y="98427"/>
                    <a:pt x="513786" y="71558"/>
                    <a:pt x="513786" y="71558"/>
                  </a:cubicBezTo>
                  <a:lnTo>
                    <a:pt x="508774" y="64806"/>
                  </a:lnTo>
                  <a:lnTo>
                    <a:pt x="474665" y="90074"/>
                  </a:lnTo>
                  <a:cubicBezTo>
                    <a:pt x="456915" y="91049"/>
                    <a:pt x="248714" y="101212"/>
                    <a:pt x="15314" y="37937"/>
                  </a:cubicBezTo>
                  <a:lnTo>
                    <a:pt x="44411" y="5569"/>
                  </a:lnTo>
                  <a:lnTo>
                    <a:pt x="38146" y="0"/>
                  </a:lnTo>
                  <a:lnTo>
                    <a:pt x="0" y="42462"/>
                  </a:lnTo>
                  <a:lnTo>
                    <a:pt x="6543" y="44271"/>
                  </a:lnTo>
                  <a:cubicBezTo>
                    <a:pt x="212587" y="101212"/>
                    <a:pt x="400392" y="100933"/>
                    <a:pt x="458307" y="99193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77">
              <a:extLst>
                <a:ext uri="{FF2B5EF4-FFF2-40B4-BE49-F238E27FC236}">
                  <a16:creationId xmlns:a16="http://schemas.microsoft.com/office/drawing/2014/main" id="{AB0C5A1A-C69A-C608-EA62-60E642CDF865}"/>
                </a:ext>
              </a:extLst>
            </p:cNvPr>
            <p:cNvSpPr/>
            <p:nvPr/>
          </p:nvSpPr>
          <p:spPr>
            <a:xfrm>
              <a:off x="9621740" y="3664117"/>
              <a:ext cx="20186" cy="18878"/>
            </a:xfrm>
            <a:custGeom>
              <a:avLst/>
              <a:gdLst>
                <a:gd name="connsiteX0" fmla="*/ 20117 w 20186"/>
                <a:gd name="connsiteY0" fmla="*/ 10943 h 18878"/>
                <a:gd name="connsiteX1" fmla="*/ 557 w 20186"/>
                <a:gd name="connsiteY1" fmla="*/ 18879 h 18878"/>
                <a:gd name="connsiteX2" fmla="*/ 139 w 20186"/>
                <a:gd name="connsiteY2" fmla="*/ 5792 h 18878"/>
                <a:gd name="connsiteX3" fmla="*/ 0 w 20186"/>
                <a:gd name="connsiteY3" fmla="*/ 154 h 18878"/>
                <a:gd name="connsiteX4" fmla="*/ 20187 w 20186"/>
                <a:gd name="connsiteY4" fmla="*/ 11013 h 1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86" h="18878">
                  <a:moveTo>
                    <a:pt x="20117" y="10943"/>
                  </a:moveTo>
                  <a:cubicBezTo>
                    <a:pt x="20117" y="10943"/>
                    <a:pt x="13156" y="17278"/>
                    <a:pt x="557" y="18879"/>
                  </a:cubicBezTo>
                  <a:lnTo>
                    <a:pt x="139" y="5792"/>
                  </a:lnTo>
                  <a:lnTo>
                    <a:pt x="0" y="154"/>
                  </a:lnTo>
                  <a:cubicBezTo>
                    <a:pt x="0" y="154"/>
                    <a:pt x="10650" y="-2143"/>
                    <a:pt x="20187" y="11013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78">
              <a:extLst>
                <a:ext uri="{FF2B5EF4-FFF2-40B4-BE49-F238E27FC236}">
                  <a16:creationId xmlns:a16="http://schemas.microsoft.com/office/drawing/2014/main" id="{F314AF01-3F86-5A5D-15FB-562A0B5EA146}"/>
                </a:ext>
              </a:extLst>
            </p:cNvPr>
            <p:cNvSpPr/>
            <p:nvPr/>
          </p:nvSpPr>
          <p:spPr>
            <a:xfrm>
              <a:off x="9571343" y="4111649"/>
              <a:ext cx="246346" cy="144021"/>
            </a:xfrm>
            <a:custGeom>
              <a:avLst/>
              <a:gdLst>
                <a:gd name="connsiteX0" fmla="*/ 231033 w 246346"/>
                <a:gd name="connsiteY0" fmla="*/ 9815 h 144021"/>
                <a:gd name="connsiteX1" fmla="*/ 0 w 246346"/>
                <a:gd name="connsiteY1" fmla="*/ 0 h 144021"/>
                <a:gd name="connsiteX2" fmla="*/ 8423 w 246346"/>
                <a:gd name="connsiteY2" fmla="*/ 139984 h 144021"/>
                <a:gd name="connsiteX3" fmla="*/ 246347 w 246346"/>
                <a:gd name="connsiteY3" fmla="*/ 144021 h 144021"/>
                <a:gd name="connsiteX4" fmla="*/ 234583 w 246346"/>
                <a:gd name="connsiteY4" fmla="*/ 11138 h 144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346" h="144021">
                  <a:moveTo>
                    <a:pt x="231033" y="9815"/>
                  </a:moveTo>
                  <a:lnTo>
                    <a:pt x="0" y="0"/>
                  </a:lnTo>
                  <a:lnTo>
                    <a:pt x="8423" y="139984"/>
                  </a:lnTo>
                  <a:lnTo>
                    <a:pt x="246347" y="144021"/>
                  </a:lnTo>
                  <a:lnTo>
                    <a:pt x="234583" y="11138"/>
                  </a:ln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9">
              <a:extLst>
                <a:ext uri="{FF2B5EF4-FFF2-40B4-BE49-F238E27FC236}">
                  <a16:creationId xmlns:a16="http://schemas.microsoft.com/office/drawing/2014/main" id="{BDF039F1-433E-4FC4-3DB4-B2F0849129C6}"/>
                </a:ext>
              </a:extLst>
            </p:cNvPr>
            <p:cNvSpPr/>
            <p:nvPr/>
          </p:nvSpPr>
          <p:spPr>
            <a:xfrm>
              <a:off x="9581854" y="4347972"/>
              <a:ext cx="240778" cy="73020"/>
            </a:xfrm>
            <a:custGeom>
              <a:avLst/>
              <a:gdLst>
                <a:gd name="connsiteX0" fmla="*/ 238272 w 240778"/>
                <a:gd name="connsiteY0" fmla="*/ 16915 h 73020"/>
                <a:gd name="connsiteX1" fmla="*/ 0 w 240778"/>
                <a:gd name="connsiteY1" fmla="*/ 0 h 73020"/>
                <a:gd name="connsiteX2" fmla="*/ 2506 w 240778"/>
                <a:gd name="connsiteY2" fmla="*/ 54643 h 73020"/>
                <a:gd name="connsiteX3" fmla="*/ 240778 w 240778"/>
                <a:gd name="connsiteY3" fmla="*/ 73020 h 73020"/>
                <a:gd name="connsiteX4" fmla="*/ 238272 w 240778"/>
                <a:gd name="connsiteY4" fmla="*/ 16915 h 7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778" h="73020">
                  <a:moveTo>
                    <a:pt x="238272" y="16915"/>
                  </a:moveTo>
                  <a:lnTo>
                    <a:pt x="0" y="0"/>
                  </a:lnTo>
                  <a:lnTo>
                    <a:pt x="2506" y="54643"/>
                  </a:lnTo>
                  <a:lnTo>
                    <a:pt x="240778" y="73020"/>
                  </a:lnTo>
                  <a:lnTo>
                    <a:pt x="238272" y="16915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0">
              <a:extLst>
                <a:ext uri="{FF2B5EF4-FFF2-40B4-BE49-F238E27FC236}">
                  <a16:creationId xmlns:a16="http://schemas.microsoft.com/office/drawing/2014/main" id="{E744FCB5-BE08-6B9C-BC91-44E9F1CFCE6D}"/>
                </a:ext>
              </a:extLst>
            </p:cNvPr>
            <p:cNvSpPr/>
            <p:nvPr/>
          </p:nvSpPr>
          <p:spPr>
            <a:xfrm>
              <a:off x="8032006" y="3356738"/>
              <a:ext cx="1217464" cy="122442"/>
            </a:xfrm>
            <a:custGeom>
              <a:avLst/>
              <a:gdLst>
                <a:gd name="connsiteX0" fmla="*/ 85410 w 1217464"/>
                <a:gd name="connsiteY0" fmla="*/ 120772 h 122442"/>
                <a:gd name="connsiteX1" fmla="*/ 1217465 w 1217464"/>
                <a:gd name="connsiteY1" fmla="*/ 3341 h 122442"/>
                <a:gd name="connsiteX2" fmla="*/ 1216908 w 1217464"/>
                <a:gd name="connsiteY2" fmla="*/ 0 h 122442"/>
                <a:gd name="connsiteX3" fmla="*/ 0 w 1217464"/>
                <a:gd name="connsiteY3" fmla="*/ 119101 h 122442"/>
                <a:gd name="connsiteX4" fmla="*/ 0 w 1217464"/>
                <a:gd name="connsiteY4" fmla="*/ 122443 h 122442"/>
                <a:gd name="connsiteX5" fmla="*/ 85480 w 1217464"/>
                <a:gd name="connsiteY5" fmla="*/ 120702 h 122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7464" h="122442">
                  <a:moveTo>
                    <a:pt x="85410" y="120772"/>
                  </a:moveTo>
                  <a:cubicBezTo>
                    <a:pt x="591678" y="105528"/>
                    <a:pt x="1210922" y="4455"/>
                    <a:pt x="1217465" y="3341"/>
                  </a:cubicBezTo>
                  <a:lnTo>
                    <a:pt x="1216908" y="0"/>
                  </a:lnTo>
                  <a:cubicBezTo>
                    <a:pt x="1210017" y="1183"/>
                    <a:pt x="518728" y="114020"/>
                    <a:pt x="0" y="119101"/>
                  </a:cubicBezTo>
                  <a:lnTo>
                    <a:pt x="0" y="122443"/>
                  </a:lnTo>
                  <a:cubicBezTo>
                    <a:pt x="28053" y="122164"/>
                    <a:pt x="56592" y="121607"/>
                    <a:pt x="85480" y="120702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1">
              <a:extLst>
                <a:ext uri="{FF2B5EF4-FFF2-40B4-BE49-F238E27FC236}">
                  <a16:creationId xmlns:a16="http://schemas.microsoft.com/office/drawing/2014/main" id="{D2032981-A5D0-24BC-3ABF-EFCB6C4014C9}"/>
                </a:ext>
              </a:extLst>
            </p:cNvPr>
            <p:cNvSpPr/>
            <p:nvPr/>
          </p:nvSpPr>
          <p:spPr>
            <a:xfrm>
              <a:off x="8035695" y="3446673"/>
              <a:ext cx="1225539" cy="122651"/>
            </a:xfrm>
            <a:custGeom>
              <a:avLst/>
              <a:gdLst>
                <a:gd name="connsiteX0" fmla="*/ 86037 w 1225539"/>
                <a:gd name="connsiteY0" fmla="*/ 120911 h 122651"/>
                <a:gd name="connsiteX1" fmla="*/ 1225540 w 1225539"/>
                <a:gd name="connsiteY1" fmla="*/ 3341 h 122651"/>
                <a:gd name="connsiteX2" fmla="*/ 1224983 w 1225539"/>
                <a:gd name="connsiteY2" fmla="*/ 0 h 122651"/>
                <a:gd name="connsiteX3" fmla="*/ 85967 w 1225539"/>
                <a:gd name="connsiteY3" fmla="*/ 117570 h 122651"/>
                <a:gd name="connsiteX4" fmla="*/ 0 w 1225539"/>
                <a:gd name="connsiteY4" fmla="*/ 119310 h 122651"/>
                <a:gd name="connsiteX5" fmla="*/ 0 w 1225539"/>
                <a:gd name="connsiteY5" fmla="*/ 122651 h 122651"/>
                <a:gd name="connsiteX6" fmla="*/ 86107 w 1225539"/>
                <a:gd name="connsiteY6" fmla="*/ 120911 h 122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5539" h="122651">
                  <a:moveTo>
                    <a:pt x="86037" y="120911"/>
                  </a:moveTo>
                  <a:cubicBezTo>
                    <a:pt x="595646" y="105528"/>
                    <a:pt x="1218927" y="4385"/>
                    <a:pt x="1225540" y="3341"/>
                  </a:cubicBezTo>
                  <a:lnTo>
                    <a:pt x="1224983" y="0"/>
                  </a:lnTo>
                  <a:cubicBezTo>
                    <a:pt x="1218440" y="1114"/>
                    <a:pt x="595298" y="102186"/>
                    <a:pt x="85967" y="117570"/>
                  </a:cubicBezTo>
                  <a:cubicBezTo>
                    <a:pt x="56871" y="118475"/>
                    <a:pt x="28192" y="119032"/>
                    <a:pt x="0" y="119310"/>
                  </a:cubicBezTo>
                  <a:lnTo>
                    <a:pt x="0" y="122651"/>
                  </a:lnTo>
                  <a:cubicBezTo>
                    <a:pt x="28261" y="122373"/>
                    <a:pt x="57010" y="121816"/>
                    <a:pt x="86107" y="120911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2">
              <a:extLst>
                <a:ext uri="{FF2B5EF4-FFF2-40B4-BE49-F238E27FC236}">
                  <a16:creationId xmlns:a16="http://schemas.microsoft.com/office/drawing/2014/main" id="{CF30F241-C7A1-E468-2070-88D520AA9455}"/>
                </a:ext>
              </a:extLst>
            </p:cNvPr>
            <p:cNvSpPr/>
            <p:nvPr/>
          </p:nvSpPr>
          <p:spPr>
            <a:xfrm>
              <a:off x="8037365" y="3503543"/>
              <a:ext cx="1224147" cy="122651"/>
            </a:xfrm>
            <a:custGeom>
              <a:avLst/>
              <a:gdLst>
                <a:gd name="connsiteX0" fmla="*/ 85898 w 1224147"/>
                <a:gd name="connsiteY0" fmla="*/ 120911 h 122651"/>
                <a:gd name="connsiteX1" fmla="*/ 1224147 w 1224147"/>
                <a:gd name="connsiteY1" fmla="*/ 3341 h 122651"/>
                <a:gd name="connsiteX2" fmla="*/ 1223591 w 1224147"/>
                <a:gd name="connsiteY2" fmla="*/ 0 h 122651"/>
                <a:gd name="connsiteX3" fmla="*/ 85828 w 1224147"/>
                <a:gd name="connsiteY3" fmla="*/ 117570 h 122651"/>
                <a:gd name="connsiteX4" fmla="*/ 0 w 1224147"/>
                <a:gd name="connsiteY4" fmla="*/ 119310 h 122651"/>
                <a:gd name="connsiteX5" fmla="*/ 0 w 1224147"/>
                <a:gd name="connsiteY5" fmla="*/ 122651 h 122651"/>
                <a:gd name="connsiteX6" fmla="*/ 85967 w 1224147"/>
                <a:gd name="connsiteY6" fmla="*/ 120911 h 122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4147" h="122651">
                  <a:moveTo>
                    <a:pt x="85898" y="120911"/>
                  </a:moveTo>
                  <a:cubicBezTo>
                    <a:pt x="594950" y="105528"/>
                    <a:pt x="1217535" y="4385"/>
                    <a:pt x="1224147" y="3341"/>
                  </a:cubicBezTo>
                  <a:lnTo>
                    <a:pt x="1223591" y="0"/>
                  </a:lnTo>
                  <a:cubicBezTo>
                    <a:pt x="1217047" y="1114"/>
                    <a:pt x="594602" y="102186"/>
                    <a:pt x="85828" y="117570"/>
                  </a:cubicBezTo>
                  <a:cubicBezTo>
                    <a:pt x="56801" y="118475"/>
                    <a:pt x="28122" y="119032"/>
                    <a:pt x="0" y="119310"/>
                  </a:cubicBezTo>
                  <a:lnTo>
                    <a:pt x="0" y="122651"/>
                  </a:lnTo>
                  <a:cubicBezTo>
                    <a:pt x="28192" y="122373"/>
                    <a:pt x="56940" y="121816"/>
                    <a:pt x="85967" y="120911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3">
              <a:extLst>
                <a:ext uri="{FF2B5EF4-FFF2-40B4-BE49-F238E27FC236}">
                  <a16:creationId xmlns:a16="http://schemas.microsoft.com/office/drawing/2014/main" id="{AB511940-2EE0-7FD3-2810-B339247FA217}"/>
                </a:ext>
              </a:extLst>
            </p:cNvPr>
            <p:cNvSpPr/>
            <p:nvPr/>
          </p:nvSpPr>
          <p:spPr>
            <a:xfrm>
              <a:off x="8033398" y="3375045"/>
              <a:ext cx="1219135" cy="120632"/>
            </a:xfrm>
            <a:custGeom>
              <a:avLst/>
              <a:gdLst>
                <a:gd name="connsiteX0" fmla="*/ 87916 w 1219135"/>
                <a:gd name="connsiteY0" fmla="*/ 118823 h 120632"/>
                <a:gd name="connsiteX1" fmla="*/ 1219136 w 1219135"/>
                <a:gd name="connsiteY1" fmla="*/ 3341 h 120632"/>
                <a:gd name="connsiteX2" fmla="*/ 1218579 w 1219135"/>
                <a:gd name="connsiteY2" fmla="*/ 0 h 120632"/>
                <a:gd name="connsiteX3" fmla="*/ 87916 w 1219135"/>
                <a:gd name="connsiteY3" fmla="*/ 115482 h 120632"/>
                <a:gd name="connsiteX4" fmla="*/ 0 w 1219135"/>
                <a:gd name="connsiteY4" fmla="*/ 117291 h 120632"/>
                <a:gd name="connsiteX5" fmla="*/ 0 w 1219135"/>
                <a:gd name="connsiteY5" fmla="*/ 120633 h 120632"/>
                <a:gd name="connsiteX6" fmla="*/ 87986 w 1219135"/>
                <a:gd name="connsiteY6" fmla="*/ 118823 h 12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35" h="120632">
                  <a:moveTo>
                    <a:pt x="87916" y="118823"/>
                  </a:moveTo>
                  <a:cubicBezTo>
                    <a:pt x="599196" y="103370"/>
                    <a:pt x="1212592" y="4385"/>
                    <a:pt x="1219136" y="3341"/>
                  </a:cubicBezTo>
                  <a:lnTo>
                    <a:pt x="1218579" y="0"/>
                  </a:lnTo>
                  <a:cubicBezTo>
                    <a:pt x="1212105" y="1044"/>
                    <a:pt x="598918" y="100028"/>
                    <a:pt x="87916" y="115482"/>
                  </a:cubicBezTo>
                  <a:cubicBezTo>
                    <a:pt x="58193" y="116387"/>
                    <a:pt x="28888" y="116943"/>
                    <a:pt x="0" y="117291"/>
                  </a:cubicBezTo>
                  <a:lnTo>
                    <a:pt x="0" y="120633"/>
                  </a:lnTo>
                  <a:cubicBezTo>
                    <a:pt x="28888" y="120354"/>
                    <a:pt x="58263" y="119728"/>
                    <a:pt x="87986" y="118823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4">
              <a:extLst>
                <a:ext uri="{FF2B5EF4-FFF2-40B4-BE49-F238E27FC236}">
                  <a16:creationId xmlns:a16="http://schemas.microsoft.com/office/drawing/2014/main" id="{3D9EFE7D-0AC1-D1C6-AB99-77ADDA345D02}"/>
                </a:ext>
              </a:extLst>
            </p:cNvPr>
            <p:cNvSpPr/>
            <p:nvPr/>
          </p:nvSpPr>
          <p:spPr>
            <a:xfrm>
              <a:off x="8037992" y="3522964"/>
              <a:ext cx="1224147" cy="122651"/>
            </a:xfrm>
            <a:custGeom>
              <a:avLst/>
              <a:gdLst>
                <a:gd name="connsiteX0" fmla="*/ 85898 w 1224147"/>
                <a:gd name="connsiteY0" fmla="*/ 120911 h 122651"/>
                <a:gd name="connsiteX1" fmla="*/ 1224147 w 1224147"/>
                <a:gd name="connsiteY1" fmla="*/ 3341 h 122651"/>
                <a:gd name="connsiteX2" fmla="*/ 1223591 w 1224147"/>
                <a:gd name="connsiteY2" fmla="*/ 0 h 122651"/>
                <a:gd name="connsiteX3" fmla="*/ 85828 w 1224147"/>
                <a:gd name="connsiteY3" fmla="*/ 117570 h 122651"/>
                <a:gd name="connsiteX4" fmla="*/ 0 w 1224147"/>
                <a:gd name="connsiteY4" fmla="*/ 119310 h 122651"/>
                <a:gd name="connsiteX5" fmla="*/ 0 w 1224147"/>
                <a:gd name="connsiteY5" fmla="*/ 122651 h 122651"/>
                <a:gd name="connsiteX6" fmla="*/ 85967 w 1224147"/>
                <a:gd name="connsiteY6" fmla="*/ 120911 h 122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4147" h="122651">
                  <a:moveTo>
                    <a:pt x="85898" y="120911"/>
                  </a:moveTo>
                  <a:cubicBezTo>
                    <a:pt x="594950" y="105528"/>
                    <a:pt x="1217535" y="4385"/>
                    <a:pt x="1224147" y="3341"/>
                  </a:cubicBezTo>
                  <a:lnTo>
                    <a:pt x="1223591" y="0"/>
                  </a:lnTo>
                  <a:cubicBezTo>
                    <a:pt x="1217047" y="1114"/>
                    <a:pt x="594602" y="102186"/>
                    <a:pt x="85828" y="117570"/>
                  </a:cubicBezTo>
                  <a:cubicBezTo>
                    <a:pt x="56801" y="118475"/>
                    <a:pt x="28122" y="119032"/>
                    <a:pt x="0" y="119310"/>
                  </a:cubicBezTo>
                  <a:lnTo>
                    <a:pt x="0" y="122651"/>
                  </a:lnTo>
                  <a:cubicBezTo>
                    <a:pt x="28192" y="122373"/>
                    <a:pt x="56940" y="121816"/>
                    <a:pt x="85967" y="120911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5">
              <a:extLst>
                <a:ext uri="{FF2B5EF4-FFF2-40B4-BE49-F238E27FC236}">
                  <a16:creationId xmlns:a16="http://schemas.microsoft.com/office/drawing/2014/main" id="{DBBF11BA-FE6D-0A5C-17D2-DA01ACD6055E}"/>
                </a:ext>
              </a:extLst>
            </p:cNvPr>
            <p:cNvSpPr/>
            <p:nvPr/>
          </p:nvSpPr>
          <p:spPr>
            <a:xfrm rot="21496200">
              <a:off x="9233536" y="3265675"/>
              <a:ext cx="3341" cy="1116670"/>
            </a:xfrm>
            <a:custGeom>
              <a:avLst/>
              <a:gdLst>
                <a:gd name="connsiteX0" fmla="*/ 0 w 3341"/>
                <a:gd name="connsiteY0" fmla="*/ 0 h 1116670"/>
                <a:gd name="connsiteX1" fmla="*/ 3341 w 3341"/>
                <a:gd name="connsiteY1" fmla="*/ 0 h 1116670"/>
                <a:gd name="connsiteX2" fmla="*/ 3341 w 3341"/>
                <a:gd name="connsiteY2" fmla="*/ 1116671 h 1116670"/>
                <a:gd name="connsiteX3" fmla="*/ 0 w 3341"/>
                <a:gd name="connsiteY3" fmla="*/ 1116671 h 111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1116670">
                  <a:moveTo>
                    <a:pt x="0" y="0"/>
                  </a:moveTo>
                  <a:lnTo>
                    <a:pt x="3341" y="0"/>
                  </a:lnTo>
                  <a:lnTo>
                    <a:pt x="3341" y="1116671"/>
                  </a:lnTo>
                  <a:lnTo>
                    <a:pt x="0" y="111667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6">
              <a:extLst>
                <a:ext uri="{FF2B5EF4-FFF2-40B4-BE49-F238E27FC236}">
                  <a16:creationId xmlns:a16="http://schemas.microsoft.com/office/drawing/2014/main" id="{607D0191-843B-B1EA-2D14-0C4FEB579D40}"/>
                </a:ext>
              </a:extLst>
            </p:cNvPr>
            <p:cNvSpPr/>
            <p:nvPr/>
          </p:nvSpPr>
          <p:spPr>
            <a:xfrm rot="21496200">
              <a:off x="8961852" y="3273812"/>
              <a:ext cx="3341" cy="1082979"/>
            </a:xfrm>
            <a:custGeom>
              <a:avLst/>
              <a:gdLst>
                <a:gd name="connsiteX0" fmla="*/ 0 w 3341"/>
                <a:gd name="connsiteY0" fmla="*/ 0 h 1082979"/>
                <a:gd name="connsiteX1" fmla="*/ 3341 w 3341"/>
                <a:gd name="connsiteY1" fmla="*/ 0 h 1082979"/>
                <a:gd name="connsiteX2" fmla="*/ 3341 w 3341"/>
                <a:gd name="connsiteY2" fmla="*/ 1082980 h 1082979"/>
                <a:gd name="connsiteX3" fmla="*/ 0 w 3341"/>
                <a:gd name="connsiteY3" fmla="*/ 1082980 h 108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1082979">
                  <a:moveTo>
                    <a:pt x="0" y="0"/>
                  </a:moveTo>
                  <a:lnTo>
                    <a:pt x="3341" y="0"/>
                  </a:lnTo>
                  <a:lnTo>
                    <a:pt x="3341" y="1082980"/>
                  </a:lnTo>
                  <a:lnTo>
                    <a:pt x="0" y="108298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87">
              <a:extLst>
                <a:ext uri="{FF2B5EF4-FFF2-40B4-BE49-F238E27FC236}">
                  <a16:creationId xmlns:a16="http://schemas.microsoft.com/office/drawing/2014/main" id="{F2610F6A-1E47-5050-A043-A265AE9274B1}"/>
                </a:ext>
              </a:extLst>
            </p:cNvPr>
            <p:cNvSpPr/>
            <p:nvPr/>
          </p:nvSpPr>
          <p:spPr>
            <a:xfrm rot="21496200">
              <a:off x="8905576" y="3275331"/>
              <a:ext cx="3341" cy="347489"/>
            </a:xfrm>
            <a:custGeom>
              <a:avLst/>
              <a:gdLst>
                <a:gd name="connsiteX0" fmla="*/ 0 w 3341"/>
                <a:gd name="connsiteY0" fmla="*/ 0 h 347489"/>
                <a:gd name="connsiteX1" fmla="*/ 3341 w 3341"/>
                <a:gd name="connsiteY1" fmla="*/ 0 h 347489"/>
                <a:gd name="connsiteX2" fmla="*/ 3341 w 3341"/>
                <a:gd name="connsiteY2" fmla="*/ 347489 h 347489"/>
                <a:gd name="connsiteX3" fmla="*/ 0 w 3341"/>
                <a:gd name="connsiteY3" fmla="*/ 347489 h 34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347489">
                  <a:moveTo>
                    <a:pt x="0" y="0"/>
                  </a:moveTo>
                  <a:lnTo>
                    <a:pt x="3341" y="0"/>
                  </a:lnTo>
                  <a:lnTo>
                    <a:pt x="3341" y="347489"/>
                  </a:lnTo>
                  <a:lnTo>
                    <a:pt x="0" y="347489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88">
              <a:extLst>
                <a:ext uri="{FF2B5EF4-FFF2-40B4-BE49-F238E27FC236}">
                  <a16:creationId xmlns:a16="http://schemas.microsoft.com/office/drawing/2014/main" id="{6A225F32-A737-617A-44A9-5B854FC93447}"/>
                </a:ext>
              </a:extLst>
            </p:cNvPr>
            <p:cNvSpPr/>
            <p:nvPr/>
          </p:nvSpPr>
          <p:spPr>
            <a:xfrm rot="21496200">
              <a:off x="8724880" y="3317464"/>
              <a:ext cx="3341" cy="281499"/>
            </a:xfrm>
            <a:custGeom>
              <a:avLst/>
              <a:gdLst>
                <a:gd name="connsiteX0" fmla="*/ 0 w 3341"/>
                <a:gd name="connsiteY0" fmla="*/ 0 h 281499"/>
                <a:gd name="connsiteX1" fmla="*/ 3341 w 3341"/>
                <a:gd name="connsiteY1" fmla="*/ 0 h 281499"/>
                <a:gd name="connsiteX2" fmla="*/ 3341 w 3341"/>
                <a:gd name="connsiteY2" fmla="*/ 281500 h 281499"/>
                <a:gd name="connsiteX3" fmla="*/ 0 w 3341"/>
                <a:gd name="connsiteY3" fmla="*/ 281500 h 281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81499">
                  <a:moveTo>
                    <a:pt x="0" y="0"/>
                  </a:moveTo>
                  <a:lnTo>
                    <a:pt x="3341" y="0"/>
                  </a:lnTo>
                  <a:lnTo>
                    <a:pt x="3341" y="281500"/>
                  </a:lnTo>
                  <a:lnTo>
                    <a:pt x="0" y="28150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89">
              <a:extLst>
                <a:ext uri="{FF2B5EF4-FFF2-40B4-BE49-F238E27FC236}">
                  <a16:creationId xmlns:a16="http://schemas.microsoft.com/office/drawing/2014/main" id="{E7361561-3AFE-15FD-FFFC-7DFA59D68E58}"/>
                </a:ext>
              </a:extLst>
            </p:cNvPr>
            <p:cNvSpPr/>
            <p:nvPr/>
          </p:nvSpPr>
          <p:spPr>
            <a:xfrm rot="21496200">
              <a:off x="8679852" y="3329192"/>
              <a:ext cx="3341" cy="271058"/>
            </a:xfrm>
            <a:custGeom>
              <a:avLst/>
              <a:gdLst>
                <a:gd name="connsiteX0" fmla="*/ 0 w 3341"/>
                <a:gd name="connsiteY0" fmla="*/ 0 h 271058"/>
                <a:gd name="connsiteX1" fmla="*/ 3341 w 3341"/>
                <a:gd name="connsiteY1" fmla="*/ 0 h 271058"/>
                <a:gd name="connsiteX2" fmla="*/ 3341 w 3341"/>
                <a:gd name="connsiteY2" fmla="*/ 271058 h 271058"/>
                <a:gd name="connsiteX3" fmla="*/ 0 w 3341"/>
                <a:gd name="connsiteY3" fmla="*/ 271058 h 27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71058">
                  <a:moveTo>
                    <a:pt x="0" y="0"/>
                  </a:moveTo>
                  <a:lnTo>
                    <a:pt x="3341" y="0"/>
                  </a:lnTo>
                  <a:lnTo>
                    <a:pt x="3341" y="271058"/>
                  </a:lnTo>
                  <a:lnTo>
                    <a:pt x="0" y="271058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0">
              <a:extLst>
                <a:ext uri="{FF2B5EF4-FFF2-40B4-BE49-F238E27FC236}">
                  <a16:creationId xmlns:a16="http://schemas.microsoft.com/office/drawing/2014/main" id="{25E4B102-0CB5-A72D-2FFA-6071F5EC934A}"/>
                </a:ext>
              </a:extLst>
            </p:cNvPr>
            <p:cNvSpPr/>
            <p:nvPr/>
          </p:nvSpPr>
          <p:spPr>
            <a:xfrm rot="21496200">
              <a:off x="8499646" y="3356897"/>
              <a:ext cx="3341" cy="261730"/>
            </a:xfrm>
            <a:custGeom>
              <a:avLst/>
              <a:gdLst>
                <a:gd name="connsiteX0" fmla="*/ 0 w 3341"/>
                <a:gd name="connsiteY0" fmla="*/ 0 h 261730"/>
                <a:gd name="connsiteX1" fmla="*/ 3341 w 3341"/>
                <a:gd name="connsiteY1" fmla="*/ 0 h 261730"/>
                <a:gd name="connsiteX2" fmla="*/ 3341 w 3341"/>
                <a:gd name="connsiteY2" fmla="*/ 261731 h 261730"/>
                <a:gd name="connsiteX3" fmla="*/ 0 w 3341"/>
                <a:gd name="connsiteY3" fmla="*/ 261731 h 26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61730">
                  <a:moveTo>
                    <a:pt x="0" y="0"/>
                  </a:moveTo>
                  <a:lnTo>
                    <a:pt x="3341" y="0"/>
                  </a:lnTo>
                  <a:lnTo>
                    <a:pt x="3341" y="261731"/>
                  </a:lnTo>
                  <a:lnTo>
                    <a:pt x="0" y="26173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1">
              <a:extLst>
                <a:ext uri="{FF2B5EF4-FFF2-40B4-BE49-F238E27FC236}">
                  <a16:creationId xmlns:a16="http://schemas.microsoft.com/office/drawing/2014/main" id="{EE6DF3D5-E6CF-109F-43B2-98EBC7002A37}"/>
                </a:ext>
              </a:extLst>
            </p:cNvPr>
            <p:cNvSpPr/>
            <p:nvPr/>
          </p:nvSpPr>
          <p:spPr>
            <a:xfrm rot="21496200">
              <a:off x="8454393" y="3358332"/>
              <a:ext cx="3341" cy="261730"/>
            </a:xfrm>
            <a:custGeom>
              <a:avLst/>
              <a:gdLst>
                <a:gd name="connsiteX0" fmla="*/ 0 w 3341"/>
                <a:gd name="connsiteY0" fmla="*/ 0 h 261730"/>
                <a:gd name="connsiteX1" fmla="*/ 3341 w 3341"/>
                <a:gd name="connsiteY1" fmla="*/ 0 h 261730"/>
                <a:gd name="connsiteX2" fmla="*/ 3341 w 3341"/>
                <a:gd name="connsiteY2" fmla="*/ 261731 h 261730"/>
                <a:gd name="connsiteX3" fmla="*/ 0 w 3341"/>
                <a:gd name="connsiteY3" fmla="*/ 261731 h 26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61730">
                  <a:moveTo>
                    <a:pt x="0" y="0"/>
                  </a:moveTo>
                  <a:lnTo>
                    <a:pt x="3341" y="0"/>
                  </a:lnTo>
                  <a:lnTo>
                    <a:pt x="3341" y="261731"/>
                  </a:lnTo>
                  <a:lnTo>
                    <a:pt x="0" y="26173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2">
              <a:extLst>
                <a:ext uri="{FF2B5EF4-FFF2-40B4-BE49-F238E27FC236}">
                  <a16:creationId xmlns:a16="http://schemas.microsoft.com/office/drawing/2014/main" id="{F2BD5BE4-6F6E-C347-CBCF-61BFB669667F}"/>
                </a:ext>
              </a:extLst>
            </p:cNvPr>
            <p:cNvSpPr/>
            <p:nvPr/>
          </p:nvSpPr>
          <p:spPr>
            <a:xfrm rot="21496200">
              <a:off x="8274460" y="3376419"/>
              <a:ext cx="3341" cy="289713"/>
            </a:xfrm>
            <a:custGeom>
              <a:avLst/>
              <a:gdLst>
                <a:gd name="connsiteX0" fmla="*/ 0 w 3341"/>
                <a:gd name="connsiteY0" fmla="*/ 0 h 289713"/>
                <a:gd name="connsiteX1" fmla="*/ 3341 w 3341"/>
                <a:gd name="connsiteY1" fmla="*/ 0 h 289713"/>
                <a:gd name="connsiteX2" fmla="*/ 3341 w 3341"/>
                <a:gd name="connsiteY2" fmla="*/ 289713 h 289713"/>
                <a:gd name="connsiteX3" fmla="*/ 0 w 3341"/>
                <a:gd name="connsiteY3" fmla="*/ 289713 h 289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289713">
                  <a:moveTo>
                    <a:pt x="0" y="0"/>
                  </a:moveTo>
                  <a:lnTo>
                    <a:pt x="3341" y="0"/>
                  </a:lnTo>
                  <a:lnTo>
                    <a:pt x="3341" y="289713"/>
                  </a:lnTo>
                  <a:lnTo>
                    <a:pt x="0" y="28971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3">
              <a:extLst>
                <a:ext uri="{FF2B5EF4-FFF2-40B4-BE49-F238E27FC236}">
                  <a16:creationId xmlns:a16="http://schemas.microsoft.com/office/drawing/2014/main" id="{4E92F0C1-EEE8-C14A-B898-4589808EF41E}"/>
                </a:ext>
              </a:extLst>
            </p:cNvPr>
            <p:cNvSpPr/>
            <p:nvPr/>
          </p:nvSpPr>
          <p:spPr>
            <a:xfrm>
              <a:off x="8224962" y="3386600"/>
              <a:ext cx="8492" cy="891693"/>
            </a:xfrm>
            <a:custGeom>
              <a:avLst/>
              <a:gdLst>
                <a:gd name="connsiteX0" fmla="*/ 8492 w 8492"/>
                <a:gd name="connsiteY0" fmla="*/ 891624 h 891693"/>
                <a:gd name="connsiteX1" fmla="*/ 3341 w 8492"/>
                <a:gd name="connsiteY1" fmla="*/ 0 h 891693"/>
                <a:gd name="connsiteX2" fmla="*/ 0 w 8492"/>
                <a:gd name="connsiteY2" fmla="*/ 0 h 891693"/>
                <a:gd name="connsiteX3" fmla="*/ 5151 w 8492"/>
                <a:gd name="connsiteY3" fmla="*/ 891694 h 891693"/>
                <a:gd name="connsiteX4" fmla="*/ 8492 w 8492"/>
                <a:gd name="connsiteY4" fmla="*/ 891624 h 891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92" h="891693">
                  <a:moveTo>
                    <a:pt x="8492" y="891624"/>
                  </a:moveTo>
                  <a:lnTo>
                    <a:pt x="3341" y="0"/>
                  </a:lnTo>
                  <a:lnTo>
                    <a:pt x="0" y="0"/>
                  </a:lnTo>
                  <a:lnTo>
                    <a:pt x="5151" y="891694"/>
                  </a:lnTo>
                  <a:lnTo>
                    <a:pt x="8492" y="891624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4">
              <a:extLst>
                <a:ext uri="{FF2B5EF4-FFF2-40B4-BE49-F238E27FC236}">
                  <a16:creationId xmlns:a16="http://schemas.microsoft.com/office/drawing/2014/main" id="{4F6C2133-1E99-A393-AC29-6D49BC110795}"/>
                </a:ext>
              </a:extLst>
            </p:cNvPr>
            <p:cNvSpPr/>
            <p:nvPr/>
          </p:nvSpPr>
          <p:spPr>
            <a:xfrm>
              <a:off x="8076625" y="3388549"/>
              <a:ext cx="16079" cy="898585"/>
            </a:xfrm>
            <a:custGeom>
              <a:avLst/>
              <a:gdLst>
                <a:gd name="connsiteX0" fmla="*/ 3341 w 16079"/>
                <a:gd name="connsiteY0" fmla="*/ 898585 h 898585"/>
                <a:gd name="connsiteX1" fmla="*/ 16080 w 16079"/>
                <a:gd name="connsiteY1" fmla="*/ 70 h 898585"/>
                <a:gd name="connsiteX2" fmla="*/ 12738 w 16079"/>
                <a:gd name="connsiteY2" fmla="*/ 0 h 898585"/>
                <a:gd name="connsiteX3" fmla="*/ 0 w 16079"/>
                <a:gd name="connsiteY3" fmla="*/ 898515 h 898585"/>
                <a:gd name="connsiteX4" fmla="*/ 3341 w 16079"/>
                <a:gd name="connsiteY4" fmla="*/ 898585 h 898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9" h="898585">
                  <a:moveTo>
                    <a:pt x="3341" y="898585"/>
                  </a:moveTo>
                  <a:lnTo>
                    <a:pt x="16080" y="70"/>
                  </a:lnTo>
                  <a:lnTo>
                    <a:pt x="12738" y="0"/>
                  </a:lnTo>
                  <a:lnTo>
                    <a:pt x="0" y="898515"/>
                  </a:lnTo>
                  <a:lnTo>
                    <a:pt x="3341" y="898585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5">
              <a:extLst>
                <a:ext uri="{FF2B5EF4-FFF2-40B4-BE49-F238E27FC236}">
                  <a16:creationId xmlns:a16="http://schemas.microsoft.com/office/drawing/2014/main" id="{7FCE5810-2780-4338-CEE2-8A8180C62E31}"/>
                </a:ext>
              </a:extLst>
            </p:cNvPr>
            <p:cNvSpPr/>
            <p:nvPr/>
          </p:nvSpPr>
          <p:spPr>
            <a:xfrm rot="21328200">
              <a:off x="8937434" y="3648054"/>
              <a:ext cx="323195" cy="3341"/>
            </a:xfrm>
            <a:custGeom>
              <a:avLst/>
              <a:gdLst>
                <a:gd name="connsiteX0" fmla="*/ 0 w 323195"/>
                <a:gd name="connsiteY0" fmla="*/ 0 h 3341"/>
                <a:gd name="connsiteX1" fmla="*/ 323195 w 323195"/>
                <a:gd name="connsiteY1" fmla="*/ 0 h 3341"/>
                <a:gd name="connsiteX2" fmla="*/ 323195 w 323195"/>
                <a:gd name="connsiteY2" fmla="*/ 3341 h 3341"/>
                <a:gd name="connsiteX3" fmla="*/ 0 w 323195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195" h="3341">
                  <a:moveTo>
                    <a:pt x="0" y="0"/>
                  </a:moveTo>
                  <a:lnTo>
                    <a:pt x="323195" y="0"/>
                  </a:lnTo>
                  <a:lnTo>
                    <a:pt x="323195" y="3341"/>
                  </a:lnTo>
                  <a:lnTo>
                    <a:pt x="0" y="3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6">
              <a:extLst>
                <a:ext uri="{FF2B5EF4-FFF2-40B4-BE49-F238E27FC236}">
                  <a16:creationId xmlns:a16="http://schemas.microsoft.com/office/drawing/2014/main" id="{3F7E2B03-841C-F3CC-5AAE-93075C04AFBB}"/>
                </a:ext>
              </a:extLst>
            </p:cNvPr>
            <p:cNvSpPr/>
            <p:nvPr/>
          </p:nvSpPr>
          <p:spPr>
            <a:xfrm>
              <a:off x="8940266" y="3728033"/>
              <a:ext cx="320202" cy="18237"/>
            </a:xfrm>
            <a:custGeom>
              <a:avLst/>
              <a:gdLst>
                <a:gd name="connsiteX0" fmla="*/ 139 w 320202"/>
                <a:gd name="connsiteY0" fmla="*/ 18238 h 18237"/>
                <a:gd name="connsiteX1" fmla="*/ 320202 w 320202"/>
                <a:gd name="connsiteY1" fmla="*/ 3341 h 18237"/>
                <a:gd name="connsiteX2" fmla="*/ 319994 w 320202"/>
                <a:gd name="connsiteY2" fmla="*/ 0 h 18237"/>
                <a:gd name="connsiteX3" fmla="*/ 0 w 320202"/>
                <a:gd name="connsiteY3" fmla="*/ 14896 h 18237"/>
                <a:gd name="connsiteX4" fmla="*/ 139 w 320202"/>
                <a:gd name="connsiteY4" fmla="*/ 18238 h 1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02" h="18237">
                  <a:moveTo>
                    <a:pt x="139" y="18238"/>
                  </a:moveTo>
                  <a:lnTo>
                    <a:pt x="320202" y="3341"/>
                  </a:lnTo>
                  <a:lnTo>
                    <a:pt x="319994" y="0"/>
                  </a:lnTo>
                  <a:lnTo>
                    <a:pt x="0" y="14896"/>
                  </a:lnTo>
                  <a:lnTo>
                    <a:pt x="139" y="18238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97">
              <a:extLst>
                <a:ext uri="{FF2B5EF4-FFF2-40B4-BE49-F238E27FC236}">
                  <a16:creationId xmlns:a16="http://schemas.microsoft.com/office/drawing/2014/main" id="{866DBF22-4185-D3D3-EEF3-E682D969E80A}"/>
                </a:ext>
              </a:extLst>
            </p:cNvPr>
            <p:cNvSpPr/>
            <p:nvPr/>
          </p:nvSpPr>
          <p:spPr>
            <a:xfrm>
              <a:off x="8943747" y="3844559"/>
              <a:ext cx="324239" cy="17332"/>
            </a:xfrm>
            <a:custGeom>
              <a:avLst/>
              <a:gdLst>
                <a:gd name="connsiteX0" fmla="*/ 139 w 324239"/>
                <a:gd name="connsiteY0" fmla="*/ 17333 h 17332"/>
                <a:gd name="connsiteX1" fmla="*/ 324240 w 324239"/>
                <a:gd name="connsiteY1" fmla="*/ 3341 h 17332"/>
                <a:gd name="connsiteX2" fmla="*/ 324100 w 324239"/>
                <a:gd name="connsiteY2" fmla="*/ 0 h 17332"/>
                <a:gd name="connsiteX3" fmla="*/ 0 w 324239"/>
                <a:gd name="connsiteY3" fmla="*/ 13991 h 17332"/>
                <a:gd name="connsiteX4" fmla="*/ 139 w 324239"/>
                <a:gd name="connsiteY4" fmla="*/ 17333 h 1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239" h="17332">
                  <a:moveTo>
                    <a:pt x="139" y="17333"/>
                  </a:moveTo>
                  <a:lnTo>
                    <a:pt x="324240" y="3341"/>
                  </a:lnTo>
                  <a:lnTo>
                    <a:pt x="324100" y="0"/>
                  </a:lnTo>
                  <a:lnTo>
                    <a:pt x="0" y="13991"/>
                  </a:lnTo>
                  <a:lnTo>
                    <a:pt x="139" y="17333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98">
              <a:extLst>
                <a:ext uri="{FF2B5EF4-FFF2-40B4-BE49-F238E27FC236}">
                  <a16:creationId xmlns:a16="http://schemas.microsoft.com/office/drawing/2014/main" id="{99419758-03DC-C784-1AA5-0D9737B5704B}"/>
                </a:ext>
              </a:extLst>
            </p:cNvPr>
            <p:cNvSpPr/>
            <p:nvPr/>
          </p:nvSpPr>
          <p:spPr>
            <a:xfrm rot="21496200">
              <a:off x="8951196" y="3960921"/>
              <a:ext cx="320132" cy="3341"/>
            </a:xfrm>
            <a:custGeom>
              <a:avLst/>
              <a:gdLst>
                <a:gd name="connsiteX0" fmla="*/ 0 w 320132"/>
                <a:gd name="connsiteY0" fmla="*/ 0 h 3341"/>
                <a:gd name="connsiteX1" fmla="*/ 320133 w 320132"/>
                <a:gd name="connsiteY1" fmla="*/ 0 h 3341"/>
                <a:gd name="connsiteX2" fmla="*/ 320133 w 320132"/>
                <a:gd name="connsiteY2" fmla="*/ 3341 h 3341"/>
                <a:gd name="connsiteX3" fmla="*/ 0 w 320132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0132" h="3341">
                  <a:moveTo>
                    <a:pt x="0" y="0"/>
                  </a:moveTo>
                  <a:lnTo>
                    <a:pt x="320133" y="0"/>
                  </a:lnTo>
                  <a:lnTo>
                    <a:pt x="320133" y="3341"/>
                  </a:lnTo>
                  <a:lnTo>
                    <a:pt x="0" y="3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99">
              <a:extLst>
                <a:ext uri="{FF2B5EF4-FFF2-40B4-BE49-F238E27FC236}">
                  <a16:creationId xmlns:a16="http://schemas.microsoft.com/office/drawing/2014/main" id="{753C4A8E-DFF0-6C68-6ACD-24E35FD8538D}"/>
                </a:ext>
              </a:extLst>
            </p:cNvPr>
            <p:cNvSpPr/>
            <p:nvPr/>
          </p:nvSpPr>
          <p:spPr>
            <a:xfrm>
              <a:off x="8944373" y="4052064"/>
              <a:ext cx="326049" cy="11415"/>
            </a:xfrm>
            <a:custGeom>
              <a:avLst/>
              <a:gdLst>
                <a:gd name="connsiteX0" fmla="*/ 325980 w 326049"/>
                <a:gd name="connsiteY0" fmla="*/ 11416 h 11415"/>
                <a:gd name="connsiteX1" fmla="*/ 326049 w 326049"/>
                <a:gd name="connsiteY1" fmla="*/ 8075 h 11415"/>
                <a:gd name="connsiteX2" fmla="*/ 70 w 326049"/>
                <a:gd name="connsiteY2" fmla="*/ 0 h 11415"/>
                <a:gd name="connsiteX3" fmla="*/ 0 w 326049"/>
                <a:gd name="connsiteY3" fmla="*/ 3341 h 11415"/>
                <a:gd name="connsiteX4" fmla="*/ 325980 w 326049"/>
                <a:gd name="connsiteY4" fmla="*/ 11416 h 11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049" h="11415">
                  <a:moveTo>
                    <a:pt x="325980" y="11416"/>
                  </a:moveTo>
                  <a:lnTo>
                    <a:pt x="326049" y="8075"/>
                  </a:lnTo>
                  <a:lnTo>
                    <a:pt x="70" y="0"/>
                  </a:lnTo>
                  <a:lnTo>
                    <a:pt x="0" y="3341"/>
                  </a:lnTo>
                  <a:lnTo>
                    <a:pt x="325980" y="11416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0">
              <a:extLst>
                <a:ext uri="{FF2B5EF4-FFF2-40B4-BE49-F238E27FC236}">
                  <a16:creationId xmlns:a16="http://schemas.microsoft.com/office/drawing/2014/main" id="{066C84C3-F832-F538-0F8A-7F1EBE124FBD}"/>
                </a:ext>
              </a:extLst>
            </p:cNvPr>
            <p:cNvSpPr/>
            <p:nvPr/>
          </p:nvSpPr>
          <p:spPr>
            <a:xfrm>
              <a:off x="8943468" y="4149934"/>
              <a:ext cx="338927" cy="9884"/>
            </a:xfrm>
            <a:custGeom>
              <a:avLst/>
              <a:gdLst>
                <a:gd name="connsiteX0" fmla="*/ 338858 w 338927"/>
                <a:gd name="connsiteY0" fmla="*/ 9884 h 9884"/>
                <a:gd name="connsiteX1" fmla="*/ 338927 w 338927"/>
                <a:gd name="connsiteY1" fmla="*/ 6543 h 9884"/>
                <a:gd name="connsiteX2" fmla="*/ 139 w 338927"/>
                <a:gd name="connsiteY2" fmla="*/ 0 h 9884"/>
                <a:gd name="connsiteX3" fmla="*/ 0 w 338927"/>
                <a:gd name="connsiteY3" fmla="*/ 3411 h 9884"/>
                <a:gd name="connsiteX4" fmla="*/ 338858 w 338927"/>
                <a:gd name="connsiteY4" fmla="*/ 9884 h 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927" h="9884">
                  <a:moveTo>
                    <a:pt x="338858" y="9884"/>
                  </a:moveTo>
                  <a:lnTo>
                    <a:pt x="338927" y="6543"/>
                  </a:lnTo>
                  <a:lnTo>
                    <a:pt x="139" y="0"/>
                  </a:lnTo>
                  <a:lnTo>
                    <a:pt x="0" y="3411"/>
                  </a:lnTo>
                  <a:lnTo>
                    <a:pt x="338858" y="9884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1">
              <a:extLst>
                <a:ext uri="{FF2B5EF4-FFF2-40B4-BE49-F238E27FC236}">
                  <a16:creationId xmlns:a16="http://schemas.microsoft.com/office/drawing/2014/main" id="{A53CC85B-229C-8810-EEC2-DAE7B4C98339}"/>
                </a:ext>
              </a:extLst>
            </p:cNvPr>
            <p:cNvSpPr/>
            <p:nvPr/>
          </p:nvSpPr>
          <p:spPr>
            <a:xfrm>
              <a:off x="8953005" y="4248779"/>
              <a:ext cx="327859" cy="24780"/>
            </a:xfrm>
            <a:custGeom>
              <a:avLst/>
              <a:gdLst>
                <a:gd name="connsiteX0" fmla="*/ 327651 w 327859"/>
                <a:gd name="connsiteY0" fmla="*/ 24781 h 24780"/>
                <a:gd name="connsiteX1" fmla="*/ 327859 w 327859"/>
                <a:gd name="connsiteY1" fmla="*/ 21440 h 24780"/>
                <a:gd name="connsiteX2" fmla="*/ 209 w 327859"/>
                <a:gd name="connsiteY2" fmla="*/ 0 h 24780"/>
                <a:gd name="connsiteX3" fmla="*/ 0 w 327859"/>
                <a:gd name="connsiteY3" fmla="*/ 3341 h 24780"/>
                <a:gd name="connsiteX4" fmla="*/ 327651 w 327859"/>
                <a:gd name="connsiteY4" fmla="*/ 24781 h 2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859" h="24780">
                  <a:moveTo>
                    <a:pt x="327651" y="24781"/>
                  </a:moveTo>
                  <a:lnTo>
                    <a:pt x="327859" y="21440"/>
                  </a:lnTo>
                  <a:lnTo>
                    <a:pt x="209" y="0"/>
                  </a:lnTo>
                  <a:lnTo>
                    <a:pt x="0" y="3341"/>
                  </a:lnTo>
                  <a:lnTo>
                    <a:pt x="327651" y="2478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2">
              <a:extLst>
                <a:ext uri="{FF2B5EF4-FFF2-40B4-BE49-F238E27FC236}">
                  <a16:creationId xmlns:a16="http://schemas.microsoft.com/office/drawing/2014/main" id="{33CB98DF-42EC-BA06-BC60-B2A5C558481E}"/>
                </a:ext>
              </a:extLst>
            </p:cNvPr>
            <p:cNvSpPr/>
            <p:nvPr/>
          </p:nvSpPr>
          <p:spPr>
            <a:xfrm rot="21496200">
              <a:off x="8030459" y="3706148"/>
              <a:ext cx="251289" cy="3341"/>
            </a:xfrm>
            <a:custGeom>
              <a:avLst/>
              <a:gdLst>
                <a:gd name="connsiteX0" fmla="*/ 0 w 251289"/>
                <a:gd name="connsiteY0" fmla="*/ 0 h 3341"/>
                <a:gd name="connsiteX1" fmla="*/ 251289 w 251289"/>
                <a:gd name="connsiteY1" fmla="*/ 0 h 3341"/>
                <a:gd name="connsiteX2" fmla="*/ 251289 w 251289"/>
                <a:gd name="connsiteY2" fmla="*/ 3341 h 3341"/>
                <a:gd name="connsiteX3" fmla="*/ 0 w 251289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289" h="3341">
                  <a:moveTo>
                    <a:pt x="0" y="0"/>
                  </a:moveTo>
                  <a:lnTo>
                    <a:pt x="251289" y="0"/>
                  </a:lnTo>
                  <a:lnTo>
                    <a:pt x="251289" y="3341"/>
                  </a:lnTo>
                  <a:lnTo>
                    <a:pt x="0" y="3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3">
              <a:extLst>
                <a:ext uri="{FF2B5EF4-FFF2-40B4-BE49-F238E27FC236}">
                  <a16:creationId xmlns:a16="http://schemas.microsoft.com/office/drawing/2014/main" id="{8C5878E2-7D8F-D4B6-9964-7643BFC1B88D}"/>
                </a:ext>
              </a:extLst>
            </p:cNvPr>
            <p:cNvSpPr/>
            <p:nvPr/>
          </p:nvSpPr>
          <p:spPr>
            <a:xfrm>
              <a:off x="8026576" y="3777873"/>
              <a:ext cx="260547" cy="4246"/>
            </a:xfrm>
            <a:custGeom>
              <a:avLst/>
              <a:gdLst>
                <a:gd name="connsiteX0" fmla="*/ 260478 w 260547"/>
                <a:gd name="connsiteY0" fmla="*/ 4246 h 4246"/>
                <a:gd name="connsiteX1" fmla="*/ 260547 w 260547"/>
                <a:gd name="connsiteY1" fmla="*/ 835 h 4246"/>
                <a:gd name="connsiteX2" fmla="*/ 70 w 260547"/>
                <a:gd name="connsiteY2" fmla="*/ 0 h 4246"/>
                <a:gd name="connsiteX3" fmla="*/ 0 w 260547"/>
                <a:gd name="connsiteY3" fmla="*/ 3341 h 4246"/>
                <a:gd name="connsiteX4" fmla="*/ 260478 w 260547"/>
                <a:gd name="connsiteY4" fmla="*/ 4246 h 4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547" h="4246">
                  <a:moveTo>
                    <a:pt x="260478" y="4246"/>
                  </a:moveTo>
                  <a:lnTo>
                    <a:pt x="260547" y="835"/>
                  </a:lnTo>
                  <a:lnTo>
                    <a:pt x="70" y="0"/>
                  </a:lnTo>
                  <a:lnTo>
                    <a:pt x="0" y="3341"/>
                  </a:lnTo>
                  <a:lnTo>
                    <a:pt x="260478" y="4246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4">
              <a:extLst>
                <a:ext uri="{FF2B5EF4-FFF2-40B4-BE49-F238E27FC236}">
                  <a16:creationId xmlns:a16="http://schemas.microsoft.com/office/drawing/2014/main" id="{24BCCE50-7500-DD57-AB98-204BF77AD533}"/>
                </a:ext>
              </a:extLst>
            </p:cNvPr>
            <p:cNvSpPr/>
            <p:nvPr/>
          </p:nvSpPr>
          <p:spPr>
            <a:xfrm>
              <a:off x="8027620" y="3867739"/>
              <a:ext cx="262148" cy="3898"/>
            </a:xfrm>
            <a:custGeom>
              <a:avLst/>
              <a:gdLst>
                <a:gd name="connsiteX0" fmla="*/ 262148 w 262148"/>
                <a:gd name="connsiteY0" fmla="*/ 3341 h 3898"/>
                <a:gd name="connsiteX1" fmla="*/ 262148 w 262148"/>
                <a:gd name="connsiteY1" fmla="*/ 0 h 3898"/>
                <a:gd name="connsiteX2" fmla="*/ 0 w 262148"/>
                <a:gd name="connsiteY2" fmla="*/ 557 h 3898"/>
                <a:gd name="connsiteX3" fmla="*/ 0 w 262148"/>
                <a:gd name="connsiteY3" fmla="*/ 3898 h 3898"/>
                <a:gd name="connsiteX4" fmla="*/ 262148 w 262148"/>
                <a:gd name="connsiteY4" fmla="*/ 3341 h 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148" h="3898">
                  <a:moveTo>
                    <a:pt x="262148" y="3341"/>
                  </a:moveTo>
                  <a:lnTo>
                    <a:pt x="262148" y="0"/>
                  </a:lnTo>
                  <a:lnTo>
                    <a:pt x="0" y="557"/>
                  </a:lnTo>
                  <a:lnTo>
                    <a:pt x="0" y="3898"/>
                  </a:lnTo>
                  <a:lnTo>
                    <a:pt x="262148" y="3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5">
              <a:extLst>
                <a:ext uri="{FF2B5EF4-FFF2-40B4-BE49-F238E27FC236}">
                  <a16:creationId xmlns:a16="http://schemas.microsoft.com/office/drawing/2014/main" id="{367C5469-BC2B-55E7-F32C-F735CFD2F3C8}"/>
                </a:ext>
              </a:extLst>
            </p:cNvPr>
            <p:cNvSpPr/>
            <p:nvPr/>
          </p:nvSpPr>
          <p:spPr>
            <a:xfrm>
              <a:off x="8028107" y="3956351"/>
              <a:ext cx="252402" cy="5707"/>
            </a:xfrm>
            <a:custGeom>
              <a:avLst/>
              <a:gdLst>
                <a:gd name="connsiteX0" fmla="*/ 252403 w 252402"/>
                <a:gd name="connsiteY0" fmla="*/ 3411 h 5707"/>
                <a:gd name="connsiteX1" fmla="*/ 252403 w 252402"/>
                <a:gd name="connsiteY1" fmla="*/ 0 h 5707"/>
                <a:gd name="connsiteX2" fmla="*/ 0 w 252402"/>
                <a:gd name="connsiteY2" fmla="*/ 2367 h 5707"/>
                <a:gd name="connsiteX3" fmla="*/ 70 w 252402"/>
                <a:gd name="connsiteY3" fmla="*/ 5708 h 5707"/>
                <a:gd name="connsiteX4" fmla="*/ 252403 w 252402"/>
                <a:gd name="connsiteY4" fmla="*/ 3411 h 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402" h="5707">
                  <a:moveTo>
                    <a:pt x="252403" y="3411"/>
                  </a:moveTo>
                  <a:lnTo>
                    <a:pt x="252403" y="0"/>
                  </a:lnTo>
                  <a:lnTo>
                    <a:pt x="0" y="2367"/>
                  </a:lnTo>
                  <a:lnTo>
                    <a:pt x="70" y="5708"/>
                  </a:lnTo>
                  <a:lnTo>
                    <a:pt x="252403" y="341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6">
              <a:extLst>
                <a:ext uri="{FF2B5EF4-FFF2-40B4-BE49-F238E27FC236}">
                  <a16:creationId xmlns:a16="http://schemas.microsoft.com/office/drawing/2014/main" id="{E001EB21-1DF0-2A08-19BB-BF6566D68677}"/>
                </a:ext>
              </a:extLst>
            </p:cNvPr>
            <p:cNvSpPr/>
            <p:nvPr/>
          </p:nvSpPr>
          <p:spPr>
            <a:xfrm>
              <a:off x="8025741" y="4042736"/>
              <a:ext cx="257484" cy="5290"/>
            </a:xfrm>
            <a:custGeom>
              <a:avLst/>
              <a:gdLst>
                <a:gd name="connsiteX0" fmla="*/ 257415 w 257484"/>
                <a:gd name="connsiteY0" fmla="*/ 5290 h 5290"/>
                <a:gd name="connsiteX1" fmla="*/ 257484 w 257484"/>
                <a:gd name="connsiteY1" fmla="*/ 1949 h 5290"/>
                <a:gd name="connsiteX2" fmla="*/ 0 w 257484"/>
                <a:gd name="connsiteY2" fmla="*/ 0 h 5290"/>
                <a:gd name="connsiteX3" fmla="*/ 0 w 257484"/>
                <a:gd name="connsiteY3" fmla="*/ 3341 h 5290"/>
                <a:gd name="connsiteX4" fmla="*/ 257415 w 257484"/>
                <a:gd name="connsiteY4" fmla="*/ 5290 h 5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484" h="5290">
                  <a:moveTo>
                    <a:pt x="257415" y="5290"/>
                  </a:moveTo>
                  <a:lnTo>
                    <a:pt x="257484" y="1949"/>
                  </a:lnTo>
                  <a:lnTo>
                    <a:pt x="0" y="0"/>
                  </a:lnTo>
                  <a:lnTo>
                    <a:pt x="0" y="3341"/>
                  </a:lnTo>
                  <a:lnTo>
                    <a:pt x="257415" y="529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07">
              <a:extLst>
                <a:ext uri="{FF2B5EF4-FFF2-40B4-BE49-F238E27FC236}">
                  <a16:creationId xmlns:a16="http://schemas.microsoft.com/office/drawing/2014/main" id="{85594065-742C-8CD2-A7FF-F0FA0C6290E7}"/>
                </a:ext>
              </a:extLst>
            </p:cNvPr>
            <p:cNvSpPr/>
            <p:nvPr/>
          </p:nvSpPr>
          <p:spPr>
            <a:xfrm>
              <a:off x="8024627" y="4140885"/>
              <a:ext cx="254073" cy="8492"/>
            </a:xfrm>
            <a:custGeom>
              <a:avLst/>
              <a:gdLst>
                <a:gd name="connsiteX0" fmla="*/ 254004 w 254073"/>
                <a:gd name="connsiteY0" fmla="*/ 8492 h 8492"/>
                <a:gd name="connsiteX1" fmla="*/ 254074 w 254073"/>
                <a:gd name="connsiteY1" fmla="*/ 5151 h 8492"/>
                <a:gd name="connsiteX2" fmla="*/ 70 w 254073"/>
                <a:gd name="connsiteY2" fmla="*/ 0 h 8492"/>
                <a:gd name="connsiteX3" fmla="*/ 0 w 254073"/>
                <a:gd name="connsiteY3" fmla="*/ 3341 h 8492"/>
                <a:gd name="connsiteX4" fmla="*/ 254004 w 254073"/>
                <a:gd name="connsiteY4" fmla="*/ 8492 h 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073" h="8492">
                  <a:moveTo>
                    <a:pt x="254004" y="8492"/>
                  </a:moveTo>
                  <a:lnTo>
                    <a:pt x="254074" y="5151"/>
                  </a:lnTo>
                  <a:lnTo>
                    <a:pt x="70" y="0"/>
                  </a:lnTo>
                  <a:lnTo>
                    <a:pt x="0" y="3341"/>
                  </a:lnTo>
                  <a:lnTo>
                    <a:pt x="254004" y="849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08">
              <a:extLst>
                <a:ext uri="{FF2B5EF4-FFF2-40B4-BE49-F238E27FC236}">
                  <a16:creationId xmlns:a16="http://schemas.microsoft.com/office/drawing/2014/main" id="{396465AF-D57D-1644-CB22-355D294D3AF9}"/>
                </a:ext>
              </a:extLst>
            </p:cNvPr>
            <p:cNvSpPr/>
            <p:nvPr/>
          </p:nvSpPr>
          <p:spPr>
            <a:xfrm>
              <a:off x="8940754" y="3745087"/>
              <a:ext cx="316373" cy="17402"/>
            </a:xfrm>
            <a:custGeom>
              <a:avLst/>
              <a:gdLst>
                <a:gd name="connsiteX0" fmla="*/ 139 w 316373"/>
                <a:gd name="connsiteY0" fmla="*/ 17402 h 17402"/>
                <a:gd name="connsiteX1" fmla="*/ 316374 w 316373"/>
                <a:gd name="connsiteY1" fmla="*/ 3341 h 17402"/>
                <a:gd name="connsiteX2" fmla="*/ 316235 w 316373"/>
                <a:gd name="connsiteY2" fmla="*/ 0 h 17402"/>
                <a:gd name="connsiteX3" fmla="*/ 0 w 316373"/>
                <a:gd name="connsiteY3" fmla="*/ 13992 h 17402"/>
                <a:gd name="connsiteX4" fmla="*/ 139 w 316373"/>
                <a:gd name="connsiteY4" fmla="*/ 17402 h 17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373" h="17402">
                  <a:moveTo>
                    <a:pt x="139" y="17402"/>
                  </a:moveTo>
                  <a:lnTo>
                    <a:pt x="316374" y="3341"/>
                  </a:lnTo>
                  <a:lnTo>
                    <a:pt x="316235" y="0"/>
                  </a:lnTo>
                  <a:lnTo>
                    <a:pt x="0" y="13992"/>
                  </a:lnTo>
                  <a:lnTo>
                    <a:pt x="139" y="17402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09">
              <a:extLst>
                <a:ext uri="{FF2B5EF4-FFF2-40B4-BE49-F238E27FC236}">
                  <a16:creationId xmlns:a16="http://schemas.microsoft.com/office/drawing/2014/main" id="{9B7B6849-5C0F-96E2-6A39-3C88ECA3F5B1}"/>
                </a:ext>
              </a:extLst>
            </p:cNvPr>
            <p:cNvSpPr/>
            <p:nvPr/>
          </p:nvSpPr>
          <p:spPr>
            <a:xfrm rot="21496200">
              <a:off x="8951775" y="3980028"/>
              <a:ext cx="316164" cy="3341"/>
            </a:xfrm>
            <a:custGeom>
              <a:avLst/>
              <a:gdLst>
                <a:gd name="connsiteX0" fmla="*/ 0 w 316164"/>
                <a:gd name="connsiteY0" fmla="*/ 0 h 3341"/>
                <a:gd name="connsiteX1" fmla="*/ 316165 w 316164"/>
                <a:gd name="connsiteY1" fmla="*/ 0 h 3341"/>
                <a:gd name="connsiteX2" fmla="*/ 316165 w 316164"/>
                <a:gd name="connsiteY2" fmla="*/ 3341 h 3341"/>
                <a:gd name="connsiteX3" fmla="*/ 0 w 316164"/>
                <a:gd name="connsiteY3" fmla="*/ 3341 h 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6164" h="3341">
                  <a:moveTo>
                    <a:pt x="0" y="0"/>
                  </a:moveTo>
                  <a:lnTo>
                    <a:pt x="316165" y="0"/>
                  </a:lnTo>
                  <a:lnTo>
                    <a:pt x="316165" y="3341"/>
                  </a:lnTo>
                  <a:lnTo>
                    <a:pt x="0" y="3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0">
              <a:extLst>
                <a:ext uri="{FF2B5EF4-FFF2-40B4-BE49-F238E27FC236}">
                  <a16:creationId xmlns:a16="http://schemas.microsoft.com/office/drawing/2014/main" id="{DB44E864-BE99-9AD2-24EC-2D6432BC86AC}"/>
                </a:ext>
              </a:extLst>
            </p:cNvPr>
            <p:cNvSpPr/>
            <p:nvPr/>
          </p:nvSpPr>
          <p:spPr>
            <a:xfrm rot="16298400">
              <a:off x="9107956" y="4008527"/>
              <a:ext cx="3341" cy="328764"/>
            </a:xfrm>
            <a:custGeom>
              <a:avLst/>
              <a:gdLst>
                <a:gd name="connsiteX0" fmla="*/ 0 w 3341"/>
                <a:gd name="connsiteY0" fmla="*/ 0 h 328764"/>
                <a:gd name="connsiteX1" fmla="*/ 3341 w 3341"/>
                <a:gd name="connsiteY1" fmla="*/ 0 h 328764"/>
                <a:gd name="connsiteX2" fmla="*/ 3341 w 3341"/>
                <a:gd name="connsiteY2" fmla="*/ 328764 h 328764"/>
                <a:gd name="connsiteX3" fmla="*/ 0 w 3341"/>
                <a:gd name="connsiteY3" fmla="*/ 328764 h 32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" h="328764">
                  <a:moveTo>
                    <a:pt x="0" y="0"/>
                  </a:moveTo>
                  <a:lnTo>
                    <a:pt x="3341" y="0"/>
                  </a:lnTo>
                  <a:lnTo>
                    <a:pt x="3341" y="328764"/>
                  </a:lnTo>
                  <a:lnTo>
                    <a:pt x="0" y="328764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1">
              <a:extLst>
                <a:ext uri="{FF2B5EF4-FFF2-40B4-BE49-F238E27FC236}">
                  <a16:creationId xmlns:a16="http://schemas.microsoft.com/office/drawing/2014/main" id="{4F6FCEEC-9D03-EA55-4EE0-D6372682E507}"/>
                </a:ext>
              </a:extLst>
            </p:cNvPr>
            <p:cNvSpPr/>
            <p:nvPr/>
          </p:nvSpPr>
          <p:spPr>
            <a:xfrm>
              <a:off x="8032980" y="3794510"/>
              <a:ext cx="248296" cy="6334"/>
            </a:xfrm>
            <a:custGeom>
              <a:avLst/>
              <a:gdLst>
                <a:gd name="connsiteX0" fmla="*/ 248226 w 248296"/>
                <a:gd name="connsiteY0" fmla="*/ 6334 h 6334"/>
                <a:gd name="connsiteX1" fmla="*/ 248296 w 248296"/>
                <a:gd name="connsiteY1" fmla="*/ 2993 h 6334"/>
                <a:gd name="connsiteX2" fmla="*/ 0 w 248296"/>
                <a:gd name="connsiteY2" fmla="*/ 0 h 6334"/>
                <a:gd name="connsiteX3" fmla="*/ 0 w 248296"/>
                <a:gd name="connsiteY3" fmla="*/ 3341 h 6334"/>
                <a:gd name="connsiteX4" fmla="*/ 248226 w 248296"/>
                <a:gd name="connsiteY4" fmla="*/ 6334 h 6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8296" h="6334">
                  <a:moveTo>
                    <a:pt x="248226" y="6334"/>
                  </a:moveTo>
                  <a:lnTo>
                    <a:pt x="248296" y="2993"/>
                  </a:lnTo>
                  <a:lnTo>
                    <a:pt x="0" y="0"/>
                  </a:lnTo>
                  <a:lnTo>
                    <a:pt x="0" y="3341"/>
                  </a:lnTo>
                  <a:lnTo>
                    <a:pt x="248226" y="6334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2">
              <a:extLst>
                <a:ext uri="{FF2B5EF4-FFF2-40B4-BE49-F238E27FC236}">
                  <a16:creationId xmlns:a16="http://schemas.microsoft.com/office/drawing/2014/main" id="{3C5E387E-025C-3400-6504-C5579AF1FF12}"/>
                </a:ext>
              </a:extLst>
            </p:cNvPr>
            <p:cNvSpPr/>
            <p:nvPr/>
          </p:nvSpPr>
          <p:spPr>
            <a:xfrm>
              <a:off x="8026506" y="3971665"/>
              <a:ext cx="259363" cy="3689"/>
            </a:xfrm>
            <a:custGeom>
              <a:avLst/>
              <a:gdLst>
                <a:gd name="connsiteX0" fmla="*/ 259364 w 259363"/>
                <a:gd name="connsiteY0" fmla="*/ 3341 h 3689"/>
                <a:gd name="connsiteX1" fmla="*/ 259294 w 259363"/>
                <a:gd name="connsiteY1" fmla="*/ 0 h 3689"/>
                <a:gd name="connsiteX2" fmla="*/ 0 w 259363"/>
                <a:gd name="connsiteY2" fmla="*/ 278 h 3689"/>
                <a:gd name="connsiteX3" fmla="*/ 0 w 259363"/>
                <a:gd name="connsiteY3" fmla="*/ 3689 h 3689"/>
                <a:gd name="connsiteX4" fmla="*/ 259364 w 259363"/>
                <a:gd name="connsiteY4" fmla="*/ 3341 h 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363" h="3689">
                  <a:moveTo>
                    <a:pt x="259364" y="3341"/>
                  </a:moveTo>
                  <a:lnTo>
                    <a:pt x="259294" y="0"/>
                  </a:lnTo>
                  <a:lnTo>
                    <a:pt x="0" y="278"/>
                  </a:lnTo>
                  <a:lnTo>
                    <a:pt x="0" y="3689"/>
                  </a:lnTo>
                  <a:lnTo>
                    <a:pt x="259364" y="3341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3">
              <a:extLst>
                <a:ext uri="{FF2B5EF4-FFF2-40B4-BE49-F238E27FC236}">
                  <a16:creationId xmlns:a16="http://schemas.microsoft.com/office/drawing/2014/main" id="{ED0F1347-ECE5-42AC-F8C3-3BF6C20B028C}"/>
                </a:ext>
              </a:extLst>
            </p:cNvPr>
            <p:cNvSpPr/>
            <p:nvPr/>
          </p:nvSpPr>
          <p:spPr>
            <a:xfrm>
              <a:off x="8025045" y="4156617"/>
              <a:ext cx="260338" cy="12459"/>
            </a:xfrm>
            <a:custGeom>
              <a:avLst/>
              <a:gdLst>
                <a:gd name="connsiteX0" fmla="*/ 260269 w 260338"/>
                <a:gd name="connsiteY0" fmla="*/ 12460 h 12459"/>
                <a:gd name="connsiteX1" fmla="*/ 260338 w 260338"/>
                <a:gd name="connsiteY1" fmla="*/ 9119 h 12459"/>
                <a:gd name="connsiteX2" fmla="*/ 139 w 260338"/>
                <a:gd name="connsiteY2" fmla="*/ 0 h 12459"/>
                <a:gd name="connsiteX3" fmla="*/ 0 w 260338"/>
                <a:gd name="connsiteY3" fmla="*/ 3341 h 12459"/>
                <a:gd name="connsiteX4" fmla="*/ 260269 w 260338"/>
                <a:gd name="connsiteY4" fmla="*/ 12460 h 1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338" h="12459">
                  <a:moveTo>
                    <a:pt x="260269" y="12460"/>
                  </a:moveTo>
                  <a:lnTo>
                    <a:pt x="260338" y="9119"/>
                  </a:lnTo>
                  <a:lnTo>
                    <a:pt x="139" y="0"/>
                  </a:lnTo>
                  <a:lnTo>
                    <a:pt x="0" y="3341"/>
                  </a:lnTo>
                  <a:lnTo>
                    <a:pt x="260269" y="1246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4">
              <a:extLst>
                <a:ext uri="{FF2B5EF4-FFF2-40B4-BE49-F238E27FC236}">
                  <a16:creationId xmlns:a16="http://schemas.microsoft.com/office/drawing/2014/main" id="{012C6FA6-3709-FAC2-7F7D-40E7E8DBD939}"/>
                </a:ext>
              </a:extLst>
            </p:cNvPr>
            <p:cNvSpPr/>
            <p:nvPr/>
          </p:nvSpPr>
          <p:spPr>
            <a:xfrm>
              <a:off x="7869607" y="2958573"/>
              <a:ext cx="1601429" cy="337395"/>
            </a:xfrm>
            <a:custGeom>
              <a:avLst/>
              <a:gdLst>
                <a:gd name="connsiteX0" fmla="*/ 55130 w 1601429"/>
                <a:gd name="connsiteY0" fmla="*/ 336004 h 337395"/>
                <a:gd name="connsiteX1" fmla="*/ 1601429 w 1601429"/>
                <a:gd name="connsiteY1" fmla="*/ 63066 h 337395"/>
                <a:gd name="connsiteX2" fmla="*/ 1578041 w 1601429"/>
                <a:gd name="connsiteY2" fmla="*/ 0 h 337395"/>
                <a:gd name="connsiteX3" fmla="*/ 0 w 1601429"/>
                <a:gd name="connsiteY3" fmla="*/ 270084 h 337395"/>
                <a:gd name="connsiteX4" fmla="*/ 1323 w 1601429"/>
                <a:gd name="connsiteY4" fmla="*/ 337396 h 337395"/>
                <a:gd name="connsiteX5" fmla="*/ 55130 w 1601429"/>
                <a:gd name="connsiteY5" fmla="*/ 336073 h 33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1429" h="337395">
                  <a:moveTo>
                    <a:pt x="55130" y="336004"/>
                  </a:moveTo>
                  <a:cubicBezTo>
                    <a:pt x="927682" y="309691"/>
                    <a:pt x="1594677" y="65572"/>
                    <a:pt x="1601429" y="63066"/>
                  </a:cubicBezTo>
                  <a:lnTo>
                    <a:pt x="1578041" y="0"/>
                  </a:lnTo>
                  <a:cubicBezTo>
                    <a:pt x="1571219" y="2506"/>
                    <a:pt x="885708" y="253377"/>
                    <a:pt x="0" y="270084"/>
                  </a:cubicBezTo>
                  <a:lnTo>
                    <a:pt x="1323" y="337396"/>
                  </a:lnTo>
                  <a:cubicBezTo>
                    <a:pt x="19351" y="337048"/>
                    <a:pt x="37380" y="336630"/>
                    <a:pt x="55130" y="336073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5">
              <a:extLst>
                <a:ext uri="{FF2B5EF4-FFF2-40B4-BE49-F238E27FC236}">
                  <a16:creationId xmlns:a16="http://schemas.microsoft.com/office/drawing/2014/main" id="{450ED5E0-9118-BCD2-B67A-9450A08AD504}"/>
                </a:ext>
              </a:extLst>
            </p:cNvPr>
            <p:cNvSpPr/>
            <p:nvPr/>
          </p:nvSpPr>
          <p:spPr>
            <a:xfrm>
              <a:off x="7865848" y="3160718"/>
              <a:ext cx="1607902" cy="272937"/>
            </a:xfrm>
            <a:custGeom>
              <a:avLst/>
              <a:gdLst>
                <a:gd name="connsiteX0" fmla="*/ 53529 w 1607902"/>
                <a:gd name="connsiteY0" fmla="*/ 271545 h 272937"/>
                <a:gd name="connsiteX1" fmla="*/ 1607903 w 1607902"/>
                <a:gd name="connsiteY1" fmla="*/ 65224 h 272937"/>
                <a:gd name="connsiteX2" fmla="*/ 1591406 w 1607902"/>
                <a:gd name="connsiteY2" fmla="*/ 0 h 272937"/>
                <a:gd name="connsiteX3" fmla="*/ 0 w 1607902"/>
                <a:gd name="connsiteY3" fmla="*/ 205626 h 272937"/>
                <a:gd name="connsiteX4" fmla="*/ 1531 w 1607902"/>
                <a:gd name="connsiteY4" fmla="*/ 272938 h 272937"/>
                <a:gd name="connsiteX5" fmla="*/ 53529 w 1607902"/>
                <a:gd name="connsiteY5" fmla="*/ 271545 h 27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7902" h="272937">
                  <a:moveTo>
                    <a:pt x="53529" y="271545"/>
                  </a:moveTo>
                  <a:cubicBezTo>
                    <a:pt x="883341" y="246486"/>
                    <a:pt x="1600664" y="67034"/>
                    <a:pt x="1607903" y="65224"/>
                  </a:cubicBezTo>
                  <a:lnTo>
                    <a:pt x="1591406" y="0"/>
                  </a:lnTo>
                  <a:cubicBezTo>
                    <a:pt x="1584027" y="1879"/>
                    <a:pt x="842480" y="186483"/>
                    <a:pt x="0" y="205626"/>
                  </a:cubicBezTo>
                  <a:lnTo>
                    <a:pt x="1531" y="272938"/>
                  </a:lnTo>
                  <a:cubicBezTo>
                    <a:pt x="18864" y="272520"/>
                    <a:pt x="36266" y="272102"/>
                    <a:pt x="53529" y="271545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6">
              <a:extLst>
                <a:ext uri="{FF2B5EF4-FFF2-40B4-BE49-F238E27FC236}">
                  <a16:creationId xmlns:a16="http://schemas.microsoft.com/office/drawing/2014/main" id="{AA7260CC-43AE-07EC-8BFD-533E11C76B21}"/>
                </a:ext>
              </a:extLst>
            </p:cNvPr>
            <p:cNvSpPr/>
            <p:nvPr/>
          </p:nvSpPr>
          <p:spPr>
            <a:xfrm>
              <a:off x="9460804" y="2965534"/>
              <a:ext cx="71419" cy="123695"/>
            </a:xfrm>
            <a:custGeom>
              <a:avLst/>
              <a:gdLst>
                <a:gd name="connsiteX0" fmla="*/ 4107 w 71419"/>
                <a:gd name="connsiteY0" fmla="*/ 0 h 123695"/>
                <a:gd name="connsiteX1" fmla="*/ 65572 w 71419"/>
                <a:gd name="connsiteY1" fmla="*/ 49701 h 123695"/>
                <a:gd name="connsiteX2" fmla="*/ 71419 w 71419"/>
                <a:gd name="connsiteY2" fmla="*/ 123696 h 123695"/>
                <a:gd name="connsiteX3" fmla="*/ 0 w 71419"/>
                <a:gd name="connsiteY3" fmla="*/ 73298 h 123695"/>
                <a:gd name="connsiteX4" fmla="*/ 4107 w 71419"/>
                <a:gd name="connsiteY4" fmla="*/ 0 h 12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419" h="123695">
                  <a:moveTo>
                    <a:pt x="4107" y="0"/>
                  </a:moveTo>
                  <a:lnTo>
                    <a:pt x="65572" y="49701"/>
                  </a:lnTo>
                  <a:lnTo>
                    <a:pt x="71419" y="123696"/>
                  </a:lnTo>
                  <a:lnTo>
                    <a:pt x="0" y="73298"/>
                  </a:lnTo>
                  <a:lnTo>
                    <a:pt x="4107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17">
              <a:extLst>
                <a:ext uri="{FF2B5EF4-FFF2-40B4-BE49-F238E27FC236}">
                  <a16:creationId xmlns:a16="http://schemas.microsoft.com/office/drawing/2014/main" id="{1AF59E7B-D00B-A070-68C9-DEBE8B6DA29A}"/>
                </a:ext>
              </a:extLst>
            </p:cNvPr>
            <p:cNvSpPr/>
            <p:nvPr/>
          </p:nvSpPr>
          <p:spPr>
            <a:xfrm>
              <a:off x="9563478" y="3371216"/>
              <a:ext cx="78797" cy="304679"/>
            </a:xfrm>
            <a:custGeom>
              <a:avLst/>
              <a:gdLst>
                <a:gd name="connsiteX0" fmla="*/ 78798 w 78797"/>
                <a:gd name="connsiteY0" fmla="*/ 304679 h 304679"/>
                <a:gd name="connsiteX1" fmla="*/ 58263 w 78797"/>
                <a:gd name="connsiteY1" fmla="*/ 0 h 304679"/>
                <a:gd name="connsiteX2" fmla="*/ 49840 w 78797"/>
                <a:gd name="connsiteY2" fmla="*/ 557 h 304679"/>
                <a:gd name="connsiteX3" fmla="*/ 69470 w 78797"/>
                <a:gd name="connsiteY3" fmla="*/ 291802 h 304679"/>
                <a:gd name="connsiteX4" fmla="*/ 0 w 78797"/>
                <a:gd name="connsiteY4" fmla="*/ 290479 h 304679"/>
                <a:gd name="connsiteX5" fmla="*/ 2715 w 78797"/>
                <a:gd name="connsiteY5" fmla="*/ 298415 h 304679"/>
                <a:gd name="connsiteX6" fmla="*/ 72394 w 78797"/>
                <a:gd name="connsiteY6" fmla="*/ 301895 h 304679"/>
                <a:gd name="connsiteX7" fmla="*/ 78658 w 78797"/>
                <a:gd name="connsiteY7" fmla="*/ 304540 h 30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797" h="304679">
                  <a:moveTo>
                    <a:pt x="78798" y="304679"/>
                  </a:moveTo>
                  <a:lnTo>
                    <a:pt x="58263" y="0"/>
                  </a:lnTo>
                  <a:lnTo>
                    <a:pt x="49840" y="557"/>
                  </a:lnTo>
                  <a:lnTo>
                    <a:pt x="69470" y="291802"/>
                  </a:lnTo>
                  <a:cubicBezTo>
                    <a:pt x="33552" y="279342"/>
                    <a:pt x="1462" y="290062"/>
                    <a:pt x="0" y="290479"/>
                  </a:cubicBezTo>
                  <a:lnTo>
                    <a:pt x="2715" y="298415"/>
                  </a:lnTo>
                  <a:cubicBezTo>
                    <a:pt x="3063" y="298345"/>
                    <a:pt x="37102" y="287068"/>
                    <a:pt x="72394" y="301895"/>
                  </a:cubicBezTo>
                  <a:lnTo>
                    <a:pt x="78658" y="30454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18">
              <a:extLst>
                <a:ext uri="{FF2B5EF4-FFF2-40B4-BE49-F238E27FC236}">
                  <a16:creationId xmlns:a16="http://schemas.microsoft.com/office/drawing/2014/main" id="{4DB1C802-6A99-CD83-02A0-25A0F4E6F074}"/>
                </a:ext>
              </a:extLst>
            </p:cNvPr>
            <p:cNvSpPr/>
            <p:nvPr/>
          </p:nvSpPr>
          <p:spPr>
            <a:xfrm>
              <a:off x="9572666" y="3663505"/>
              <a:ext cx="62161" cy="301096"/>
            </a:xfrm>
            <a:custGeom>
              <a:avLst/>
              <a:gdLst>
                <a:gd name="connsiteX0" fmla="*/ 29166 w 62161"/>
                <a:gd name="connsiteY0" fmla="*/ 301060 h 301096"/>
                <a:gd name="connsiteX1" fmla="*/ 59168 w 62161"/>
                <a:gd name="connsiteY1" fmla="*/ 296187 h 301096"/>
                <a:gd name="connsiteX2" fmla="*/ 62161 w 62161"/>
                <a:gd name="connsiteY2" fmla="*/ 295143 h 301096"/>
                <a:gd name="connsiteX3" fmla="*/ 62022 w 62161"/>
                <a:gd name="connsiteY3" fmla="*/ 292011 h 301096"/>
                <a:gd name="connsiteX4" fmla="*/ 51093 w 62161"/>
                <a:gd name="connsiteY4" fmla="*/ 0 h 301096"/>
                <a:gd name="connsiteX5" fmla="*/ 42670 w 62161"/>
                <a:gd name="connsiteY5" fmla="*/ 348 h 301096"/>
                <a:gd name="connsiteX6" fmla="*/ 53460 w 62161"/>
                <a:gd name="connsiteY6" fmla="*/ 289087 h 301096"/>
                <a:gd name="connsiteX7" fmla="*/ 2088 w 62161"/>
                <a:gd name="connsiteY7" fmla="*/ 289853 h 301096"/>
                <a:gd name="connsiteX8" fmla="*/ 0 w 62161"/>
                <a:gd name="connsiteY8" fmla="*/ 297997 h 301096"/>
                <a:gd name="connsiteX9" fmla="*/ 29166 w 62161"/>
                <a:gd name="connsiteY9" fmla="*/ 301060 h 301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161" h="301096">
                  <a:moveTo>
                    <a:pt x="29166" y="301060"/>
                  </a:moveTo>
                  <a:cubicBezTo>
                    <a:pt x="46151" y="300573"/>
                    <a:pt x="58402" y="296466"/>
                    <a:pt x="59168" y="296187"/>
                  </a:cubicBezTo>
                  <a:lnTo>
                    <a:pt x="62161" y="295143"/>
                  </a:lnTo>
                  <a:lnTo>
                    <a:pt x="62022" y="292011"/>
                  </a:lnTo>
                  <a:lnTo>
                    <a:pt x="51093" y="0"/>
                  </a:lnTo>
                  <a:lnTo>
                    <a:pt x="42670" y="348"/>
                  </a:lnTo>
                  <a:lnTo>
                    <a:pt x="53460" y="289087"/>
                  </a:lnTo>
                  <a:cubicBezTo>
                    <a:pt x="45873" y="291106"/>
                    <a:pt x="24572" y="295491"/>
                    <a:pt x="2088" y="289853"/>
                  </a:cubicBezTo>
                  <a:lnTo>
                    <a:pt x="0" y="297997"/>
                  </a:lnTo>
                  <a:cubicBezTo>
                    <a:pt x="10372" y="300642"/>
                    <a:pt x="20396" y="301269"/>
                    <a:pt x="29166" y="301060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19">
              <a:extLst>
                <a:ext uri="{FF2B5EF4-FFF2-40B4-BE49-F238E27FC236}">
                  <a16:creationId xmlns:a16="http://schemas.microsoft.com/office/drawing/2014/main" id="{FA48F577-7AC3-4B53-390D-B0EC9C495B12}"/>
                </a:ext>
              </a:extLst>
            </p:cNvPr>
            <p:cNvSpPr/>
            <p:nvPr/>
          </p:nvSpPr>
          <p:spPr>
            <a:xfrm>
              <a:off x="9616241" y="3373167"/>
              <a:ext cx="35709" cy="26032"/>
            </a:xfrm>
            <a:custGeom>
              <a:avLst/>
              <a:gdLst>
                <a:gd name="connsiteX0" fmla="*/ 34526 w 35709"/>
                <a:gd name="connsiteY0" fmla="*/ 14895 h 26032"/>
                <a:gd name="connsiteX1" fmla="*/ 0 w 35709"/>
                <a:gd name="connsiteY1" fmla="*/ 26032 h 26032"/>
                <a:gd name="connsiteX2" fmla="*/ 1392 w 35709"/>
                <a:gd name="connsiteY2" fmla="*/ 68 h 26032"/>
                <a:gd name="connsiteX3" fmla="*/ 35710 w 35709"/>
                <a:gd name="connsiteY3" fmla="*/ 15104 h 26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09" h="26032">
                  <a:moveTo>
                    <a:pt x="34526" y="14895"/>
                  </a:moveTo>
                  <a:cubicBezTo>
                    <a:pt x="34526" y="14895"/>
                    <a:pt x="27078" y="24988"/>
                    <a:pt x="0" y="26032"/>
                  </a:cubicBezTo>
                  <a:lnTo>
                    <a:pt x="1392" y="68"/>
                  </a:lnTo>
                  <a:cubicBezTo>
                    <a:pt x="1392" y="68"/>
                    <a:pt x="19143" y="-1881"/>
                    <a:pt x="35710" y="15104"/>
                  </a:cubicBezTo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0">
              <a:extLst>
                <a:ext uri="{FF2B5EF4-FFF2-40B4-BE49-F238E27FC236}">
                  <a16:creationId xmlns:a16="http://schemas.microsoft.com/office/drawing/2014/main" id="{EEB79E7E-066E-C6F7-C6CE-80AFC1D6F404}"/>
                </a:ext>
              </a:extLst>
            </p:cNvPr>
            <p:cNvSpPr/>
            <p:nvPr/>
          </p:nvSpPr>
          <p:spPr>
            <a:xfrm>
              <a:off x="9582202" y="3114498"/>
              <a:ext cx="253725" cy="1320486"/>
            </a:xfrm>
            <a:custGeom>
              <a:avLst/>
              <a:gdLst>
                <a:gd name="connsiteX0" fmla="*/ 253725 w 253725"/>
                <a:gd name="connsiteY0" fmla="*/ 1320486 h 1320486"/>
                <a:gd name="connsiteX1" fmla="*/ 193792 w 253725"/>
                <a:gd name="connsiteY1" fmla="*/ 0 h 1320486"/>
                <a:gd name="connsiteX2" fmla="*/ 53599 w 253725"/>
                <a:gd name="connsiteY2" fmla="*/ 16080 h 1320486"/>
                <a:gd name="connsiteX3" fmla="*/ 56453 w 253725"/>
                <a:gd name="connsiteY3" fmla="*/ 41139 h 1320486"/>
                <a:gd name="connsiteX4" fmla="*/ 169777 w 253725"/>
                <a:gd name="connsiteY4" fmla="*/ 28122 h 1320486"/>
                <a:gd name="connsiteX5" fmla="*/ 227204 w 253725"/>
                <a:gd name="connsiteY5" fmla="*/ 1292573 h 1320486"/>
                <a:gd name="connsiteX6" fmla="*/ 2367 w 253725"/>
                <a:gd name="connsiteY6" fmla="*/ 1270994 h 1320486"/>
                <a:gd name="connsiteX7" fmla="*/ 0 w 253725"/>
                <a:gd name="connsiteY7" fmla="*/ 1296123 h 1320486"/>
                <a:gd name="connsiteX8" fmla="*/ 253725 w 253725"/>
                <a:gd name="connsiteY8" fmla="*/ 1320486 h 132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725" h="1320486">
                  <a:moveTo>
                    <a:pt x="253725" y="1320486"/>
                  </a:moveTo>
                  <a:lnTo>
                    <a:pt x="193792" y="0"/>
                  </a:lnTo>
                  <a:lnTo>
                    <a:pt x="53599" y="16080"/>
                  </a:lnTo>
                  <a:lnTo>
                    <a:pt x="56453" y="41139"/>
                  </a:lnTo>
                  <a:lnTo>
                    <a:pt x="169777" y="28122"/>
                  </a:lnTo>
                  <a:lnTo>
                    <a:pt x="227204" y="1292573"/>
                  </a:lnTo>
                  <a:lnTo>
                    <a:pt x="2367" y="1270994"/>
                  </a:lnTo>
                  <a:lnTo>
                    <a:pt x="0" y="1296123"/>
                  </a:lnTo>
                  <a:lnTo>
                    <a:pt x="253725" y="1320486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1">
              <a:extLst>
                <a:ext uri="{FF2B5EF4-FFF2-40B4-BE49-F238E27FC236}">
                  <a16:creationId xmlns:a16="http://schemas.microsoft.com/office/drawing/2014/main" id="{5DCF0DB9-204D-2320-C086-383D7A1A7F92}"/>
                </a:ext>
              </a:extLst>
            </p:cNvPr>
            <p:cNvSpPr/>
            <p:nvPr/>
          </p:nvSpPr>
          <p:spPr>
            <a:xfrm>
              <a:off x="9532919" y="3073163"/>
              <a:ext cx="118405" cy="314968"/>
            </a:xfrm>
            <a:custGeom>
              <a:avLst/>
              <a:gdLst>
                <a:gd name="connsiteX0" fmla="*/ 118405 w 118405"/>
                <a:gd name="connsiteY0" fmla="*/ 314968 h 314968"/>
                <a:gd name="connsiteX1" fmla="*/ 104414 w 118405"/>
                <a:gd name="connsiteY1" fmla="*/ 29083 h 314968"/>
                <a:gd name="connsiteX2" fmla="*/ 102673 w 118405"/>
                <a:gd name="connsiteY2" fmla="*/ 27900 h 314968"/>
                <a:gd name="connsiteX3" fmla="*/ 0 w 118405"/>
                <a:gd name="connsiteY3" fmla="*/ 4859 h 314968"/>
                <a:gd name="connsiteX4" fmla="*/ 3898 w 118405"/>
                <a:gd name="connsiteY4" fmla="*/ 12307 h 314968"/>
                <a:gd name="connsiteX5" fmla="*/ 1949 w 118405"/>
                <a:gd name="connsiteY5" fmla="*/ 8618 h 314968"/>
                <a:gd name="connsiteX6" fmla="*/ 3898 w 118405"/>
                <a:gd name="connsiteY6" fmla="*/ 12307 h 314968"/>
                <a:gd name="connsiteX7" fmla="*/ 96200 w 118405"/>
                <a:gd name="connsiteY7" fmla="*/ 33747 h 314968"/>
                <a:gd name="connsiteX8" fmla="*/ 109286 w 118405"/>
                <a:gd name="connsiteY8" fmla="*/ 301742 h 314968"/>
                <a:gd name="connsiteX9" fmla="*/ 85550 w 118405"/>
                <a:gd name="connsiteY9" fmla="*/ 294294 h 314968"/>
                <a:gd name="connsiteX10" fmla="*/ 8771 w 118405"/>
                <a:gd name="connsiteY10" fmla="*/ 296939 h 314968"/>
                <a:gd name="connsiteX11" fmla="*/ 12182 w 118405"/>
                <a:gd name="connsiteY11" fmla="*/ 304666 h 314968"/>
                <a:gd name="connsiteX12" fmla="*/ 83601 w 118405"/>
                <a:gd name="connsiteY12" fmla="*/ 302438 h 314968"/>
                <a:gd name="connsiteX13" fmla="*/ 112071 w 118405"/>
                <a:gd name="connsiteY13" fmla="*/ 311975 h 314968"/>
                <a:gd name="connsiteX14" fmla="*/ 118405 w 118405"/>
                <a:gd name="connsiteY14" fmla="*/ 314968 h 314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405" h="314968">
                  <a:moveTo>
                    <a:pt x="118405" y="314968"/>
                  </a:moveTo>
                  <a:lnTo>
                    <a:pt x="104414" y="29083"/>
                  </a:lnTo>
                  <a:lnTo>
                    <a:pt x="102673" y="27900"/>
                  </a:lnTo>
                  <a:cubicBezTo>
                    <a:pt x="39051" y="-14840"/>
                    <a:pt x="1601" y="4024"/>
                    <a:pt x="0" y="4859"/>
                  </a:cubicBezTo>
                  <a:lnTo>
                    <a:pt x="3898" y="12307"/>
                  </a:lnTo>
                  <a:lnTo>
                    <a:pt x="1949" y="8618"/>
                  </a:lnTo>
                  <a:lnTo>
                    <a:pt x="3898" y="12307"/>
                  </a:lnTo>
                  <a:cubicBezTo>
                    <a:pt x="4246" y="12168"/>
                    <a:pt x="38355" y="-4399"/>
                    <a:pt x="96200" y="33747"/>
                  </a:cubicBezTo>
                  <a:lnTo>
                    <a:pt x="109286" y="301742"/>
                  </a:lnTo>
                  <a:cubicBezTo>
                    <a:pt x="103996" y="299654"/>
                    <a:pt x="95713" y="296731"/>
                    <a:pt x="85550" y="294294"/>
                  </a:cubicBezTo>
                  <a:cubicBezTo>
                    <a:pt x="64876" y="289213"/>
                    <a:pt x="34735" y="285593"/>
                    <a:pt x="8771" y="296939"/>
                  </a:cubicBezTo>
                  <a:lnTo>
                    <a:pt x="12182" y="304666"/>
                  </a:lnTo>
                  <a:cubicBezTo>
                    <a:pt x="36058" y="294225"/>
                    <a:pt x="64180" y="297705"/>
                    <a:pt x="83601" y="302438"/>
                  </a:cubicBezTo>
                  <a:cubicBezTo>
                    <a:pt x="100237" y="306545"/>
                    <a:pt x="111932" y="311975"/>
                    <a:pt x="112071" y="311975"/>
                  </a:cubicBezTo>
                  <a:lnTo>
                    <a:pt x="118405" y="314968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2">
              <a:extLst>
                <a:ext uri="{FF2B5EF4-FFF2-40B4-BE49-F238E27FC236}">
                  <a16:creationId xmlns:a16="http://schemas.microsoft.com/office/drawing/2014/main" id="{68101DE7-7C4D-8A95-2625-0A3FDA351BFC}"/>
                </a:ext>
              </a:extLst>
            </p:cNvPr>
            <p:cNvSpPr/>
            <p:nvPr/>
          </p:nvSpPr>
          <p:spPr>
            <a:xfrm>
              <a:off x="8291091" y="3598391"/>
              <a:ext cx="593000" cy="73746"/>
            </a:xfrm>
            <a:custGeom>
              <a:avLst/>
              <a:gdLst>
                <a:gd name="connsiteX0" fmla="*/ 586527 w 593000"/>
                <a:gd name="connsiteY0" fmla="*/ 48408 h 73746"/>
                <a:gd name="connsiteX1" fmla="*/ 1323 w 593000"/>
                <a:gd name="connsiteY1" fmla="*/ 73746 h 73746"/>
                <a:gd name="connsiteX2" fmla="*/ 0 w 593000"/>
                <a:gd name="connsiteY2" fmla="*/ 29196 h 73746"/>
                <a:gd name="connsiteX3" fmla="*/ 593001 w 593000"/>
                <a:gd name="connsiteY3" fmla="*/ 587 h 73746"/>
                <a:gd name="connsiteX4" fmla="*/ 586527 w 593000"/>
                <a:gd name="connsiteY4" fmla="*/ 48408 h 73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00" h="73746">
                  <a:moveTo>
                    <a:pt x="586527" y="48408"/>
                  </a:moveTo>
                  <a:cubicBezTo>
                    <a:pt x="586527" y="48408"/>
                    <a:pt x="88404" y="64488"/>
                    <a:pt x="1323" y="73746"/>
                  </a:cubicBezTo>
                  <a:lnTo>
                    <a:pt x="0" y="29196"/>
                  </a:lnTo>
                  <a:cubicBezTo>
                    <a:pt x="0" y="29196"/>
                    <a:pt x="534947" y="-4843"/>
                    <a:pt x="593001" y="587"/>
                  </a:cubicBezTo>
                  <a:lnTo>
                    <a:pt x="586527" y="48408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3">
              <a:extLst>
                <a:ext uri="{FF2B5EF4-FFF2-40B4-BE49-F238E27FC236}">
                  <a16:creationId xmlns:a16="http://schemas.microsoft.com/office/drawing/2014/main" id="{A7F30F6E-7123-364B-9563-A3169CAB11CA}"/>
                </a:ext>
              </a:extLst>
            </p:cNvPr>
            <p:cNvSpPr/>
            <p:nvPr/>
          </p:nvSpPr>
          <p:spPr>
            <a:xfrm>
              <a:off x="8293249" y="3778012"/>
              <a:ext cx="595089" cy="67242"/>
            </a:xfrm>
            <a:custGeom>
              <a:avLst/>
              <a:gdLst>
                <a:gd name="connsiteX0" fmla="*/ 584439 w 595089"/>
                <a:gd name="connsiteY0" fmla="*/ 0 h 67242"/>
                <a:gd name="connsiteX1" fmla="*/ 0 w 595089"/>
                <a:gd name="connsiteY1" fmla="*/ 15453 h 67242"/>
                <a:gd name="connsiteX2" fmla="*/ 1531 w 595089"/>
                <a:gd name="connsiteY2" fmla="*/ 67243 h 67242"/>
                <a:gd name="connsiteX3" fmla="*/ 595089 w 595089"/>
                <a:gd name="connsiteY3" fmla="*/ 57219 h 67242"/>
                <a:gd name="connsiteX4" fmla="*/ 591052 w 595089"/>
                <a:gd name="connsiteY4" fmla="*/ 9467 h 67242"/>
                <a:gd name="connsiteX5" fmla="*/ 584439 w 595089"/>
                <a:gd name="connsiteY5" fmla="*/ 0 h 67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5089" h="67242">
                  <a:moveTo>
                    <a:pt x="584439" y="0"/>
                  </a:moveTo>
                  <a:cubicBezTo>
                    <a:pt x="584439" y="0"/>
                    <a:pt x="21996" y="11694"/>
                    <a:pt x="0" y="15453"/>
                  </a:cubicBezTo>
                  <a:lnTo>
                    <a:pt x="1531" y="67243"/>
                  </a:lnTo>
                  <a:cubicBezTo>
                    <a:pt x="1531" y="67243"/>
                    <a:pt x="546850" y="63971"/>
                    <a:pt x="595089" y="57219"/>
                  </a:cubicBezTo>
                  <a:lnTo>
                    <a:pt x="591052" y="9467"/>
                  </a:lnTo>
                  <a:lnTo>
                    <a:pt x="584439" y="0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4">
              <a:extLst>
                <a:ext uri="{FF2B5EF4-FFF2-40B4-BE49-F238E27FC236}">
                  <a16:creationId xmlns:a16="http://schemas.microsoft.com/office/drawing/2014/main" id="{FC7D20DD-4976-2313-34DC-097BEE4729F1}"/>
                </a:ext>
              </a:extLst>
            </p:cNvPr>
            <p:cNvSpPr/>
            <p:nvPr/>
          </p:nvSpPr>
          <p:spPr>
            <a:xfrm>
              <a:off x="8634404" y="3940341"/>
              <a:ext cx="283897" cy="71595"/>
            </a:xfrm>
            <a:custGeom>
              <a:avLst/>
              <a:gdLst>
                <a:gd name="connsiteX0" fmla="*/ 247670 w 283897"/>
                <a:gd name="connsiteY0" fmla="*/ 70 h 71595"/>
                <a:gd name="connsiteX1" fmla="*/ 0 w 283897"/>
                <a:gd name="connsiteY1" fmla="*/ 1740 h 71595"/>
                <a:gd name="connsiteX2" fmla="*/ 2088 w 283897"/>
                <a:gd name="connsiteY2" fmla="*/ 70027 h 71595"/>
                <a:gd name="connsiteX3" fmla="*/ 249827 w 283897"/>
                <a:gd name="connsiteY3" fmla="*/ 69888 h 71595"/>
                <a:gd name="connsiteX4" fmla="*/ 253517 w 283897"/>
                <a:gd name="connsiteY4" fmla="*/ 69957 h 71595"/>
                <a:gd name="connsiteX5" fmla="*/ 255605 w 283897"/>
                <a:gd name="connsiteY5" fmla="*/ 35501 h 71595"/>
                <a:gd name="connsiteX6" fmla="*/ 247670 w 283897"/>
                <a:gd name="connsiteY6" fmla="*/ 0 h 7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3897" h="71595">
                  <a:moveTo>
                    <a:pt x="247670" y="70"/>
                  </a:moveTo>
                  <a:cubicBezTo>
                    <a:pt x="247670" y="70"/>
                    <a:pt x="14270" y="5499"/>
                    <a:pt x="0" y="1740"/>
                  </a:cubicBezTo>
                  <a:lnTo>
                    <a:pt x="2088" y="70027"/>
                  </a:lnTo>
                  <a:cubicBezTo>
                    <a:pt x="2088" y="70027"/>
                    <a:pt x="177364" y="73647"/>
                    <a:pt x="249827" y="69888"/>
                  </a:cubicBezTo>
                  <a:cubicBezTo>
                    <a:pt x="322291" y="66129"/>
                    <a:pt x="257206" y="70027"/>
                    <a:pt x="253517" y="69957"/>
                  </a:cubicBezTo>
                  <a:cubicBezTo>
                    <a:pt x="249827" y="69888"/>
                    <a:pt x="256719" y="37032"/>
                    <a:pt x="255605" y="35501"/>
                  </a:cubicBezTo>
                  <a:cubicBezTo>
                    <a:pt x="254491" y="33969"/>
                    <a:pt x="247670" y="0"/>
                    <a:pt x="247670" y="0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5">
              <a:extLst>
                <a:ext uri="{FF2B5EF4-FFF2-40B4-BE49-F238E27FC236}">
                  <a16:creationId xmlns:a16="http://schemas.microsoft.com/office/drawing/2014/main" id="{50FD7776-5733-6BE0-96D1-F35CA6943C92}"/>
                </a:ext>
              </a:extLst>
            </p:cNvPr>
            <p:cNvSpPr/>
            <p:nvPr/>
          </p:nvSpPr>
          <p:spPr>
            <a:xfrm>
              <a:off x="8288746" y="3931104"/>
              <a:ext cx="159383" cy="76767"/>
            </a:xfrm>
            <a:custGeom>
              <a:avLst/>
              <a:gdLst>
                <a:gd name="connsiteX0" fmla="*/ 149430 w 159383"/>
                <a:gd name="connsiteY0" fmla="*/ 9028 h 76767"/>
                <a:gd name="connsiteX1" fmla="*/ 6104 w 159383"/>
                <a:gd name="connsiteY1" fmla="*/ 188 h 76767"/>
                <a:gd name="connsiteX2" fmla="*/ 8123 w 159383"/>
                <a:gd name="connsiteY2" fmla="*/ 67430 h 76767"/>
                <a:gd name="connsiteX3" fmla="*/ 147202 w 159383"/>
                <a:gd name="connsiteY3" fmla="*/ 75853 h 76767"/>
                <a:gd name="connsiteX4" fmla="*/ 159384 w 159383"/>
                <a:gd name="connsiteY4" fmla="*/ 49680 h 76767"/>
                <a:gd name="connsiteX5" fmla="*/ 149360 w 159383"/>
                <a:gd name="connsiteY5" fmla="*/ 8958 h 7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383" h="76767">
                  <a:moveTo>
                    <a:pt x="149430" y="9028"/>
                  </a:moveTo>
                  <a:cubicBezTo>
                    <a:pt x="149430" y="9028"/>
                    <a:pt x="20931" y="4503"/>
                    <a:pt x="6104" y="188"/>
                  </a:cubicBezTo>
                  <a:cubicBezTo>
                    <a:pt x="-8723" y="-4128"/>
                    <a:pt x="8123" y="67430"/>
                    <a:pt x="8123" y="67430"/>
                  </a:cubicBezTo>
                  <a:cubicBezTo>
                    <a:pt x="8123" y="67430"/>
                    <a:pt x="140520" y="80238"/>
                    <a:pt x="147202" y="75853"/>
                  </a:cubicBezTo>
                  <a:cubicBezTo>
                    <a:pt x="153885" y="71468"/>
                    <a:pt x="159384" y="49680"/>
                    <a:pt x="159384" y="49680"/>
                  </a:cubicBezTo>
                  <a:lnTo>
                    <a:pt x="149360" y="8958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6">
              <a:extLst>
                <a:ext uri="{FF2B5EF4-FFF2-40B4-BE49-F238E27FC236}">
                  <a16:creationId xmlns:a16="http://schemas.microsoft.com/office/drawing/2014/main" id="{107A1476-4A00-9473-9E98-625A11EEA9FD}"/>
                </a:ext>
              </a:extLst>
            </p:cNvPr>
            <p:cNvSpPr/>
            <p:nvPr/>
          </p:nvSpPr>
          <p:spPr>
            <a:xfrm>
              <a:off x="8699349" y="4165457"/>
              <a:ext cx="215300" cy="71106"/>
            </a:xfrm>
            <a:custGeom>
              <a:avLst/>
              <a:gdLst>
                <a:gd name="connsiteX0" fmla="*/ 187458 w 215300"/>
                <a:gd name="connsiteY0" fmla="*/ 139 h 71106"/>
                <a:gd name="connsiteX1" fmla="*/ 0 w 215300"/>
                <a:gd name="connsiteY1" fmla="*/ 0 h 71106"/>
                <a:gd name="connsiteX2" fmla="*/ 2088 w 215300"/>
                <a:gd name="connsiteY2" fmla="*/ 68287 h 71106"/>
                <a:gd name="connsiteX3" fmla="*/ 189546 w 215300"/>
                <a:gd name="connsiteY3" fmla="*/ 70027 h 71106"/>
                <a:gd name="connsiteX4" fmla="*/ 192330 w 215300"/>
                <a:gd name="connsiteY4" fmla="*/ 70097 h 71106"/>
                <a:gd name="connsiteX5" fmla="*/ 193653 w 215300"/>
                <a:gd name="connsiteY5" fmla="*/ 35710 h 71106"/>
                <a:gd name="connsiteX6" fmla="*/ 187388 w 215300"/>
                <a:gd name="connsiteY6" fmla="*/ 139 h 71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300" h="71106">
                  <a:moveTo>
                    <a:pt x="187458" y="139"/>
                  </a:moveTo>
                  <a:cubicBezTo>
                    <a:pt x="187458" y="139"/>
                    <a:pt x="10859" y="3898"/>
                    <a:pt x="0" y="0"/>
                  </a:cubicBezTo>
                  <a:lnTo>
                    <a:pt x="2088" y="68287"/>
                  </a:lnTo>
                  <a:cubicBezTo>
                    <a:pt x="2088" y="68287"/>
                    <a:pt x="134763" y="73229"/>
                    <a:pt x="189546" y="70027"/>
                  </a:cubicBezTo>
                  <a:cubicBezTo>
                    <a:pt x="244328" y="66825"/>
                    <a:pt x="195115" y="70236"/>
                    <a:pt x="192330" y="70097"/>
                  </a:cubicBezTo>
                  <a:cubicBezTo>
                    <a:pt x="189546" y="70027"/>
                    <a:pt x="194488" y="37241"/>
                    <a:pt x="193653" y="35710"/>
                  </a:cubicBezTo>
                  <a:cubicBezTo>
                    <a:pt x="192818" y="34178"/>
                    <a:pt x="187388" y="139"/>
                    <a:pt x="187388" y="139"/>
                  </a:cubicBez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27">
              <a:extLst>
                <a:ext uri="{FF2B5EF4-FFF2-40B4-BE49-F238E27FC236}">
                  <a16:creationId xmlns:a16="http://schemas.microsoft.com/office/drawing/2014/main" id="{6DA41F22-C8A7-D32C-29E3-A70FF6D4414A}"/>
                </a:ext>
              </a:extLst>
            </p:cNvPr>
            <p:cNvSpPr/>
            <p:nvPr/>
          </p:nvSpPr>
          <p:spPr>
            <a:xfrm>
              <a:off x="8283873" y="4128794"/>
              <a:ext cx="114903" cy="75746"/>
            </a:xfrm>
            <a:custGeom>
              <a:avLst/>
              <a:gdLst>
                <a:gd name="connsiteX0" fmla="*/ 104949 w 114903"/>
                <a:gd name="connsiteY0" fmla="*/ 7914 h 75746"/>
                <a:gd name="connsiteX1" fmla="*/ 6104 w 114903"/>
                <a:gd name="connsiteY1" fmla="*/ 188 h 75746"/>
                <a:gd name="connsiteX2" fmla="*/ 8123 w 114903"/>
                <a:gd name="connsiteY2" fmla="*/ 67430 h 75746"/>
                <a:gd name="connsiteX3" fmla="*/ 102722 w 114903"/>
                <a:gd name="connsiteY3" fmla="*/ 74739 h 75746"/>
                <a:gd name="connsiteX4" fmla="*/ 114903 w 114903"/>
                <a:gd name="connsiteY4" fmla="*/ 48566 h 75746"/>
                <a:gd name="connsiteX5" fmla="*/ 104880 w 114903"/>
                <a:gd name="connsiteY5" fmla="*/ 7845 h 7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903" h="75746">
                  <a:moveTo>
                    <a:pt x="104949" y="7914"/>
                  </a:moveTo>
                  <a:cubicBezTo>
                    <a:pt x="104949" y="7914"/>
                    <a:pt x="21001" y="4434"/>
                    <a:pt x="6104" y="188"/>
                  </a:cubicBezTo>
                  <a:cubicBezTo>
                    <a:pt x="-8723" y="-4128"/>
                    <a:pt x="8123" y="67430"/>
                    <a:pt x="8123" y="67430"/>
                  </a:cubicBezTo>
                  <a:cubicBezTo>
                    <a:pt x="8123" y="67430"/>
                    <a:pt x="96039" y="79194"/>
                    <a:pt x="102722" y="74739"/>
                  </a:cubicBezTo>
                  <a:cubicBezTo>
                    <a:pt x="109404" y="70354"/>
                    <a:pt x="114903" y="48566"/>
                    <a:pt x="114903" y="48566"/>
                  </a:cubicBezTo>
                  <a:lnTo>
                    <a:pt x="104880" y="7845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28">
              <a:extLst>
                <a:ext uri="{FF2B5EF4-FFF2-40B4-BE49-F238E27FC236}">
                  <a16:creationId xmlns:a16="http://schemas.microsoft.com/office/drawing/2014/main" id="{08F0552C-2741-7C46-5909-D8D0269AADE0}"/>
                </a:ext>
              </a:extLst>
            </p:cNvPr>
            <p:cNvSpPr/>
            <p:nvPr/>
          </p:nvSpPr>
          <p:spPr>
            <a:xfrm>
              <a:off x="8274315" y="3578025"/>
              <a:ext cx="693794" cy="822084"/>
            </a:xfrm>
            <a:custGeom>
              <a:avLst/>
              <a:gdLst>
                <a:gd name="connsiteX0" fmla="*/ 4525 w 693794"/>
                <a:gd name="connsiteY0" fmla="*/ 748577 h 822084"/>
                <a:gd name="connsiteX1" fmla="*/ 58681 w 693794"/>
                <a:gd name="connsiteY1" fmla="*/ 769112 h 822084"/>
                <a:gd name="connsiteX2" fmla="*/ 128359 w 693794"/>
                <a:gd name="connsiteY2" fmla="*/ 737231 h 822084"/>
                <a:gd name="connsiteX3" fmla="*/ 125714 w 693794"/>
                <a:gd name="connsiteY3" fmla="*/ 442715 h 822084"/>
                <a:gd name="connsiteX4" fmla="*/ 187666 w 693794"/>
                <a:gd name="connsiteY4" fmla="*/ 440835 h 822084"/>
                <a:gd name="connsiteX5" fmla="*/ 182863 w 693794"/>
                <a:gd name="connsiteY5" fmla="*/ 280664 h 822084"/>
                <a:gd name="connsiteX6" fmla="*/ 341572 w 693794"/>
                <a:gd name="connsiteY6" fmla="*/ 279481 h 822084"/>
                <a:gd name="connsiteX7" fmla="*/ 340389 w 693794"/>
                <a:gd name="connsiteY7" fmla="*/ 450163 h 822084"/>
                <a:gd name="connsiteX8" fmla="*/ 421484 w 693794"/>
                <a:gd name="connsiteY8" fmla="*/ 452599 h 822084"/>
                <a:gd name="connsiteX9" fmla="*/ 427679 w 693794"/>
                <a:gd name="connsiteY9" fmla="*/ 772453 h 822084"/>
                <a:gd name="connsiteX10" fmla="*/ 519076 w 693794"/>
                <a:gd name="connsiteY10" fmla="*/ 822085 h 822084"/>
                <a:gd name="connsiteX11" fmla="*/ 643746 w 693794"/>
                <a:gd name="connsiteY11" fmla="*/ 818326 h 822084"/>
                <a:gd name="connsiteX12" fmla="*/ 642493 w 693794"/>
                <a:gd name="connsiteY12" fmla="*/ 776073 h 822084"/>
                <a:gd name="connsiteX13" fmla="*/ 647435 w 693794"/>
                <a:gd name="connsiteY13" fmla="*/ 784426 h 822084"/>
                <a:gd name="connsiteX14" fmla="*/ 693795 w 693794"/>
                <a:gd name="connsiteY14" fmla="*/ 757000 h 822084"/>
                <a:gd name="connsiteX15" fmla="*/ 675697 w 693794"/>
                <a:gd name="connsiteY15" fmla="*/ 62509 h 822084"/>
                <a:gd name="connsiteX16" fmla="*/ 621541 w 693794"/>
                <a:gd name="connsiteY16" fmla="*/ 0 h 822084"/>
                <a:gd name="connsiteX17" fmla="*/ 619174 w 693794"/>
                <a:gd name="connsiteY17" fmla="*/ 2088 h 822084"/>
                <a:gd name="connsiteX18" fmla="*/ 619174 w 693794"/>
                <a:gd name="connsiteY18" fmla="*/ 1462 h 822084"/>
                <a:gd name="connsiteX19" fmla="*/ 606575 w 693794"/>
                <a:gd name="connsiteY19" fmla="*/ 1810 h 822084"/>
                <a:gd name="connsiteX20" fmla="*/ 10441 w 693794"/>
                <a:gd name="connsiteY20" fmla="*/ 40652 h 822084"/>
                <a:gd name="connsiteX21" fmla="*/ 0 w 693794"/>
                <a:gd name="connsiteY21" fmla="*/ 42531 h 822084"/>
                <a:gd name="connsiteX22" fmla="*/ 4733 w 693794"/>
                <a:gd name="connsiteY22" fmla="*/ 748577 h 822084"/>
                <a:gd name="connsiteX23" fmla="*/ 641797 w 693794"/>
                <a:gd name="connsiteY23" fmla="*/ 758392 h 822084"/>
                <a:gd name="connsiteX24" fmla="*/ 620009 w 693794"/>
                <a:gd name="connsiteY24" fmla="*/ 37102 h 822084"/>
                <a:gd name="connsiteX25" fmla="*/ 650498 w 693794"/>
                <a:gd name="connsiteY25" fmla="*/ 72254 h 822084"/>
                <a:gd name="connsiteX26" fmla="*/ 668039 w 693794"/>
                <a:gd name="connsiteY26" fmla="*/ 742869 h 822084"/>
                <a:gd name="connsiteX27" fmla="*/ 641797 w 693794"/>
                <a:gd name="connsiteY27" fmla="*/ 758392 h 822084"/>
                <a:gd name="connsiteX28" fmla="*/ 29654 w 693794"/>
                <a:gd name="connsiteY28" fmla="*/ 731105 h 822084"/>
                <a:gd name="connsiteX29" fmla="*/ 25199 w 693794"/>
                <a:gd name="connsiteY29" fmla="*/ 63692 h 822084"/>
                <a:gd name="connsiteX30" fmla="*/ 593906 w 693794"/>
                <a:gd name="connsiteY30" fmla="*/ 27426 h 822084"/>
                <a:gd name="connsiteX31" fmla="*/ 594532 w 693794"/>
                <a:gd name="connsiteY31" fmla="*/ 27426 h 822084"/>
                <a:gd name="connsiteX32" fmla="*/ 617642 w 693794"/>
                <a:gd name="connsiteY32" fmla="*/ 793962 h 822084"/>
                <a:gd name="connsiteX33" fmla="*/ 525062 w 693794"/>
                <a:gd name="connsiteY33" fmla="*/ 796747 h 822084"/>
                <a:gd name="connsiteX34" fmla="*/ 452529 w 693794"/>
                <a:gd name="connsiteY34" fmla="*/ 757418 h 822084"/>
                <a:gd name="connsiteX35" fmla="*/ 446195 w 693794"/>
                <a:gd name="connsiteY35" fmla="*/ 428236 h 822084"/>
                <a:gd name="connsiteX36" fmla="*/ 365796 w 693794"/>
                <a:gd name="connsiteY36" fmla="*/ 425730 h 822084"/>
                <a:gd name="connsiteX37" fmla="*/ 366910 w 693794"/>
                <a:gd name="connsiteY37" fmla="*/ 254143 h 822084"/>
                <a:gd name="connsiteX38" fmla="*/ 156830 w 693794"/>
                <a:gd name="connsiteY38" fmla="*/ 255675 h 822084"/>
                <a:gd name="connsiteX39" fmla="*/ 161702 w 693794"/>
                <a:gd name="connsiteY39" fmla="*/ 416402 h 822084"/>
                <a:gd name="connsiteX40" fmla="*/ 100307 w 693794"/>
                <a:gd name="connsiteY40" fmla="*/ 418282 h 822084"/>
                <a:gd name="connsiteX41" fmla="*/ 103022 w 693794"/>
                <a:gd name="connsiteY41" fmla="*/ 721151 h 822084"/>
                <a:gd name="connsiteX42" fmla="*/ 57915 w 693794"/>
                <a:gd name="connsiteY42" fmla="*/ 741825 h 822084"/>
                <a:gd name="connsiteX43" fmla="*/ 29723 w 693794"/>
                <a:gd name="connsiteY43" fmla="*/ 731175 h 82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93794" h="822084">
                  <a:moveTo>
                    <a:pt x="4525" y="748577"/>
                  </a:moveTo>
                  <a:lnTo>
                    <a:pt x="58681" y="769112"/>
                  </a:lnTo>
                  <a:lnTo>
                    <a:pt x="128359" y="737231"/>
                  </a:lnTo>
                  <a:lnTo>
                    <a:pt x="125714" y="442715"/>
                  </a:lnTo>
                  <a:lnTo>
                    <a:pt x="187666" y="440835"/>
                  </a:lnTo>
                  <a:lnTo>
                    <a:pt x="182863" y="280664"/>
                  </a:lnTo>
                  <a:lnTo>
                    <a:pt x="341572" y="279481"/>
                  </a:lnTo>
                  <a:lnTo>
                    <a:pt x="340389" y="450163"/>
                  </a:lnTo>
                  <a:lnTo>
                    <a:pt x="421484" y="452599"/>
                  </a:lnTo>
                  <a:lnTo>
                    <a:pt x="427679" y="772453"/>
                  </a:lnTo>
                  <a:lnTo>
                    <a:pt x="519076" y="822085"/>
                  </a:lnTo>
                  <a:lnTo>
                    <a:pt x="643746" y="818326"/>
                  </a:lnTo>
                  <a:lnTo>
                    <a:pt x="642493" y="776073"/>
                  </a:lnTo>
                  <a:lnTo>
                    <a:pt x="647435" y="784426"/>
                  </a:lnTo>
                  <a:lnTo>
                    <a:pt x="693795" y="757000"/>
                  </a:lnTo>
                  <a:lnTo>
                    <a:pt x="675697" y="62509"/>
                  </a:lnTo>
                  <a:lnTo>
                    <a:pt x="621541" y="0"/>
                  </a:lnTo>
                  <a:lnTo>
                    <a:pt x="619174" y="2088"/>
                  </a:lnTo>
                  <a:lnTo>
                    <a:pt x="619174" y="1462"/>
                  </a:lnTo>
                  <a:cubicBezTo>
                    <a:pt x="619174" y="1462"/>
                    <a:pt x="606575" y="1810"/>
                    <a:pt x="606575" y="1810"/>
                  </a:cubicBezTo>
                  <a:cubicBezTo>
                    <a:pt x="588337" y="2367"/>
                    <a:pt x="156830" y="14270"/>
                    <a:pt x="10441" y="40652"/>
                  </a:cubicBezTo>
                  <a:lnTo>
                    <a:pt x="0" y="42531"/>
                  </a:lnTo>
                  <a:lnTo>
                    <a:pt x="4733" y="748577"/>
                  </a:lnTo>
                  <a:close/>
                  <a:moveTo>
                    <a:pt x="641797" y="758392"/>
                  </a:moveTo>
                  <a:lnTo>
                    <a:pt x="620009" y="37102"/>
                  </a:lnTo>
                  <a:lnTo>
                    <a:pt x="650498" y="72254"/>
                  </a:lnTo>
                  <a:lnTo>
                    <a:pt x="668039" y="742869"/>
                  </a:lnTo>
                  <a:lnTo>
                    <a:pt x="641797" y="758392"/>
                  </a:lnTo>
                  <a:close/>
                  <a:moveTo>
                    <a:pt x="29654" y="731105"/>
                  </a:moveTo>
                  <a:lnTo>
                    <a:pt x="25199" y="63692"/>
                  </a:lnTo>
                  <a:cubicBezTo>
                    <a:pt x="164069" y="41348"/>
                    <a:pt x="520746" y="29654"/>
                    <a:pt x="593906" y="27426"/>
                  </a:cubicBezTo>
                  <a:lnTo>
                    <a:pt x="594532" y="27426"/>
                  </a:lnTo>
                  <a:cubicBezTo>
                    <a:pt x="594532" y="27426"/>
                    <a:pt x="617642" y="793962"/>
                    <a:pt x="617642" y="793962"/>
                  </a:cubicBezTo>
                  <a:lnTo>
                    <a:pt x="525062" y="796747"/>
                  </a:lnTo>
                  <a:lnTo>
                    <a:pt x="452529" y="757418"/>
                  </a:lnTo>
                  <a:lnTo>
                    <a:pt x="446195" y="428236"/>
                  </a:lnTo>
                  <a:lnTo>
                    <a:pt x="365796" y="425730"/>
                  </a:lnTo>
                  <a:lnTo>
                    <a:pt x="366910" y="254143"/>
                  </a:lnTo>
                  <a:lnTo>
                    <a:pt x="156830" y="255675"/>
                  </a:lnTo>
                  <a:lnTo>
                    <a:pt x="161702" y="416402"/>
                  </a:lnTo>
                  <a:lnTo>
                    <a:pt x="100307" y="418282"/>
                  </a:lnTo>
                  <a:lnTo>
                    <a:pt x="103022" y="721151"/>
                  </a:lnTo>
                  <a:lnTo>
                    <a:pt x="57915" y="741825"/>
                  </a:lnTo>
                  <a:lnTo>
                    <a:pt x="29723" y="731175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29">
              <a:extLst>
                <a:ext uri="{FF2B5EF4-FFF2-40B4-BE49-F238E27FC236}">
                  <a16:creationId xmlns:a16="http://schemas.microsoft.com/office/drawing/2014/main" id="{8BC798C1-CB89-9995-D95A-8F34727E5C09}"/>
                </a:ext>
              </a:extLst>
            </p:cNvPr>
            <p:cNvSpPr/>
            <p:nvPr/>
          </p:nvSpPr>
          <p:spPr>
            <a:xfrm>
              <a:off x="7829373" y="2840794"/>
              <a:ext cx="1703058" cy="1642637"/>
            </a:xfrm>
            <a:custGeom>
              <a:avLst/>
              <a:gdLst>
                <a:gd name="connsiteX0" fmla="*/ 1703059 w 1703058"/>
                <a:gd name="connsiteY0" fmla="*/ 1642638 h 1642637"/>
                <a:gd name="connsiteX1" fmla="*/ 1452883 w 1703058"/>
                <a:gd name="connsiteY1" fmla="*/ 1607276 h 1642637"/>
                <a:gd name="connsiteX2" fmla="*/ 1452535 w 1703058"/>
                <a:gd name="connsiteY2" fmla="*/ 1598158 h 1642637"/>
                <a:gd name="connsiteX3" fmla="*/ 1400746 w 1703058"/>
                <a:gd name="connsiteY3" fmla="*/ 462205 h 1642637"/>
                <a:gd name="connsiteX4" fmla="*/ 215580 w 1703058"/>
                <a:gd name="connsiteY4" fmla="*/ 597665 h 1642637"/>
                <a:gd name="connsiteX5" fmla="*/ 203398 w 1703058"/>
                <a:gd name="connsiteY5" fmla="*/ 1468128 h 1642637"/>
                <a:gd name="connsiteX6" fmla="*/ 0 w 1703058"/>
                <a:gd name="connsiteY6" fmla="*/ 1481005 h 1642637"/>
                <a:gd name="connsiteX7" fmla="*/ 348 w 1703058"/>
                <a:gd name="connsiteY7" fmla="*/ 1468963 h 1642637"/>
                <a:gd name="connsiteX8" fmla="*/ 31046 w 1703058"/>
                <a:gd name="connsiteY8" fmla="*/ 314912 h 1642637"/>
                <a:gd name="connsiteX9" fmla="*/ 41557 w 1703058"/>
                <a:gd name="connsiteY9" fmla="*/ 314703 h 1642637"/>
                <a:gd name="connsiteX10" fmla="*/ 1623078 w 1703058"/>
                <a:gd name="connsiteY10" fmla="*/ 5012 h 1642637"/>
                <a:gd name="connsiteX11" fmla="*/ 1637139 w 1703058"/>
                <a:gd name="connsiteY11" fmla="*/ 0 h 1642637"/>
                <a:gd name="connsiteX12" fmla="*/ 1637696 w 1703058"/>
                <a:gd name="connsiteY12" fmla="*/ 14896 h 1642637"/>
                <a:gd name="connsiteX13" fmla="*/ 1703059 w 1703058"/>
                <a:gd name="connsiteY13" fmla="*/ 1642638 h 1642637"/>
                <a:gd name="connsiteX14" fmla="*/ 1474045 w 1703058"/>
                <a:gd name="connsiteY14" fmla="*/ 1588064 h 1642637"/>
                <a:gd name="connsiteX15" fmla="*/ 1680088 w 1703058"/>
                <a:gd name="connsiteY15" fmla="*/ 1617161 h 1642637"/>
                <a:gd name="connsiteX16" fmla="*/ 1616395 w 1703058"/>
                <a:gd name="connsiteY16" fmla="*/ 30698 h 1642637"/>
                <a:gd name="connsiteX17" fmla="*/ 52416 w 1703058"/>
                <a:gd name="connsiteY17" fmla="*/ 336352 h 1642637"/>
                <a:gd name="connsiteX18" fmla="*/ 22553 w 1703058"/>
                <a:gd name="connsiteY18" fmla="*/ 1457617 h 1642637"/>
                <a:gd name="connsiteX19" fmla="*/ 181680 w 1703058"/>
                <a:gd name="connsiteY19" fmla="*/ 1447523 h 1642637"/>
                <a:gd name="connsiteX20" fmla="*/ 193792 w 1703058"/>
                <a:gd name="connsiteY20" fmla="*/ 576155 h 1642637"/>
                <a:gd name="connsiteX21" fmla="*/ 204442 w 1703058"/>
                <a:gd name="connsiteY21" fmla="*/ 575947 h 1642637"/>
                <a:gd name="connsiteX22" fmla="*/ 1409517 w 1703058"/>
                <a:gd name="connsiteY22" fmla="*/ 438677 h 1642637"/>
                <a:gd name="connsiteX23" fmla="*/ 1421559 w 1703058"/>
                <a:gd name="connsiteY23" fmla="*/ 436867 h 1642637"/>
                <a:gd name="connsiteX24" fmla="*/ 1422046 w 1703058"/>
                <a:gd name="connsiteY24" fmla="*/ 448979 h 1642637"/>
                <a:gd name="connsiteX25" fmla="*/ 1473975 w 1703058"/>
                <a:gd name="connsiteY25" fmla="*/ 1587995 h 164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03058" h="1642637">
                  <a:moveTo>
                    <a:pt x="1703059" y="1642638"/>
                  </a:moveTo>
                  <a:lnTo>
                    <a:pt x="1452883" y="1607276"/>
                  </a:lnTo>
                  <a:lnTo>
                    <a:pt x="1452535" y="1598158"/>
                  </a:lnTo>
                  <a:lnTo>
                    <a:pt x="1400746" y="462205"/>
                  </a:lnTo>
                  <a:cubicBezTo>
                    <a:pt x="1294731" y="477728"/>
                    <a:pt x="520538" y="589868"/>
                    <a:pt x="215580" y="597665"/>
                  </a:cubicBezTo>
                  <a:lnTo>
                    <a:pt x="203398" y="1468128"/>
                  </a:lnTo>
                  <a:lnTo>
                    <a:pt x="0" y="1481005"/>
                  </a:lnTo>
                  <a:lnTo>
                    <a:pt x="348" y="1468963"/>
                  </a:lnTo>
                  <a:lnTo>
                    <a:pt x="31046" y="314912"/>
                  </a:lnTo>
                  <a:lnTo>
                    <a:pt x="41557" y="314703"/>
                  </a:lnTo>
                  <a:cubicBezTo>
                    <a:pt x="49144" y="314564"/>
                    <a:pt x="808302" y="296535"/>
                    <a:pt x="1623078" y="5012"/>
                  </a:cubicBezTo>
                  <a:lnTo>
                    <a:pt x="1637139" y="0"/>
                  </a:lnTo>
                  <a:lnTo>
                    <a:pt x="1637696" y="14896"/>
                  </a:lnTo>
                  <a:lnTo>
                    <a:pt x="1703059" y="1642638"/>
                  </a:lnTo>
                  <a:close/>
                  <a:moveTo>
                    <a:pt x="1474045" y="1588064"/>
                  </a:moveTo>
                  <a:lnTo>
                    <a:pt x="1680088" y="1617161"/>
                  </a:lnTo>
                  <a:lnTo>
                    <a:pt x="1616395" y="30698"/>
                  </a:lnTo>
                  <a:cubicBezTo>
                    <a:pt x="855567" y="300155"/>
                    <a:pt x="146527" y="333080"/>
                    <a:pt x="52416" y="336352"/>
                  </a:cubicBezTo>
                  <a:lnTo>
                    <a:pt x="22553" y="1457617"/>
                  </a:lnTo>
                  <a:lnTo>
                    <a:pt x="181680" y="1447523"/>
                  </a:lnTo>
                  <a:lnTo>
                    <a:pt x="193792" y="576155"/>
                  </a:lnTo>
                  <a:lnTo>
                    <a:pt x="204442" y="575947"/>
                  </a:lnTo>
                  <a:cubicBezTo>
                    <a:pt x="520607" y="570169"/>
                    <a:pt x="1400676" y="440000"/>
                    <a:pt x="1409517" y="438677"/>
                  </a:cubicBezTo>
                  <a:lnTo>
                    <a:pt x="1421559" y="436867"/>
                  </a:lnTo>
                  <a:lnTo>
                    <a:pt x="1422046" y="448979"/>
                  </a:lnTo>
                  <a:lnTo>
                    <a:pt x="1473975" y="1587995"/>
                  </a:lnTo>
                  <a:close/>
                </a:path>
              </a:pathLst>
            </a:custGeom>
            <a:grpFill/>
            <a:ln w="6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34" name="Graphic 6">
              <a:extLst>
                <a:ext uri="{FF2B5EF4-FFF2-40B4-BE49-F238E27FC236}">
                  <a16:creationId xmlns:a16="http://schemas.microsoft.com/office/drawing/2014/main" id="{5DBCD68A-A13A-1428-2DD5-9C0016DB14EF}"/>
                </a:ext>
              </a:extLst>
            </p:cNvPr>
            <p:cNvGrpSpPr/>
            <p:nvPr/>
          </p:nvGrpSpPr>
          <p:grpSpPr>
            <a:xfrm>
              <a:off x="7841346" y="4255531"/>
              <a:ext cx="461300" cy="49909"/>
              <a:chOff x="7841346" y="4255531"/>
              <a:chExt cx="461300" cy="49909"/>
            </a:xfrm>
            <a:grpFill/>
          </p:grpSpPr>
          <p:sp>
            <p:nvSpPr>
              <p:cNvPr id="135" name="Freeform: Shape 131">
                <a:extLst>
                  <a:ext uri="{FF2B5EF4-FFF2-40B4-BE49-F238E27FC236}">
                    <a16:creationId xmlns:a16="http://schemas.microsoft.com/office/drawing/2014/main" id="{E371DB7A-9EEB-E0FD-C95A-E29DB72D2732}"/>
                  </a:ext>
                </a:extLst>
              </p:cNvPr>
              <p:cNvSpPr/>
              <p:nvPr/>
            </p:nvSpPr>
            <p:spPr>
              <a:xfrm>
                <a:off x="8029291" y="4255601"/>
                <a:ext cx="273355" cy="41069"/>
              </a:xfrm>
              <a:custGeom>
                <a:avLst/>
                <a:gdLst>
                  <a:gd name="connsiteX0" fmla="*/ 273355 w 273355"/>
                  <a:gd name="connsiteY0" fmla="*/ 41069 h 41069"/>
                  <a:gd name="connsiteX1" fmla="*/ 260756 w 273355"/>
                  <a:gd name="connsiteY1" fmla="*/ 17750 h 41069"/>
                  <a:gd name="connsiteX2" fmla="*/ 252821 w 273355"/>
                  <a:gd name="connsiteY2" fmla="*/ 4733 h 41069"/>
                  <a:gd name="connsiteX3" fmla="*/ 975 w 273355"/>
                  <a:gd name="connsiteY3" fmla="*/ 0 h 41069"/>
                  <a:gd name="connsiteX4" fmla="*/ 0 w 273355"/>
                  <a:gd name="connsiteY4" fmla="*/ 39608 h 41069"/>
                  <a:gd name="connsiteX5" fmla="*/ 273355 w 273355"/>
                  <a:gd name="connsiteY5" fmla="*/ 41069 h 4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3355" h="41069">
                    <a:moveTo>
                      <a:pt x="273355" y="41069"/>
                    </a:moveTo>
                    <a:lnTo>
                      <a:pt x="260756" y="17750"/>
                    </a:lnTo>
                    <a:lnTo>
                      <a:pt x="252821" y="4733"/>
                    </a:lnTo>
                    <a:lnTo>
                      <a:pt x="975" y="0"/>
                    </a:lnTo>
                    <a:lnTo>
                      <a:pt x="0" y="39608"/>
                    </a:lnTo>
                    <a:lnTo>
                      <a:pt x="273355" y="41069"/>
                    </a:ln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2">
                <a:extLst>
                  <a:ext uri="{FF2B5EF4-FFF2-40B4-BE49-F238E27FC236}">
                    <a16:creationId xmlns:a16="http://schemas.microsoft.com/office/drawing/2014/main" id="{107489EE-FEE0-46B1-96DE-6F47002CA8CE}"/>
                  </a:ext>
                </a:extLst>
              </p:cNvPr>
              <p:cNvSpPr/>
              <p:nvPr/>
            </p:nvSpPr>
            <p:spPr>
              <a:xfrm>
                <a:off x="7841346" y="4255531"/>
                <a:ext cx="188919" cy="49909"/>
              </a:xfrm>
              <a:custGeom>
                <a:avLst/>
                <a:gdLst>
                  <a:gd name="connsiteX0" fmla="*/ 2088 w 188919"/>
                  <a:gd name="connsiteY0" fmla="*/ 1879 h 49909"/>
                  <a:gd name="connsiteX1" fmla="*/ 0 w 188919"/>
                  <a:gd name="connsiteY1" fmla="*/ 49910 h 49909"/>
                  <a:gd name="connsiteX2" fmla="*/ 187945 w 188919"/>
                  <a:gd name="connsiteY2" fmla="*/ 39677 h 49909"/>
                  <a:gd name="connsiteX3" fmla="*/ 188919 w 188919"/>
                  <a:gd name="connsiteY3" fmla="*/ 70 h 49909"/>
                  <a:gd name="connsiteX4" fmla="*/ 186065 w 188919"/>
                  <a:gd name="connsiteY4" fmla="*/ 0 h 49909"/>
                  <a:gd name="connsiteX5" fmla="*/ 2088 w 188919"/>
                  <a:gd name="connsiteY5" fmla="*/ 1879 h 49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8919" h="49909">
                    <a:moveTo>
                      <a:pt x="2088" y="1879"/>
                    </a:moveTo>
                    <a:lnTo>
                      <a:pt x="0" y="49910"/>
                    </a:lnTo>
                    <a:lnTo>
                      <a:pt x="187945" y="39677"/>
                    </a:lnTo>
                    <a:lnTo>
                      <a:pt x="188919" y="70"/>
                    </a:lnTo>
                    <a:lnTo>
                      <a:pt x="186065" y="0"/>
                    </a:lnTo>
                    <a:lnTo>
                      <a:pt x="2088" y="1879"/>
                    </a:lnTo>
                    <a:close/>
                  </a:path>
                </a:pathLst>
              </a:custGeom>
              <a:grpFill/>
              <a:ln w="69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8" name="مربع نص 137">
            <a:extLst>
              <a:ext uri="{FF2B5EF4-FFF2-40B4-BE49-F238E27FC236}">
                <a16:creationId xmlns:a16="http://schemas.microsoft.com/office/drawing/2014/main" id="{6B57F847-F93A-E9D4-60CD-FA458905913C}"/>
              </a:ext>
            </a:extLst>
          </p:cNvPr>
          <p:cNvSpPr txBox="1"/>
          <p:nvPr/>
        </p:nvSpPr>
        <p:spPr>
          <a:xfrm>
            <a:off x="3296285" y="3597804"/>
            <a:ext cx="6193856" cy="45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العنوان الفرعي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9CD090AB-9943-EA49-1595-181BAB86A691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03AAA9D9-4508-BB51-D868-1BD07B7D1A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F295-FC34-71E8-6E0E-F978C5FE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AEEDD30-B239-9C3A-A309-347DADDC6043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6973B82D-CAB5-414D-1C13-05860FB3E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3C441ECF-AACC-C36C-B0AF-DBF761510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9C3ABC-8002-DF7A-6551-6659048021F8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BEE4AF66-317F-73E1-9168-379C2621D56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2667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6D138-A8E6-C54B-C24B-CE4521BD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4848804-5726-B113-A93E-0021C57123F9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836B48A6-D57C-46FF-138B-9F8199924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362C7CE3-7403-4039-063C-6FB376744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21FB8131-0DF2-66F4-C01B-BC4D9F6C2E9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199" y="270366"/>
            <a:ext cx="1961795" cy="71401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3B59BE4D-140B-937F-1A42-142E2BA38F7E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FC3718E6-ADCA-8C43-CFFC-805D0F35FD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0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B677-2B80-8966-F5D7-D9E73781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743575B-A1DD-755C-3111-EF0A44107391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06814EAC-0728-6FAE-9D96-B5B6A0E67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CEB2FAC0-9C29-7E89-B150-7BC25E7DCC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122323-8A94-1C8F-5E2C-C92B2379BC90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D9A4704A-1D8F-BDA8-BD34-36ADE74081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336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63CC-CA89-BC9B-B5F1-CF67E5E0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547D6A53-33BE-5925-FAE3-BEFA36C8B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AE3BE0DE-F91B-5C8C-21E8-02DDA2874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5" y="6096755"/>
            <a:ext cx="12192000" cy="153903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8D92882B-C737-E049-01B6-D7B6F6B752B9}"/>
              </a:ext>
            </a:extLst>
          </p:cNvPr>
          <p:cNvSpPr txBox="1"/>
          <p:nvPr/>
        </p:nvSpPr>
        <p:spPr>
          <a:xfrm>
            <a:off x="34826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bg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56585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E49F-1998-54C0-2EE8-ADD24716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544DADE-A661-6978-B7B1-1C8A114C922B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F8FFA690-E8A5-3B0D-9E25-B452D60AE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3550F581-0295-E649-B2AA-93F1833EA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7906E8-D035-93A0-F7B9-6857B72D61D1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B5094B1D-40EC-3E0D-3E1B-0A4A4D87B94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402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FCFD-D88B-0F73-357E-26EED623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F1D3586-57B5-94A4-2F53-6A94C42E54B8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D7935F3D-8537-DB18-51BD-439BED256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8F6B33A3-5338-9845-42C8-FEBBCCFC3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3" name="Freeform 153">
            <a:extLst>
              <a:ext uri="{FF2B5EF4-FFF2-40B4-BE49-F238E27FC236}">
                <a16:creationId xmlns:a16="http://schemas.microsoft.com/office/drawing/2014/main" id="{50AC2AC0-52D0-0411-B7A8-A0C50AF09179}"/>
              </a:ext>
            </a:extLst>
          </p:cNvPr>
          <p:cNvSpPr>
            <a:spLocks noEditPoints="1"/>
          </p:cNvSpPr>
          <p:nvPr/>
        </p:nvSpPr>
        <p:spPr bwMode="auto">
          <a:xfrm>
            <a:off x="8733977" y="5000059"/>
            <a:ext cx="276897" cy="278706"/>
          </a:xfrm>
          <a:custGeom>
            <a:avLst/>
            <a:gdLst>
              <a:gd name="T0" fmla="*/ 3 w 29"/>
              <a:gd name="T1" fmla="*/ 0 h 29"/>
              <a:gd name="T2" fmla="*/ 6 w 29"/>
              <a:gd name="T3" fmla="*/ 0 h 29"/>
              <a:gd name="T4" fmla="*/ 9 w 29"/>
              <a:gd name="T5" fmla="*/ 1 h 29"/>
              <a:gd name="T6" fmla="*/ 13 w 29"/>
              <a:gd name="T7" fmla="*/ 0 h 29"/>
              <a:gd name="T8" fmla="*/ 16 w 29"/>
              <a:gd name="T9" fmla="*/ 0 h 29"/>
              <a:gd name="T10" fmla="*/ 20 w 29"/>
              <a:gd name="T11" fmla="*/ 1 h 29"/>
              <a:gd name="T12" fmla="*/ 23 w 29"/>
              <a:gd name="T13" fmla="*/ 0 h 29"/>
              <a:gd name="T14" fmla="*/ 26 w 29"/>
              <a:gd name="T15" fmla="*/ 0 h 29"/>
              <a:gd name="T16" fmla="*/ 29 w 29"/>
              <a:gd name="T17" fmla="*/ 2 h 29"/>
              <a:gd name="T18" fmla="*/ 27 w 29"/>
              <a:gd name="T19" fmla="*/ 4 h 29"/>
              <a:gd name="T20" fmla="*/ 29 w 29"/>
              <a:gd name="T21" fmla="*/ 8 h 29"/>
              <a:gd name="T22" fmla="*/ 29 w 29"/>
              <a:gd name="T23" fmla="*/ 11 h 29"/>
              <a:gd name="T24" fmla="*/ 27 w 29"/>
              <a:gd name="T25" fmla="*/ 14 h 29"/>
              <a:gd name="T26" fmla="*/ 29 w 29"/>
              <a:gd name="T27" fmla="*/ 18 h 29"/>
              <a:gd name="T28" fmla="*/ 29 w 29"/>
              <a:gd name="T29" fmla="*/ 21 h 29"/>
              <a:gd name="T30" fmla="*/ 27 w 29"/>
              <a:gd name="T31" fmla="*/ 25 h 29"/>
              <a:gd name="T32" fmla="*/ 29 w 29"/>
              <a:gd name="T33" fmla="*/ 27 h 29"/>
              <a:gd name="T34" fmla="*/ 26 w 29"/>
              <a:gd name="T35" fmla="*/ 29 h 29"/>
              <a:gd name="T36" fmla="*/ 23 w 29"/>
              <a:gd name="T37" fmla="*/ 29 h 29"/>
              <a:gd name="T38" fmla="*/ 20 w 29"/>
              <a:gd name="T39" fmla="*/ 27 h 29"/>
              <a:gd name="T40" fmla="*/ 16 w 29"/>
              <a:gd name="T41" fmla="*/ 29 h 29"/>
              <a:gd name="T42" fmla="*/ 13 w 29"/>
              <a:gd name="T43" fmla="*/ 29 h 29"/>
              <a:gd name="T44" fmla="*/ 9 w 29"/>
              <a:gd name="T45" fmla="*/ 27 h 29"/>
              <a:gd name="T46" fmla="*/ 6 w 29"/>
              <a:gd name="T47" fmla="*/ 29 h 29"/>
              <a:gd name="T48" fmla="*/ 3 w 29"/>
              <a:gd name="T49" fmla="*/ 29 h 29"/>
              <a:gd name="T50" fmla="*/ 0 w 29"/>
              <a:gd name="T51" fmla="*/ 27 h 29"/>
              <a:gd name="T52" fmla="*/ 2 w 29"/>
              <a:gd name="T53" fmla="*/ 25 h 29"/>
              <a:gd name="T54" fmla="*/ 0 w 29"/>
              <a:gd name="T55" fmla="*/ 21 h 29"/>
              <a:gd name="T56" fmla="*/ 2 w 29"/>
              <a:gd name="T57" fmla="*/ 19 h 29"/>
              <a:gd name="T58" fmla="*/ 0 w 29"/>
              <a:gd name="T59" fmla="*/ 18 h 29"/>
              <a:gd name="T60" fmla="*/ 0 w 29"/>
              <a:gd name="T61" fmla="*/ 16 h 29"/>
              <a:gd name="T62" fmla="*/ 0 w 29"/>
              <a:gd name="T63" fmla="*/ 13 h 29"/>
              <a:gd name="T64" fmla="*/ 0 w 29"/>
              <a:gd name="T65" fmla="*/ 11 h 29"/>
              <a:gd name="T66" fmla="*/ 2 w 29"/>
              <a:gd name="T67" fmla="*/ 9 h 29"/>
              <a:gd name="T68" fmla="*/ 0 w 29"/>
              <a:gd name="T69" fmla="*/ 8 h 29"/>
              <a:gd name="T70" fmla="*/ 0 w 29"/>
              <a:gd name="T71" fmla="*/ 6 h 29"/>
              <a:gd name="T72" fmla="*/ 0 w 29"/>
              <a:gd name="T73" fmla="*/ 2 h 29"/>
              <a:gd name="T74" fmla="*/ 0 w 29"/>
              <a:gd name="T75" fmla="*/ 2 h 29"/>
              <a:gd name="T76" fmla="*/ 4 w 29"/>
              <a:gd name="T77" fmla="*/ 4 h 29"/>
              <a:gd name="T78" fmla="*/ 24 w 29"/>
              <a:gd name="T79" fmla="*/ 24 h 29"/>
              <a:gd name="T80" fmla="*/ 4 w 29"/>
              <a:gd name="T81" fmla="*/ 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" h="29">
                <a:moveTo>
                  <a:pt x="2" y="0"/>
                </a:moveTo>
                <a:cubicBezTo>
                  <a:pt x="3" y="0"/>
                  <a:pt x="3" y="0"/>
                  <a:pt x="3" y="0"/>
                </a:cubicBezTo>
                <a:cubicBezTo>
                  <a:pt x="3" y="1"/>
                  <a:pt x="3" y="1"/>
                  <a:pt x="4" y="1"/>
                </a:cubicBezTo>
                <a:cubicBezTo>
                  <a:pt x="5" y="1"/>
                  <a:pt x="6" y="1"/>
                  <a:pt x="6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1"/>
                  <a:pt x="8" y="1"/>
                  <a:pt x="9" y="1"/>
                </a:cubicBezTo>
                <a:cubicBezTo>
                  <a:pt x="10" y="1"/>
                  <a:pt x="11" y="1"/>
                  <a:pt x="1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1"/>
                  <a:pt x="14" y="1"/>
                  <a:pt x="14" y="1"/>
                </a:cubicBezTo>
                <a:cubicBezTo>
                  <a:pt x="15" y="1"/>
                  <a:pt x="16" y="1"/>
                  <a:pt x="16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1"/>
                  <a:pt x="19" y="1"/>
                  <a:pt x="20" y="1"/>
                </a:cubicBezTo>
                <a:cubicBezTo>
                  <a:pt x="20" y="1"/>
                  <a:pt x="21" y="1"/>
                  <a:pt x="21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1"/>
                  <a:pt x="24" y="1"/>
                  <a:pt x="25" y="1"/>
                </a:cubicBezTo>
                <a:cubicBezTo>
                  <a:pt x="26" y="1"/>
                  <a:pt x="26" y="1"/>
                  <a:pt x="26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29" y="2"/>
                  <a:pt x="29" y="2"/>
                  <a:pt x="29" y="2"/>
                </a:cubicBezTo>
                <a:cubicBezTo>
                  <a:pt x="28" y="2"/>
                  <a:pt x="27" y="3"/>
                  <a:pt x="27" y="4"/>
                </a:cubicBezTo>
                <a:cubicBezTo>
                  <a:pt x="27" y="5"/>
                  <a:pt x="28" y="6"/>
                  <a:pt x="29" y="6"/>
                </a:cubicBezTo>
                <a:cubicBezTo>
                  <a:pt x="29" y="8"/>
                  <a:pt x="29" y="8"/>
                  <a:pt x="29" y="8"/>
                </a:cubicBezTo>
                <a:cubicBezTo>
                  <a:pt x="28" y="8"/>
                  <a:pt x="27" y="8"/>
                  <a:pt x="27" y="9"/>
                </a:cubicBezTo>
                <a:cubicBezTo>
                  <a:pt x="27" y="10"/>
                  <a:pt x="28" y="11"/>
                  <a:pt x="29" y="11"/>
                </a:cubicBezTo>
                <a:cubicBezTo>
                  <a:pt x="29" y="13"/>
                  <a:pt x="29" y="13"/>
                  <a:pt x="29" y="13"/>
                </a:cubicBezTo>
                <a:cubicBezTo>
                  <a:pt x="28" y="13"/>
                  <a:pt x="27" y="13"/>
                  <a:pt x="27" y="14"/>
                </a:cubicBezTo>
                <a:cubicBezTo>
                  <a:pt x="27" y="15"/>
                  <a:pt x="28" y="16"/>
                  <a:pt x="29" y="16"/>
                </a:cubicBezTo>
                <a:cubicBezTo>
                  <a:pt x="29" y="18"/>
                  <a:pt x="29" y="18"/>
                  <a:pt x="29" y="18"/>
                </a:cubicBezTo>
                <a:cubicBezTo>
                  <a:pt x="28" y="18"/>
                  <a:pt x="27" y="19"/>
                  <a:pt x="27" y="19"/>
                </a:cubicBezTo>
                <a:cubicBezTo>
                  <a:pt x="27" y="20"/>
                  <a:pt x="28" y="21"/>
                  <a:pt x="29" y="21"/>
                </a:cubicBezTo>
                <a:cubicBezTo>
                  <a:pt x="29" y="23"/>
                  <a:pt x="29" y="23"/>
                  <a:pt x="29" y="23"/>
                </a:cubicBezTo>
                <a:cubicBezTo>
                  <a:pt x="28" y="23"/>
                  <a:pt x="27" y="24"/>
                  <a:pt x="27" y="25"/>
                </a:cubicBezTo>
                <a:cubicBezTo>
                  <a:pt x="27" y="25"/>
                  <a:pt x="28" y="26"/>
                  <a:pt x="29" y="26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8"/>
                  <a:pt x="28" y="29"/>
                  <a:pt x="27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8"/>
                  <a:pt x="26" y="27"/>
                  <a:pt x="25" y="27"/>
                </a:cubicBezTo>
                <a:cubicBezTo>
                  <a:pt x="24" y="27"/>
                  <a:pt x="23" y="28"/>
                  <a:pt x="23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8"/>
                  <a:pt x="20" y="27"/>
                  <a:pt x="20" y="27"/>
                </a:cubicBezTo>
                <a:cubicBezTo>
                  <a:pt x="19" y="27"/>
                  <a:pt x="18" y="28"/>
                  <a:pt x="18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6" y="28"/>
                  <a:pt x="15" y="27"/>
                  <a:pt x="14" y="27"/>
                </a:cubicBezTo>
                <a:cubicBezTo>
                  <a:pt x="14" y="27"/>
                  <a:pt x="13" y="28"/>
                  <a:pt x="13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1" y="28"/>
                  <a:pt x="10" y="27"/>
                  <a:pt x="9" y="27"/>
                </a:cubicBezTo>
                <a:cubicBezTo>
                  <a:pt x="8" y="27"/>
                  <a:pt x="8" y="28"/>
                  <a:pt x="8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8"/>
                  <a:pt x="5" y="27"/>
                  <a:pt x="4" y="27"/>
                </a:cubicBezTo>
                <a:cubicBezTo>
                  <a:pt x="3" y="27"/>
                  <a:pt x="3" y="28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1" y="29"/>
                  <a:pt x="0" y="28"/>
                  <a:pt x="0" y="27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6"/>
                  <a:pt x="2" y="25"/>
                  <a:pt x="2" y="25"/>
                </a:cubicBezTo>
                <a:cubicBezTo>
                  <a:pt x="2" y="24"/>
                  <a:pt x="1" y="23"/>
                  <a:pt x="0" y="23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1" y="21"/>
                  <a:pt x="2" y="20"/>
                  <a:pt x="2" y="19"/>
                </a:cubicBezTo>
                <a:cubicBezTo>
                  <a:pt x="2" y="19"/>
                  <a:pt x="1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1" y="16"/>
                  <a:pt x="2" y="15"/>
                  <a:pt x="2" y="14"/>
                </a:cubicBezTo>
                <a:cubicBezTo>
                  <a:pt x="2" y="13"/>
                  <a:pt x="1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" y="11"/>
                  <a:pt x="2" y="10"/>
                  <a:pt x="2" y="9"/>
                </a:cubicBezTo>
                <a:cubicBezTo>
                  <a:pt x="2" y="8"/>
                  <a:pt x="1" y="8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1" y="6"/>
                  <a:pt x="2" y="5"/>
                  <a:pt x="2" y="4"/>
                </a:cubicBezTo>
                <a:cubicBezTo>
                  <a:pt x="2" y="3"/>
                  <a:pt x="1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4" y="4"/>
                </a:moveTo>
                <a:cubicBezTo>
                  <a:pt x="4" y="24"/>
                  <a:pt x="4" y="24"/>
                  <a:pt x="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4"/>
                  <a:pt x="24" y="4"/>
                  <a:pt x="24" y="4"/>
                </a:cubicBezTo>
                <a:lnTo>
                  <a:pt x="4" y="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Freeform 156">
            <a:extLst>
              <a:ext uri="{FF2B5EF4-FFF2-40B4-BE49-F238E27FC236}">
                <a16:creationId xmlns:a16="http://schemas.microsoft.com/office/drawing/2014/main" id="{26C98B64-AE0A-561E-AA2E-B9837DCBB21E}"/>
              </a:ext>
            </a:extLst>
          </p:cNvPr>
          <p:cNvSpPr>
            <a:spLocks noEditPoints="1"/>
          </p:cNvSpPr>
          <p:nvPr/>
        </p:nvSpPr>
        <p:spPr bwMode="auto">
          <a:xfrm>
            <a:off x="9951959" y="5048922"/>
            <a:ext cx="325761" cy="180978"/>
          </a:xfrm>
          <a:custGeom>
            <a:avLst/>
            <a:gdLst>
              <a:gd name="T0" fmla="*/ 34 w 34"/>
              <a:gd name="T1" fmla="*/ 17 h 19"/>
              <a:gd name="T2" fmla="*/ 34 w 34"/>
              <a:gd name="T3" fmla="*/ 2 h 19"/>
              <a:gd name="T4" fmla="*/ 32 w 34"/>
              <a:gd name="T5" fmla="*/ 0 h 19"/>
              <a:gd name="T6" fmla="*/ 5 w 34"/>
              <a:gd name="T7" fmla="*/ 0 h 19"/>
              <a:gd name="T8" fmla="*/ 3 w 34"/>
              <a:gd name="T9" fmla="*/ 2 h 19"/>
              <a:gd name="T10" fmla="*/ 3 w 34"/>
              <a:gd name="T11" fmla="*/ 6 h 19"/>
              <a:gd name="T12" fmla="*/ 0 w 34"/>
              <a:gd name="T13" fmla="*/ 6 h 19"/>
              <a:gd name="T14" fmla="*/ 0 w 34"/>
              <a:gd name="T15" fmla="*/ 13 h 19"/>
              <a:gd name="T16" fmla="*/ 3 w 34"/>
              <a:gd name="T17" fmla="*/ 13 h 19"/>
              <a:gd name="T18" fmla="*/ 3 w 34"/>
              <a:gd name="T19" fmla="*/ 17 h 19"/>
              <a:gd name="T20" fmla="*/ 5 w 34"/>
              <a:gd name="T21" fmla="*/ 19 h 19"/>
              <a:gd name="T22" fmla="*/ 32 w 34"/>
              <a:gd name="T23" fmla="*/ 19 h 19"/>
              <a:gd name="T24" fmla="*/ 34 w 34"/>
              <a:gd name="T25" fmla="*/ 17 h 19"/>
              <a:gd name="T26" fmla="*/ 23 w 34"/>
              <a:gd name="T27" fmla="*/ 3 h 19"/>
              <a:gd name="T28" fmla="*/ 31 w 34"/>
              <a:gd name="T29" fmla="*/ 3 h 19"/>
              <a:gd name="T30" fmla="*/ 31 w 34"/>
              <a:gd name="T31" fmla="*/ 16 h 19"/>
              <a:gd name="T32" fmla="*/ 23 w 34"/>
              <a:gd name="T33" fmla="*/ 16 h 19"/>
              <a:gd name="T34" fmla="*/ 23 w 34"/>
              <a:gd name="T35" fmla="*/ 3 h 19"/>
              <a:gd name="T36" fmla="*/ 15 w 34"/>
              <a:gd name="T37" fmla="*/ 3 h 19"/>
              <a:gd name="T38" fmla="*/ 22 w 34"/>
              <a:gd name="T39" fmla="*/ 3 h 19"/>
              <a:gd name="T40" fmla="*/ 22 w 34"/>
              <a:gd name="T41" fmla="*/ 16 h 19"/>
              <a:gd name="T42" fmla="*/ 15 w 34"/>
              <a:gd name="T43" fmla="*/ 16 h 19"/>
              <a:gd name="T44" fmla="*/ 15 w 34"/>
              <a:gd name="T45" fmla="*/ 3 h 19"/>
              <a:gd name="T46" fmla="*/ 32 w 34"/>
              <a:gd name="T47" fmla="*/ 17 h 19"/>
              <a:gd name="T48" fmla="*/ 5 w 34"/>
              <a:gd name="T49" fmla="*/ 17 h 19"/>
              <a:gd name="T50" fmla="*/ 5 w 34"/>
              <a:gd name="T51" fmla="*/ 17 h 19"/>
              <a:gd name="T52" fmla="*/ 5 w 34"/>
              <a:gd name="T53" fmla="*/ 2 h 19"/>
              <a:gd name="T54" fmla="*/ 5 w 34"/>
              <a:gd name="T55" fmla="*/ 2 h 19"/>
              <a:gd name="T56" fmla="*/ 32 w 34"/>
              <a:gd name="T57" fmla="*/ 2 h 19"/>
              <a:gd name="T58" fmla="*/ 32 w 34"/>
              <a:gd name="T59" fmla="*/ 2 h 19"/>
              <a:gd name="T60" fmla="*/ 32 w 34"/>
              <a:gd name="T61" fmla="*/ 17 h 19"/>
              <a:gd name="T62" fmla="*/ 32 w 34"/>
              <a:gd name="T63" fmla="*/ 1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19">
                <a:moveTo>
                  <a:pt x="34" y="17"/>
                </a:moveTo>
                <a:cubicBezTo>
                  <a:pt x="34" y="2"/>
                  <a:pt x="34" y="2"/>
                  <a:pt x="34" y="2"/>
                </a:cubicBezTo>
                <a:cubicBezTo>
                  <a:pt x="34" y="1"/>
                  <a:pt x="33" y="0"/>
                  <a:pt x="32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3" y="1"/>
                  <a:pt x="3" y="2"/>
                </a:cubicBezTo>
                <a:cubicBezTo>
                  <a:pt x="3" y="6"/>
                  <a:pt x="3" y="6"/>
                  <a:pt x="3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3"/>
                  <a:pt x="0" y="13"/>
                  <a:pt x="0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8"/>
                  <a:pt x="4" y="19"/>
                  <a:pt x="5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3" y="19"/>
                  <a:pt x="34" y="18"/>
                  <a:pt x="34" y="17"/>
                </a:cubicBezTo>
                <a:close/>
                <a:moveTo>
                  <a:pt x="23" y="3"/>
                </a:moveTo>
                <a:cubicBezTo>
                  <a:pt x="31" y="3"/>
                  <a:pt x="31" y="3"/>
                  <a:pt x="31" y="3"/>
                </a:cubicBezTo>
                <a:cubicBezTo>
                  <a:pt x="31" y="16"/>
                  <a:pt x="31" y="16"/>
                  <a:pt x="31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3" y="3"/>
                  <a:pt x="23" y="3"/>
                  <a:pt x="23" y="3"/>
                </a:cubicBezTo>
                <a:close/>
                <a:moveTo>
                  <a:pt x="15" y="3"/>
                </a:moveTo>
                <a:cubicBezTo>
                  <a:pt x="22" y="3"/>
                  <a:pt x="22" y="3"/>
                  <a:pt x="22" y="3"/>
                </a:cubicBezTo>
                <a:cubicBezTo>
                  <a:pt x="22" y="16"/>
                  <a:pt x="22" y="16"/>
                  <a:pt x="22" y="16"/>
                </a:cubicBezTo>
                <a:cubicBezTo>
                  <a:pt x="15" y="16"/>
                  <a:pt x="15" y="16"/>
                  <a:pt x="15" y="16"/>
                </a:cubicBezTo>
                <a:cubicBezTo>
                  <a:pt x="15" y="3"/>
                  <a:pt x="15" y="3"/>
                  <a:pt x="15" y="3"/>
                </a:cubicBezTo>
                <a:close/>
                <a:moveTo>
                  <a:pt x="32" y="17"/>
                </a:move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5" y="2"/>
                  <a:pt x="5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2" y="17"/>
                  <a:pt x="32" y="17"/>
                  <a:pt x="32" y="17"/>
                </a:cubicBezTo>
                <a:cubicBezTo>
                  <a:pt x="32" y="17"/>
                  <a:pt x="32" y="17"/>
                  <a:pt x="32" y="1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Freeform 157">
            <a:extLst>
              <a:ext uri="{FF2B5EF4-FFF2-40B4-BE49-F238E27FC236}">
                <a16:creationId xmlns:a16="http://schemas.microsoft.com/office/drawing/2014/main" id="{C5ECC3F6-15D3-0EF0-5F1B-BA5E490586D2}"/>
              </a:ext>
            </a:extLst>
          </p:cNvPr>
          <p:cNvSpPr>
            <a:spLocks noEditPoints="1"/>
          </p:cNvSpPr>
          <p:nvPr/>
        </p:nvSpPr>
        <p:spPr bwMode="auto">
          <a:xfrm>
            <a:off x="10565474" y="5048922"/>
            <a:ext cx="336619" cy="180978"/>
          </a:xfrm>
          <a:custGeom>
            <a:avLst/>
            <a:gdLst>
              <a:gd name="T0" fmla="*/ 35 w 35"/>
              <a:gd name="T1" fmla="*/ 17 h 19"/>
              <a:gd name="T2" fmla="*/ 35 w 35"/>
              <a:gd name="T3" fmla="*/ 2 h 19"/>
              <a:gd name="T4" fmla="*/ 33 w 35"/>
              <a:gd name="T5" fmla="*/ 0 h 19"/>
              <a:gd name="T6" fmla="*/ 5 w 35"/>
              <a:gd name="T7" fmla="*/ 0 h 19"/>
              <a:gd name="T8" fmla="*/ 3 w 35"/>
              <a:gd name="T9" fmla="*/ 2 h 19"/>
              <a:gd name="T10" fmla="*/ 3 w 35"/>
              <a:gd name="T11" fmla="*/ 6 h 19"/>
              <a:gd name="T12" fmla="*/ 0 w 35"/>
              <a:gd name="T13" fmla="*/ 6 h 19"/>
              <a:gd name="T14" fmla="*/ 0 w 35"/>
              <a:gd name="T15" fmla="*/ 13 h 19"/>
              <a:gd name="T16" fmla="*/ 3 w 35"/>
              <a:gd name="T17" fmla="*/ 13 h 19"/>
              <a:gd name="T18" fmla="*/ 3 w 35"/>
              <a:gd name="T19" fmla="*/ 17 h 19"/>
              <a:gd name="T20" fmla="*/ 5 w 35"/>
              <a:gd name="T21" fmla="*/ 19 h 19"/>
              <a:gd name="T22" fmla="*/ 33 w 35"/>
              <a:gd name="T23" fmla="*/ 19 h 19"/>
              <a:gd name="T24" fmla="*/ 35 w 35"/>
              <a:gd name="T25" fmla="*/ 17 h 19"/>
              <a:gd name="T26" fmla="*/ 24 w 35"/>
              <a:gd name="T27" fmla="*/ 3 h 19"/>
              <a:gd name="T28" fmla="*/ 31 w 35"/>
              <a:gd name="T29" fmla="*/ 3 h 19"/>
              <a:gd name="T30" fmla="*/ 31 w 35"/>
              <a:gd name="T31" fmla="*/ 16 h 19"/>
              <a:gd name="T32" fmla="*/ 24 w 35"/>
              <a:gd name="T33" fmla="*/ 16 h 19"/>
              <a:gd name="T34" fmla="*/ 24 w 35"/>
              <a:gd name="T35" fmla="*/ 3 h 19"/>
              <a:gd name="T36" fmla="*/ 32 w 35"/>
              <a:gd name="T37" fmla="*/ 17 h 19"/>
              <a:gd name="T38" fmla="*/ 5 w 35"/>
              <a:gd name="T39" fmla="*/ 17 h 19"/>
              <a:gd name="T40" fmla="*/ 5 w 35"/>
              <a:gd name="T41" fmla="*/ 17 h 19"/>
              <a:gd name="T42" fmla="*/ 5 w 35"/>
              <a:gd name="T43" fmla="*/ 2 h 19"/>
              <a:gd name="T44" fmla="*/ 5 w 35"/>
              <a:gd name="T45" fmla="*/ 2 h 19"/>
              <a:gd name="T46" fmla="*/ 32 w 35"/>
              <a:gd name="T47" fmla="*/ 2 h 19"/>
              <a:gd name="T48" fmla="*/ 33 w 35"/>
              <a:gd name="T49" fmla="*/ 2 h 19"/>
              <a:gd name="T50" fmla="*/ 33 w 35"/>
              <a:gd name="T51" fmla="*/ 17 h 19"/>
              <a:gd name="T52" fmla="*/ 32 w 35"/>
              <a:gd name="T53" fmla="*/ 17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5" h="19">
                <a:moveTo>
                  <a:pt x="35" y="17"/>
                </a:moveTo>
                <a:cubicBezTo>
                  <a:pt x="35" y="2"/>
                  <a:pt x="35" y="2"/>
                  <a:pt x="35" y="2"/>
                </a:cubicBezTo>
                <a:cubicBezTo>
                  <a:pt x="35" y="1"/>
                  <a:pt x="34" y="0"/>
                  <a:pt x="33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3" y="1"/>
                  <a:pt x="3" y="2"/>
                </a:cubicBezTo>
                <a:cubicBezTo>
                  <a:pt x="3" y="6"/>
                  <a:pt x="3" y="6"/>
                  <a:pt x="3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13"/>
                  <a:pt x="0" y="13"/>
                  <a:pt x="0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8"/>
                  <a:pt x="4" y="19"/>
                  <a:pt x="5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4" y="19"/>
                  <a:pt x="35" y="18"/>
                  <a:pt x="35" y="17"/>
                </a:cubicBezTo>
                <a:close/>
                <a:moveTo>
                  <a:pt x="24" y="3"/>
                </a:moveTo>
                <a:cubicBezTo>
                  <a:pt x="31" y="3"/>
                  <a:pt x="31" y="3"/>
                  <a:pt x="31" y="3"/>
                </a:cubicBezTo>
                <a:cubicBezTo>
                  <a:pt x="31" y="16"/>
                  <a:pt x="31" y="16"/>
                  <a:pt x="31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4" y="3"/>
                  <a:pt x="24" y="3"/>
                  <a:pt x="24" y="3"/>
                </a:cubicBezTo>
                <a:close/>
                <a:moveTo>
                  <a:pt x="32" y="17"/>
                </a:moveTo>
                <a:cubicBezTo>
                  <a:pt x="5" y="17"/>
                  <a:pt x="5" y="17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5" y="2"/>
                  <a:pt x="5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33" y="2"/>
                  <a:pt x="33" y="2"/>
                  <a:pt x="33" y="2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3" y="17"/>
                  <a:pt x="32" y="1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Freeform 164">
            <a:extLst>
              <a:ext uri="{FF2B5EF4-FFF2-40B4-BE49-F238E27FC236}">
                <a16:creationId xmlns:a16="http://schemas.microsoft.com/office/drawing/2014/main" id="{8651A19B-B1A0-AD01-D854-961E4987CCB5}"/>
              </a:ext>
            </a:extLst>
          </p:cNvPr>
          <p:cNvSpPr>
            <a:spLocks noEditPoints="1"/>
          </p:cNvSpPr>
          <p:nvPr/>
        </p:nvSpPr>
        <p:spPr bwMode="auto">
          <a:xfrm>
            <a:off x="3158048" y="5000059"/>
            <a:ext cx="278706" cy="278706"/>
          </a:xfrm>
          <a:custGeom>
            <a:avLst/>
            <a:gdLst>
              <a:gd name="T0" fmla="*/ 21 w 29"/>
              <a:gd name="T1" fmla="*/ 25 h 29"/>
              <a:gd name="T2" fmla="*/ 19 w 29"/>
              <a:gd name="T3" fmla="*/ 24 h 29"/>
              <a:gd name="T4" fmla="*/ 19 w 29"/>
              <a:gd name="T5" fmla="*/ 23 h 29"/>
              <a:gd name="T6" fmla="*/ 20 w 29"/>
              <a:gd name="T7" fmla="*/ 23 h 29"/>
              <a:gd name="T8" fmla="*/ 23 w 29"/>
              <a:gd name="T9" fmla="*/ 23 h 29"/>
              <a:gd name="T10" fmla="*/ 24 w 29"/>
              <a:gd name="T11" fmla="*/ 17 h 29"/>
              <a:gd name="T12" fmla="*/ 19 w 29"/>
              <a:gd name="T13" fmla="*/ 21 h 29"/>
              <a:gd name="T14" fmla="*/ 17 w 29"/>
              <a:gd name="T15" fmla="*/ 21 h 29"/>
              <a:gd name="T16" fmla="*/ 19 w 29"/>
              <a:gd name="T17" fmla="*/ 18 h 29"/>
              <a:gd name="T18" fmla="*/ 14 w 29"/>
              <a:gd name="T19" fmla="*/ 21 h 29"/>
              <a:gd name="T20" fmla="*/ 10 w 29"/>
              <a:gd name="T21" fmla="*/ 19 h 29"/>
              <a:gd name="T22" fmla="*/ 3 w 29"/>
              <a:gd name="T23" fmla="*/ 21 h 29"/>
              <a:gd name="T24" fmla="*/ 9 w 29"/>
              <a:gd name="T25" fmla="*/ 26 h 29"/>
              <a:gd name="T26" fmla="*/ 14 w 29"/>
              <a:gd name="T27" fmla="*/ 25 h 29"/>
              <a:gd name="T28" fmla="*/ 14 w 29"/>
              <a:gd name="T29" fmla="*/ 27 h 29"/>
              <a:gd name="T30" fmla="*/ 23 w 29"/>
              <a:gd name="T31" fmla="*/ 8 h 29"/>
              <a:gd name="T32" fmla="*/ 18 w 29"/>
              <a:gd name="T33" fmla="*/ 8 h 29"/>
              <a:gd name="T34" fmla="*/ 7 w 29"/>
              <a:gd name="T35" fmla="*/ 15 h 29"/>
              <a:gd name="T36" fmla="*/ 7 w 29"/>
              <a:gd name="T37" fmla="*/ 11 h 29"/>
              <a:gd name="T38" fmla="*/ 7 w 29"/>
              <a:gd name="T39" fmla="*/ 15 h 29"/>
              <a:gd name="T40" fmla="*/ 14 w 29"/>
              <a:gd name="T41" fmla="*/ 23 h 29"/>
              <a:gd name="T42" fmla="*/ 18 w 29"/>
              <a:gd name="T43" fmla="*/ 23 h 29"/>
              <a:gd name="T44" fmla="*/ 2 w 29"/>
              <a:gd name="T45" fmla="*/ 18 h 29"/>
              <a:gd name="T46" fmla="*/ 4 w 29"/>
              <a:gd name="T47" fmla="*/ 8 h 29"/>
              <a:gd name="T48" fmla="*/ 6 w 29"/>
              <a:gd name="T49" fmla="*/ 10 h 29"/>
              <a:gd name="T50" fmla="*/ 7 w 29"/>
              <a:gd name="T51" fmla="*/ 10 h 29"/>
              <a:gd name="T52" fmla="*/ 12 w 29"/>
              <a:gd name="T53" fmla="*/ 9 h 29"/>
              <a:gd name="T54" fmla="*/ 9 w 29"/>
              <a:gd name="T55" fmla="*/ 11 h 29"/>
              <a:gd name="T56" fmla="*/ 12 w 29"/>
              <a:gd name="T57" fmla="*/ 10 h 29"/>
              <a:gd name="T58" fmla="*/ 17 w 29"/>
              <a:gd name="T59" fmla="*/ 11 h 29"/>
              <a:gd name="T60" fmla="*/ 19 w 29"/>
              <a:gd name="T61" fmla="*/ 17 h 29"/>
              <a:gd name="T62" fmla="*/ 11 w 29"/>
              <a:gd name="T63" fmla="*/ 18 h 29"/>
              <a:gd name="T64" fmla="*/ 9 w 29"/>
              <a:gd name="T65" fmla="*/ 15 h 29"/>
              <a:gd name="T66" fmla="*/ 9 w 29"/>
              <a:gd name="T67" fmla="*/ 18 h 29"/>
              <a:gd name="T68" fmla="*/ 6 w 29"/>
              <a:gd name="T69" fmla="*/ 15 h 29"/>
              <a:gd name="T70" fmla="*/ 3 w 29"/>
              <a:gd name="T71" fmla="*/ 18 h 29"/>
              <a:gd name="T72" fmla="*/ 2 w 29"/>
              <a:gd name="T73" fmla="*/ 18 h 29"/>
              <a:gd name="T74" fmla="*/ 21 w 29"/>
              <a:gd name="T75" fmla="*/ 15 h 29"/>
              <a:gd name="T76" fmla="*/ 21 w 29"/>
              <a:gd name="T77" fmla="*/ 17 h 29"/>
              <a:gd name="T78" fmla="*/ 22 w 29"/>
              <a:gd name="T79" fmla="*/ 13 h 29"/>
              <a:gd name="T80" fmla="*/ 21 w 29"/>
              <a:gd name="T81" fmla="*/ 10 h 29"/>
              <a:gd name="T82" fmla="*/ 17 w 29"/>
              <a:gd name="T83" fmla="*/ 10 h 29"/>
              <a:gd name="T84" fmla="*/ 18 w 29"/>
              <a:gd name="T85" fmla="*/ 8 h 29"/>
              <a:gd name="T86" fmla="*/ 18 w 29"/>
              <a:gd name="T87" fmla="*/ 7 h 29"/>
              <a:gd name="T88" fmla="*/ 7 w 29"/>
              <a:gd name="T89" fmla="*/ 7 h 29"/>
              <a:gd name="T90" fmla="*/ 14 w 29"/>
              <a:gd name="T91" fmla="*/ 2 h 29"/>
              <a:gd name="T92" fmla="*/ 19 w 29"/>
              <a:gd name="T93" fmla="*/ 5 h 29"/>
              <a:gd name="T94" fmla="*/ 18 w 29"/>
              <a:gd name="T95" fmla="*/ 2 h 29"/>
              <a:gd name="T96" fmla="*/ 24 w 29"/>
              <a:gd name="T97" fmla="*/ 7 h 29"/>
              <a:gd name="T98" fmla="*/ 23 w 29"/>
              <a:gd name="T99" fmla="*/ 8 h 29"/>
              <a:gd name="T100" fmla="*/ 25 w 29"/>
              <a:gd name="T101" fmla="*/ 8 h 29"/>
              <a:gd name="T102" fmla="*/ 24 w 29"/>
              <a:gd name="T103" fmla="*/ 15 h 29"/>
              <a:gd name="T104" fmla="*/ 27 w 29"/>
              <a:gd name="T105" fmla="*/ 14 h 29"/>
              <a:gd name="T106" fmla="*/ 24 w 29"/>
              <a:gd name="T107" fmla="*/ 16 h 29"/>
              <a:gd name="T108" fmla="*/ 3 w 29"/>
              <a:gd name="T109" fmla="*/ 19 h 29"/>
              <a:gd name="T110" fmla="*/ 3 w 29"/>
              <a:gd name="T111" fmla="*/ 20 h 29"/>
              <a:gd name="T112" fmla="*/ 4 w 29"/>
              <a:gd name="T113" fmla="*/ 7 h 29"/>
              <a:gd name="T114" fmla="*/ 6 w 29"/>
              <a:gd name="T115" fmla="*/ 5 h 29"/>
              <a:gd name="T116" fmla="*/ 4 w 29"/>
              <a:gd name="T117" fmla="*/ 7 h 29"/>
              <a:gd name="T118" fmla="*/ 14 w 29"/>
              <a:gd name="T119" fmla="*/ 29 h 29"/>
              <a:gd name="T120" fmla="*/ 0 w 29"/>
              <a:gd name="T121" fmla="*/ 14 h 29"/>
              <a:gd name="T122" fmla="*/ 14 w 29"/>
              <a:gd name="T123" fmla="*/ 0 h 29"/>
              <a:gd name="T124" fmla="*/ 29 w 29"/>
              <a:gd name="T125" fmla="*/ 1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" h="29">
                <a:moveTo>
                  <a:pt x="14" y="27"/>
                </a:moveTo>
                <a:cubicBezTo>
                  <a:pt x="17" y="27"/>
                  <a:pt x="19" y="26"/>
                  <a:pt x="21" y="25"/>
                </a:cubicBezTo>
                <a:cubicBezTo>
                  <a:pt x="21" y="25"/>
                  <a:pt x="20" y="25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8" y="24"/>
                </a:cubicBezTo>
                <a:cubicBezTo>
                  <a:pt x="18" y="24"/>
                  <a:pt x="19" y="24"/>
                  <a:pt x="19" y="23"/>
                </a:cubicBezTo>
                <a:cubicBezTo>
                  <a:pt x="19" y="23"/>
                  <a:pt x="19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4"/>
                  <a:pt x="21" y="24"/>
                  <a:pt x="22" y="24"/>
                </a:cubicBezTo>
                <a:cubicBezTo>
                  <a:pt x="23" y="24"/>
                  <a:pt x="23" y="23"/>
                  <a:pt x="23" y="23"/>
                </a:cubicBezTo>
                <a:cubicBezTo>
                  <a:pt x="24" y="22"/>
                  <a:pt x="25" y="21"/>
                  <a:pt x="25" y="20"/>
                </a:cubicBezTo>
                <a:cubicBezTo>
                  <a:pt x="25" y="19"/>
                  <a:pt x="24" y="18"/>
                  <a:pt x="24" y="17"/>
                </a:cubicBezTo>
                <a:cubicBezTo>
                  <a:pt x="23" y="17"/>
                  <a:pt x="21" y="18"/>
                  <a:pt x="20" y="18"/>
                </a:cubicBezTo>
                <a:cubicBezTo>
                  <a:pt x="20" y="19"/>
                  <a:pt x="19" y="20"/>
                  <a:pt x="19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7" y="21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9" y="19"/>
                  <a:pt x="19" y="18"/>
                </a:cubicBezTo>
                <a:cubicBezTo>
                  <a:pt x="17" y="19"/>
                  <a:pt x="14" y="19"/>
                  <a:pt x="12" y="19"/>
                </a:cubicBezTo>
                <a:cubicBezTo>
                  <a:pt x="12" y="20"/>
                  <a:pt x="13" y="21"/>
                  <a:pt x="14" y="21"/>
                </a:cubicBezTo>
                <a:cubicBezTo>
                  <a:pt x="14" y="21"/>
                  <a:pt x="13" y="22"/>
                  <a:pt x="13" y="22"/>
                </a:cubicBezTo>
                <a:cubicBezTo>
                  <a:pt x="12" y="21"/>
                  <a:pt x="11" y="20"/>
                  <a:pt x="10" y="19"/>
                </a:cubicBezTo>
                <a:cubicBezTo>
                  <a:pt x="8" y="19"/>
                  <a:pt x="6" y="19"/>
                  <a:pt x="4" y="19"/>
                </a:cubicBezTo>
                <a:cubicBezTo>
                  <a:pt x="4" y="20"/>
                  <a:pt x="4" y="20"/>
                  <a:pt x="3" y="21"/>
                </a:cubicBezTo>
                <a:cubicBezTo>
                  <a:pt x="4" y="22"/>
                  <a:pt x="5" y="23"/>
                  <a:pt x="5" y="23"/>
                </a:cubicBezTo>
                <a:cubicBezTo>
                  <a:pt x="6" y="24"/>
                  <a:pt x="7" y="25"/>
                  <a:pt x="9" y="26"/>
                </a:cubicBezTo>
                <a:cubicBezTo>
                  <a:pt x="10" y="25"/>
                  <a:pt x="12" y="25"/>
                  <a:pt x="13" y="24"/>
                </a:cubicBezTo>
                <a:cubicBezTo>
                  <a:pt x="14" y="24"/>
                  <a:pt x="14" y="24"/>
                  <a:pt x="14" y="25"/>
                </a:cubicBezTo>
                <a:cubicBezTo>
                  <a:pt x="13" y="25"/>
                  <a:pt x="12" y="26"/>
                  <a:pt x="10" y="26"/>
                </a:cubicBezTo>
                <a:cubicBezTo>
                  <a:pt x="11" y="27"/>
                  <a:pt x="13" y="27"/>
                  <a:pt x="14" y="27"/>
                </a:cubicBezTo>
                <a:close/>
                <a:moveTo>
                  <a:pt x="20" y="10"/>
                </a:moveTo>
                <a:cubicBezTo>
                  <a:pt x="22" y="10"/>
                  <a:pt x="23" y="9"/>
                  <a:pt x="23" y="8"/>
                </a:cubicBezTo>
                <a:cubicBezTo>
                  <a:pt x="23" y="6"/>
                  <a:pt x="22" y="5"/>
                  <a:pt x="20" y="5"/>
                </a:cubicBezTo>
                <a:cubicBezTo>
                  <a:pt x="19" y="5"/>
                  <a:pt x="18" y="6"/>
                  <a:pt x="18" y="8"/>
                </a:cubicBezTo>
                <a:cubicBezTo>
                  <a:pt x="18" y="9"/>
                  <a:pt x="19" y="10"/>
                  <a:pt x="20" y="10"/>
                </a:cubicBezTo>
                <a:close/>
                <a:moveTo>
                  <a:pt x="7" y="15"/>
                </a:moveTo>
                <a:cubicBezTo>
                  <a:pt x="8" y="15"/>
                  <a:pt x="9" y="14"/>
                  <a:pt x="9" y="13"/>
                </a:cubicBezTo>
                <a:cubicBezTo>
                  <a:pt x="9" y="12"/>
                  <a:pt x="8" y="11"/>
                  <a:pt x="7" y="11"/>
                </a:cubicBezTo>
                <a:cubicBezTo>
                  <a:pt x="6" y="11"/>
                  <a:pt x="5" y="12"/>
                  <a:pt x="5" y="13"/>
                </a:cubicBezTo>
                <a:cubicBezTo>
                  <a:pt x="5" y="14"/>
                  <a:pt x="6" y="15"/>
                  <a:pt x="7" y="15"/>
                </a:cubicBezTo>
                <a:close/>
                <a:moveTo>
                  <a:pt x="16" y="25"/>
                </a:moveTo>
                <a:cubicBezTo>
                  <a:pt x="15" y="25"/>
                  <a:pt x="14" y="24"/>
                  <a:pt x="14" y="23"/>
                </a:cubicBezTo>
                <a:cubicBezTo>
                  <a:pt x="14" y="22"/>
                  <a:pt x="15" y="21"/>
                  <a:pt x="16" y="21"/>
                </a:cubicBezTo>
                <a:cubicBezTo>
                  <a:pt x="17" y="21"/>
                  <a:pt x="18" y="22"/>
                  <a:pt x="18" y="23"/>
                </a:cubicBezTo>
                <a:cubicBezTo>
                  <a:pt x="18" y="24"/>
                  <a:pt x="17" y="25"/>
                  <a:pt x="16" y="25"/>
                </a:cubicBezTo>
                <a:close/>
                <a:moveTo>
                  <a:pt x="2" y="18"/>
                </a:moveTo>
                <a:cubicBezTo>
                  <a:pt x="2" y="17"/>
                  <a:pt x="2" y="16"/>
                  <a:pt x="2" y="14"/>
                </a:cubicBezTo>
                <a:cubicBezTo>
                  <a:pt x="2" y="12"/>
                  <a:pt x="2" y="10"/>
                  <a:pt x="4" y="8"/>
                </a:cubicBezTo>
                <a:cubicBezTo>
                  <a:pt x="4" y="8"/>
                  <a:pt x="5" y="8"/>
                  <a:pt x="6" y="8"/>
                </a:cubicBezTo>
                <a:cubicBezTo>
                  <a:pt x="6" y="9"/>
                  <a:pt x="6" y="10"/>
                  <a:pt x="6" y="10"/>
                </a:cubicBezTo>
                <a:cubicBezTo>
                  <a:pt x="6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9"/>
                  <a:pt x="7" y="9"/>
                  <a:pt x="7" y="8"/>
                </a:cubicBezTo>
                <a:cubicBezTo>
                  <a:pt x="9" y="8"/>
                  <a:pt x="10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1" y="10"/>
                  <a:pt x="10" y="10"/>
                  <a:pt x="9" y="11"/>
                </a:cubicBezTo>
                <a:cubicBezTo>
                  <a:pt x="9" y="11"/>
                  <a:pt x="9" y="11"/>
                  <a:pt x="9" y="12"/>
                </a:cubicBezTo>
                <a:cubicBezTo>
                  <a:pt x="10" y="11"/>
                  <a:pt x="11" y="11"/>
                  <a:pt x="12" y="10"/>
                </a:cubicBezTo>
                <a:cubicBezTo>
                  <a:pt x="12" y="10"/>
                  <a:pt x="13" y="10"/>
                  <a:pt x="13" y="10"/>
                </a:cubicBezTo>
                <a:cubicBezTo>
                  <a:pt x="14" y="10"/>
                  <a:pt x="16" y="11"/>
                  <a:pt x="17" y="11"/>
                </a:cubicBezTo>
                <a:cubicBezTo>
                  <a:pt x="18" y="12"/>
                  <a:pt x="19" y="13"/>
                  <a:pt x="21" y="14"/>
                </a:cubicBezTo>
                <a:cubicBezTo>
                  <a:pt x="20" y="15"/>
                  <a:pt x="20" y="16"/>
                  <a:pt x="19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6" y="18"/>
                  <a:pt x="14" y="18"/>
                  <a:pt x="11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9" y="16"/>
                  <a:pt x="9" y="15"/>
                </a:cubicBezTo>
                <a:cubicBezTo>
                  <a:pt x="8" y="15"/>
                  <a:pt x="8" y="16"/>
                  <a:pt x="8" y="16"/>
                </a:cubicBezTo>
                <a:cubicBezTo>
                  <a:pt x="8" y="17"/>
                  <a:pt x="9" y="18"/>
                  <a:pt x="9" y="18"/>
                </a:cubicBezTo>
                <a:cubicBezTo>
                  <a:pt x="8" y="18"/>
                  <a:pt x="6" y="18"/>
                  <a:pt x="4" y="18"/>
                </a:cubicBezTo>
                <a:cubicBezTo>
                  <a:pt x="5" y="17"/>
                  <a:pt x="5" y="16"/>
                  <a:pt x="6" y="15"/>
                </a:cubicBezTo>
                <a:cubicBezTo>
                  <a:pt x="6" y="15"/>
                  <a:pt x="5" y="15"/>
                  <a:pt x="5" y="15"/>
                </a:cubicBezTo>
                <a:cubicBezTo>
                  <a:pt x="4" y="16"/>
                  <a:pt x="4" y="17"/>
                  <a:pt x="3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3" y="18"/>
                  <a:pt x="2" y="18"/>
                  <a:pt x="2" y="18"/>
                </a:cubicBezTo>
                <a:close/>
                <a:moveTo>
                  <a:pt x="21" y="17"/>
                </a:moveTo>
                <a:cubicBezTo>
                  <a:pt x="21" y="16"/>
                  <a:pt x="21" y="15"/>
                  <a:pt x="21" y="15"/>
                </a:cubicBezTo>
                <a:cubicBezTo>
                  <a:pt x="22" y="15"/>
                  <a:pt x="22" y="15"/>
                  <a:pt x="23" y="16"/>
                </a:cubicBezTo>
                <a:cubicBezTo>
                  <a:pt x="22" y="16"/>
                  <a:pt x="22" y="17"/>
                  <a:pt x="21" y="17"/>
                </a:cubicBezTo>
                <a:close/>
                <a:moveTo>
                  <a:pt x="24" y="15"/>
                </a:moveTo>
                <a:cubicBezTo>
                  <a:pt x="23" y="15"/>
                  <a:pt x="22" y="14"/>
                  <a:pt x="22" y="13"/>
                </a:cubicBezTo>
                <a:cubicBezTo>
                  <a:pt x="22" y="12"/>
                  <a:pt x="22" y="11"/>
                  <a:pt x="22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1"/>
                  <a:pt x="21" y="12"/>
                  <a:pt x="21" y="13"/>
                </a:cubicBezTo>
                <a:cubicBezTo>
                  <a:pt x="20" y="12"/>
                  <a:pt x="18" y="11"/>
                  <a:pt x="17" y="10"/>
                </a:cubicBezTo>
                <a:cubicBezTo>
                  <a:pt x="16" y="10"/>
                  <a:pt x="15" y="9"/>
                  <a:pt x="14" y="9"/>
                </a:cubicBezTo>
                <a:cubicBezTo>
                  <a:pt x="16" y="9"/>
                  <a:pt x="17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7"/>
                  <a:pt x="18" y="7"/>
                  <a:pt x="18" y="7"/>
                </a:cubicBezTo>
                <a:cubicBezTo>
                  <a:pt x="16" y="7"/>
                  <a:pt x="15" y="8"/>
                  <a:pt x="13" y="8"/>
                </a:cubicBezTo>
                <a:cubicBezTo>
                  <a:pt x="11" y="8"/>
                  <a:pt x="9" y="7"/>
                  <a:pt x="7" y="7"/>
                </a:cubicBezTo>
                <a:cubicBezTo>
                  <a:pt x="7" y="6"/>
                  <a:pt x="7" y="5"/>
                  <a:pt x="7" y="4"/>
                </a:cubicBezTo>
                <a:cubicBezTo>
                  <a:pt x="9" y="3"/>
                  <a:pt x="12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ubicBezTo>
                  <a:pt x="17" y="3"/>
                  <a:pt x="18" y="4"/>
                  <a:pt x="19" y="5"/>
                </a:cubicBezTo>
                <a:cubicBezTo>
                  <a:pt x="19" y="5"/>
                  <a:pt x="19" y="5"/>
                  <a:pt x="20" y="5"/>
                </a:cubicBezTo>
                <a:cubicBezTo>
                  <a:pt x="19" y="4"/>
                  <a:pt x="18" y="3"/>
                  <a:pt x="18" y="2"/>
                </a:cubicBezTo>
                <a:cubicBezTo>
                  <a:pt x="20" y="3"/>
                  <a:pt x="22" y="4"/>
                  <a:pt x="23" y="6"/>
                </a:cubicBezTo>
                <a:cubicBezTo>
                  <a:pt x="24" y="6"/>
                  <a:pt x="24" y="7"/>
                  <a:pt x="24" y="7"/>
                </a:cubicBezTo>
                <a:cubicBezTo>
                  <a:pt x="24" y="7"/>
                  <a:pt x="24" y="7"/>
                  <a:pt x="23" y="7"/>
                </a:cubicBezTo>
                <a:cubicBezTo>
                  <a:pt x="23" y="7"/>
                  <a:pt x="23" y="7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8"/>
                  <a:pt x="25" y="8"/>
                  <a:pt x="25" y="8"/>
                </a:cubicBezTo>
                <a:cubicBezTo>
                  <a:pt x="26" y="10"/>
                  <a:pt x="26" y="11"/>
                  <a:pt x="27" y="13"/>
                </a:cubicBezTo>
                <a:cubicBezTo>
                  <a:pt x="26" y="14"/>
                  <a:pt x="25" y="15"/>
                  <a:pt x="24" y="15"/>
                </a:cubicBezTo>
                <a:close/>
                <a:moveTo>
                  <a:pt x="27" y="14"/>
                </a:moveTo>
                <a:cubicBezTo>
                  <a:pt x="27" y="14"/>
                  <a:pt x="27" y="14"/>
                  <a:pt x="27" y="14"/>
                </a:cubicBezTo>
                <a:cubicBezTo>
                  <a:pt x="27" y="16"/>
                  <a:pt x="26" y="17"/>
                  <a:pt x="26" y="18"/>
                </a:cubicBezTo>
                <a:cubicBezTo>
                  <a:pt x="26" y="18"/>
                  <a:pt x="25" y="17"/>
                  <a:pt x="24" y="16"/>
                </a:cubicBezTo>
                <a:cubicBezTo>
                  <a:pt x="25" y="16"/>
                  <a:pt x="26" y="15"/>
                  <a:pt x="27" y="14"/>
                </a:cubicBezTo>
                <a:close/>
                <a:moveTo>
                  <a:pt x="3" y="19"/>
                </a:moveTo>
                <a:cubicBezTo>
                  <a:pt x="3" y="19"/>
                  <a:pt x="3" y="19"/>
                  <a:pt x="2" y="19"/>
                </a:cubicBezTo>
                <a:cubicBezTo>
                  <a:pt x="3" y="19"/>
                  <a:pt x="3" y="19"/>
                  <a:pt x="3" y="20"/>
                </a:cubicBezTo>
                <a:cubicBezTo>
                  <a:pt x="3" y="19"/>
                  <a:pt x="3" y="19"/>
                  <a:pt x="3" y="19"/>
                </a:cubicBezTo>
                <a:close/>
                <a:moveTo>
                  <a:pt x="4" y="7"/>
                </a:moveTo>
                <a:cubicBezTo>
                  <a:pt x="5" y="7"/>
                  <a:pt x="5" y="7"/>
                  <a:pt x="6" y="7"/>
                </a:cubicBezTo>
                <a:cubicBezTo>
                  <a:pt x="6" y="6"/>
                  <a:pt x="6" y="5"/>
                  <a:pt x="6" y="5"/>
                </a:cubicBezTo>
                <a:cubicBezTo>
                  <a:pt x="6" y="5"/>
                  <a:pt x="6" y="5"/>
                  <a:pt x="5" y="6"/>
                </a:cubicBezTo>
                <a:cubicBezTo>
                  <a:pt x="5" y="6"/>
                  <a:pt x="5" y="6"/>
                  <a:pt x="4" y="7"/>
                </a:cubicBezTo>
                <a:close/>
                <a:moveTo>
                  <a:pt x="24" y="25"/>
                </a:moveTo>
                <a:cubicBezTo>
                  <a:pt x="22" y="27"/>
                  <a:pt x="18" y="29"/>
                  <a:pt x="14" y="29"/>
                </a:cubicBezTo>
                <a:cubicBezTo>
                  <a:pt x="10" y="29"/>
                  <a:pt x="6" y="27"/>
                  <a:pt x="4" y="25"/>
                </a:cubicBezTo>
                <a:cubicBezTo>
                  <a:pt x="1" y="22"/>
                  <a:pt x="0" y="18"/>
                  <a:pt x="0" y="14"/>
                </a:cubicBezTo>
                <a:cubicBezTo>
                  <a:pt x="0" y="10"/>
                  <a:pt x="1" y="7"/>
                  <a:pt x="4" y="4"/>
                </a:cubicBezTo>
                <a:cubicBezTo>
                  <a:pt x="6" y="2"/>
                  <a:pt x="10" y="0"/>
                  <a:pt x="14" y="0"/>
                </a:cubicBezTo>
                <a:cubicBezTo>
                  <a:pt x="18" y="0"/>
                  <a:pt x="22" y="2"/>
                  <a:pt x="24" y="4"/>
                </a:cubicBezTo>
                <a:cubicBezTo>
                  <a:pt x="27" y="7"/>
                  <a:pt x="29" y="10"/>
                  <a:pt x="29" y="14"/>
                </a:cubicBezTo>
                <a:cubicBezTo>
                  <a:pt x="29" y="18"/>
                  <a:pt x="27" y="22"/>
                  <a:pt x="24" y="2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reeform 170">
            <a:extLst>
              <a:ext uri="{FF2B5EF4-FFF2-40B4-BE49-F238E27FC236}">
                <a16:creationId xmlns:a16="http://schemas.microsoft.com/office/drawing/2014/main" id="{D242D922-6989-142B-8957-4B36DB66290F}"/>
              </a:ext>
            </a:extLst>
          </p:cNvPr>
          <p:cNvSpPr>
            <a:spLocks noEditPoints="1"/>
          </p:cNvSpPr>
          <p:nvPr/>
        </p:nvSpPr>
        <p:spPr bwMode="auto">
          <a:xfrm>
            <a:off x="8100554" y="4962053"/>
            <a:ext cx="316712" cy="345668"/>
          </a:xfrm>
          <a:custGeom>
            <a:avLst/>
            <a:gdLst>
              <a:gd name="T0" fmla="*/ 11 w 33"/>
              <a:gd name="T1" fmla="*/ 36 h 36"/>
              <a:gd name="T2" fmla="*/ 11 w 33"/>
              <a:gd name="T3" fmla="*/ 12 h 36"/>
              <a:gd name="T4" fmla="*/ 30 w 33"/>
              <a:gd name="T5" fmla="*/ 16 h 36"/>
              <a:gd name="T6" fmla="*/ 33 w 33"/>
              <a:gd name="T7" fmla="*/ 15 h 36"/>
              <a:gd name="T8" fmla="*/ 16 w 33"/>
              <a:gd name="T9" fmla="*/ 36 h 36"/>
              <a:gd name="T10" fmla="*/ 29 w 33"/>
              <a:gd name="T11" fmla="*/ 6 h 36"/>
              <a:gd name="T12" fmla="*/ 14 w 33"/>
              <a:gd name="T13" fmla="*/ 0 h 36"/>
              <a:gd name="T14" fmla="*/ 15 w 33"/>
              <a:gd name="T15" fmla="*/ 15 h 36"/>
              <a:gd name="T16" fmla="*/ 23 w 33"/>
              <a:gd name="T17" fmla="*/ 3 h 36"/>
              <a:gd name="T18" fmla="*/ 25 w 33"/>
              <a:gd name="T19" fmla="*/ 7 h 36"/>
              <a:gd name="T20" fmla="*/ 29 w 33"/>
              <a:gd name="T21" fmla="*/ 15 h 36"/>
              <a:gd name="T22" fmla="*/ 25 w 33"/>
              <a:gd name="T23" fmla="*/ 3 h 36"/>
              <a:gd name="T24" fmla="*/ 6 w 33"/>
              <a:gd name="T25" fmla="*/ 10 h 36"/>
              <a:gd name="T26" fmla="*/ 8 w 33"/>
              <a:gd name="T27" fmla="*/ 10 h 36"/>
              <a:gd name="T28" fmla="*/ 1 w 33"/>
              <a:gd name="T29" fmla="*/ 36 h 36"/>
              <a:gd name="T30" fmla="*/ 1 w 33"/>
              <a:gd name="T31" fmla="*/ 13 h 36"/>
              <a:gd name="T32" fmla="*/ 30 w 33"/>
              <a:gd name="T33" fmla="*/ 35 h 36"/>
              <a:gd name="T34" fmla="*/ 12 w 33"/>
              <a:gd name="T35" fmla="*/ 35 h 36"/>
              <a:gd name="T36" fmla="*/ 23 w 33"/>
              <a:gd name="T37" fmla="*/ 31 h 36"/>
              <a:gd name="T38" fmla="*/ 26 w 33"/>
              <a:gd name="T39" fmla="*/ 31 h 36"/>
              <a:gd name="T40" fmla="*/ 23 w 33"/>
              <a:gd name="T41" fmla="*/ 29 h 36"/>
              <a:gd name="T42" fmla="*/ 20 w 33"/>
              <a:gd name="T43" fmla="*/ 31 h 36"/>
              <a:gd name="T44" fmla="*/ 22 w 33"/>
              <a:gd name="T45" fmla="*/ 31 h 36"/>
              <a:gd name="T46" fmla="*/ 20 w 33"/>
              <a:gd name="T47" fmla="*/ 29 h 36"/>
              <a:gd name="T48" fmla="*/ 16 w 33"/>
              <a:gd name="T49" fmla="*/ 31 h 36"/>
              <a:gd name="T50" fmla="*/ 19 w 33"/>
              <a:gd name="T51" fmla="*/ 31 h 36"/>
              <a:gd name="T52" fmla="*/ 16 w 33"/>
              <a:gd name="T53" fmla="*/ 29 h 36"/>
              <a:gd name="T54" fmla="*/ 23 w 33"/>
              <a:gd name="T55" fmla="*/ 28 h 36"/>
              <a:gd name="T56" fmla="*/ 26 w 33"/>
              <a:gd name="T57" fmla="*/ 28 h 36"/>
              <a:gd name="T58" fmla="*/ 23 w 33"/>
              <a:gd name="T59" fmla="*/ 26 h 36"/>
              <a:gd name="T60" fmla="*/ 20 w 33"/>
              <a:gd name="T61" fmla="*/ 28 h 36"/>
              <a:gd name="T62" fmla="*/ 22 w 33"/>
              <a:gd name="T63" fmla="*/ 28 h 36"/>
              <a:gd name="T64" fmla="*/ 20 w 33"/>
              <a:gd name="T65" fmla="*/ 26 h 36"/>
              <a:gd name="T66" fmla="*/ 16 w 33"/>
              <a:gd name="T67" fmla="*/ 28 h 36"/>
              <a:gd name="T68" fmla="*/ 19 w 33"/>
              <a:gd name="T69" fmla="*/ 28 h 36"/>
              <a:gd name="T70" fmla="*/ 16 w 33"/>
              <a:gd name="T71" fmla="*/ 26 h 36"/>
              <a:gd name="T72" fmla="*/ 23 w 33"/>
              <a:gd name="T73" fmla="*/ 25 h 36"/>
              <a:gd name="T74" fmla="*/ 26 w 33"/>
              <a:gd name="T75" fmla="*/ 25 h 36"/>
              <a:gd name="T76" fmla="*/ 23 w 33"/>
              <a:gd name="T77" fmla="*/ 23 h 36"/>
              <a:gd name="T78" fmla="*/ 20 w 33"/>
              <a:gd name="T79" fmla="*/ 25 h 36"/>
              <a:gd name="T80" fmla="*/ 22 w 33"/>
              <a:gd name="T81" fmla="*/ 25 h 36"/>
              <a:gd name="T82" fmla="*/ 20 w 33"/>
              <a:gd name="T83" fmla="*/ 23 h 36"/>
              <a:gd name="T84" fmla="*/ 16 w 33"/>
              <a:gd name="T85" fmla="*/ 25 h 36"/>
              <a:gd name="T86" fmla="*/ 19 w 33"/>
              <a:gd name="T87" fmla="*/ 25 h 36"/>
              <a:gd name="T88" fmla="*/ 16 w 33"/>
              <a:gd name="T89" fmla="*/ 23 h 36"/>
              <a:gd name="T90" fmla="*/ 16 w 33"/>
              <a:gd name="T91" fmla="*/ 18 h 36"/>
              <a:gd name="T92" fmla="*/ 16 w 33"/>
              <a:gd name="T93" fmla="*/ 21 h 36"/>
              <a:gd name="T94" fmla="*/ 26 w 33"/>
              <a:gd name="T95" fmla="*/ 18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3" h="36">
                <a:moveTo>
                  <a:pt x="16" y="36"/>
                </a:moveTo>
                <a:cubicBezTo>
                  <a:pt x="15" y="36"/>
                  <a:pt x="15" y="36"/>
                  <a:pt x="15" y="36"/>
                </a:cubicBezTo>
                <a:cubicBezTo>
                  <a:pt x="11" y="36"/>
                  <a:pt x="11" y="36"/>
                  <a:pt x="11" y="36"/>
                </a:cubicBezTo>
                <a:cubicBezTo>
                  <a:pt x="10" y="36"/>
                  <a:pt x="9" y="35"/>
                  <a:pt x="9" y="34"/>
                </a:cubicBezTo>
                <a:cubicBezTo>
                  <a:pt x="9" y="26"/>
                  <a:pt x="9" y="22"/>
                  <a:pt x="9" y="15"/>
                </a:cubicBezTo>
                <a:cubicBezTo>
                  <a:pt x="9" y="13"/>
                  <a:pt x="10" y="12"/>
                  <a:pt x="11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6"/>
                  <a:pt x="12" y="16"/>
                  <a:pt x="12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30" y="12"/>
                  <a:pt x="30" y="12"/>
                  <a:pt x="30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2" y="12"/>
                  <a:pt x="33" y="13"/>
                  <a:pt x="33" y="15"/>
                </a:cubicBezTo>
                <a:cubicBezTo>
                  <a:pt x="33" y="23"/>
                  <a:pt x="33" y="26"/>
                  <a:pt x="33" y="34"/>
                </a:cubicBezTo>
                <a:cubicBezTo>
                  <a:pt x="33" y="35"/>
                  <a:pt x="32" y="36"/>
                  <a:pt x="30" y="36"/>
                </a:cubicBezTo>
                <a:cubicBezTo>
                  <a:pt x="16" y="36"/>
                  <a:pt x="16" y="36"/>
                  <a:pt x="16" y="36"/>
                </a:cubicBezTo>
                <a:close/>
                <a:moveTo>
                  <a:pt x="29" y="15"/>
                </a:moveTo>
                <a:cubicBezTo>
                  <a:pt x="29" y="7"/>
                  <a:pt x="29" y="7"/>
                  <a:pt x="29" y="7"/>
                </a:cubicBezTo>
                <a:cubicBezTo>
                  <a:pt x="29" y="6"/>
                  <a:pt x="29" y="6"/>
                  <a:pt x="29" y="6"/>
                </a:cubicBezTo>
                <a:cubicBezTo>
                  <a:pt x="24" y="0"/>
                  <a:pt x="24" y="0"/>
                  <a:pt x="24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3" y="1"/>
                  <a:pt x="13" y="2"/>
                </a:cubicBezTo>
                <a:cubicBezTo>
                  <a:pt x="13" y="15"/>
                  <a:pt x="13" y="15"/>
                  <a:pt x="13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6"/>
                  <a:pt x="24" y="7"/>
                  <a:pt x="25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29" y="15"/>
                  <a:pt x="29" y="15"/>
                </a:cubicBezTo>
                <a:close/>
                <a:moveTo>
                  <a:pt x="25" y="3"/>
                </a:moveTo>
                <a:cubicBezTo>
                  <a:pt x="25" y="3"/>
                  <a:pt x="25" y="3"/>
                  <a:pt x="25" y="3"/>
                </a:cubicBezTo>
                <a:cubicBezTo>
                  <a:pt x="25" y="3"/>
                  <a:pt x="25" y="3"/>
                  <a:pt x="25" y="3"/>
                </a:cubicBezTo>
                <a:cubicBezTo>
                  <a:pt x="25" y="3"/>
                  <a:pt x="25" y="3"/>
                  <a:pt x="25" y="3"/>
                </a:cubicBezTo>
                <a:close/>
                <a:moveTo>
                  <a:pt x="6" y="13"/>
                </a:move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7" y="9"/>
                  <a:pt x="7" y="9"/>
                </a:cubicBezTo>
                <a:cubicBezTo>
                  <a:pt x="7" y="9"/>
                  <a:pt x="7" y="9"/>
                  <a:pt x="7" y="9"/>
                </a:cubicBezTo>
                <a:cubicBezTo>
                  <a:pt x="8" y="9"/>
                  <a:pt x="8" y="10"/>
                  <a:pt x="8" y="10"/>
                </a:cubicBezTo>
                <a:cubicBezTo>
                  <a:pt x="8" y="18"/>
                  <a:pt x="8" y="27"/>
                  <a:pt x="8" y="35"/>
                </a:cubicBezTo>
                <a:cubicBezTo>
                  <a:pt x="8" y="35"/>
                  <a:pt x="8" y="36"/>
                  <a:pt x="8" y="36"/>
                </a:cubicBezTo>
                <a:cubicBezTo>
                  <a:pt x="5" y="36"/>
                  <a:pt x="3" y="36"/>
                  <a:pt x="1" y="36"/>
                </a:cubicBezTo>
                <a:cubicBezTo>
                  <a:pt x="0" y="36"/>
                  <a:pt x="0" y="35"/>
                  <a:pt x="0" y="35"/>
                </a:cubicBezTo>
                <a:cubicBezTo>
                  <a:pt x="0" y="27"/>
                  <a:pt x="0" y="21"/>
                  <a:pt x="0" y="13"/>
                </a:cubicBezTo>
                <a:cubicBezTo>
                  <a:pt x="0" y="13"/>
                  <a:pt x="0" y="13"/>
                  <a:pt x="1" y="13"/>
                </a:cubicBezTo>
                <a:cubicBezTo>
                  <a:pt x="6" y="13"/>
                  <a:pt x="6" y="13"/>
                  <a:pt x="6" y="13"/>
                </a:cubicBezTo>
                <a:close/>
                <a:moveTo>
                  <a:pt x="12" y="35"/>
                </a:moveTo>
                <a:cubicBezTo>
                  <a:pt x="30" y="35"/>
                  <a:pt x="30" y="35"/>
                  <a:pt x="30" y="35"/>
                </a:cubicBezTo>
                <a:cubicBezTo>
                  <a:pt x="30" y="34"/>
                  <a:pt x="30" y="34"/>
                  <a:pt x="30" y="34"/>
                </a:cubicBezTo>
                <a:cubicBezTo>
                  <a:pt x="12" y="34"/>
                  <a:pt x="12" y="34"/>
                  <a:pt x="12" y="34"/>
                </a:cubicBezTo>
                <a:cubicBezTo>
                  <a:pt x="12" y="35"/>
                  <a:pt x="12" y="35"/>
                  <a:pt x="12" y="35"/>
                </a:cubicBezTo>
                <a:close/>
                <a:moveTo>
                  <a:pt x="23" y="29"/>
                </a:moveTo>
                <a:cubicBezTo>
                  <a:pt x="23" y="29"/>
                  <a:pt x="23" y="29"/>
                  <a:pt x="23" y="29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2"/>
                  <a:pt x="23" y="32"/>
                  <a:pt x="23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6" y="32"/>
                  <a:pt x="26" y="32"/>
                  <a:pt x="26" y="31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5" y="29"/>
                </a:cubicBezTo>
                <a:cubicBezTo>
                  <a:pt x="23" y="29"/>
                  <a:pt x="23" y="29"/>
                  <a:pt x="23" y="29"/>
                </a:cubicBezTo>
                <a:close/>
                <a:moveTo>
                  <a:pt x="20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2"/>
                  <a:pt x="20" y="32"/>
                  <a:pt x="20" y="32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2" y="32"/>
                  <a:pt x="22" y="31"/>
                </a:cubicBezTo>
                <a:cubicBezTo>
                  <a:pt x="22" y="29"/>
                  <a:pt x="22" y="29"/>
                  <a:pt x="22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20" y="29"/>
                  <a:pt x="20" y="29"/>
                  <a:pt x="20" y="29"/>
                </a:cubicBezTo>
                <a:close/>
                <a:moveTo>
                  <a:pt x="16" y="29"/>
                </a:moveTo>
                <a:cubicBezTo>
                  <a:pt x="16" y="29"/>
                  <a:pt x="16" y="29"/>
                  <a:pt x="16" y="29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32"/>
                  <a:pt x="16" y="32"/>
                  <a:pt x="16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9" y="32"/>
                  <a:pt x="19" y="31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6" y="29"/>
                  <a:pt x="16" y="29"/>
                  <a:pt x="16" y="29"/>
                </a:cubicBezTo>
                <a:close/>
                <a:moveTo>
                  <a:pt x="23" y="26"/>
                </a:moveTo>
                <a:cubicBezTo>
                  <a:pt x="23" y="26"/>
                  <a:pt x="23" y="26"/>
                  <a:pt x="23" y="26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5" y="28"/>
                  <a:pt x="25" y="28"/>
                  <a:pt x="25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25" y="26"/>
                </a:cubicBezTo>
                <a:cubicBezTo>
                  <a:pt x="23" y="26"/>
                  <a:pt x="23" y="26"/>
                  <a:pt x="23" y="26"/>
                </a:cubicBezTo>
                <a:close/>
                <a:moveTo>
                  <a:pt x="20" y="26"/>
                </a:moveTo>
                <a:cubicBezTo>
                  <a:pt x="20" y="26"/>
                  <a:pt x="20" y="26"/>
                  <a:pt x="20" y="2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0" y="26"/>
                  <a:pt x="20" y="26"/>
                  <a:pt x="20" y="26"/>
                </a:cubicBezTo>
                <a:close/>
                <a:moveTo>
                  <a:pt x="16" y="26"/>
                </a:moveTo>
                <a:cubicBezTo>
                  <a:pt x="16" y="26"/>
                  <a:pt x="16" y="26"/>
                  <a:pt x="16" y="26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6" y="26"/>
                  <a:pt x="16" y="26"/>
                  <a:pt x="16" y="26"/>
                </a:cubicBezTo>
                <a:close/>
                <a:moveTo>
                  <a:pt x="23" y="23"/>
                </a:moveTo>
                <a:cubicBezTo>
                  <a:pt x="23" y="23"/>
                  <a:pt x="23" y="23"/>
                  <a:pt x="23" y="23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3"/>
                  <a:pt x="26" y="23"/>
                  <a:pt x="25" y="23"/>
                </a:cubicBezTo>
                <a:cubicBezTo>
                  <a:pt x="23" y="23"/>
                  <a:pt x="23" y="23"/>
                  <a:pt x="23" y="23"/>
                </a:cubicBezTo>
                <a:close/>
                <a:moveTo>
                  <a:pt x="20" y="23"/>
                </a:moveTo>
                <a:cubicBezTo>
                  <a:pt x="20" y="23"/>
                  <a:pt x="20" y="23"/>
                  <a:pt x="20" y="23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3"/>
                  <a:pt x="22" y="23"/>
                  <a:pt x="22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0" y="23"/>
                  <a:pt x="20" y="23"/>
                  <a:pt x="20" y="23"/>
                </a:cubicBezTo>
                <a:close/>
                <a:moveTo>
                  <a:pt x="16" y="23"/>
                </a:moveTo>
                <a:cubicBezTo>
                  <a:pt x="16" y="23"/>
                  <a:pt x="16" y="23"/>
                  <a:pt x="16" y="23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6" y="23"/>
                  <a:pt x="16" y="23"/>
                  <a:pt x="16" y="23"/>
                </a:cubicBezTo>
                <a:close/>
                <a:moveTo>
                  <a:pt x="26" y="18"/>
                </a:moveTo>
                <a:cubicBezTo>
                  <a:pt x="26" y="18"/>
                  <a:pt x="26" y="18"/>
                  <a:pt x="2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1"/>
                  <a:pt x="1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1"/>
                  <a:pt x="26" y="20"/>
                  <a:pt x="26" y="20"/>
                </a:cubicBezTo>
                <a:cubicBezTo>
                  <a:pt x="26" y="19"/>
                  <a:pt x="26" y="19"/>
                  <a:pt x="26" y="1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Freeform 171">
            <a:extLst>
              <a:ext uri="{FF2B5EF4-FFF2-40B4-BE49-F238E27FC236}">
                <a16:creationId xmlns:a16="http://schemas.microsoft.com/office/drawing/2014/main" id="{B1A480EA-5B90-1427-0874-80E2126C3F9F}"/>
              </a:ext>
            </a:extLst>
          </p:cNvPr>
          <p:cNvSpPr>
            <a:spLocks noEditPoints="1"/>
          </p:cNvSpPr>
          <p:nvPr/>
        </p:nvSpPr>
        <p:spPr bwMode="auto">
          <a:xfrm>
            <a:off x="6238292" y="5019965"/>
            <a:ext cx="307663" cy="238891"/>
          </a:xfrm>
          <a:custGeom>
            <a:avLst/>
            <a:gdLst>
              <a:gd name="T0" fmla="*/ 31 w 32"/>
              <a:gd name="T1" fmla="*/ 22 h 25"/>
              <a:gd name="T2" fmla="*/ 31 w 32"/>
              <a:gd name="T3" fmla="*/ 17 h 25"/>
              <a:gd name="T4" fmla="*/ 32 w 32"/>
              <a:gd name="T5" fmla="*/ 2 h 25"/>
              <a:gd name="T6" fmla="*/ 11 w 32"/>
              <a:gd name="T7" fmla="*/ 0 h 25"/>
              <a:gd name="T8" fmla="*/ 10 w 32"/>
              <a:gd name="T9" fmla="*/ 2 h 25"/>
              <a:gd name="T10" fmla="*/ 24 w 32"/>
              <a:gd name="T11" fmla="*/ 4 h 25"/>
              <a:gd name="T12" fmla="*/ 29 w 32"/>
              <a:gd name="T13" fmla="*/ 4 h 25"/>
              <a:gd name="T14" fmla="*/ 29 w 32"/>
              <a:gd name="T15" fmla="*/ 5 h 25"/>
              <a:gd name="T16" fmla="*/ 24 w 32"/>
              <a:gd name="T17" fmla="*/ 5 h 25"/>
              <a:gd name="T18" fmla="*/ 29 w 32"/>
              <a:gd name="T19" fmla="*/ 8 h 25"/>
              <a:gd name="T20" fmla="*/ 29 w 32"/>
              <a:gd name="T21" fmla="*/ 8 h 25"/>
              <a:gd name="T22" fmla="*/ 24 w 32"/>
              <a:gd name="T23" fmla="*/ 9 h 25"/>
              <a:gd name="T24" fmla="*/ 29 w 32"/>
              <a:gd name="T25" fmla="*/ 11 h 25"/>
              <a:gd name="T26" fmla="*/ 29 w 32"/>
              <a:gd name="T27" fmla="*/ 12 h 25"/>
              <a:gd name="T28" fmla="*/ 24 w 32"/>
              <a:gd name="T29" fmla="*/ 13 h 25"/>
              <a:gd name="T30" fmla="*/ 22 w 32"/>
              <a:gd name="T31" fmla="*/ 19 h 25"/>
              <a:gd name="T32" fmla="*/ 21 w 32"/>
              <a:gd name="T33" fmla="*/ 20 h 25"/>
              <a:gd name="T34" fmla="*/ 1 w 32"/>
              <a:gd name="T35" fmla="*/ 25 h 25"/>
              <a:gd name="T36" fmla="*/ 1 w 32"/>
              <a:gd name="T37" fmla="*/ 20 h 25"/>
              <a:gd name="T38" fmla="*/ 0 w 32"/>
              <a:gd name="T39" fmla="*/ 5 h 25"/>
              <a:gd name="T40" fmla="*/ 21 w 32"/>
              <a:gd name="T41" fmla="*/ 3 h 25"/>
              <a:gd name="T42" fmla="*/ 22 w 32"/>
              <a:gd name="T43" fmla="*/ 19 h 25"/>
              <a:gd name="T44" fmla="*/ 19 w 32"/>
              <a:gd name="T45" fmla="*/ 7 h 25"/>
              <a:gd name="T46" fmla="*/ 19 w 32"/>
              <a:gd name="T47" fmla="*/ 8 h 25"/>
              <a:gd name="T48" fmla="*/ 3 w 32"/>
              <a:gd name="T49" fmla="*/ 9 h 25"/>
              <a:gd name="T50" fmla="*/ 3 w 32"/>
              <a:gd name="T51" fmla="*/ 8 h 25"/>
              <a:gd name="T52" fmla="*/ 3 w 32"/>
              <a:gd name="T53" fmla="*/ 11 h 25"/>
              <a:gd name="T54" fmla="*/ 19 w 32"/>
              <a:gd name="T55" fmla="*/ 11 h 25"/>
              <a:gd name="T56" fmla="*/ 19 w 32"/>
              <a:gd name="T57" fmla="*/ 12 h 25"/>
              <a:gd name="T58" fmla="*/ 3 w 32"/>
              <a:gd name="T59" fmla="*/ 11 h 25"/>
              <a:gd name="T60" fmla="*/ 3 w 32"/>
              <a:gd name="T61" fmla="*/ 11 h 25"/>
              <a:gd name="T62" fmla="*/ 19 w 32"/>
              <a:gd name="T63" fmla="*/ 14 h 25"/>
              <a:gd name="T64" fmla="*/ 19 w 32"/>
              <a:gd name="T65" fmla="*/ 15 h 25"/>
              <a:gd name="T66" fmla="*/ 3 w 32"/>
              <a:gd name="T67" fmla="*/ 16 h 25"/>
              <a:gd name="T68" fmla="*/ 3 w 32"/>
              <a:gd name="T69" fmla="*/ 15 h 25"/>
              <a:gd name="T70" fmla="*/ 2 w 32"/>
              <a:gd name="T71" fmla="*/ 22 h 25"/>
              <a:gd name="T72" fmla="*/ 2 w 32"/>
              <a:gd name="T73" fmla="*/ 19 h 25"/>
              <a:gd name="T74" fmla="*/ 1 w 32"/>
              <a:gd name="T75" fmla="*/ 6 h 25"/>
              <a:gd name="T76" fmla="*/ 20 w 32"/>
              <a:gd name="T77" fmla="*/ 4 h 25"/>
              <a:gd name="T78" fmla="*/ 21 w 32"/>
              <a:gd name="T79" fmla="*/ 18 h 25"/>
              <a:gd name="T80" fmla="*/ 20 w 32"/>
              <a:gd name="T81" fmla="*/ 19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2" h="25">
                <a:moveTo>
                  <a:pt x="24" y="17"/>
                </a:moveTo>
                <a:cubicBezTo>
                  <a:pt x="27" y="17"/>
                  <a:pt x="29" y="20"/>
                  <a:pt x="31" y="22"/>
                </a:cubicBezTo>
                <a:cubicBezTo>
                  <a:pt x="31" y="20"/>
                  <a:pt x="31" y="19"/>
                  <a:pt x="31" y="17"/>
                </a:cubicBezTo>
                <a:cubicBezTo>
                  <a:pt x="31" y="17"/>
                  <a:pt x="31" y="17"/>
                  <a:pt x="31" y="17"/>
                </a:cubicBezTo>
                <a:cubicBezTo>
                  <a:pt x="32" y="17"/>
                  <a:pt x="32" y="16"/>
                  <a:pt x="32" y="16"/>
                </a:cubicBezTo>
                <a:cubicBezTo>
                  <a:pt x="32" y="12"/>
                  <a:pt x="32" y="5"/>
                  <a:pt x="32" y="2"/>
                </a:cubicBezTo>
                <a:cubicBezTo>
                  <a:pt x="32" y="1"/>
                  <a:pt x="32" y="0"/>
                  <a:pt x="31" y="0"/>
                </a:cubicBezTo>
                <a:cubicBezTo>
                  <a:pt x="24" y="0"/>
                  <a:pt x="18" y="0"/>
                  <a:pt x="11" y="0"/>
                </a:cubicBezTo>
                <a:cubicBezTo>
                  <a:pt x="11" y="0"/>
                  <a:pt x="10" y="1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2" y="2"/>
                  <a:pt x="23" y="3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29" y="4"/>
                  <a:pt x="29" y="4"/>
                  <a:pt x="29" y="5"/>
                </a:cubicBezTo>
                <a:cubicBezTo>
                  <a:pt x="29" y="5"/>
                  <a:pt x="29" y="5"/>
                  <a:pt x="29" y="5"/>
                </a:cubicBezTo>
                <a:cubicBezTo>
                  <a:pt x="29" y="5"/>
                  <a:pt x="29" y="5"/>
                  <a:pt x="29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4" y="8"/>
                  <a:pt x="24" y="8"/>
                  <a:pt x="24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9"/>
                  <a:pt x="29" y="9"/>
                  <a:pt x="29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1"/>
                  <a:pt x="24" y="11"/>
                  <a:pt x="24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1"/>
                  <a:pt x="29" y="12"/>
                  <a:pt x="29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2"/>
                  <a:pt x="29" y="13"/>
                  <a:pt x="29" y="13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7"/>
                  <a:pt x="24" y="17"/>
                  <a:pt x="24" y="17"/>
                </a:cubicBezTo>
                <a:close/>
                <a:moveTo>
                  <a:pt x="22" y="19"/>
                </a:moveTo>
                <a:cubicBezTo>
                  <a:pt x="22" y="19"/>
                  <a:pt x="22" y="20"/>
                  <a:pt x="22" y="20"/>
                </a:cubicBezTo>
                <a:cubicBezTo>
                  <a:pt x="22" y="20"/>
                  <a:pt x="21" y="20"/>
                  <a:pt x="21" y="20"/>
                </a:cubicBezTo>
                <a:cubicBezTo>
                  <a:pt x="15" y="20"/>
                  <a:pt x="7" y="19"/>
                  <a:pt x="3" y="23"/>
                </a:cubicBezTo>
                <a:cubicBezTo>
                  <a:pt x="2" y="24"/>
                  <a:pt x="2" y="25"/>
                  <a:pt x="1" y="25"/>
                </a:cubicBezTo>
                <a:cubicBezTo>
                  <a:pt x="1" y="24"/>
                  <a:pt x="1" y="22"/>
                  <a:pt x="1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20"/>
                  <a:pt x="0" y="19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0" y="3"/>
                  <a:pt x="1" y="3"/>
                </a:cubicBezTo>
                <a:cubicBezTo>
                  <a:pt x="8" y="3"/>
                  <a:pt x="14" y="3"/>
                  <a:pt x="21" y="3"/>
                </a:cubicBezTo>
                <a:cubicBezTo>
                  <a:pt x="22" y="3"/>
                  <a:pt x="22" y="4"/>
                  <a:pt x="22" y="5"/>
                </a:cubicBezTo>
                <a:cubicBezTo>
                  <a:pt x="22" y="8"/>
                  <a:pt x="22" y="15"/>
                  <a:pt x="22" y="19"/>
                </a:cubicBezTo>
                <a:close/>
                <a:moveTo>
                  <a:pt x="3" y="7"/>
                </a:move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9"/>
                  <a:pt x="19" y="9"/>
                </a:cubicBezTo>
                <a:cubicBezTo>
                  <a:pt x="3" y="9"/>
                  <a:pt x="3" y="9"/>
                  <a:pt x="3" y="9"/>
                </a:cubicBezTo>
                <a:cubicBezTo>
                  <a:pt x="3" y="9"/>
                  <a:pt x="3" y="8"/>
                  <a:pt x="3" y="8"/>
                </a:cubicBezTo>
                <a:cubicBezTo>
                  <a:pt x="3" y="8"/>
                  <a:pt x="3" y="8"/>
                  <a:pt x="3" y="8"/>
                </a:cubicBezTo>
                <a:cubicBezTo>
                  <a:pt x="3" y="8"/>
                  <a:pt x="3" y="7"/>
                  <a:pt x="3" y="7"/>
                </a:cubicBezTo>
                <a:close/>
                <a:moveTo>
                  <a:pt x="3" y="11"/>
                </a:move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2"/>
                  <a:pt x="19" y="12"/>
                  <a:pt x="19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2"/>
                  <a:pt x="3" y="12"/>
                  <a:pt x="3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11"/>
                  <a:pt x="3" y="11"/>
                  <a:pt x="3" y="11"/>
                </a:cubicBezTo>
                <a:close/>
                <a:moveTo>
                  <a:pt x="3" y="14"/>
                </a:move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5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19" y="16"/>
                  <a:pt x="19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3" y="16"/>
                  <a:pt x="3" y="15"/>
                  <a:pt x="3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3" y="15"/>
                  <a:pt x="3" y="14"/>
                  <a:pt x="3" y="14"/>
                </a:cubicBezTo>
                <a:close/>
                <a:moveTo>
                  <a:pt x="2" y="22"/>
                </a:moveTo>
                <a:cubicBezTo>
                  <a:pt x="2" y="21"/>
                  <a:pt x="2" y="20"/>
                  <a:pt x="3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1" y="19"/>
                  <a:pt x="1" y="18"/>
                </a:cubicBezTo>
                <a:cubicBezTo>
                  <a:pt x="1" y="6"/>
                  <a:pt x="1" y="6"/>
                  <a:pt x="1" y="6"/>
                </a:cubicBezTo>
                <a:cubicBezTo>
                  <a:pt x="1" y="5"/>
                  <a:pt x="1" y="4"/>
                  <a:pt x="2" y="4"/>
                </a:cubicBezTo>
                <a:cubicBezTo>
                  <a:pt x="8" y="4"/>
                  <a:pt x="14" y="4"/>
                  <a:pt x="20" y="4"/>
                </a:cubicBezTo>
                <a:cubicBezTo>
                  <a:pt x="21" y="4"/>
                  <a:pt x="21" y="5"/>
                  <a:pt x="21" y="6"/>
                </a:cubicBezTo>
                <a:cubicBezTo>
                  <a:pt x="21" y="9"/>
                  <a:pt x="21" y="15"/>
                  <a:pt x="21" y="18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0" y="19"/>
                  <a:pt x="20" y="19"/>
                </a:cubicBezTo>
                <a:cubicBezTo>
                  <a:pt x="14" y="19"/>
                  <a:pt x="5" y="19"/>
                  <a:pt x="2" y="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Freeform 172">
            <a:extLst>
              <a:ext uri="{FF2B5EF4-FFF2-40B4-BE49-F238E27FC236}">
                <a16:creationId xmlns:a16="http://schemas.microsoft.com/office/drawing/2014/main" id="{F61B9E60-7B34-86B4-1C30-56B001B9349A}"/>
              </a:ext>
            </a:extLst>
          </p:cNvPr>
          <p:cNvSpPr>
            <a:spLocks noEditPoints="1"/>
          </p:cNvSpPr>
          <p:nvPr/>
        </p:nvSpPr>
        <p:spPr bwMode="auto">
          <a:xfrm>
            <a:off x="1911109" y="5019965"/>
            <a:ext cx="276897" cy="258799"/>
          </a:xfrm>
          <a:custGeom>
            <a:avLst/>
            <a:gdLst>
              <a:gd name="T0" fmla="*/ 18 w 29"/>
              <a:gd name="T1" fmla="*/ 1 h 27"/>
              <a:gd name="T2" fmla="*/ 9 w 29"/>
              <a:gd name="T3" fmla="*/ 8 h 27"/>
              <a:gd name="T4" fmla="*/ 1 w 29"/>
              <a:gd name="T5" fmla="*/ 4 h 27"/>
              <a:gd name="T6" fmla="*/ 1 w 29"/>
              <a:gd name="T7" fmla="*/ 6 h 27"/>
              <a:gd name="T8" fmla="*/ 7 w 29"/>
              <a:gd name="T9" fmla="*/ 22 h 27"/>
              <a:gd name="T10" fmla="*/ 3 w 29"/>
              <a:gd name="T11" fmla="*/ 23 h 27"/>
              <a:gd name="T12" fmla="*/ 25 w 29"/>
              <a:gd name="T13" fmla="*/ 9 h 27"/>
              <a:gd name="T14" fmla="*/ 29 w 29"/>
              <a:gd name="T15" fmla="*/ 8 h 27"/>
              <a:gd name="T16" fmla="*/ 26 w 29"/>
              <a:gd name="T17" fmla="*/ 7 h 27"/>
              <a:gd name="T18" fmla="*/ 29 w 29"/>
              <a:gd name="T19" fmla="*/ 5 h 27"/>
              <a:gd name="T20" fmla="*/ 24 w 29"/>
              <a:gd name="T21" fmla="*/ 6 h 27"/>
              <a:gd name="T22" fmla="*/ 18 w 29"/>
              <a:gd name="T23" fmla="*/ 1 h 27"/>
              <a:gd name="T24" fmla="*/ 20 w 29"/>
              <a:gd name="T25" fmla="*/ 4 h 27"/>
              <a:gd name="T26" fmla="*/ 21 w 29"/>
              <a:gd name="T27" fmla="*/ 6 h 27"/>
              <a:gd name="T28" fmla="*/ 19 w 29"/>
              <a:gd name="T29" fmla="*/ 8 h 27"/>
              <a:gd name="T30" fmla="*/ 18 w 29"/>
              <a:gd name="T31" fmla="*/ 5 h 27"/>
              <a:gd name="T32" fmla="*/ 20 w 29"/>
              <a:gd name="T33" fmla="*/ 4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" h="27">
                <a:moveTo>
                  <a:pt x="18" y="1"/>
                </a:moveTo>
                <a:cubicBezTo>
                  <a:pt x="14" y="0"/>
                  <a:pt x="10" y="3"/>
                  <a:pt x="9" y="8"/>
                </a:cubicBezTo>
                <a:cubicBezTo>
                  <a:pt x="6" y="7"/>
                  <a:pt x="4" y="6"/>
                  <a:pt x="1" y="4"/>
                </a:cubicBezTo>
                <a:cubicBezTo>
                  <a:pt x="1" y="5"/>
                  <a:pt x="1" y="6"/>
                  <a:pt x="1" y="6"/>
                </a:cubicBezTo>
                <a:cubicBezTo>
                  <a:pt x="0" y="12"/>
                  <a:pt x="2" y="18"/>
                  <a:pt x="7" y="22"/>
                </a:cubicBezTo>
                <a:cubicBezTo>
                  <a:pt x="6" y="22"/>
                  <a:pt x="4" y="22"/>
                  <a:pt x="3" y="23"/>
                </a:cubicBezTo>
                <a:cubicBezTo>
                  <a:pt x="12" y="27"/>
                  <a:pt x="24" y="20"/>
                  <a:pt x="25" y="9"/>
                </a:cubicBezTo>
                <a:cubicBezTo>
                  <a:pt x="26" y="9"/>
                  <a:pt x="27" y="8"/>
                  <a:pt x="29" y="8"/>
                </a:cubicBezTo>
                <a:cubicBezTo>
                  <a:pt x="26" y="7"/>
                  <a:pt x="26" y="7"/>
                  <a:pt x="26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27" y="6"/>
                  <a:pt x="25" y="6"/>
                  <a:pt x="24" y="6"/>
                </a:cubicBezTo>
                <a:cubicBezTo>
                  <a:pt x="23" y="3"/>
                  <a:pt x="21" y="1"/>
                  <a:pt x="18" y="1"/>
                </a:cubicBezTo>
                <a:close/>
                <a:moveTo>
                  <a:pt x="20" y="4"/>
                </a:moveTo>
                <a:cubicBezTo>
                  <a:pt x="21" y="4"/>
                  <a:pt x="22" y="5"/>
                  <a:pt x="21" y="6"/>
                </a:cubicBezTo>
                <a:cubicBezTo>
                  <a:pt x="21" y="7"/>
                  <a:pt x="20" y="8"/>
                  <a:pt x="19" y="8"/>
                </a:cubicBezTo>
                <a:cubicBezTo>
                  <a:pt x="18" y="7"/>
                  <a:pt x="18" y="6"/>
                  <a:pt x="18" y="5"/>
                </a:cubicBezTo>
                <a:cubicBezTo>
                  <a:pt x="18" y="4"/>
                  <a:pt x="19" y="4"/>
                  <a:pt x="20" y="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Freeform 173">
            <a:extLst>
              <a:ext uri="{FF2B5EF4-FFF2-40B4-BE49-F238E27FC236}">
                <a16:creationId xmlns:a16="http://schemas.microsoft.com/office/drawing/2014/main" id="{A38F63DF-6185-3CD5-8E26-012790661D6F}"/>
              </a:ext>
            </a:extLst>
          </p:cNvPr>
          <p:cNvSpPr>
            <a:spLocks noEditPoints="1"/>
          </p:cNvSpPr>
          <p:nvPr/>
        </p:nvSpPr>
        <p:spPr bwMode="auto">
          <a:xfrm>
            <a:off x="6851806" y="5038063"/>
            <a:ext cx="316712" cy="202696"/>
          </a:xfrm>
          <a:custGeom>
            <a:avLst/>
            <a:gdLst>
              <a:gd name="T0" fmla="*/ 31 w 33"/>
              <a:gd name="T1" fmla="*/ 0 h 21"/>
              <a:gd name="T2" fmla="*/ 2 w 33"/>
              <a:gd name="T3" fmla="*/ 0 h 21"/>
              <a:gd name="T4" fmla="*/ 1 w 33"/>
              <a:gd name="T5" fmla="*/ 0 h 21"/>
              <a:gd name="T6" fmla="*/ 0 w 33"/>
              <a:gd name="T7" fmla="*/ 2 h 21"/>
              <a:gd name="T8" fmla="*/ 16 w 33"/>
              <a:gd name="T9" fmla="*/ 13 h 21"/>
              <a:gd name="T10" fmla="*/ 17 w 33"/>
              <a:gd name="T11" fmla="*/ 14 h 21"/>
              <a:gd name="T12" fmla="*/ 18 w 33"/>
              <a:gd name="T13" fmla="*/ 13 h 21"/>
              <a:gd name="T14" fmla="*/ 33 w 33"/>
              <a:gd name="T15" fmla="*/ 2 h 21"/>
              <a:gd name="T16" fmla="*/ 32 w 33"/>
              <a:gd name="T17" fmla="*/ 0 h 21"/>
              <a:gd name="T18" fmla="*/ 31 w 33"/>
              <a:gd name="T19" fmla="*/ 0 h 21"/>
              <a:gd name="T20" fmla="*/ 33 w 33"/>
              <a:gd name="T21" fmla="*/ 17 h 21"/>
              <a:gd name="T22" fmla="*/ 24 w 33"/>
              <a:gd name="T23" fmla="*/ 10 h 21"/>
              <a:gd name="T24" fmla="*/ 33 w 33"/>
              <a:gd name="T25" fmla="*/ 4 h 21"/>
              <a:gd name="T26" fmla="*/ 33 w 33"/>
              <a:gd name="T27" fmla="*/ 17 h 21"/>
              <a:gd name="T28" fmla="*/ 32 w 33"/>
              <a:gd name="T29" fmla="*/ 20 h 21"/>
              <a:gd name="T30" fmla="*/ 31 w 33"/>
              <a:gd name="T31" fmla="*/ 21 h 21"/>
              <a:gd name="T32" fmla="*/ 2 w 33"/>
              <a:gd name="T33" fmla="*/ 21 h 21"/>
              <a:gd name="T34" fmla="*/ 1 w 33"/>
              <a:gd name="T35" fmla="*/ 20 h 21"/>
              <a:gd name="T36" fmla="*/ 0 w 33"/>
              <a:gd name="T37" fmla="*/ 19 h 21"/>
              <a:gd name="T38" fmla="*/ 11 w 33"/>
              <a:gd name="T39" fmla="*/ 11 h 21"/>
              <a:gd name="T40" fmla="*/ 15 w 33"/>
              <a:gd name="T41" fmla="*/ 15 h 21"/>
              <a:gd name="T42" fmla="*/ 17 w 33"/>
              <a:gd name="T43" fmla="*/ 15 h 21"/>
              <a:gd name="T44" fmla="*/ 18 w 33"/>
              <a:gd name="T45" fmla="*/ 15 h 21"/>
              <a:gd name="T46" fmla="*/ 23 w 33"/>
              <a:gd name="T47" fmla="*/ 11 h 21"/>
              <a:gd name="T48" fmla="*/ 33 w 33"/>
              <a:gd name="T49" fmla="*/ 19 h 21"/>
              <a:gd name="T50" fmla="*/ 32 w 33"/>
              <a:gd name="T51" fmla="*/ 20 h 21"/>
              <a:gd name="T52" fmla="*/ 0 w 33"/>
              <a:gd name="T53" fmla="*/ 4 h 21"/>
              <a:gd name="T54" fmla="*/ 9 w 33"/>
              <a:gd name="T55" fmla="*/ 10 h 21"/>
              <a:gd name="T56" fmla="*/ 0 w 33"/>
              <a:gd name="T57" fmla="*/ 17 h 21"/>
              <a:gd name="T58" fmla="*/ 0 w 33"/>
              <a:gd name="T59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3" h="21">
                <a:moveTo>
                  <a:pt x="31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4"/>
                  <a:pt x="17" y="14"/>
                </a:cubicBezTo>
                <a:cubicBezTo>
                  <a:pt x="17" y="14"/>
                  <a:pt x="17" y="13"/>
                  <a:pt x="18" y="13"/>
                </a:cubicBezTo>
                <a:cubicBezTo>
                  <a:pt x="33" y="2"/>
                  <a:pt x="33" y="2"/>
                  <a:pt x="33" y="2"/>
                </a:cubicBezTo>
                <a:cubicBezTo>
                  <a:pt x="33" y="1"/>
                  <a:pt x="33" y="1"/>
                  <a:pt x="32" y="0"/>
                </a:cubicBezTo>
                <a:cubicBezTo>
                  <a:pt x="32" y="0"/>
                  <a:pt x="32" y="0"/>
                  <a:pt x="31" y="0"/>
                </a:cubicBezTo>
                <a:close/>
                <a:moveTo>
                  <a:pt x="33" y="17"/>
                </a:moveTo>
                <a:cubicBezTo>
                  <a:pt x="24" y="10"/>
                  <a:pt x="24" y="10"/>
                  <a:pt x="24" y="10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17"/>
                  <a:pt x="33" y="17"/>
                  <a:pt x="33" y="17"/>
                </a:cubicBezTo>
                <a:close/>
                <a:moveTo>
                  <a:pt x="32" y="20"/>
                </a:moveTo>
                <a:cubicBezTo>
                  <a:pt x="32" y="21"/>
                  <a:pt x="32" y="21"/>
                  <a:pt x="31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1" y="21"/>
                  <a:pt x="1" y="20"/>
                </a:cubicBezTo>
                <a:cubicBezTo>
                  <a:pt x="1" y="20"/>
                  <a:pt x="0" y="19"/>
                  <a:pt x="0" y="19"/>
                </a:cubicBezTo>
                <a:cubicBezTo>
                  <a:pt x="11" y="11"/>
                  <a:pt x="11" y="11"/>
                  <a:pt x="11" y="11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5"/>
                  <a:pt x="16" y="15"/>
                  <a:pt x="17" y="15"/>
                </a:cubicBezTo>
                <a:cubicBezTo>
                  <a:pt x="17" y="15"/>
                  <a:pt x="18" y="15"/>
                  <a:pt x="18" y="15"/>
                </a:cubicBezTo>
                <a:cubicBezTo>
                  <a:pt x="23" y="11"/>
                  <a:pt x="23" y="11"/>
                  <a:pt x="23" y="11"/>
                </a:cubicBezTo>
                <a:cubicBezTo>
                  <a:pt x="33" y="19"/>
                  <a:pt x="33" y="19"/>
                  <a:pt x="33" y="19"/>
                </a:cubicBezTo>
                <a:cubicBezTo>
                  <a:pt x="33" y="19"/>
                  <a:pt x="33" y="20"/>
                  <a:pt x="32" y="20"/>
                </a:cubicBezTo>
                <a:close/>
                <a:moveTo>
                  <a:pt x="0" y="4"/>
                </a:moveTo>
                <a:cubicBezTo>
                  <a:pt x="9" y="10"/>
                  <a:pt x="9" y="10"/>
                  <a:pt x="9" y="10"/>
                </a:cubicBezTo>
                <a:cubicBezTo>
                  <a:pt x="0" y="17"/>
                  <a:pt x="0" y="17"/>
                  <a:pt x="0" y="17"/>
                </a:cubicBezTo>
                <a:lnTo>
                  <a:pt x="0" y="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Freeform 174">
            <a:extLst>
              <a:ext uri="{FF2B5EF4-FFF2-40B4-BE49-F238E27FC236}">
                <a16:creationId xmlns:a16="http://schemas.microsoft.com/office/drawing/2014/main" id="{7BDD56BC-6153-AADE-9419-449B5AFDD8E7}"/>
              </a:ext>
            </a:extLst>
          </p:cNvPr>
          <p:cNvSpPr>
            <a:spLocks noEditPoints="1"/>
          </p:cNvSpPr>
          <p:nvPr/>
        </p:nvSpPr>
        <p:spPr bwMode="auto">
          <a:xfrm>
            <a:off x="7476181" y="4981960"/>
            <a:ext cx="316712" cy="305853"/>
          </a:xfrm>
          <a:custGeom>
            <a:avLst/>
            <a:gdLst>
              <a:gd name="T0" fmla="*/ 0 w 33"/>
              <a:gd name="T1" fmla="*/ 15 h 32"/>
              <a:gd name="T2" fmla="*/ 0 w 33"/>
              <a:gd name="T3" fmla="*/ 28 h 32"/>
              <a:gd name="T4" fmla="*/ 9 w 33"/>
              <a:gd name="T5" fmla="*/ 22 h 32"/>
              <a:gd name="T6" fmla="*/ 0 w 33"/>
              <a:gd name="T7" fmla="*/ 15 h 32"/>
              <a:gd name="T8" fmla="*/ 0 w 33"/>
              <a:gd name="T9" fmla="*/ 12 h 32"/>
              <a:gd name="T10" fmla="*/ 15 w 33"/>
              <a:gd name="T11" fmla="*/ 1 h 32"/>
              <a:gd name="T12" fmla="*/ 16 w 33"/>
              <a:gd name="T13" fmla="*/ 0 h 32"/>
              <a:gd name="T14" fmla="*/ 17 w 33"/>
              <a:gd name="T15" fmla="*/ 1 h 32"/>
              <a:gd name="T16" fmla="*/ 33 w 33"/>
              <a:gd name="T17" fmla="*/ 12 h 32"/>
              <a:gd name="T18" fmla="*/ 33 w 33"/>
              <a:gd name="T19" fmla="*/ 13 h 32"/>
              <a:gd name="T20" fmla="*/ 30 w 33"/>
              <a:gd name="T21" fmla="*/ 15 h 32"/>
              <a:gd name="T22" fmla="*/ 3 w 33"/>
              <a:gd name="T23" fmla="*/ 15 h 32"/>
              <a:gd name="T24" fmla="*/ 0 w 33"/>
              <a:gd name="T25" fmla="*/ 13 h 32"/>
              <a:gd name="T26" fmla="*/ 0 w 33"/>
              <a:gd name="T27" fmla="*/ 12 h 32"/>
              <a:gd name="T28" fmla="*/ 32 w 33"/>
              <a:gd name="T29" fmla="*/ 32 h 32"/>
              <a:gd name="T30" fmla="*/ 31 w 33"/>
              <a:gd name="T31" fmla="*/ 32 h 32"/>
              <a:gd name="T32" fmla="*/ 2 w 33"/>
              <a:gd name="T33" fmla="*/ 32 h 32"/>
              <a:gd name="T34" fmla="*/ 1 w 33"/>
              <a:gd name="T35" fmla="*/ 32 h 32"/>
              <a:gd name="T36" fmla="*/ 0 w 33"/>
              <a:gd name="T37" fmla="*/ 31 h 32"/>
              <a:gd name="T38" fmla="*/ 10 w 33"/>
              <a:gd name="T39" fmla="*/ 23 h 32"/>
              <a:gd name="T40" fmla="*/ 15 w 33"/>
              <a:gd name="T41" fmla="*/ 27 h 32"/>
              <a:gd name="T42" fmla="*/ 16 w 33"/>
              <a:gd name="T43" fmla="*/ 27 h 32"/>
              <a:gd name="T44" fmla="*/ 18 w 33"/>
              <a:gd name="T45" fmla="*/ 27 h 32"/>
              <a:gd name="T46" fmla="*/ 23 w 33"/>
              <a:gd name="T47" fmla="*/ 23 h 32"/>
              <a:gd name="T48" fmla="*/ 33 w 33"/>
              <a:gd name="T49" fmla="*/ 31 h 32"/>
              <a:gd name="T50" fmla="*/ 32 w 33"/>
              <a:gd name="T51" fmla="*/ 32 h 32"/>
              <a:gd name="T52" fmla="*/ 33 w 33"/>
              <a:gd name="T53" fmla="*/ 28 h 32"/>
              <a:gd name="T54" fmla="*/ 33 w 33"/>
              <a:gd name="T55" fmla="*/ 15 h 32"/>
              <a:gd name="T56" fmla="*/ 24 w 33"/>
              <a:gd name="T57" fmla="*/ 22 h 32"/>
              <a:gd name="T58" fmla="*/ 33 w 33"/>
              <a:gd name="T5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3" h="32">
                <a:moveTo>
                  <a:pt x="0" y="15"/>
                </a:moveTo>
                <a:cubicBezTo>
                  <a:pt x="0" y="28"/>
                  <a:pt x="0" y="28"/>
                  <a:pt x="0" y="28"/>
                </a:cubicBezTo>
                <a:cubicBezTo>
                  <a:pt x="9" y="22"/>
                  <a:pt x="9" y="22"/>
                  <a:pt x="9" y="22"/>
                </a:cubicBezTo>
                <a:cubicBezTo>
                  <a:pt x="0" y="15"/>
                  <a:pt x="0" y="15"/>
                  <a:pt x="0" y="15"/>
                </a:cubicBezTo>
                <a:close/>
                <a:moveTo>
                  <a:pt x="0" y="12"/>
                </a:moveTo>
                <a:cubicBezTo>
                  <a:pt x="15" y="1"/>
                  <a:pt x="15" y="1"/>
                  <a:pt x="15" y="1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0"/>
                  <a:pt x="17" y="1"/>
                </a:cubicBezTo>
                <a:cubicBezTo>
                  <a:pt x="33" y="12"/>
                  <a:pt x="33" y="12"/>
                  <a:pt x="33" y="12"/>
                </a:cubicBezTo>
                <a:cubicBezTo>
                  <a:pt x="33" y="12"/>
                  <a:pt x="33" y="13"/>
                  <a:pt x="33" y="13"/>
                </a:cubicBezTo>
                <a:cubicBezTo>
                  <a:pt x="30" y="15"/>
                  <a:pt x="30" y="15"/>
                  <a:pt x="30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2"/>
                  <a:pt x="0" y="12"/>
                </a:cubicBezTo>
                <a:close/>
                <a:moveTo>
                  <a:pt x="32" y="32"/>
                </a:moveTo>
                <a:cubicBezTo>
                  <a:pt x="32" y="32"/>
                  <a:pt x="31" y="32"/>
                  <a:pt x="31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1" y="32"/>
                  <a:pt x="1" y="32"/>
                  <a:pt x="1" y="32"/>
                </a:cubicBezTo>
                <a:cubicBezTo>
                  <a:pt x="0" y="32"/>
                  <a:pt x="0" y="31"/>
                  <a:pt x="0" y="31"/>
                </a:cubicBezTo>
                <a:cubicBezTo>
                  <a:pt x="10" y="23"/>
                  <a:pt x="10" y="23"/>
                  <a:pt x="10" y="23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6" y="27"/>
                  <a:pt x="16" y="27"/>
                </a:cubicBezTo>
                <a:cubicBezTo>
                  <a:pt x="17" y="27"/>
                  <a:pt x="17" y="27"/>
                  <a:pt x="18" y="27"/>
                </a:cubicBezTo>
                <a:cubicBezTo>
                  <a:pt x="23" y="23"/>
                  <a:pt x="23" y="23"/>
                  <a:pt x="23" y="23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2" y="32"/>
                  <a:pt x="32" y="32"/>
                </a:cubicBezTo>
                <a:close/>
                <a:moveTo>
                  <a:pt x="33" y="28"/>
                </a:moveTo>
                <a:cubicBezTo>
                  <a:pt x="33" y="15"/>
                  <a:pt x="33" y="15"/>
                  <a:pt x="33" y="15"/>
                </a:cubicBezTo>
                <a:cubicBezTo>
                  <a:pt x="24" y="22"/>
                  <a:pt x="24" y="22"/>
                  <a:pt x="24" y="22"/>
                </a:cubicBezTo>
                <a:lnTo>
                  <a:pt x="33" y="2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Freeform 175">
            <a:extLst>
              <a:ext uri="{FF2B5EF4-FFF2-40B4-BE49-F238E27FC236}">
                <a16:creationId xmlns:a16="http://schemas.microsoft.com/office/drawing/2014/main" id="{3F6BC4C8-9351-8E42-A220-2BFDC3196216}"/>
              </a:ext>
            </a:extLst>
          </p:cNvPr>
          <p:cNvSpPr>
            <a:spLocks noEditPoints="1"/>
          </p:cNvSpPr>
          <p:nvPr/>
        </p:nvSpPr>
        <p:spPr bwMode="auto">
          <a:xfrm>
            <a:off x="2591586" y="4991009"/>
            <a:ext cx="162880" cy="278706"/>
          </a:xfrm>
          <a:custGeom>
            <a:avLst/>
            <a:gdLst>
              <a:gd name="T0" fmla="*/ 9 w 17"/>
              <a:gd name="T1" fmla="*/ 0 h 29"/>
              <a:gd name="T2" fmla="*/ 9 w 17"/>
              <a:gd name="T3" fmla="*/ 0 h 29"/>
              <a:gd name="T4" fmla="*/ 14 w 17"/>
              <a:gd name="T5" fmla="*/ 6 h 29"/>
              <a:gd name="T6" fmla="*/ 14 w 17"/>
              <a:gd name="T7" fmla="*/ 15 h 29"/>
              <a:gd name="T8" fmla="*/ 9 w 17"/>
              <a:gd name="T9" fmla="*/ 21 h 29"/>
              <a:gd name="T10" fmla="*/ 9 w 17"/>
              <a:gd name="T11" fmla="*/ 21 h 29"/>
              <a:gd name="T12" fmla="*/ 3 w 17"/>
              <a:gd name="T13" fmla="*/ 15 h 29"/>
              <a:gd name="T14" fmla="*/ 3 w 17"/>
              <a:gd name="T15" fmla="*/ 6 h 29"/>
              <a:gd name="T16" fmla="*/ 9 w 17"/>
              <a:gd name="T17" fmla="*/ 0 h 29"/>
              <a:gd name="T18" fmla="*/ 6 w 17"/>
              <a:gd name="T19" fmla="*/ 15 h 29"/>
              <a:gd name="T20" fmla="*/ 6 w 17"/>
              <a:gd name="T21" fmla="*/ 6 h 29"/>
              <a:gd name="T22" fmla="*/ 7 w 17"/>
              <a:gd name="T23" fmla="*/ 4 h 29"/>
              <a:gd name="T24" fmla="*/ 8 w 17"/>
              <a:gd name="T25" fmla="*/ 3 h 29"/>
              <a:gd name="T26" fmla="*/ 8 w 17"/>
              <a:gd name="T27" fmla="*/ 2 h 29"/>
              <a:gd name="T28" fmla="*/ 7 w 17"/>
              <a:gd name="T29" fmla="*/ 2 h 29"/>
              <a:gd name="T30" fmla="*/ 5 w 17"/>
              <a:gd name="T31" fmla="*/ 4 h 29"/>
              <a:gd name="T32" fmla="*/ 4 w 17"/>
              <a:gd name="T33" fmla="*/ 6 h 29"/>
              <a:gd name="T34" fmla="*/ 4 w 17"/>
              <a:gd name="T35" fmla="*/ 15 h 29"/>
              <a:gd name="T36" fmla="*/ 5 w 17"/>
              <a:gd name="T37" fmla="*/ 16 h 29"/>
              <a:gd name="T38" fmla="*/ 6 w 17"/>
              <a:gd name="T39" fmla="*/ 15 h 29"/>
              <a:gd name="T40" fmla="*/ 10 w 17"/>
              <a:gd name="T41" fmla="*/ 23 h 29"/>
              <a:gd name="T42" fmla="*/ 14 w 17"/>
              <a:gd name="T43" fmla="*/ 21 h 29"/>
              <a:gd name="T44" fmla="*/ 17 w 17"/>
              <a:gd name="T45" fmla="*/ 15 h 29"/>
              <a:gd name="T46" fmla="*/ 16 w 17"/>
              <a:gd name="T47" fmla="*/ 14 h 29"/>
              <a:gd name="T48" fmla="*/ 15 w 17"/>
              <a:gd name="T49" fmla="*/ 15 h 29"/>
              <a:gd name="T50" fmla="*/ 13 w 17"/>
              <a:gd name="T51" fmla="*/ 20 h 29"/>
              <a:gd name="T52" fmla="*/ 9 w 17"/>
              <a:gd name="T53" fmla="*/ 21 h 29"/>
              <a:gd name="T54" fmla="*/ 4 w 17"/>
              <a:gd name="T55" fmla="*/ 20 h 29"/>
              <a:gd name="T56" fmla="*/ 2 w 17"/>
              <a:gd name="T57" fmla="*/ 15 h 29"/>
              <a:gd name="T58" fmla="*/ 1 w 17"/>
              <a:gd name="T59" fmla="*/ 14 h 29"/>
              <a:gd name="T60" fmla="*/ 0 w 17"/>
              <a:gd name="T61" fmla="*/ 15 h 29"/>
              <a:gd name="T62" fmla="*/ 3 w 17"/>
              <a:gd name="T63" fmla="*/ 21 h 29"/>
              <a:gd name="T64" fmla="*/ 8 w 17"/>
              <a:gd name="T65" fmla="*/ 23 h 29"/>
              <a:gd name="T66" fmla="*/ 8 w 17"/>
              <a:gd name="T67" fmla="*/ 27 h 29"/>
              <a:gd name="T68" fmla="*/ 1 w 17"/>
              <a:gd name="T69" fmla="*/ 27 h 29"/>
              <a:gd name="T70" fmla="*/ 0 w 17"/>
              <a:gd name="T71" fmla="*/ 28 h 29"/>
              <a:gd name="T72" fmla="*/ 1 w 17"/>
              <a:gd name="T73" fmla="*/ 29 h 29"/>
              <a:gd name="T74" fmla="*/ 16 w 17"/>
              <a:gd name="T75" fmla="*/ 29 h 29"/>
              <a:gd name="T76" fmla="*/ 17 w 17"/>
              <a:gd name="T77" fmla="*/ 28 h 29"/>
              <a:gd name="T78" fmla="*/ 16 w 17"/>
              <a:gd name="T79" fmla="*/ 27 h 29"/>
              <a:gd name="T80" fmla="*/ 10 w 17"/>
              <a:gd name="T81" fmla="*/ 27 h 29"/>
              <a:gd name="T82" fmla="*/ 10 w 17"/>
              <a:gd name="T83" fmla="*/ 23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7" h="29">
                <a:moveTo>
                  <a:pt x="9" y="0"/>
                </a:moveTo>
                <a:cubicBezTo>
                  <a:pt x="9" y="0"/>
                  <a:pt x="9" y="0"/>
                  <a:pt x="9" y="0"/>
                </a:cubicBezTo>
                <a:cubicBezTo>
                  <a:pt x="12" y="0"/>
                  <a:pt x="14" y="3"/>
                  <a:pt x="14" y="6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8"/>
                  <a:pt x="12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6" y="21"/>
                  <a:pt x="3" y="18"/>
                  <a:pt x="3" y="15"/>
                </a:cubicBezTo>
                <a:cubicBezTo>
                  <a:pt x="3" y="6"/>
                  <a:pt x="3" y="6"/>
                  <a:pt x="3" y="6"/>
                </a:cubicBezTo>
                <a:cubicBezTo>
                  <a:pt x="3" y="3"/>
                  <a:pt x="6" y="0"/>
                  <a:pt x="9" y="0"/>
                </a:cubicBezTo>
                <a:close/>
                <a:moveTo>
                  <a:pt x="6" y="15"/>
                </a:move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5"/>
                  <a:pt x="7" y="4"/>
                </a:cubicBezTo>
                <a:cubicBezTo>
                  <a:pt x="7" y="4"/>
                  <a:pt x="7" y="4"/>
                  <a:pt x="8" y="3"/>
                </a:cubicBezTo>
                <a:cubicBezTo>
                  <a:pt x="8" y="3"/>
                  <a:pt x="8" y="3"/>
                  <a:pt x="8" y="2"/>
                </a:cubicBezTo>
                <a:cubicBezTo>
                  <a:pt x="8" y="2"/>
                  <a:pt x="7" y="2"/>
                  <a:pt x="7" y="2"/>
                </a:cubicBezTo>
                <a:cubicBezTo>
                  <a:pt x="6" y="2"/>
                  <a:pt x="5" y="3"/>
                  <a:pt x="5" y="4"/>
                </a:cubicBezTo>
                <a:cubicBezTo>
                  <a:pt x="5" y="4"/>
                  <a:pt x="4" y="5"/>
                  <a:pt x="4" y="6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15"/>
                  <a:pt x="5" y="16"/>
                  <a:pt x="5" y="16"/>
                </a:cubicBezTo>
                <a:cubicBezTo>
                  <a:pt x="6" y="16"/>
                  <a:pt x="6" y="15"/>
                  <a:pt x="6" y="15"/>
                </a:cubicBezTo>
                <a:close/>
                <a:moveTo>
                  <a:pt x="10" y="23"/>
                </a:moveTo>
                <a:cubicBezTo>
                  <a:pt x="11" y="23"/>
                  <a:pt x="13" y="22"/>
                  <a:pt x="14" y="21"/>
                </a:cubicBezTo>
                <a:cubicBezTo>
                  <a:pt x="16" y="20"/>
                  <a:pt x="17" y="17"/>
                  <a:pt x="17" y="15"/>
                </a:cubicBezTo>
                <a:cubicBezTo>
                  <a:pt x="17" y="15"/>
                  <a:pt x="16" y="14"/>
                  <a:pt x="16" y="14"/>
                </a:cubicBezTo>
                <a:cubicBezTo>
                  <a:pt x="15" y="14"/>
                  <a:pt x="15" y="15"/>
                  <a:pt x="15" y="15"/>
                </a:cubicBezTo>
                <a:cubicBezTo>
                  <a:pt x="15" y="17"/>
                  <a:pt x="14" y="18"/>
                  <a:pt x="13" y="20"/>
                </a:cubicBezTo>
                <a:cubicBezTo>
                  <a:pt x="12" y="21"/>
                  <a:pt x="10" y="21"/>
                  <a:pt x="9" y="21"/>
                </a:cubicBezTo>
                <a:cubicBezTo>
                  <a:pt x="7" y="21"/>
                  <a:pt x="5" y="21"/>
                  <a:pt x="4" y="20"/>
                </a:cubicBezTo>
                <a:cubicBezTo>
                  <a:pt x="3" y="18"/>
                  <a:pt x="2" y="17"/>
                  <a:pt x="2" y="15"/>
                </a:cubicBezTo>
                <a:cubicBezTo>
                  <a:pt x="2" y="15"/>
                  <a:pt x="2" y="14"/>
                  <a:pt x="1" y="14"/>
                </a:cubicBezTo>
                <a:cubicBezTo>
                  <a:pt x="1" y="14"/>
                  <a:pt x="0" y="15"/>
                  <a:pt x="0" y="15"/>
                </a:cubicBezTo>
                <a:cubicBezTo>
                  <a:pt x="0" y="17"/>
                  <a:pt x="1" y="20"/>
                  <a:pt x="3" y="21"/>
                </a:cubicBezTo>
                <a:cubicBezTo>
                  <a:pt x="4" y="22"/>
                  <a:pt x="6" y="23"/>
                  <a:pt x="8" y="23"/>
                </a:cubicBezTo>
                <a:cubicBezTo>
                  <a:pt x="8" y="27"/>
                  <a:pt x="8" y="27"/>
                  <a:pt x="8" y="27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27"/>
                  <a:pt x="0" y="27"/>
                  <a:pt x="0" y="28"/>
                </a:cubicBezTo>
                <a:cubicBezTo>
                  <a:pt x="0" y="28"/>
                  <a:pt x="1" y="29"/>
                  <a:pt x="1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6" y="29"/>
                  <a:pt x="17" y="28"/>
                  <a:pt x="17" y="28"/>
                </a:cubicBezTo>
                <a:cubicBezTo>
                  <a:pt x="17" y="27"/>
                  <a:pt x="16" y="27"/>
                  <a:pt x="16" y="27"/>
                </a:cubicBezTo>
                <a:cubicBezTo>
                  <a:pt x="10" y="27"/>
                  <a:pt x="10" y="27"/>
                  <a:pt x="10" y="27"/>
                </a:cubicBezTo>
                <a:lnTo>
                  <a:pt x="10" y="2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Freeform 176">
            <a:extLst>
              <a:ext uri="{FF2B5EF4-FFF2-40B4-BE49-F238E27FC236}">
                <a16:creationId xmlns:a16="http://schemas.microsoft.com/office/drawing/2014/main" id="{53CC7EC3-A8DA-9363-E13C-52AB4CC658B1}"/>
              </a:ext>
            </a:extLst>
          </p:cNvPr>
          <p:cNvSpPr>
            <a:spLocks noEditPoints="1"/>
          </p:cNvSpPr>
          <p:nvPr/>
        </p:nvSpPr>
        <p:spPr bwMode="auto">
          <a:xfrm>
            <a:off x="1295784" y="5009107"/>
            <a:ext cx="269658" cy="231652"/>
          </a:xfrm>
          <a:custGeom>
            <a:avLst/>
            <a:gdLst>
              <a:gd name="T0" fmla="*/ 14 w 28"/>
              <a:gd name="T1" fmla="*/ 24 h 24"/>
              <a:gd name="T2" fmla="*/ 0 w 28"/>
              <a:gd name="T3" fmla="*/ 10 h 24"/>
              <a:gd name="T4" fmla="*/ 14 w 28"/>
              <a:gd name="T5" fmla="*/ 8 h 24"/>
              <a:gd name="T6" fmla="*/ 28 w 28"/>
              <a:gd name="T7" fmla="*/ 10 h 24"/>
              <a:gd name="T8" fmla="*/ 14 w 28"/>
              <a:gd name="T9" fmla="*/ 24 h 24"/>
              <a:gd name="T10" fmla="*/ 5 w 28"/>
              <a:gd name="T11" fmla="*/ 13 h 24"/>
              <a:gd name="T12" fmla="*/ 4 w 28"/>
              <a:gd name="T13" fmla="*/ 12 h 24"/>
              <a:gd name="T14" fmla="*/ 4 w 28"/>
              <a:gd name="T15" fmla="*/ 10 h 24"/>
              <a:gd name="T16" fmla="*/ 4 w 28"/>
              <a:gd name="T17" fmla="*/ 8 h 24"/>
              <a:gd name="T18" fmla="*/ 6 w 28"/>
              <a:gd name="T19" fmla="*/ 6 h 24"/>
              <a:gd name="T20" fmla="*/ 7 w 28"/>
              <a:gd name="T21" fmla="*/ 5 h 24"/>
              <a:gd name="T22" fmla="*/ 5 w 28"/>
              <a:gd name="T23" fmla="*/ 4 h 24"/>
              <a:gd name="T24" fmla="*/ 3 w 28"/>
              <a:gd name="T25" fmla="*/ 7 h 24"/>
              <a:gd name="T26" fmla="*/ 2 w 28"/>
              <a:gd name="T27" fmla="*/ 10 h 24"/>
              <a:gd name="T28" fmla="*/ 3 w 28"/>
              <a:gd name="T29" fmla="*/ 12 h 24"/>
              <a:gd name="T30" fmla="*/ 4 w 28"/>
              <a:gd name="T31" fmla="*/ 14 h 24"/>
              <a:gd name="T32" fmla="*/ 5 w 28"/>
              <a:gd name="T33" fmla="*/ 14 h 24"/>
              <a:gd name="T34" fmla="*/ 5 w 28"/>
              <a:gd name="T35" fmla="*/ 13 h 24"/>
              <a:gd name="T36" fmla="*/ 17 w 28"/>
              <a:gd name="T37" fmla="*/ 10 h 24"/>
              <a:gd name="T38" fmla="*/ 19 w 28"/>
              <a:gd name="T39" fmla="*/ 7 h 24"/>
              <a:gd name="T40" fmla="*/ 21 w 28"/>
              <a:gd name="T41" fmla="*/ 6 h 24"/>
              <a:gd name="T42" fmla="*/ 22 w 28"/>
              <a:gd name="T43" fmla="*/ 5 h 24"/>
              <a:gd name="T44" fmla="*/ 21 w 28"/>
              <a:gd name="T45" fmla="*/ 4 h 24"/>
              <a:gd name="T46" fmla="*/ 17 w 28"/>
              <a:gd name="T47" fmla="*/ 6 h 24"/>
              <a:gd name="T48" fmla="*/ 15 w 28"/>
              <a:gd name="T49" fmla="*/ 9 h 24"/>
              <a:gd name="T50" fmla="*/ 16 w 28"/>
              <a:gd name="T51" fmla="*/ 10 h 24"/>
              <a:gd name="T52" fmla="*/ 17 w 28"/>
              <a:gd name="T53" fmla="*/ 1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8" h="24">
                <a:moveTo>
                  <a:pt x="14" y="24"/>
                </a:moveTo>
                <a:cubicBezTo>
                  <a:pt x="10" y="21"/>
                  <a:pt x="0" y="16"/>
                  <a:pt x="0" y="10"/>
                </a:cubicBezTo>
                <a:cubicBezTo>
                  <a:pt x="0" y="2"/>
                  <a:pt x="12" y="0"/>
                  <a:pt x="14" y="8"/>
                </a:cubicBezTo>
                <a:cubicBezTo>
                  <a:pt x="16" y="0"/>
                  <a:pt x="28" y="2"/>
                  <a:pt x="28" y="10"/>
                </a:cubicBezTo>
                <a:cubicBezTo>
                  <a:pt x="28" y="16"/>
                  <a:pt x="19" y="21"/>
                  <a:pt x="14" y="24"/>
                </a:cubicBezTo>
                <a:close/>
                <a:moveTo>
                  <a:pt x="5" y="13"/>
                </a:moveTo>
                <a:cubicBezTo>
                  <a:pt x="5" y="13"/>
                  <a:pt x="5" y="12"/>
                  <a:pt x="4" y="12"/>
                </a:cubicBezTo>
                <a:cubicBezTo>
                  <a:pt x="4" y="11"/>
                  <a:pt x="4" y="11"/>
                  <a:pt x="4" y="10"/>
                </a:cubicBezTo>
                <a:cubicBezTo>
                  <a:pt x="4" y="9"/>
                  <a:pt x="4" y="8"/>
                  <a:pt x="4" y="8"/>
                </a:cubicBezTo>
                <a:cubicBezTo>
                  <a:pt x="5" y="7"/>
                  <a:pt x="5" y="7"/>
                  <a:pt x="6" y="6"/>
                </a:cubicBezTo>
                <a:cubicBezTo>
                  <a:pt x="7" y="6"/>
                  <a:pt x="7" y="5"/>
                  <a:pt x="7" y="5"/>
                </a:cubicBezTo>
                <a:cubicBezTo>
                  <a:pt x="6" y="4"/>
                  <a:pt x="6" y="4"/>
                  <a:pt x="5" y="4"/>
                </a:cubicBezTo>
                <a:cubicBezTo>
                  <a:pt x="4" y="5"/>
                  <a:pt x="3" y="6"/>
                  <a:pt x="3" y="7"/>
                </a:cubicBezTo>
                <a:cubicBezTo>
                  <a:pt x="2" y="8"/>
                  <a:pt x="2" y="9"/>
                  <a:pt x="2" y="10"/>
                </a:cubicBezTo>
                <a:cubicBezTo>
                  <a:pt x="2" y="11"/>
                  <a:pt x="2" y="12"/>
                  <a:pt x="3" y="12"/>
                </a:cubicBezTo>
                <a:cubicBezTo>
                  <a:pt x="3" y="13"/>
                  <a:pt x="3" y="14"/>
                  <a:pt x="4" y="14"/>
                </a:cubicBezTo>
                <a:cubicBezTo>
                  <a:pt x="4" y="15"/>
                  <a:pt x="5" y="15"/>
                  <a:pt x="5" y="14"/>
                </a:cubicBezTo>
                <a:cubicBezTo>
                  <a:pt x="6" y="14"/>
                  <a:pt x="6" y="14"/>
                  <a:pt x="5" y="13"/>
                </a:cubicBezTo>
                <a:close/>
                <a:moveTo>
                  <a:pt x="17" y="10"/>
                </a:moveTo>
                <a:cubicBezTo>
                  <a:pt x="18" y="9"/>
                  <a:pt x="18" y="8"/>
                  <a:pt x="19" y="7"/>
                </a:cubicBezTo>
                <a:cubicBezTo>
                  <a:pt x="19" y="7"/>
                  <a:pt x="20" y="6"/>
                  <a:pt x="21" y="6"/>
                </a:cubicBezTo>
                <a:cubicBezTo>
                  <a:pt x="22" y="6"/>
                  <a:pt x="22" y="5"/>
                  <a:pt x="22" y="5"/>
                </a:cubicBezTo>
                <a:cubicBezTo>
                  <a:pt x="22" y="4"/>
                  <a:pt x="21" y="4"/>
                  <a:pt x="21" y="4"/>
                </a:cubicBezTo>
                <a:cubicBezTo>
                  <a:pt x="20" y="4"/>
                  <a:pt x="18" y="5"/>
                  <a:pt x="17" y="6"/>
                </a:cubicBezTo>
                <a:cubicBezTo>
                  <a:pt x="16" y="7"/>
                  <a:pt x="16" y="8"/>
                  <a:pt x="15" y="9"/>
                </a:cubicBezTo>
                <a:cubicBezTo>
                  <a:pt x="15" y="10"/>
                  <a:pt x="16" y="10"/>
                  <a:pt x="16" y="10"/>
                </a:cubicBezTo>
                <a:cubicBezTo>
                  <a:pt x="17" y="10"/>
                  <a:pt x="17" y="10"/>
                  <a:pt x="17" y="1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Freeform 177">
            <a:extLst>
              <a:ext uri="{FF2B5EF4-FFF2-40B4-BE49-F238E27FC236}">
                <a16:creationId xmlns:a16="http://schemas.microsoft.com/office/drawing/2014/main" id="{62B7EA85-F4D9-07DC-6169-F169EF319206}"/>
              </a:ext>
            </a:extLst>
          </p:cNvPr>
          <p:cNvSpPr>
            <a:spLocks noEditPoints="1"/>
          </p:cNvSpPr>
          <p:nvPr/>
        </p:nvSpPr>
        <p:spPr bwMode="auto">
          <a:xfrm>
            <a:off x="3753464" y="4991009"/>
            <a:ext cx="316712" cy="296804"/>
          </a:xfrm>
          <a:custGeom>
            <a:avLst/>
            <a:gdLst>
              <a:gd name="T0" fmla="*/ 30 w 33"/>
              <a:gd name="T1" fmla="*/ 6 h 31"/>
              <a:gd name="T2" fmla="*/ 33 w 33"/>
              <a:gd name="T3" fmla="*/ 27 h 31"/>
              <a:gd name="T4" fmla="*/ 15 w 33"/>
              <a:gd name="T5" fmla="*/ 30 h 31"/>
              <a:gd name="T6" fmla="*/ 11 w 33"/>
              <a:gd name="T7" fmla="*/ 4 h 31"/>
              <a:gd name="T8" fmla="*/ 13 w 33"/>
              <a:gd name="T9" fmla="*/ 0 h 31"/>
              <a:gd name="T10" fmla="*/ 14 w 33"/>
              <a:gd name="T11" fmla="*/ 1 h 31"/>
              <a:gd name="T12" fmla="*/ 13 w 33"/>
              <a:gd name="T13" fmla="*/ 31 h 31"/>
              <a:gd name="T14" fmla="*/ 4 w 33"/>
              <a:gd name="T15" fmla="*/ 30 h 31"/>
              <a:gd name="T16" fmla="*/ 5 w 33"/>
              <a:gd name="T17" fmla="*/ 4 h 31"/>
              <a:gd name="T18" fmla="*/ 3 w 33"/>
              <a:gd name="T19" fmla="*/ 30 h 31"/>
              <a:gd name="T20" fmla="*/ 0 w 33"/>
              <a:gd name="T21" fmla="*/ 27 h 31"/>
              <a:gd name="T22" fmla="*/ 2 w 33"/>
              <a:gd name="T23" fmla="*/ 6 h 31"/>
              <a:gd name="T24" fmla="*/ 3 w 33"/>
              <a:gd name="T25" fmla="*/ 30 h 31"/>
              <a:gd name="T26" fmla="*/ 26 w 33"/>
              <a:gd name="T27" fmla="*/ 23 h 31"/>
              <a:gd name="T28" fmla="*/ 26 w 33"/>
              <a:gd name="T29" fmla="*/ 26 h 31"/>
              <a:gd name="T30" fmla="*/ 29 w 33"/>
              <a:gd name="T31" fmla="*/ 26 h 31"/>
              <a:gd name="T32" fmla="*/ 29 w 33"/>
              <a:gd name="T33" fmla="*/ 23 h 31"/>
              <a:gd name="T34" fmla="*/ 22 w 33"/>
              <a:gd name="T35" fmla="*/ 23 h 31"/>
              <a:gd name="T36" fmla="*/ 21 w 33"/>
              <a:gd name="T37" fmla="*/ 26 h 31"/>
              <a:gd name="T38" fmla="*/ 25 w 33"/>
              <a:gd name="T39" fmla="*/ 26 h 31"/>
              <a:gd name="T40" fmla="*/ 25 w 33"/>
              <a:gd name="T41" fmla="*/ 23 h 31"/>
              <a:gd name="T42" fmla="*/ 22 w 33"/>
              <a:gd name="T43" fmla="*/ 23 h 31"/>
              <a:gd name="T44" fmla="*/ 17 w 33"/>
              <a:gd name="T45" fmla="*/ 23 h 31"/>
              <a:gd name="T46" fmla="*/ 18 w 33"/>
              <a:gd name="T47" fmla="*/ 26 h 31"/>
              <a:gd name="T48" fmla="*/ 21 w 33"/>
              <a:gd name="T49" fmla="*/ 26 h 31"/>
              <a:gd name="T50" fmla="*/ 20 w 33"/>
              <a:gd name="T51" fmla="*/ 23 h 31"/>
              <a:gd name="T52" fmla="*/ 26 w 33"/>
              <a:gd name="T53" fmla="*/ 19 h 31"/>
              <a:gd name="T54" fmla="*/ 26 w 33"/>
              <a:gd name="T55" fmla="*/ 22 h 31"/>
              <a:gd name="T56" fmla="*/ 29 w 33"/>
              <a:gd name="T57" fmla="*/ 22 h 31"/>
              <a:gd name="T58" fmla="*/ 29 w 33"/>
              <a:gd name="T59" fmla="*/ 19 h 31"/>
              <a:gd name="T60" fmla="*/ 26 w 33"/>
              <a:gd name="T61" fmla="*/ 19 h 31"/>
              <a:gd name="T62" fmla="*/ 21 w 33"/>
              <a:gd name="T63" fmla="*/ 19 h 31"/>
              <a:gd name="T64" fmla="*/ 22 w 33"/>
              <a:gd name="T65" fmla="*/ 22 h 31"/>
              <a:gd name="T66" fmla="*/ 25 w 33"/>
              <a:gd name="T67" fmla="*/ 22 h 31"/>
              <a:gd name="T68" fmla="*/ 25 w 33"/>
              <a:gd name="T69" fmla="*/ 19 h 31"/>
              <a:gd name="T70" fmla="*/ 18 w 33"/>
              <a:gd name="T71" fmla="*/ 19 h 31"/>
              <a:gd name="T72" fmla="*/ 17 w 33"/>
              <a:gd name="T73" fmla="*/ 22 h 31"/>
              <a:gd name="T74" fmla="*/ 20 w 33"/>
              <a:gd name="T75" fmla="*/ 22 h 31"/>
              <a:gd name="T76" fmla="*/ 21 w 33"/>
              <a:gd name="T77" fmla="*/ 19 h 31"/>
              <a:gd name="T78" fmla="*/ 18 w 33"/>
              <a:gd name="T79" fmla="*/ 19 h 31"/>
              <a:gd name="T80" fmla="*/ 26 w 33"/>
              <a:gd name="T81" fmla="*/ 15 h 31"/>
              <a:gd name="T82" fmla="*/ 26 w 33"/>
              <a:gd name="T83" fmla="*/ 18 h 31"/>
              <a:gd name="T84" fmla="*/ 29 w 33"/>
              <a:gd name="T85" fmla="*/ 18 h 31"/>
              <a:gd name="T86" fmla="*/ 29 w 33"/>
              <a:gd name="T87" fmla="*/ 15 h 31"/>
              <a:gd name="T88" fmla="*/ 22 w 33"/>
              <a:gd name="T89" fmla="*/ 15 h 31"/>
              <a:gd name="T90" fmla="*/ 21 w 33"/>
              <a:gd name="T91" fmla="*/ 18 h 31"/>
              <a:gd name="T92" fmla="*/ 25 w 33"/>
              <a:gd name="T93" fmla="*/ 18 h 31"/>
              <a:gd name="T94" fmla="*/ 25 w 33"/>
              <a:gd name="T95" fmla="*/ 15 h 31"/>
              <a:gd name="T96" fmla="*/ 22 w 33"/>
              <a:gd name="T97" fmla="*/ 15 h 31"/>
              <a:gd name="T98" fmla="*/ 17 w 33"/>
              <a:gd name="T99" fmla="*/ 15 h 31"/>
              <a:gd name="T100" fmla="*/ 18 w 33"/>
              <a:gd name="T101" fmla="*/ 18 h 31"/>
              <a:gd name="T102" fmla="*/ 21 w 33"/>
              <a:gd name="T103" fmla="*/ 18 h 31"/>
              <a:gd name="T104" fmla="*/ 20 w 33"/>
              <a:gd name="T105" fmla="*/ 15 h 31"/>
              <a:gd name="T106" fmla="*/ 29 w 33"/>
              <a:gd name="T107" fmla="*/ 10 h 31"/>
              <a:gd name="T108" fmla="*/ 17 w 33"/>
              <a:gd name="T109" fmla="*/ 9 h 31"/>
              <a:gd name="T110" fmla="*/ 17 w 33"/>
              <a:gd name="T111" fmla="*/ 12 h 31"/>
              <a:gd name="T112" fmla="*/ 29 w 33"/>
              <a:gd name="T113" fmla="*/ 12 h 31"/>
              <a:gd name="T114" fmla="*/ 29 w 33"/>
              <a:gd name="T115" fmla="*/ 1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" h="31">
                <a:moveTo>
                  <a:pt x="15" y="6"/>
                </a:moveTo>
                <a:cubicBezTo>
                  <a:pt x="20" y="6"/>
                  <a:pt x="25" y="6"/>
                  <a:pt x="30" y="6"/>
                </a:cubicBezTo>
                <a:cubicBezTo>
                  <a:pt x="32" y="6"/>
                  <a:pt x="33" y="7"/>
                  <a:pt x="33" y="8"/>
                </a:cubicBezTo>
                <a:cubicBezTo>
                  <a:pt x="33" y="16"/>
                  <a:pt x="33" y="20"/>
                  <a:pt x="33" y="27"/>
                </a:cubicBezTo>
                <a:cubicBezTo>
                  <a:pt x="33" y="29"/>
                  <a:pt x="32" y="30"/>
                  <a:pt x="30" y="30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22"/>
                  <a:pt x="15" y="14"/>
                  <a:pt x="15" y="6"/>
                </a:cubicBezTo>
                <a:close/>
                <a:moveTo>
                  <a:pt x="11" y="4"/>
                </a:moveTo>
                <a:cubicBezTo>
                  <a:pt x="11" y="1"/>
                  <a:pt x="11" y="1"/>
                  <a:pt x="11" y="1"/>
                </a:cubicBezTo>
                <a:cubicBezTo>
                  <a:pt x="11" y="0"/>
                  <a:pt x="12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0"/>
                  <a:pt x="14" y="0"/>
                  <a:pt x="14" y="1"/>
                </a:cubicBezTo>
                <a:cubicBezTo>
                  <a:pt x="14" y="11"/>
                  <a:pt x="14" y="20"/>
                  <a:pt x="14" y="30"/>
                </a:cubicBezTo>
                <a:cubicBezTo>
                  <a:pt x="14" y="31"/>
                  <a:pt x="13" y="31"/>
                  <a:pt x="13" y="31"/>
                </a:cubicBezTo>
                <a:cubicBezTo>
                  <a:pt x="10" y="31"/>
                  <a:pt x="7" y="31"/>
                  <a:pt x="5" y="31"/>
                </a:cubicBezTo>
                <a:cubicBezTo>
                  <a:pt x="4" y="31"/>
                  <a:pt x="4" y="31"/>
                  <a:pt x="4" y="30"/>
                </a:cubicBezTo>
                <a:cubicBezTo>
                  <a:pt x="4" y="21"/>
                  <a:pt x="4" y="14"/>
                  <a:pt x="4" y="4"/>
                </a:cubicBezTo>
                <a:cubicBezTo>
                  <a:pt x="4" y="4"/>
                  <a:pt x="4" y="4"/>
                  <a:pt x="5" y="4"/>
                </a:cubicBezTo>
                <a:cubicBezTo>
                  <a:pt x="11" y="4"/>
                  <a:pt x="11" y="4"/>
                  <a:pt x="11" y="4"/>
                </a:cubicBezTo>
                <a:close/>
                <a:moveTo>
                  <a:pt x="3" y="30"/>
                </a:move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29"/>
                  <a:pt x="0" y="27"/>
                </a:cubicBezTo>
                <a:cubicBezTo>
                  <a:pt x="0" y="20"/>
                  <a:pt x="0" y="16"/>
                  <a:pt x="0" y="8"/>
                </a:cubicBezTo>
                <a:cubicBezTo>
                  <a:pt x="0" y="7"/>
                  <a:pt x="1" y="6"/>
                  <a:pt x="2" y="6"/>
                </a:cubicBezTo>
                <a:cubicBezTo>
                  <a:pt x="3" y="6"/>
                  <a:pt x="3" y="6"/>
                  <a:pt x="3" y="6"/>
                </a:cubicBezTo>
                <a:cubicBezTo>
                  <a:pt x="3" y="14"/>
                  <a:pt x="3" y="22"/>
                  <a:pt x="3" y="30"/>
                </a:cubicBezTo>
                <a:close/>
                <a:moveTo>
                  <a:pt x="26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26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3"/>
                  <a:pt x="29" y="23"/>
                  <a:pt x="29" y="23"/>
                </a:cubicBezTo>
                <a:cubicBezTo>
                  <a:pt x="29" y="23"/>
                  <a:pt x="29" y="23"/>
                  <a:pt x="29" y="23"/>
                </a:cubicBezTo>
                <a:cubicBezTo>
                  <a:pt x="26" y="23"/>
                  <a:pt x="26" y="23"/>
                  <a:pt x="26" y="23"/>
                </a:cubicBezTo>
                <a:close/>
                <a:moveTo>
                  <a:pt x="22" y="23"/>
                </a:moveTo>
                <a:cubicBezTo>
                  <a:pt x="22" y="23"/>
                  <a:pt x="21" y="23"/>
                  <a:pt x="21" y="23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6"/>
                  <a:pt x="22" y="26"/>
                  <a:pt x="22" y="26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2" y="23"/>
                  <a:pt x="22" y="23"/>
                  <a:pt x="22" y="23"/>
                </a:cubicBezTo>
                <a:close/>
                <a:moveTo>
                  <a:pt x="18" y="23"/>
                </a:moveTo>
                <a:cubicBezTo>
                  <a:pt x="17" y="23"/>
                  <a:pt x="17" y="23"/>
                  <a:pt x="17" y="23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8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0" y="23"/>
                </a:cubicBezTo>
                <a:cubicBezTo>
                  <a:pt x="18" y="23"/>
                  <a:pt x="18" y="23"/>
                  <a:pt x="18" y="23"/>
                </a:cubicBezTo>
                <a:close/>
                <a:moveTo>
                  <a:pt x="26" y="19"/>
                </a:moveTo>
                <a:cubicBezTo>
                  <a:pt x="26" y="19"/>
                  <a:pt x="26" y="19"/>
                  <a:pt x="26" y="19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6" y="19"/>
                  <a:pt x="26" y="19"/>
                  <a:pt x="26" y="19"/>
                </a:cubicBezTo>
                <a:close/>
                <a:moveTo>
                  <a:pt x="22" y="19"/>
                </a:moveTo>
                <a:cubicBezTo>
                  <a:pt x="22" y="19"/>
                  <a:pt x="21" y="19"/>
                  <a:pt x="21" y="19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22"/>
                  <a:pt x="22" y="22"/>
                  <a:pt x="22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9"/>
                  <a:pt x="25" y="19"/>
                  <a:pt x="25" y="19"/>
                </a:cubicBezTo>
                <a:cubicBezTo>
                  <a:pt x="22" y="19"/>
                  <a:pt x="22" y="19"/>
                  <a:pt x="22" y="19"/>
                </a:cubicBezTo>
                <a:close/>
                <a:moveTo>
                  <a:pt x="18" y="19"/>
                </a:moveTo>
                <a:cubicBezTo>
                  <a:pt x="17" y="19"/>
                  <a:pt x="17" y="19"/>
                  <a:pt x="17" y="19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7" y="22"/>
                  <a:pt x="18" y="22"/>
                </a:cubicBezTo>
                <a:cubicBezTo>
                  <a:pt x="20" y="22"/>
                  <a:pt x="20" y="22"/>
                  <a:pt x="20" y="22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0" y="19"/>
                </a:cubicBezTo>
                <a:cubicBezTo>
                  <a:pt x="18" y="19"/>
                  <a:pt x="18" y="19"/>
                  <a:pt x="18" y="19"/>
                </a:cubicBezTo>
                <a:close/>
                <a:moveTo>
                  <a:pt x="26" y="15"/>
                </a:moveTo>
                <a:cubicBezTo>
                  <a:pt x="26" y="15"/>
                  <a:pt x="26" y="15"/>
                  <a:pt x="26" y="15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6" y="15"/>
                  <a:pt x="26" y="15"/>
                  <a:pt x="26" y="15"/>
                </a:cubicBezTo>
                <a:close/>
                <a:moveTo>
                  <a:pt x="22" y="15"/>
                </a:moveTo>
                <a:cubicBezTo>
                  <a:pt x="22" y="15"/>
                  <a:pt x="21" y="15"/>
                  <a:pt x="21" y="15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8"/>
                  <a:pt x="22" y="18"/>
                  <a:pt x="22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2" y="15"/>
                  <a:pt x="22" y="15"/>
                  <a:pt x="22" y="15"/>
                </a:cubicBezTo>
                <a:close/>
                <a:moveTo>
                  <a:pt x="18" y="15"/>
                </a:moveTo>
                <a:cubicBezTo>
                  <a:pt x="17" y="15"/>
                  <a:pt x="17" y="15"/>
                  <a:pt x="17" y="15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7" y="18"/>
                  <a:pt x="18" y="18"/>
                </a:cubicBezTo>
                <a:cubicBezTo>
                  <a:pt x="20" y="18"/>
                  <a:pt x="20" y="18"/>
                  <a:pt x="20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0" y="15"/>
                </a:cubicBezTo>
                <a:cubicBezTo>
                  <a:pt x="18" y="15"/>
                  <a:pt x="18" y="15"/>
                  <a:pt x="18" y="15"/>
                </a:cubicBezTo>
                <a:close/>
                <a:moveTo>
                  <a:pt x="29" y="10"/>
                </a:moveTo>
                <a:cubicBezTo>
                  <a:pt x="29" y="9"/>
                  <a:pt x="29" y="9"/>
                  <a:pt x="29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9"/>
                  <a:pt x="17" y="10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1"/>
                  <a:pt x="29" y="11"/>
                  <a:pt x="29" y="1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Freeform 178">
            <a:extLst>
              <a:ext uri="{FF2B5EF4-FFF2-40B4-BE49-F238E27FC236}">
                <a16:creationId xmlns:a16="http://schemas.microsoft.com/office/drawing/2014/main" id="{80C1EEA3-8EA8-FAB3-6CA9-02C5B3C9D794}"/>
              </a:ext>
            </a:extLst>
          </p:cNvPr>
          <p:cNvSpPr>
            <a:spLocks/>
          </p:cNvSpPr>
          <p:nvPr/>
        </p:nvSpPr>
        <p:spPr bwMode="auto">
          <a:xfrm>
            <a:off x="5000403" y="5067020"/>
            <a:ext cx="316712" cy="115826"/>
          </a:xfrm>
          <a:custGeom>
            <a:avLst/>
            <a:gdLst>
              <a:gd name="T0" fmla="*/ 29 w 33"/>
              <a:gd name="T1" fmla="*/ 2 h 12"/>
              <a:gd name="T2" fmla="*/ 4 w 33"/>
              <a:gd name="T3" fmla="*/ 2 h 12"/>
              <a:gd name="T4" fmla="*/ 1 w 33"/>
              <a:gd name="T5" fmla="*/ 6 h 12"/>
              <a:gd name="T6" fmla="*/ 2 w 33"/>
              <a:gd name="T7" fmla="*/ 11 h 12"/>
              <a:gd name="T8" fmla="*/ 3 w 33"/>
              <a:gd name="T9" fmla="*/ 12 h 12"/>
              <a:gd name="T10" fmla="*/ 9 w 33"/>
              <a:gd name="T11" fmla="*/ 12 h 12"/>
              <a:gd name="T12" fmla="*/ 10 w 33"/>
              <a:gd name="T13" fmla="*/ 11 h 12"/>
              <a:gd name="T14" fmla="*/ 10 w 33"/>
              <a:gd name="T15" fmla="*/ 10 h 12"/>
              <a:gd name="T16" fmla="*/ 10 w 33"/>
              <a:gd name="T17" fmla="*/ 6 h 12"/>
              <a:gd name="T18" fmla="*/ 24 w 33"/>
              <a:gd name="T19" fmla="*/ 6 h 12"/>
              <a:gd name="T20" fmla="*/ 23 w 33"/>
              <a:gd name="T21" fmla="*/ 10 h 12"/>
              <a:gd name="T22" fmla="*/ 23 w 33"/>
              <a:gd name="T23" fmla="*/ 11 h 12"/>
              <a:gd name="T24" fmla="*/ 25 w 33"/>
              <a:gd name="T25" fmla="*/ 12 h 12"/>
              <a:gd name="T26" fmla="*/ 30 w 33"/>
              <a:gd name="T27" fmla="*/ 12 h 12"/>
              <a:gd name="T28" fmla="*/ 32 w 33"/>
              <a:gd name="T29" fmla="*/ 11 h 12"/>
              <a:gd name="T30" fmla="*/ 32 w 33"/>
              <a:gd name="T31" fmla="*/ 6 h 12"/>
              <a:gd name="T32" fmla="*/ 29 w 33"/>
              <a:gd name="T33" fmla="*/ 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3" h="12">
                <a:moveTo>
                  <a:pt x="29" y="2"/>
                </a:moveTo>
                <a:cubicBezTo>
                  <a:pt x="21" y="0"/>
                  <a:pt x="13" y="0"/>
                  <a:pt x="4" y="2"/>
                </a:cubicBezTo>
                <a:cubicBezTo>
                  <a:pt x="2" y="2"/>
                  <a:pt x="0" y="4"/>
                  <a:pt x="1" y="6"/>
                </a:cubicBezTo>
                <a:cubicBezTo>
                  <a:pt x="1" y="7"/>
                  <a:pt x="1" y="9"/>
                  <a:pt x="2" y="11"/>
                </a:cubicBezTo>
                <a:cubicBezTo>
                  <a:pt x="2" y="12"/>
                  <a:pt x="3" y="12"/>
                  <a:pt x="3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1"/>
                  <a:pt x="9" y="11"/>
                  <a:pt x="10" y="11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6"/>
                  <a:pt x="10" y="6"/>
                  <a:pt x="10" y="6"/>
                </a:cubicBezTo>
                <a:cubicBezTo>
                  <a:pt x="14" y="6"/>
                  <a:pt x="19" y="6"/>
                  <a:pt x="24" y="6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10"/>
                  <a:pt x="23" y="10"/>
                  <a:pt x="23" y="11"/>
                </a:cubicBezTo>
                <a:cubicBezTo>
                  <a:pt x="24" y="11"/>
                  <a:pt x="24" y="11"/>
                  <a:pt x="25" y="12"/>
                </a:cubicBezTo>
                <a:cubicBezTo>
                  <a:pt x="30" y="12"/>
                  <a:pt x="30" y="12"/>
                  <a:pt x="30" y="12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9"/>
                  <a:pt x="32" y="7"/>
                  <a:pt x="32" y="6"/>
                </a:cubicBezTo>
                <a:cubicBezTo>
                  <a:pt x="33" y="4"/>
                  <a:pt x="31" y="2"/>
                  <a:pt x="29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Freeform 181">
            <a:extLst>
              <a:ext uri="{FF2B5EF4-FFF2-40B4-BE49-F238E27FC236}">
                <a16:creationId xmlns:a16="http://schemas.microsoft.com/office/drawing/2014/main" id="{7B62F079-5D8C-48EF-661A-9960E387FEAC}"/>
              </a:ext>
            </a:extLst>
          </p:cNvPr>
          <p:cNvSpPr>
            <a:spLocks noEditPoints="1"/>
          </p:cNvSpPr>
          <p:nvPr/>
        </p:nvSpPr>
        <p:spPr bwMode="auto">
          <a:xfrm>
            <a:off x="5642874" y="5029015"/>
            <a:ext cx="258799" cy="258799"/>
          </a:xfrm>
          <a:custGeom>
            <a:avLst/>
            <a:gdLst>
              <a:gd name="T0" fmla="*/ 25 w 27"/>
              <a:gd name="T1" fmla="*/ 0 h 27"/>
              <a:gd name="T2" fmla="*/ 27 w 27"/>
              <a:gd name="T3" fmla="*/ 2 h 27"/>
              <a:gd name="T4" fmla="*/ 27 w 27"/>
              <a:gd name="T5" fmla="*/ 17 h 27"/>
              <a:gd name="T6" fmla="*/ 25 w 27"/>
              <a:gd name="T7" fmla="*/ 19 h 27"/>
              <a:gd name="T8" fmla="*/ 20 w 27"/>
              <a:gd name="T9" fmla="*/ 19 h 27"/>
              <a:gd name="T10" fmla="*/ 20 w 27"/>
              <a:gd name="T11" fmla="*/ 27 h 27"/>
              <a:gd name="T12" fmla="*/ 13 w 27"/>
              <a:gd name="T13" fmla="*/ 19 h 27"/>
              <a:gd name="T14" fmla="*/ 2 w 27"/>
              <a:gd name="T15" fmla="*/ 19 h 27"/>
              <a:gd name="T16" fmla="*/ 0 w 27"/>
              <a:gd name="T17" fmla="*/ 17 h 27"/>
              <a:gd name="T18" fmla="*/ 0 w 27"/>
              <a:gd name="T19" fmla="*/ 2 h 27"/>
              <a:gd name="T20" fmla="*/ 2 w 27"/>
              <a:gd name="T21" fmla="*/ 0 h 27"/>
              <a:gd name="T22" fmla="*/ 25 w 27"/>
              <a:gd name="T23" fmla="*/ 0 h 27"/>
              <a:gd name="T24" fmla="*/ 5 w 27"/>
              <a:gd name="T25" fmla="*/ 5 h 27"/>
              <a:gd name="T26" fmla="*/ 5 w 27"/>
              <a:gd name="T27" fmla="*/ 6 h 27"/>
              <a:gd name="T28" fmla="*/ 5 w 27"/>
              <a:gd name="T29" fmla="*/ 6 h 27"/>
              <a:gd name="T30" fmla="*/ 5 w 27"/>
              <a:gd name="T31" fmla="*/ 7 h 27"/>
              <a:gd name="T32" fmla="*/ 22 w 27"/>
              <a:gd name="T33" fmla="*/ 7 h 27"/>
              <a:gd name="T34" fmla="*/ 22 w 27"/>
              <a:gd name="T35" fmla="*/ 6 h 27"/>
              <a:gd name="T36" fmla="*/ 22 w 27"/>
              <a:gd name="T37" fmla="*/ 6 h 27"/>
              <a:gd name="T38" fmla="*/ 22 w 27"/>
              <a:gd name="T39" fmla="*/ 5 h 27"/>
              <a:gd name="T40" fmla="*/ 5 w 27"/>
              <a:gd name="T41" fmla="*/ 5 h 27"/>
              <a:gd name="T42" fmla="*/ 5 w 27"/>
              <a:gd name="T43" fmla="*/ 13 h 27"/>
              <a:gd name="T44" fmla="*/ 5 w 27"/>
              <a:gd name="T45" fmla="*/ 13 h 27"/>
              <a:gd name="T46" fmla="*/ 5 w 27"/>
              <a:gd name="T47" fmla="*/ 13 h 27"/>
              <a:gd name="T48" fmla="*/ 5 w 27"/>
              <a:gd name="T49" fmla="*/ 14 h 27"/>
              <a:gd name="T50" fmla="*/ 22 w 27"/>
              <a:gd name="T51" fmla="*/ 14 h 27"/>
              <a:gd name="T52" fmla="*/ 22 w 27"/>
              <a:gd name="T53" fmla="*/ 13 h 27"/>
              <a:gd name="T54" fmla="*/ 22 w 27"/>
              <a:gd name="T55" fmla="*/ 13 h 27"/>
              <a:gd name="T56" fmla="*/ 22 w 27"/>
              <a:gd name="T57" fmla="*/ 13 h 27"/>
              <a:gd name="T58" fmla="*/ 5 w 27"/>
              <a:gd name="T59" fmla="*/ 13 h 27"/>
              <a:gd name="T60" fmla="*/ 5 w 27"/>
              <a:gd name="T61" fmla="*/ 9 h 27"/>
              <a:gd name="T62" fmla="*/ 5 w 27"/>
              <a:gd name="T63" fmla="*/ 10 h 27"/>
              <a:gd name="T64" fmla="*/ 5 w 27"/>
              <a:gd name="T65" fmla="*/ 10 h 27"/>
              <a:gd name="T66" fmla="*/ 5 w 27"/>
              <a:gd name="T67" fmla="*/ 10 h 27"/>
              <a:gd name="T68" fmla="*/ 22 w 27"/>
              <a:gd name="T69" fmla="*/ 10 h 27"/>
              <a:gd name="T70" fmla="*/ 22 w 27"/>
              <a:gd name="T71" fmla="*/ 10 h 27"/>
              <a:gd name="T72" fmla="*/ 22 w 27"/>
              <a:gd name="T73" fmla="*/ 10 h 27"/>
              <a:gd name="T74" fmla="*/ 22 w 27"/>
              <a:gd name="T75" fmla="*/ 9 h 27"/>
              <a:gd name="T76" fmla="*/ 5 w 27"/>
              <a:gd name="T77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7" h="27">
                <a:moveTo>
                  <a:pt x="25" y="0"/>
                </a:moveTo>
                <a:cubicBezTo>
                  <a:pt x="26" y="0"/>
                  <a:pt x="27" y="1"/>
                  <a:pt x="27" y="2"/>
                </a:cubicBezTo>
                <a:cubicBezTo>
                  <a:pt x="27" y="7"/>
                  <a:pt x="27" y="12"/>
                  <a:pt x="27" y="17"/>
                </a:cubicBezTo>
                <a:cubicBezTo>
                  <a:pt x="27" y="18"/>
                  <a:pt x="26" y="19"/>
                  <a:pt x="25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4"/>
                  <a:pt x="17" y="21"/>
                  <a:pt x="13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2"/>
                  <a:pt x="0" y="7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0" y="0"/>
                  <a:pt x="17" y="0"/>
                  <a:pt x="25" y="0"/>
                </a:cubicBezTo>
                <a:close/>
                <a:moveTo>
                  <a:pt x="5" y="5"/>
                </a:moveTo>
                <a:cubicBezTo>
                  <a:pt x="5" y="5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7"/>
                  <a:pt x="5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5"/>
                  <a:pt x="22" y="5"/>
                </a:cubicBezTo>
                <a:cubicBezTo>
                  <a:pt x="5" y="5"/>
                  <a:pt x="5" y="5"/>
                  <a:pt x="5" y="5"/>
                </a:cubicBezTo>
                <a:close/>
                <a:moveTo>
                  <a:pt x="5" y="13"/>
                </a:move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4"/>
                  <a:pt x="5" y="14"/>
                  <a:pt x="5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2" y="14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5" y="13"/>
                  <a:pt x="5" y="13"/>
                  <a:pt x="5" y="13"/>
                </a:cubicBezTo>
                <a:close/>
                <a:moveTo>
                  <a:pt x="5" y="9"/>
                </a:moveTo>
                <a:cubicBezTo>
                  <a:pt x="5" y="9"/>
                  <a:pt x="5" y="9"/>
                  <a:pt x="5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2" y="9"/>
                  <a:pt x="22" y="9"/>
                  <a:pt x="22" y="9"/>
                </a:cubicBezTo>
                <a:lnTo>
                  <a:pt x="5" y="9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Freeform 184">
            <a:extLst>
              <a:ext uri="{FF2B5EF4-FFF2-40B4-BE49-F238E27FC236}">
                <a16:creationId xmlns:a16="http://schemas.microsoft.com/office/drawing/2014/main" id="{CD691954-C04B-2C56-71FB-A710B0D478CC}"/>
              </a:ext>
            </a:extLst>
          </p:cNvPr>
          <p:cNvSpPr>
            <a:spLocks noEditPoints="1"/>
          </p:cNvSpPr>
          <p:nvPr/>
        </p:nvSpPr>
        <p:spPr bwMode="auto">
          <a:xfrm>
            <a:off x="9298628" y="5000059"/>
            <a:ext cx="394532" cy="269658"/>
          </a:xfrm>
          <a:custGeom>
            <a:avLst/>
            <a:gdLst>
              <a:gd name="T0" fmla="*/ 15 w 41"/>
              <a:gd name="T1" fmla="*/ 5 h 28"/>
              <a:gd name="T2" fmla="*/ 26 w 41"/>
              <a:gd name="T3" fmla="*/ 22 h 28"/>
              <a:gd name="T4" fmla="*/ 34 w 41"/>
              <a:gd name="T5" fmla="*/ 22 h 28"/>
              <a:gd name="T6" fmla="*/ 34 w 41"/>
              <a:gd name="T7" fmla="*/ 4 h 28"/>
              <a:gd name="T8" fmla="*/ 36 w 41"/>
              <a:gd name="T9" fmla="*/ 3 h 28"/>
              <a:gd name="T10" fmla="*/ 36 w 41"/>
              <a:gd name="T11" fmla="*/ 24 h 28"/>
              <a:gd name="T12" fmla="*/ 35 w 41"/>
              <a:gd name="T13" fmla="*/ 24 h 28"/>
              <a:gd name="T14" fmla="*/ 34 w 41"/>
              <a:gd name="T15" fmla="*/ 22 h 28"/>
              <a:gd name="T16" fmla="*/ 31 w 41"/>
              <a:gd name="T17" fmla="*/ 20 h 28"/>
              <a:gd name="T18" fmla="*/ 32 w 41"/>
              <a:gd name="T19" fmla="*/ 21 h 28"/>
              <a:gd name="T20" fmla="*/ 33 w 41"/>
              <a:gd name="T21" fmla="*/ 7 h 28"/>
              <a:gd name="T22" fmla="*/ 32 w 41"/>
              <a:gd name="T23" fmla="*/ 7 h 28"/>
              <a:gd name="T24" fmla="*/ 31 w 41"/>
              <a:gd name="T25" fmla="*/ 9 h 28"/>
              <a:gd name="T26" fmla="*/ 7 w 41"/>
              <a:gd name="T27" fmla="*/ 22 h 28"/>
              <a:gd name="T28" fmla="*/ 7 w 41"/>
              <a:gd name="T29" fmla="*/ 4 h 28"/>
              <a:gd name="T30" fmla="*/ 5 w 41"/>
              <a:gd name="T31" fmla="*/ 3 h 28"/>
              <a:gd name="T32" fmla="*/ 5 w 41"/>
              <a:gd name="T33" fmla="*/ 24 h 28"/>
              <a:gd name="T34" fmla="*/ 6 w 41"/>
              <a:gd name="T35" fmla="*/ 24 h 28"/>
              <a:gd name="T36" fmla="*/ 7 w 41"/>
              <a:gd name="T37" fmla="*/ 22 h 28"/>
              <a:gd name="T38" fmla="*/ 10 w 41"/>
              <a:gd name="T39" fmla="*/ 20 h 28"/>
              <a:gd name="T40" fmla="*/ 9 w 41"/>
              <a:gd name="T41" fmla="*/ 21 h 28"/>
              <a:gd name="T42" fmla="*/ 8 w 41"/>
              <a:gd name="T43" fmla="*/ 7 h 28"/>
              <a:gd name="T44" fmla="*/ 9 w 41"/>
              <a:gd name="T45" fmla="*/ 7 h 28"/>
              <a:gd name="T46" fmla="*/ 10 w 41"/>
              <a:gd name="T47" fmla="*/ 9 h 28"/>
              <a:gd name="T48" fmla="*/ 27 w 41"/>
              <a:gd name="T49" fmla="*/ 28 h 28"/>
              <a:gd name="T50" fmla="*/ 12 w 41"/>
              <a:gd name="T51" fmla="*/ 26 h 28"/>
              <a:gd name="T52" fmla="*/ 14 w 41"/>
              <a:gd name="T53" fmla="*/ 0 h 28"/>
              <a:gd name="T54" fmla="*/ 29 w 41"/>
              <a:gd name="T55" fmla="*/ 2 h 28"/>
              <a:gd name="T56" fmla="*/ 27 w 41"/>
              <a:gd name="T57" fmla="*/ 28 h 28"/>
              <a:gd name="T58" fmla="*/ 27 w 41"/>
              <a:gd name="T59" fmla="*/ 3 h 28"/>
              <a:gd name="T60" fmla="*/ 28 w 41"/>
              <a:gd name="T61" fmla="*/ 23 h 28"/>
              <a:gd name="T62" fmla="*/ 14 w 41"/>
              <a:gd name="T63" fmla="*/ 24 h 28"/>
              <a:gd name="T64" fmla="*/ 13 w 41"/>
              <a:gd name="T65" fmla="*/ 4 h 28"/>
              <a:gd name="T66" fmla="*/ 21 w 41"/>
              <a:gd name="T67" fmla="*/ 25 h 28"/>
              <a:gd name="T68" fmla="*/ 20 w 41"/>
              <a:gd name="T69" fmla="*/ 25 h 28"/>
              <a:gd name="T70" fmla="*/ 20 w 41"/>
              <a:gd name="T71" fmla="*/ 27 h 28"/>
              <a:gd name="T72" fmla="*/ 21 w 41"/>
              <a:gd name="T73" fmla="*/ 27 h 28"/>
              <a:gd name="T74" fmla="*/ 21 w 41"/>
              <a:gd name="T75" fmla="*/ 2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1" h="28">
                <a:moveTo>
                  <a:pt x="26" y="5"/>
                </a:moveTo>
                <a:cubicBezTo>
                  <a:pt x="15" y="5"/>
                  <a:pt x="15" y="5"/>
                  <a:pt x="15" y="5"/>
                </a:cubicBezTo>
                <a:cubicBezTo>
                  <a:pt x="15" y="22"/>
                  <a:pt x="15" y="22"/>
                  <a:pt x="15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5"/>
                  <a:pt x="26" y="5"/>
                  <a:pt x="26" y="5"/>
                </a:cubicBezTo>
                <a:close/>
                <a:moveTo>
                  <a:pt x="34" y="22"/>
                </a:moveTo>
                <a:cubicBezTo>
                  <a:pt x="38" y="17"/>
                  <a:pt x="38" y="10"/>
                  <a:pt x="34" y="5"/>
                </a:cubicBezTo>
                <a:cubicBezTo>
                  <a:pt x="34" y="5"/>
                  <a:pt x="34" y="5"/>
                  <a:pt x="34" y="4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3"/>
                  <a:pt x="35" y="3"/>
                  <a:pt x="36" y="3"/>
                </a:cubicBezTo>
                <a:cubicBezTo>
                  <a:pt x="36" y="3"/>
                  <a:pt x="36" y="3"/>
                  <a:pt x="36" y="4"/>
                </a:cubicBezTo>
                <a:cubicBezTo>
                  <a:pt x="41" y="9"/>
                  <a:pt x="41" y="18"/>
                  <a:pt x="36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35" y="24"/>
                  <a:pt x="35" y="24"/>
                  <a:pt x="35" y="24"/>
                </a:cubicBezTo>
                <a:cubicBezTo>
                  <a:pt x="34" y="23"/>
                  <a:pt x="34" y="23"/>
                  <a:pt x="34" y="23"/>
                </a:cubicBezTo>
                <a:cubicBezTo>
                  <a:pt x="34" y="23"/>
                  <a:pt x="34" y="23"/>
                  <a:pt x="34" y="22"/>
                </a:cubicBezTo>
                <a:close/>
                <a:moveTo>
                  <a:pt x="31" y="19"/>
                </a:moveTo>
                <a:cubicBezTo>
                  <a:pt x="30" y="19"/>
                  <a:pt x="30" y="20"/>
                  <a:pt x="31" y="20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1"/>
                  <a:pt x="33" y="21"/>
                  <a:pt x="33" y="21"/>
                </a:cubicBezTo>
                <a:cubicBezTo>
                  <a:pt x="36" y="17"/>
                  <a:pt x="36" y="11"/>
                  <a:pt x="33" y="7"/>
                </a:cubicBezTo>
                <a:cubicBezTo>
                  <a:pt x="33" y="7"/>
                  <a:pt x="32" y="7"/>
                  <a:pt x="32" y="7"/>
                </a:cubicBezTo>
                <a:cubicBezTo>
                  <a:pt x="32" y="7"/>
                  <a:pt x="32" y="7"/>
                  <a:pt x="32" y="7"/>
                </a:cubicBezTo>
                <a:cubicBezTo>
                  <a:pt x="31" y="8"/>
                  <a:pt x="31" y="8"/>
                  <a:pt x="31" y="8"/>
                </a:cubicBezTo>
                <a:cubicBezTo>
                  <a:pt x="30" y="8"/>
                  <a:pt x="30" y="8"/>
                  <a:pt x="31" y="9"/>
                </a:cubicBezTo>
                <a:cubicBezTo>
                  <a:pt x="33" y="12"/>
                  <a:pt x="33" y="16"/>
                  <a:pt x="31" y="19"/>
                </a:cubicBezTo>
                <a:close/>
                <a:moveTo>
                  <a:pt x="7" y="22"/>
                </a:moveTo>
                <a:cubicBezTo>
                  <a:pt x="3" y="17"/>
                  <a:pt x="3" y="10"/>
                  <a:pt x="7" y="5"/>
                </a:cubicBezTo>
                <a:cubicBezTo>
                  <a:pt x="7" y="5"/>
                  <a:pt x="7" y="5"/>
                  <a:pt x="7" y="4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5" y="3"/>
                </a:cubicBezTo>
                <a:cubicBezTo>
                  <a:pt x="5" y="3"/>
                  <a:pt x="5" y="3"/>
                  <a:pt x="5" y="4"/>
                </a:cubicBezTo>
                <a:cubicBezTo>
                  <a:pt x="0" y="9"/>
                  <a:pt x="0" y="18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3"/>
                  <a:pt x="7" y="23"/>
                  <a:pt x="7" y="22"/>
                </a:cubicBezTo>
                <a:close/>
                <a:moveTo>
                  <a:pt x="10" y="19"/>
                </a:moveTo>
                <a:cubicBezTo>
                  <a:pt x="11" y="19"/>
                  <a:pt x="11" y="20"/>
                  <a:pt x="10" y="20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8" y="21"/>
                  <a:pt x="8" y="21"/>
                </a:cubicBezTo>
                <a:cubicBezTo>
                  <a:pt x="5" y="17"/>
                  <a:pt x="5" y="11"/>
                  <a:pt x="8" y="7"/>
                </a:cubicBezTo>
                <a:cubicBezTo>
                  <a:pt x="8" y="7"/>
                  <a:pt x="9" y="7"/>
                  <a:pt x="9" y="7"/>
                </a:cubicBezTo>
                <a:cubicBezTo>
                  <a:pt x="9" y="7"/>
                  <a:pt x="9" y="7"/>
                  <a:pt x="9" y="7"/>
                </a:cubicBezTo>
                <a:cubicBezTo>
                  <a:pt x="10" y="8"/>
                  <a:pt x="10" y="8"/>
                  <a:pt x="10" y="8"/>
                </a:cubicBezTo>
                <a:cubicBezTo>
                  <a:pt x="11" y="8"/>
                  <a:pt x="11" y="8"/>
                  <a:pt x="10" y="9"/>
                </a:cubicBezTo>
                <a:cubicBezTo>
                  <a:pt x="8" y="12"/>
                  <a:pt x="8" y="16"/>
                  <a:pt x="10" y="19"/>
                </a:cubicBezTo>
                <a:close/>
                <a:moveTo>
                  <a:pt x="27" y="28"/>
                </a:moveTo>
                <a:cubicBezTo>
                  <a:pt x="14" y="28"/>
                  <a:pt x="14" y="28"/>
                  <a:pt x="14" y="28"/>
                </a:cubicBezTo>
                <a:cubicBezTo>
                  <a:pt x="13" y="28"/>
                  <a:pt x="12" y="27"/>
                  <a:pt x="12" y="26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1"/>
                  <a:pt x="13" y="0"/>
                  <a:pt x="14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7"/>
                  <a:pt x="28" y="28"/>
                  <a:pt x="27" y="28"/>
                </a:cubicBezTo>
                <a:close/>
                <a:moveTo>
                  <a:pt x="14" y="3"/>
                </a:move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8" y="3"/>
                  <a:pt x="28" y="4"/>
                </a:cubicBezTo>
                <a:cubicBezTo>
                  <a:pt x="28" y="23"/>
                  <a:pt x="28" y="23"/>
                  <a:pt x="28" y="23"/>
                </a:cubicBezTo>
                <a:cubicBezTo>
                  <a:pt x="28" y="24"/>
                  <a:pt x="27" y="24"/>
                  <a:pt x="27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3" y="24"/>
                  <a:pt x="13" y="23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4" y="3"/>
                  <a:pt x="14" y="3"/>
                </a:cubicBezTo>
                <a:close/>
                <a:moveTo>
                  <a:pt x="21" y="25"/>
                </a:moveTo>
                <a:cubicBezTo>
                  <a:pt x="21" y="25"/>
                  <a:pt x="21" y="25"/>
                  <a:pt x="21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20" y="26"/>
                  <a:pt x="20" y="26"/>
                </a:cubicBezTo>
                <a:cubicBezTo>
                  <a:pt x="20" y="26"/>
                  <a:pt x="20" y="26"/>
                  <a:pt x="20" y="27"/>
                </a:cubicBezTo>
                <a:cubicBezTo>
                  <a:pt x="20" y="27"/>
                  <a:pt x="20" y="27"/>
                  <a:pt x="21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6"/>
                  <a:pt x="22" y="26"/>
                  <a:pt x="22" y="26"/>
                </a:cubicBezTo>
                <a:cubicBezTo>
                  <a:pt x="22" y="26"/>
                  <a:pt x="21" y="25"/>
                  <a:pt x="21" y="2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Freeform 185">
            <a:extLst>
              <a:ext uri="{FF2B5EF4-FFF2-40B4-BE49-F238E27FC236}">
                <a16:creationId xmlns:a16="http://schemas.microsoft.com/office/drawing/2014/main" id="{26B59D26-6564-4880-712F-FA53C9A63361}"/>
              </a:ext>
            </a:extLst>
          </p:cNvPr>
          <p:cNvSpPr>
            <a:spLocks noEditPoints="1"/>
          </p:cNvSpPr>
          <p:nvPr/>
        </p:nvSpPr>
        <p:spPr bwMode="auto">
          <a:xfrm>
            <a:off x="9961007" y="1910765"/>
            <a:ext cx="307663" cy="267847"/>
          </a:xfrm>
          <a:custGeom>
            <a:avLst/>
            <a:gdLst>
              <a:gd name="T0" fmla="*/ 25 w 32"/>
              <a:gd name="T1" fmla="*/ 28 h 28"/>
              <a:gd name="T2" fmla="*/ 28 w 32"/>
              <a:gd name="T3" fmla="*/ 1 h 28"/>
              <a:gd name="T4" fmla="*/ 20 w 32"/>
              <a:gd name="T5" fmla="*/ 2 h 28"/>
              <a:gd name="T6" fmla="*/ 10 w 32"/>
              <a:gd name="T7" fmla="*/ 27 h 28"/>
              <a:gd name="T8" fmla="*/ 17 w 32"/>
              <a:gd name="T9" fmla="*/ 1 h 28"/>
              <a:gd name="T10" fmla="*/ 17 w 32"/>
              <a:gd name="T11" fmla="*/ 28 h 28"/>
              <a:gd name="T12" fmla="*/ 0 w 32"/>
              <a:gd name="T13" fmla="*/ 27 h 28"/>
              <a:gd name="T14" fmla="*/ 7 w 32"/>
              <a:gd name="T15" fmla="*/ 1 h 28"/>
              <a:gd name="T16" fmla="*/ 7 w 32"/>
              <a:gd name="T17" fmla="*/ 28 h 28"/>
              <a:gd name="T18" fmla="*/ 29 w 32"/>
              <a:gd name="T19" fmla="*/ 21 h 28"/>
              <a:gd name="T20" fmla="*/ 27 w 32"/>
              <a:gd name="T21" fmla="*/ 23 h 28"/>
              <a:gd name="T22" fmla="*/ 25 w 32"/>
              <a:gd name="T23" fmla="*/ 21 h 28"/>
              <a:gd name="T24" fmla="*/ 25 w 32"/>
              <a:gd name="T25" fmla="*/ 19 h 28"/>
              <a:gd name="T26" fmla="*/ 29 w 32"/>
              <a:gd name="T27" fmla="*/ 21 h 28"/>
              <a:gd name="T28" fmla="*/ 29 w 32"/>
              <a:gd name="T29" fmla="*/ 23 h 28"/>
              <a:gd name="T30" fmla="*/ 27 w 32"/>
              <a:gd name="T31" fmla="*/ 24 h 28"/>
              <a:gd name="T32" fmla="*/ 25 w 32"/>
              <a:gd name="T33" fmla="*/ 19 h 28"/>
              <a:gd name="T34" fmla="*/ 23 w 32"/>
              <a:gd name="T35" fmla="*/ 6 h 28"/>
              <a:gd name="T36" fmla="*/ 26 w 32"/>
              <a:gd name="T37" fmla="*/ 4 h 28"/>
              <a:gd name="T38" fmla="*/ 27 w 32"/>
              <a:gd name="T39" fmla="*/ 5 h 28"/>
              <a:gd name="T40" fmla="*/ 2 w 32"/>
              <a:gd name="T41" fmla="*/ 22 h 28"/>
              <a:gd name="T42" fmla="*/ 6 w 32"/>
              <a:gd name="T43" fmla="*/ 23 h 28"/>
              <a:gd name="T44" fmla="*/ 4 w 32"/>
              <a:gd name="T45" fmla="*/ 19 h 28"/>
              <a:gd name="T46" fmla="*/ 3 w 32"/>
              <a:gd name="T47" fmla="*/ 20 h 28"/>
              <a:gd name="T48" fmla="*/ 4 w 32"/>
              <a:gd name="T49" fmla="*/ 23 h 28"/>
              <a:gd name="T50" fmla="*/ 5 w 32"/>
              <a:gd name="T51" fmla="*/ 20 h 28"/>
              <a:gd name="T52" fmla="*/ 6 w 32"/>
              <a:gd name="T53" fmla="*/ 6 h 28"/>
              <a:gd name="T54" fmla="*/ 2 w 32"/>
              <a:gd name="T55" fmla="*/ 5 h 28"/>
              <a:gd name="T56" fmla="*/ 2 w 32"/>
              <a:gd name="T57" fmla="*/ 6 h 28"/>
              <a:gd name="T58" fmla="*/ 13 w 32"/>
              <a:gd name="T59" fmla="*/ 22 h 28"/>
              <a:gd name="T60" fmla="*/ 16 w 32"/>
              <a:gd name="T61" fmla="*/ 23 h 28"/>
              <a:gd name="T62" fmla="*/ 14 w 32"/>
              <a:gd name="T63" fmla="*/ 20 h 28"/>
              <a:gd name="T64" fmla="*/ 13 w 32"/>
              <a:gd name="T65" fmla="*/ 23 h 28"/>
              <a:gd name="T66" fmla="*/ 17 w 32"/>
              <a:gd name="T67" fmla="*/ 22 h 28"/>
              <a:gd name="T68" fmla="*/ 13 w 32"/>
              <a:gd name="T69" fmla="*/ 20 h 28"/>
              <a:gd name="T70" fmla="*/ 16 w 32"/>
              <a:gd name="T71" fmla="*/ 5 h 28"/>
              <a:gd name="T72" fmla="*/ 12 w 32"/>
              <a:gd name="T73" fmla="*/ 5 h 28"/>
              <a:gd name="T74" fmla="*/ 16 w 32"/>
              <a:gd name="T75" fmla="*/ 6 h 28"/>
              <a:gd name="T76" fmla="*/ 6 w 32"/>
              <a:gd name="T77" fmla="*/ 9 h 28"/>
              <a:gd name="T78" fmla="*/ 2 w 32"/>
              <a:gd name="T79" fmla="*/ 9 h 28"/>
              <a:gd name="T80" fmla="*/ 2 w 32"/>
              <a:gd name="T81" fmla="*/ 10 h 28"/>
              <a:gd name="T82" fmla="*/ 6 w 32"/>
              <a:gd name="T83" fmla="*/ 8 h 28"/>
              <a:gd name="T84" fmla="*/ 2 w 32"/>
              <a:gd name="T85" fmla="*/ 7 h 28"/>
              <a:gd name="T86" fmla="*/ 2 w 32"/>
              <a:gd name="T87" fmla="*/ 8 h 28"/>
              <a:gd name="T88" fmla="*/ 16 w 32"/>
              <a:gd name="T89" fmla="*/ 9 h 28"/>
              <a:gd name="T90" fmla="*/ 12 w 32"/>
              <a:gd name="T91" fmla="*/ 9 h 28"/>
              <a:gd name="T92" fmla="*/ 16 w 32"/>
              <a:gd name="T93" fmla="*/ 10 h 28"/>
              <a:gd name="T94" fmla="*/ 16 w 32"/>
              <a:gd name="T95" fmla="*/ 7 h 28"/>
              <a:gd name="T96" fmla="*/ 12 w 32"/>
              <a:gd name="T97" fmla="*/ 7 h 28"/>
              <a:gd name="T98" fmla="*/ 16 w 32"/>
              <a:gd name="T99" fmla="*/ 8 h 28"/>
              <a:gd name="T100" fmla="*/ 23 w 32"/>
              <a:gd name="T101" fmla="*/ 9 h 28"/>
              <a:gd name="T102" fmla="*/ 27 w 32"/>
              <a:gd name="T103" fmla="*/ 8 h 28"/>
              <a:gd name="T104" fmla="*/ 27 w 32"/>
              <a:gd name="T105" fmla="*/ 9 h 28"/>
              <a:gd name="T106" fmla="*/ 23 w 32"/>
              <a:gd name="T107" fmla="*/ 7 h 28"/>
              <a:gd name="T108" fmla="*/ 27 w 32"/>
              <a:gd name="T109" fmla="*/ 6 h 28"/>
              <a:gd name="T110" fmla="*/ 27 w 32"/>
              <a:gd name="T111" fmla="*/ 7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2" h="28">
                <a:moveTo>
                  <a:pt x="20" y="2"/>
                </a:moveTo>
                <a:cubicBezTo>
                  <a:pt x="21" y="10"/>
                  <a:pt x="22" y="19"/>
                  <a:pt x="23" y="27"/>
                </a:cubicBezTo>
                <a:cubicBezTo>
                  <a:pt x="23" y="28"/>
                  <a:pt x="24" y="28"/>
                  <a:pt x="25" y="28"/>
                </a:cubicBezTo>
                <a:cubicBezTo>
                  <a:pt x="27" y="28"/>
                  <a:pt x="29" y="27"/>
                  <a:pt x="31" y="27"/>
                </a:cubicBezTo>
                <a:cubicBezTo>
                  <a:pt x="32" y="27"/>
                  <a:pt x="32" y="26"/>
                  <a:pt x="32" y="26"/>
                </a:cubicBezTo>
                <a:cubicBezTo>
                  <a:pt x="31" y="18"/>
                  <a:pt x="30" y="9"/>
                  <a:pt x="28" y="1"/>
                </a:cubicBezTo>
                <a:cubicBezTo>
                  <a:pt x="28" y="0"/>
                  <a:pt x="28" y="0"/>
                  <a:pt x="27" y="0"/>
                </a:cubicBezTo>
                <a:cubicBezTo>
                  <a:pt x="25" y="0"/>
                  <a:pt x="23" y="1"/>
                  <a:pt x="21" y="1"/>
                </a:cubicBezTo>
                <a:cubicBezTo>
                  <a:pt x="20" y="1"/>
                  <a:pt x="20" y="2"/>
                  <a:pt x="20" y="2"/>
                </a:cubicBezTo>
                <a:close/>
                <a:moveTo>
                  <a:pt x="17" y="28"/>
                </a:moveTo>
                <a:cubicBezTo>
                  <a:pt x="15" y="28"/>
                  <a:pt x="13" y="28"/>
                  <a:pt x="11" y="28"/>
                </a:cubicBezTo>
                <a:cubicBezTo>
                  <a:pt x="11" y="28"/>
                  <a:pt x="10" y="28"/>
                  <a:pt x="10" y="27"/>
                </a:cubicBezTo>
                <a:cubicBezTo>
                  <a:pt x="10" y="19"/>
                  <a:pt x="10" y="10"/>
                  <a:pt x="10" y="2"/>
                </a:cubicBezTo>
                <a:cubicBezTo>
                  <a:pt x="10" y="1"/>
                  <a:pt x="11" y="1"/>
                  <a:pt x="11" y="1"/>
                </a:cubicBezTo>
                <a:cubicBezTo>
                  <a:pt x="13" y="1"/>
                  <a:pt x="15" y="1"/>
                  <a:pt x="17" y="1"/>
                </a:cubicBezTo>
                <a:cubicBezTo>
                  <a:pt x="18" y="1"/>
                  <a:pt x="19" y="1"/>
                  <a:pt x="19" y="2"/>
                </a:cubicBezTo>
                <a:cubicBezTo>
                  <a:pt x="19" y="10"/>
                  <a:pt x="19" y="19"/>
                  <a:pt x="19" y="27"/>
                </a:cubicBezTo>
                <a:cubicBezTo>
                  <a:pt x="19" y="28"/>
                  <a:pt x="18" y="28"/>
                  <a:pt x="17" y="28"/>
                </a:cubicBezTo>
                <a:close/>
                <a:moveTo>
                  <a:pt x="7" y="28"/>
                </a:moveTo>
                <a:cubicBezTo>
                  <a:pt x="5" y="28"/>
                  <a:pt x="3" y="28"/>
                  <a:pt x="1" y="28"/>
                </a:cubicBezTo>
                <a:cubicBezTo>
                  <a:pt x="1" y="28"/>
                  <a:pt x="0" y="28"/>
                  <a:pt x="0" y="27"/>
                </a:cubicBezTo>
                <a:cubicBezTo>
                  <a:pt x="0" y="19"/>
                  <a:pt x="0" y="10"/>
                  <a:pt x="0" y="2"/>
                </a:cubicBezTo>
                <a:cubicBezTo>
                  <a:pt x="0" y="1"/>
                  <a:pt x="1" y="1"/>
                  <a:pt x="1" y="1"/>
                </a:cubicBezTo>
                <a:cubicBezTo>
                  <a:pt x="3" y="1"/>
                  <a:pt x="5" y="1"/>
                  <a:pt x="7" y="1"/>
                </a:cubicBezTo>
                <a:cubicBezTo>
                  <a:pt x="8" y="1"/>
                  <a:pt x="9" y="1"/>
                  <a:pt x="9" y="2"/>
                </a:cubicBezTo>
                <a:cubicBezTo>
                  <a:pt x="9" y="10"/>
                  <a:pt x="9" y="19"/>
                  <a:pt x="9" y="27"/>
                </a:cubicBezTo>
                <a:cubicBezTo>
                  <a:pt x="9" y="28"/>
                  <a:pt x="8" y="28"/>
                  <a:pt x="7" y="28"/>
                </a:cubicBezTo>
                <a:close/>
                <a:moveTo>
                  <a:pt x="27" y="19"/>
                </a:moveTo>
                <a:cubicBezTo>
                  <a:pt x="27" y="19"/>
                  <a:pt x="28" y="19"/>
                  <a:pt x="28" y="20"/>
                </a:cubicBezTo>
                <a:cubicBezTo>
                  <a:pt x="28" y="20"/>
                  <a:pt x="29" y="20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2"/>
                  <a:pt x="28" y="22"/>
                </a:cubicBezTo>
                <a:cubicBezTo>
                  <a:pt x="28" y="22"/>
                  <a:pt x="28" y="23"/>
                  <a:pt x="27" y="23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3"/>
                  <a:pt x="26" y="23"/>
                  <a:pt x="26" y="22"/>
                </a:cubicBezTo>
                <a:cubicBezTo>
                  <a:pt x="26" y="22"/>
                  <a:pt x="25" y="22"/>
                  <a:pt x="25" y="21"/>
                </a:cubicBezTo>
                <a:cubicBezTo>
                  <a:pt x="25" y="21"/>
                  <a:pt x="25" y="20"/>
                  <a:pt x="26" y="20"/>
                </a:cubicBezTo>
                <a:cubicBezTo>
                  <a:pt x="26" y="20"/>
                  <a:pt x="26" y="19"/>
                  <a:pt x="27" y="19"/>
                </a:cubicBezTo>
                <a:close/>
                <a:moveTo>
                  <a:pt x="25" y="19"/>
                </a:moveTo>
                <a:cubicBezTo>
                  <a:pt x="25" y="19"/>
                  <a:pt x="26" y="19"/>
                  <a:pt x="27" y="18"/>
                </a:cubicBezTo>
                <a:cubicBezTo>
                  <a:pt x="27" y="18"/>
                  <a:pt x="28" y="19"/>
                  <a:pt x="28" y="19"/>
                </a:cubicBezTo>
                <a:cubicBezTo>
                  <a:pt x="29" y="19"/>
                  <a:pt x="29" y="20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30" y="21"/>
                  <a:pt x="29" y="22"/>
                  <a:pt x="29" y="23"/>
                </a:cubicBezTo>
                <a:cubicBezTo>
                  <a:pt x="29" y="23"/>
                  <a:pt x="28" y="23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6" y="23"/>
                  <a:pt x="25" y="23"/>
                </a:cubicBezTo>
                <a:cubicBezTo>
                  <a:pt x="25" y="23"/>
                  <a:pt x="24" y="22"/>
                  <a:pt x="24" y="21"/>
                </a:cubicBezTo>
                <a:cubicBezTo>
                  <a:pt x="24" y="21"/>
                  <a:pt x="24" y="20"/>
                  <a:pt x="25" y="19"/>
                </a:cubicBezTo>
                <a:close/>
                <a:moveTo>
                  <a:pt x="27" y="5"/>
                </a:moveTo>
                <a:cubicBezTo>
                  <a:pt x="23" y="6"/>
                  <a:pt x="23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5"/>
                  <a:pt x="23" y="5"/>
                  <a:pt x="23" y="5"/>
                </a:cubicBezTo>
                <a:cubicBezTo>
                  <a:pt x="26" y="4"/>
                  <a:pt x="26" y="4"/>
                  <a:pt x="26" y="4"/>
                </a:cubicBezTo>
                <a:cubicBezTo>
                  <a:pt x="27" y="4"/>
                  <a:pt x="27" y="4"/>
                  <a:pt x="27" y="5"/>
                </a:cubicBezTo>
                <a:cubicBezTo>
                  <a:pt x="27" y="5"/>
                  <a:pt x="27" y="5"/>
                  <a:pt x="27" y="5"/>
                </a:cubicBezTo>
                <a:cubicBezTo>
                  <a:pt x="27" y="5"/>
                  <a:pt x="27" y="5"/>
                  <a:pt x="27" y="5"/>
                </a:cubicBezTo>
                <a:close/>
                <a:moveTo>
                  <a:pt x="4" y="19"/>
                </a:moveTo>
                <a:cubicBezTo>
                  <a:pt x="4" y="19"/>
                  <a:pt x="3" y="19"/>
                  <a:pt x="2" y="20"/>
                </a:cubicBezTo>
                <a:cubicBezTo>
                  <a:pt x="2" y="20"/>
                  <a:pt x="2" y="21"/>
                  <a:pt x="2" y="22"/>
                </a:cubicBezTo>
                <a:cubicBezTo>
                  <a:pt x="2" y="22"/>
                  <a:pt x="2" y="23"/>
                  <a:pt x="2" y="23"/>
                </a:cubicBezTo>
                <a:cubicBezTo>
                  <a:pt x="3" y="24"/>
                  <a:pt x="4" y="24"/>
                  <a:pt x="4" y="24"/>
                </a:cubicBezTo>
                <a:cubicBezTo>
                  <a:pt x="5" y="24"/>
                  <a:pt x="6" y="24"/>
                  <a:pt x="6" y="23"/>
                </a:cubicBezTo>
                <a:cubicBezTo>
                  <a:pt x="7" y="23"/>
                  <a:pt x="7" y="22"/>
                  <a:pt x="7" y="22"/>
                </a:cubicBezTo>
                <a:cubicBezTo>
                  <a:pt x="7" y="21"/>
                  <a:pt x="7" y="20"/>
                  <a:pt x="6" y="20"/>
                </a:cubicBezTo>
                <a:cubicBezTo>
                  <a:pt x="6" y="19"/>
                  <a:pt x="5" y="19"/>
                  <a:pt x="4" y="19"/>
                </a:cubicBezTo>
                <a:close/>
                <a:moveTo>
                  <a:pt x="5" y="20"/>
                </a:moveTo>
                <a:cubicBezTo>
                  <a:pt x="5" y="20"/>
                  <a:pt x="5" y="20"/>
                  <a:pt x="4" y="20"/>
                </a:cubicBezTo>
                <a:cubicBezTo>
                  <a:pt x="4" y="20"/>
                  <a:pt x="3" y="20"/>
                  <a:pt x="3" y="20"/>
                </a:cubicBezTo>
                <a:cubicBezTo>
                  <a:pt x="3" y="21"/>
                  <a:pt x="3" y="21"/>
                  <a:pt x="3" y="22"/>
                </a:cubicBezTo>
                <a:cubicBezTo>
                  <a:pt x="3" y="22"/>
                  <a:pt x="3" y="22"/>
                  <a:pt x="3" y="23"/>
                </a:cubicBezTo>
                <a:cubicBezTo>
                  <a:pt x="3" y="23"/>
                  <a:pt x="4" y="23"/>
                  <a:pt x="4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1"/>
                  <a:pt x="6" y="21"/>
                  <a:pt x="5" y="20"/>
                </a:cubicBezTo>
                <a:close/>
                <a:moveTo>
                  <a:pt x="2" y="6"/>
                </a:move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6" y="5"/>
                  <a:pt x="6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lose/>
                <a:moveTo>
                  <a:pt x="14" y="20"/>
                </a:moveTo>
                <a:cubicBezTo>
                  <a:pt x="14" y="20"/>
                  <a:pt x="13" y="20"/>
                  <a:pt x="13" y="20"/>
                </a:cubicBezTo>
                <a:cubicBezTo>
                  <a:pt x="13" y="21"/>
                  <a:pt x="13" y="21"/>
                  <a:pt x="13" y="22"/>
                </a:cubicBezTo>
                <a:cubicBezTo>
                  <a:pt x="13" y="22"/>
                  <a:pt x="13" y="22"/>
                  <a:pt x="13" y="23"/>
                </a:cubicBezTo>
                <a:cubicBezTo>
                  <a:pt x="13" y="23"/>
                  <a:pt x="14" y="23"/>
                  <a:pt x="14" y="23"/>
                </a:cubicBezTo>
                <a:cubicBezTo>
                  <a:pt x="15" y="23"/>
                  <a:pt x="15" y="23"/>
                  <a:pt x="16" y="23"/>
                </a:cubicBezTo>
                <a:cubicBezTo>
                  <a:pt x="16" y="22"/>
                  <a:pt x="16" y="22"/>
                  <a:pt x="16" y="22"/>
                </a:cubicBezTo>
                <a:cubicBezTo>
                  <a:pt x="16" y="21"/>
                  <a:pt x="16" y="21"/>
                  <a:pt x="16" y="20"/>
                </a:cubicBezTo>
                <a:cubicBezTo>
                  <a:pt x="15" y="20"/>
                  <a:pt x="15" y="20"/>
                  <a:pt x="14" y="20"/>
                </a:cubicBezTo>
                <a:close/>
                <a:moveTo>
                  <a:pt x="13" y="20"/>
                </a:moveTo>
                <a:cubicBezTo>
                  <a:pt x="12" y="20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3" y="24"/>
                  <a:pt x="14" y="24"/>
                  <a:pt x="14" y="24"/>
                </a:cubicBezTo>
                <a:cubicBezTo>
                  <a:pt x="15" y="24"/>
                  <a:pt x="16" y="24"/>
                  <a:pt x="16" y="23"/>
                </a:cubicBezTo>
                <a:cubicBezTo>
                  <a:pt x="17" y="23"/>
                  <a:pt x="17" y="22"/>
                  <a:pt x="17" y="22"/>
                </a:cubicBezTo>
                <a:cubicBezTo>
                  <a:pt x="17" y="21"/>
                  <a:pt x="17" y="20"/>
                  <a:pt x="16" y="20"/>
                </a:cubicBezTo>
                <a:cubicBezTo>
                  <a:pt x="16" y="19"/>
                  <a:pt x="15" y="19"/>
                  <a:pt x="14" y="19"/>
                </a:cubicBezTo>
                <a:cubicBezTo>
                  <a:pt x="14" y="19"/>
                  <a:pt x="13" y="19"/>
                  <a:pt x="13" y="20"/>
                </a:cubicBezTo>
                <a:close/>
                <a:moveTo>
                  <a:pt x="16" y="6"/>
                </a:moveTo>
                <a:cubicBezTo>
                  <a:pt x="16" y="6"/>
                  <a:pt x="16" y="6"/>
                  <a:pt x="16" y="6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2" y="6"/>
                  <a:pt x="12" y="6"/>
                  <a:pt x="12" y="6"/>
                </a:cubicBezTo>
                <a:cubicBezTo>
                  <a:pt x="12" y="6"/>
                  <a:pt x="12" y="6"/>
                  <a:pt x="13" y="6"/>
                </a:cubicBezTo>
                <a:cubicBezTo>
                  <a:pt x="16" y="6"/>
                  <a:pt x="16" y="6"/>
                  <a:pt x="16" y="6"/>
                </a:cubicBezTo>
                <a:close/>
                <a:moveTo>
                  <a:pt x="2" y="10"/>
                </a:move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2" y="10"/>
                  <a:pt x="2" y="10"/>
                  <a:pt x="2" y="10"/>
                </a:cubicBezTo>
                <a:close/>
                <a:moveTo>
                  <a:pt x="2" y="8"/>
                </a:moveTo>
                <a:cubicBezTo>
                  <a:pt x="6" y="8"/>
                  <a:pt x="6" y="8"/>
                  <a:pt x="6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7"/>
                  <a:pt x="6" y="7"/>
                  <a:pt x="6" y="7"/>
                </a:cubicBezTo>
                <a:cubicBezTo>
                  <a:pt x="6" y="7"/>
                  <a:pt x="6" y="7"/>
                  <a:pt x="6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close/>
                <a:moveTo>
                  <a:pt x="16" y="10"/>
                </a:moveTo>
                <a:cubicBezTo>
                  <a:pt x="16" y="10"/>
                  <a:pt x="16" y="10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10"/>
                  <a:pt x="12" y="10"/>
                  <a:pt x="13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6" y="8"/>
                </a:moveTo>
                <a:cubicBezTo>
                  <a:pt x="16" y="8"/>
                  <a:pt x="16" y="8"/>
                  <a:pt x="16" y="8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3" y="8"/>
                </a:cubicBezTo>
                <a:cubicBezTo>
                  <a:pt x="16" y="8"/>
                  <a:pt x="16" y="8"/>
                  <a:pt x="16" y="8"/>
                </a:cubicBezTo>
                <a:close/>
                <a:moveTo>
                  <a:pt x="27" y="9"/>
                </a:moveTo>
                <a:cubicBezTo>
                  <a:pt x="24" y="10"/>
                  <a:pt x="24" y="10"/>
                  <a:pt x="24" y="10"/>
                </a:cubicBezTo>
                <a:cubicBezTo>
                  <a:pt x="23" y="10"/>
                  <a:pt x="23" y="9"/>
                  <a:pt x="23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3" y="9"/>
                  <a:pt x="23" y="8"/>
                </a:cubicBezTo>
                <a:cubicBezTo>
                  <a:pt x="27" y="8"/>
                  <a:pt x="27" y="8"/>
                  <a:pt x="27" y="8"/>
                </a:cubicBezTo>
                <a:cubicBezTo>
                  <a:pt x="27" y="8"/>
                  <a:pt x="27" y="8"/>
                  <a:pt x="27" y="8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9"/>
                  <a:pt x="27" y="9"/>
                  <a:pt x="27" y="9"/>
                </a:cubicBezTo>
                <a:close/>
                <a:moveTo>
                  <a:pt x="27" y="7"/>
                </a:moveTo>
                <a:cubicBezTo>
                  <a:pt x="23" y="8"/>
                  <a:pt x="23" y="8"/>
                  <a:pt x="23" y="8"/>
                </a:cubicBezTo>
                <a:cubicBezTo>
                  <a:pt x="23" y="8"/>
                  <a:pt x="23" y="8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7"/>
                  <a:pt x="27" y="7"/>
                  <a:pt x="27" y="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Freeform 186">
            <a:extLst>
              <a:ext uri="{FF2B5EF4-FFF2-40B4-BE49-F238E27FC236}">
                <a16:creationId xmlns:a16="http://schemas.microsoft.com/office/drawing/2014/main" id="{06183EB1-5A19-FEAD-D6F4-0667BDD85842}"/>
              </a:ext>
            </a:extLst>
          </p:cNvPr>
          <p:cNvSpPr>
            <a:spLocks noEditPoints="1"/>
          </p:cNvSpPr>
          <p:nvPr/>
        </p:nvSpPr>
        <p:spPr bwMode="auto">
          <a:xfrm>
            <a:off x="6891622" y="1899906"/>
            <a:ext cx="247941" cy="289565"/>
          </a:xfrm>
          <a:custGeom>
            <a:avLst/>
            <a:gdLst>
              <a:gd name="T0" fmla="*/ 8 w 26"/>
              <a:gd name="T1" fmla="*/ 6 h 30"/>
              <a:gd name="T2" fmla="*/ 6 w 26"/>
              <a:gd name="T3" fmla="*/ 4 h 30"/>
              <a:gd name="T4" fmla="*/ 22 w 26"/>
              <a:gd name="T5" fmla="*/ 22 h 30"/>
              <a:gd name="T6" fmla="*/ 21 w 26"/>
              <a:gd name="T7" fmla="*/ 24 h 30"/>
              <a:gd name="T8" fmla="*/ 19 w 26"/>
              <a:gd name="T9" fmla="*/ 25 h 30"/>
              <a:gd name="T10" fmla="*/ 16 w 26"/>
              <a:gd name="T11" fmla="*/ 24 h 30"/>
              <a:gd name="T12" fmla="*/ 13 w 26"/>
              <a:gd name="T13" fmla="*/ 24 h 30"/>
              <a:gd name="T14" fmla="*/ 10 w 26"/>
              <a:gd name="T15" fmla="*/ 24 h 30"/>
              <a:gd name="T16" fmla="*/ 7 w 26"/>
              <a:gd name="T17" fmla="*/ 24 h 30"/>
              <a:gd name="T18" fmla="*/ 4 w 26"/>
              <a:gd name="T19" fmla="*/ 25 h 30"/>
              <a:gd name="T20" fmla="*/ 24 w 26"/>
              <a:gd name="T21" fmla="*/ 1 h 30"/>
              <a:gd name="T22" fmla="*/ 2 w 26"/>
              <a:gd name="T23" fmla="*/ 25 h 30"/>
              <a:gd name="T24" fmla="*/ 5 w 26"/>
              <a:gd name="T25" fmla="*/ 27 h 30"/>
              <a:gd name="T26" fmla="*/ 8 w 26"/>
              <a:gd name="T27" fmla="*/ 27 h 30"/>
              <a:gd name="T28" fmla="*/ 10 w 26"/>
              <a:gd name="T29" fmla="*/ 26 h 30"/>
              <a:gd name="T30" fmla="*/ 10 w 26"/>
              <a:gd name="T31" fmla="*/ 27 h 30"/>
              <a:gd name="T32" fmla="*/ 8 w 26"/>
              <a:gd name="T33" fmla="*/ 28 h 30"/>
              <a:gd name="T34" fmla="*/ 6 w 26"/>
              <a:gd name="T35" fmla="*/ 27 h 30"/>
              <a:gd name="T36" fmla="*/ 3 w 26"/>
              <a:gd name="T37" fmla="*/ 27 h 30"/>
              <a:gd name="T38" fmla="*/ 2 w 26"/>
              <a:gd name="T39" fmla="*/ 1 h 30"/>
              <a:gd name="T40" fmla="*/ 2 w 26"/>
              <a:gd name="T41" fmla="*/ 2 h 30"/>
              <a:gd name="T42" fmla="*/ 13 w 26"/>
              <a:gd name="T43" fmla="*/ 27 h 30"/>
              <a:gd name="T44" fmla="*/ 13 w 26"/>
              <a:gd name="T45" fmla="*/ 27 h 30"/>
              <a:gd name="T46" fmla="*/ 18 w 26"/>
              <a:gd name="T47" fmla="*/ 27 h 30"/>
              <a:gd name="T48" fmla="*/ 20 w 26"/>
              <a:gd name="T49" fmla="*/ 28 h 30"/>
              <a:gd name="T50" fmla="*/ 0 w 26"/>
              <a:gd name="T51" fmla="*/ 2 h 30"/>
              <a:gd name="T52" fmla="*/ 25 w 26"/>
              <a:gd name="T53" fmla="*/ 0 h 30"/>
              <a:gd name="T54" fmla="*/ 26 w 26"/>
              <a:gd name="T55" fmla="*/ 24 h 30"/>
              <a:gd name="T56" fmla="*/ 22 w 26"/>
              <a:gd name="T57" fmla="*/ 28 h 30"/>
              <a:gd name="T58" fmla="*/ 20 w 26"/>
              <a:gd name="T59" fmla="*/ 29 h 30"/>
              <a:gd name="T60" fmla="*/ 17 w 26"/>
              <a:gd name="T61" fmla="*/ 29 h 30"/>
              <a:gd name="T62" fmla="*/ 14 w 26"/>
              <a:gd name="T63" fmla="*/ 30 h 30"/>
              <a:gd name="T64" fmla="*/ 11 w 26"/>
              <a:gd name="T65" fmla="*/ 29 h 30"/>
              <a:gd name="T66" fmla="*/ 9 w 26"/>
              <a:gd name="T67" fmla="*/ 29 h 30"/>
              <a:gd name="T68" fmla="*/ 7 w 26"/>
              <a:gd name="T69" fmla="*/ 29 h 30"/>
              <a:gd name="T70" fmla="*/ 5 w 26"/>
              <a:gd name="T71" fmla="*/ 29 h 30"/>
              <a:gd name="T72" fmla="*/ 2 w 26"/>
              <a:gd name="T73" fmla="*/ 29 h 30"/>
              <a:gd name="T74" fmla="*/ 0 w 26"/>
              <a:gd name="T75" fmla="*/ 2 h 30"/>
              <a:gd name="T76" fmla="*/ 13 w 26"/>
              <a:gd name="T77" fmla="*/ 14 h 30"/>
              <a:gd name="T78" fmla="*/ 6 w 26"/>
              <a:gd name="T79" fmla="*/ 13 h 30"/>
              <a:gd name="T80" fmla="*/ 10 w 26"/>
              <a:gd name="T81" fmla="*/ 12 h 30"/>
              <a:gd name="T82" fmla="*/ 6 w 26"/>
              <a:gd name="T83" fmla="*/ 13 h 30"/>
              <a:gd name="T84" fmla="*/ 22 w 26"/>
              <a:gd name="T85" fmla="*/ 22 h 30"/>
              <a:gd name="T86" fmla="*/ 6 w 26"/>
              <a:gd name="T87" fmla="*/ 16 h 30"/>
              <a:gd name="T88" fmla="*/ 23 w 26"/>
              <a:gd name="T89" fmla="*/ 17 h 30"/>
              <a:gd name="T90" fmla="*/ 16 w 26"/>
              <a:gd name="T91" fmla="*/ 13 h 30"/>
              <a:gd name="T92" fmla="*/ 23 w 26"/>
              <a:gd name="T93" fmla="*/ 13 h 30"/>
              <a:gd name="T94" fmla="*/ 16 w 26"/>
              <a:gd name="T95" fmla="*/ 9 h 30"/>
              <a:gd name="T96" fmla="*/ 22 w 26"/>
              <a:gd name="T97" fmla="*/ 9 h 30"/>
              <a:gd name="T98" fmla="*/ 10 w 26"/>
              <a:gd name="T99" fmla="*/ 3 h 30"/>
              <a:gd name="T100" fmla="*/ 11 w 26"/>
              <a:gd name="T101" fmla="*/ 5 h 30"/>
              <a:gd name="T102" fmla="*/ 14 w 26"/>
              <a:gd name="T103" fmla="*/ 3 h 30"/>
              <a:gd name="T104" fmla="*/ 17 w 26"/>
              <a:gd name="T105" fmla="*/ 7 h 30"/>
              <a:gd name="T106" fmla="*/ 18 w 26"/>
              <a:gd name="T107" fmla="*/ 6 h 30"/>
              <a:gd name="T108" fmla="*/ 14 w 26"/>
              <a:gd name="T109" fmla="*/ 3 h 30"/>
              <a:gd name="T110" fmla="*/ 21 w 26"/>
              <a:gd name="T111" fmla="*/ 6 h 30"/>
              <a:gd name="T112" fmla="*/ 21 w 26"/>
              <a:gd name="T113" fmla="*/ 7 h 30"/>
              <a:gd name="T114" fmla="*/ 23 w 26"/>
              <a:gd name="T115" fmla="*/ 7 h 30"/>
              <a:gd name="T116" fmla="*/ 22 w 26"/>
              <a:gd name="T117" fmla="*/ 5 h 30"/>
              <a:gd name="T118" fmla="*/ 23 w 26"/>
              <a:gd name="T119" fmla="*/ 4 h 30"/>
              <a:gd name="T120" fmla="*/ 24 w 26"/>
              <a:gd name="T121" fmla="*/ 4 h 30"/>
              <a:gd name="T122" fmla="*/ 20 w 26"/>
              <a:gd name="T123" fmla="*/ 3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6" h="30">
                <a:moveTo>
                  <a:pt x="8" y="7"/>
                </a:moveTo>
                <a:cubicBezTo>
                  <a:pt x="9" y="7"/>
                  <a:pt x="9" y="7"/>
                  <a:pt x="9" y="7"/>
                </a:cubicBezTo>
                <a:cubicBezTo>
                  <a:pt x="9" y="3"/>
                  <a:pt x="9" y="3"/>
                  <a:pt x="9" y="3"/>
                </a:cubicBezTo>
                <a:cubicBezTo>
                  <a:pt x="8" y="3"/>
                  <a:pt x="8" y="3"/>
                  <a:pt x="8" y="3"/>
                </a:cubicBezTo>
                <a:cubicBezTo>
                  <a:pt x="8" y="4"/>
                  <a:pt x="8" y="5"/>
                  <a:pt x="8" y="6"/>
                </a:cubicBezTo>
                <a:cubicBezTo>
                  <a:pt x="8" y="5"/>
                  <a:pt x="7" y="4"/>
                  <a:pt x="7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6" y="7"/>
                  <a:pt x="6" y="7"/>
                </a:cubicBezTo>
                <a:cubicBezTo>
                  <a:pt x="6" y="6"/>
                  <a:pt x="6" y="5"/>
                  <a:pt x="6" y="4"/>
                </a:cubicBezTo>
                <a:cubicBezTo>
                  <a:pt x="7" y="5"/>
                  <a:pt x="7" y="6"/>
                  <a:pt x="8" y="7"/>
                </a:cubicBezTo>
                <a:close/>
                <a:moveTo>
                  <a:pt x="25" y="2"/>
                </a:moveTo>
                <a:cubicBezTo>
                  <a:pt x="25" y="22"/>
                  <a:pt x="25" y="22"/>
                  <a:pt x="25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5"/>
                  <a:pt x="19" y="25"/>
                  <a:pt x="19" y="25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6" y="24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8" y="25"/>
                  <a:pt x="8" y="25"/>
                  <a:pt x="8" y="25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5" y="25"/>
                  <a:pt x="5" y="25"/>
                  <a:pt x="5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"/>
                  <a:pt x="4" y="2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1"/>
                  <a:pt x="4" y="1"/>
                  <a:pt x="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5" y="2"/>
                  <a:pt x="25" y="2"/>
                </a:cubicBezTo>
                <a:cubicBezTo>
                  <a:pt x="25" y="2"/>
                  <a:pt x="25" y="2"/>
                  <a:pt x="25" y="2"/>
                </a:cubicBezTo>
                <a:close/>
                <a:moveTo>
                  <a:pt x="2" y="25"/>
                </a:moveTo>
                <a:cubicBezTo>
                  <a:pt x="2" y="25"/>
                  <a:pt x="2" y="25"/>
                  <a:pt x="2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5"/>
                  <a:pt x="3" y="26"/>
                  <a:pt x="3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5" y="27"/>
                  <a:pt x="5" y="27"/>
                  <a:pt x="6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10" y="26"/>
                  <a:pt x="10" y="26"/>
                  <a:pt x="10" y="26"/>
                </a:cubicBezTo>
                <a:cubicBezTo>
                  <a:pt x="11" y="27"/>
                  <a:pt x="11" y="27"/>
                  <a:pt x="11" y="27"/>
                </a:cubicBezTo>
                <a:cubicBezTo>
                  <a:pt x="11" y="27"/>
                  <a:pt x="12" y="27"/>
                  <a:pt x="12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8"/>
                  <a:pt x="11" y="28"/>
                  <a:pt x="11" y="28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8"/>
                  <a:pt x="8" y="28"/>
                  <a:pt x="8" y="28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6" y="27"/>
                  <a:pt x="6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5" y="28"/>
                  <a:pt x="5" y="28"/>
                  <a:pt x="5" y="28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4" y="27"/>
                  <a:pt x="4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2" y="28"/>
                  <a:pt x="2" y="28"/>
                  <a:pt x="2" y="28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5"/>
                  <a:pt x="2" y="25"/>
                  <a:pt x="2" y="25"/>
                </a:cubicBezTo>
                <a:close/>
                <a:moveTo>
                  <a:pt x="13" y="27"/>
                </a:move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4" y="28"/>
                  <a:pt x="14" y="28"/>
                  <a:pt x="14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6"/>
                  <a:pt x="14" y="26"/>
                  <a:pt x="14" y="26"/>
                </a:cubicBezTo>
                <a:cubicBezTo>
                  <a:pt x="13" y="27"/>
                  <a:pt x="13" y="27"/>
                  <a:pt x="13" y="27"/>
                </a:cubicBezTo>
                <a:close/>
                <a:moveTo>
                  <a:pt x="16" y="27"/>
                </a:moveTo>
                <a:cubicBezTo>
                  <a:pt x="16" y="27"/>
                  <a:pt x="16" y="27"/>
                  <a:pt x="16" y="27"/>
                </a:cubicBezTo>
                <a:cubicBezTo>
                  <a:pt x="17" y="28"/>
                  <a:pt x="17" y="28"/>
                  <a:pt x="17" y="28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7" y="26"/>
                  <a:pt x="17" y="26"/>
                  <a:pt x="17" y="26"/>
                </a:cubicBezTo>
                <a:cubicBezTo>
                  <a:pt x="16" y="27"/>
                  <a:pt x="16" y="27"/>
                  <a:pt x="16" y="27"/>
                </a:cubicBezTo>
                <a:close/>
                <a:moveTo>
                  <a:pt x="19" y="27"/>
                </a:moveTo>
                <a:cubicBezTo>
                  <a:pt x="19" y="27"/>
                  <a:pt x="19" y="27"/>
                  <a:pt x="19" y="27"/>
                </a:cubicBezTo>
                <a:cubicBezTo>
                  <a:pt x="20" y="28"/>
                  <a:pt x="20" y="28"/>
                  <a:pt x="20" y="28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6"/>
                  <a:pt x="21" y="26"/>
                  <a:pt x="21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19" y="27"/>
                  <a:pt x="19" y="27"/>
                  <a:pt x="19" y="27"/>
                </a:cubicBezTo>
                <a:close/>
                <a:moveTo>
                  <a:pt x="0" y="2"/>
                </a:move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ubicBezTo>
                  <a:pt x="1" y="0"/>
                  <a:pt x="1" y="0"/>
                  <a:pt x="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6" y="0"/>
                  <a:pt x="26" y="0"/>
                </a:cubicBezTo>
                <a:cubicBezTo>
                  <a:pt x="26" y="0"/>
                  <a:pt x="26" y="2"/>
                  <a:pt x="26" y="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10"/>
                  <a:pt x="26" y="16"/>
                  <a:pt x="26" y="22"/>
                </a:cubicBezTo>
                <a:cubicBezTo>
                  <a:pt x="26" y="23"/>
                  <a:pt x="26" y="23"/>
                  <a:pt x="26" y="24"/>
                </a:cubicBezTo>
                <a:cubicBezTo>
                  <a:pt x="25" y="25"/>
                  <a:pt x="23" y="26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2" y="28"/>
                  <a:pt x="22" y="28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30"/>
                  <a:pt x="20" y="30"/>
                  <a:pt x="20" y="30"/>
                </a:cubicBezTo>
                <a:cubicBezTo>
                  <a:pt x="20" y="30"/>
                  <a:pt x="20" y="30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19" y="29"/>
                  <a:pt x="19" y="29"/>
                  <a:pt x="19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30"/>
                  <a:pt x="17" y="30"/>
                  <a:pt x="17" y="30"/>
                </a:cubicBezTo>
                <a:cubicBezTo>
                  <a:pt x="17" y="30"/>
                  <a:pt x="17" y="30"/>
                  <a:pt x="17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30"/>
                  <a:pt x="14" y="30"/>
                  <a:pt x="14" y="30"/>
                </a:cubicBezTo>
                <a:cubicBezTo>
                  <a:pt x="14" y="30"/>
                  <a:pt x="14" y="30"/>
                  <a:pt x="14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2" y="29"/>
                  <a:pt x="12" y="29"/>
                  <a:pt x="12" y="29"/>
                </a:cubicBezTo>
                <a:cubicBezTo>
                  <a:pt x="12" y="29"/>
                  <a:pt x="12" y="29"/>
                  <a:pt x="11" y="29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0"/>
                  <a:pt x="11" y="30"/>
                  <a:pt x="11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9"/>
                  <a:pt x="9" y="29"/>
                  <a:pt x="8" y="29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0"/>
                  <a:pt x="8" y="30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5" y="29"/>
                  <a:pt x="5" y="29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5" y="30"/>
                  <a:pt x="5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4" y="29"/>
                  <a:pt x="4" y="29"/>
                  <a:pt x="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29"/>
                </a:cubicBezTo>
                <a:cubicBezTo>
                  <a:pt x="2" y="29"/>
                  <a:pt x="2" y="29"/>
                  <a:pt x="1" y="29"/>
                </a:cubicBezTo>
                <a:cubicBezTo>
                  <a:pt x="1" y="29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"/>
                  <a:pt x="0" y="2"/>
                  <a:pt x="0" y="2"/>
                </a:cubicBezTo>
                <a:close/>
                <a:moveTo>
                  <a:pt x="6" y="9"/>
                </a:moveTo>
                <a:cubicBezTo>
                  <a:pt x="6" y="9"/>
                  <a:pt x="6" y="9"/>
                  <a:pt x="6" y="9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4"/>
                  <a:pt x="6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4" y="13"/>
                  <a:pt x="14" y="13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3" y="9"/>
                </a:cubicBezTo>
                <a:cubicBezTo>
                  <a:pt x="6" y="9"/>
                  <a:pt x="6" y="9"/>
                  <a:pt x="6" y="9"/>
                </a:cubicBezTo>
                <a:close/>
                <a:moveTo>
                  <a:pt x="6" y="13"/>
                </a:moveTo>
                <a:cubicBezTo>
                  <a:pt x="13" y="13"/>
                  <a:pt x="13" y="13"/>
                  <a:pt x="13" y="13"/>
                </a:cubicBezTo>
                <a:cubicBezTo>
                  <a:pt x="13" y="12"/>
                  <a:pt x="13" y="12"/>
                  <a:pt x="13" y="12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9" y="12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3"/>
                  <a:pt x="6" y="13"/>
                  <a:pt x="6" y="13"/>
                </a:cubicBezTo>
                <a:close/>
                <a:moveTo>
                  <a:pt x="6" y="20"/>
                </a:moveTo>
                <a:cubicBezTo>
                  <a:pt x="6" y="20"/>
                  <a:pt x="6" y="20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2"/>
                  <a:pt x="6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3" y="22"/>
                  <a:pt x="23" y="21"/>
                  <a:pt x="23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20"/>
                  <a:pt x="23" y="20"/>
                  <a:pt x="22" y="20"/>
                </a:cubicBezTo>
                <a:cubicBezTo>
                  <a:pt x="6" y="20"/>
                  <a:pt x="6" y="20"/>
                  <a:pt x="6" y="20"/>
                </a:cubicBezTo>
                <a:close/>
                <a:moveTo>
                  <a:pt x="6" y="16"/>
                </a:moveTo>
                <a:cubicBezTo>
                  <a:pt x="6" y="16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8"/>
                  <a:pt x="6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6"/>
                  <a:pt x="22" y="16"/>
                </a:cubicBezTo>
                <a:cubicBezTo>
                  <a:pt x="6" y="16"/>
                  <a:pt x="6" y="16"/>
                  <a:pt x="6" y="16"/>
                </a:cubicBezTo>
                <a:close/>
                <a:moveTo>
                  <a:pt x="16" y="12"/>
                </a:moveTo>
                <a:cubicBezTo>
                  <a:pt x="16" y="12"/>
                  <a:pt x="16" y="13"/>
                  <a:pt x="1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4"/>
                  <a:pt x="23" y="13"/>
                  <a:pt x="23" y="13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3"/>
                  <a:pt x="23" y="12"/>
                  <a:pt x="22" y="12"/>
                </a:cubicBezTo>
                <a:cubicBezTo>
                  <a:pt x="16" y="12"/>
                  <a:pt x="16" y="12"/>
                  <a:pt x="16" y="12"/>
                </a:cubicBezTo>
                <a:close/>
                <a:moveTo>
                  <a:pt x="16" y="9"/>
                </a:move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10"/>
                  <a:pt x="16" y="10"/>
                  <a:pt x="16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0"/>
                  <a:pt x="23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9"/>
                  <a:pt x="23" y="9"/>
                  <a:pt x="22" y="9"/>
                </a:cubicBezTo>
                <a:cubicBezTo>
                  <a:pt x="16" y="9"/>
                  <a:pt x="16" y="9"/>
                  <a:pt x="16" y="9"/>
                </a:cubicBezTo>
                <a:close/>
                <a:moveTo>
                  <a:pt x="11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7"/>
                  <a:pt x="10" y="7"/>
                  <a:pt x="10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6"/>
                  <a:pt x="11" y="6"/>
                  <a:pt x="11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4"/>
                  <a:pt x="11" y="4"/>
                  <a:pt x="11" y="4"/>
                </a:cubicBezTo>
                <a:close/>
                <a:moveTo>
                  <a:pt x="14" y="3"/>
                </a:moveTo>
                <a:cubicBezTo>
                  <a:pt x="13" y="3"/>
                  <a:pt x="13" y="3"/>
                  <a:pt x="13" y="3"/>
                </a:cubicBezTo>
                <a:cubicBezTo>
                  <a:pt x="14" y="7"/>
                  <a:pt x="14" y="7"/>
                  <a:pt x="14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6"/>
                  <a:pt x="16" y="5"/>
                  <a:pt x="17" y="4"/>
                </a:cubicBezTo>
                <a:cubicBezTo>
                  <a:pt x="17" y="5"/>
                  <a:pt x="17" y="6"/>
                  <a:pt x="17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9" y="3"/>
                  <a:pt x="19" y="3"/>
                  <a:pt x="19" y="3"/>
                </a:cubicBezTo>
                <a:cubicBezTo>
                  <a:pt x="19" y="4"/>
                  <a:pt x="18" y="5"/>
                  <a:pt x="18" y="6"/>
                </a:cubicBezTo>
                <a:cubicBezTo>
                  <a:pt x="18" y="5"/>
                  <a:pt x="17" y="4"/>
                  <a:pt x="17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4"/>
                  <a:pt x="15" y="5"/>
                  <a:pt x="15" y="6"/>
                </a:cubicBezTo>
                <a:cubicBezTo>
                  <a:pt x="15" y="5"/>
                  <a:pt x="15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lose/>
                <a:moveTo>
                  <a:pt x="20" y="5"/>
                </a:moveTo>
                <a:cubicBezTo>
                  <a:pt x="21" y="5"/>
                  <a:pt x="21" y="5"/>
                  <a:pt x="21" y="5"/>
                </a:cubicBezTo>
                <a:cubicBezTo>
                  <a:pt x="22" y="6"/>
                  <a:pt x="23" y="5"/>
                  <a:pt x="23" y="6"/>
                </a:cubicBezTo>
                <a:cubicBezTo>
                  <a:pt x="23" y="7"/>
                  <a:pt x="21" y="7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6"/>
                  <a:pt x="20" y="6"/>
                  <a:pt x="20" y="6"/>
                </a:cubicBezTo>
                <a:cubicBezTo>
                  <a:pt x="20" y="6"/>
                  <a:pt x="20" y="6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7"/>
                  <a:pt x="24" y="7"/>
                  <a:pt x="24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6"/>
                  <a:pt x="24" y="6"/>
                  <a:pt x="24" y="5"/>
                </a:cubicBezTo>
                <a:cubicBezTo>
                  <a:pt x="24" y="5"/>
                  <a:pt x="23" y="5"/>
                  <a:pt x="22" y="5"/>
                </a:cubicBezTo>
                <a:cubicBezTo>
                  <a:pt x="21" y="5"/>
                  <a:pt x="21" y="5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3"/>
                  <a:pt x="23" y="3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3"/>
                </a:cubicBezTo>
                <a:cubicBezTo>
                  <a:pt x="24" y="3"/>
                  <a:pt x="23" y="3"/>
                  <a:pt x="23" y="3"/>
                </a:cubicBezTo>
                <a:cubicBezTo>
                  <a:pt x="23" y="3"/>
                  <a:pt x="21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4"/>
                  <a:pt x="20" y="5"/>
                  <a:pt x="20" y="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Freeform 187">
            <a:extLst>
              <a:ext uri="{FF2B5EF4-FFF2-40B4-BE49-F238E27FC236}">
                <a16:creationId xmlns:a16="http://schemas.microsoft.com/office/drawing/2014/main" id="{67D0D3C8-C056-C233-1113-8EA75413B55F}"/>
              </a:ext>
            </a:extLst>
          </p:cNvPr>
          <p:cNvSpPr>
            <a:spLocks noEditPoints="1"/>
          </p:cNvSpPr>
          <p:nvPr/>
        </p:nvSpPr>
        <p:spPr bwMode="auto">
          <a:xfrm>
            <a:off x="3771562" y="1899906"/>
            <a:ext cx="269658" cy="307663"/>
          </a:xfrm>
          <a:custGeom>
            <a:avLst/>
            <a:gdLst>
              <a:gd name="T0" fmla="*/ 14 w 28"/>
              <a:gd name="T1" fmla="*/ 8 h 32"/>
              <a:gd name="T2" fmla="*/ 20 w 28"/>
              <a:gd name="T3" fmla="*/ 14 h 32"/>
              <a:gd name="T4" fmla="*/ 14 w 28"/>
              <a:gd name="T5" fmla="*/ 21 h 32"/>
              <a:gd name="T6" fmla="*/ 8 w 28"/>
              <a:gd name="T7" fmla="*/ 14 h 32"/>
              <a:gd name="T8" fmla="*/ 14 w 28"/>
              <a:gd name="T9" fmla="*/ 8 h 32"/>
              <a:gd name="T10" fmla="*/ 20 w 28"/>
              <a:gd name="T11" fmla="*/ 27 h 32"/>
              <a:gd name="T12" fmla="*/ 22 w 28"/>
              <a:gd name="T13" fmla="*/ 30 h 32"/>
              <a:gd name="T14" fmla="*/ 25 w 28"/>
              <a:gd name="T15" fmla="*/ 27 h 32"/>
              <a:gd name="T16" fmla="*/ 23 w 28"/>
              <a:gd name="T17" fmla="*/ 25 h 32"/>
              <a:gd name="T18" fmla="*/ 28 w 28"/>
              <a:gd name="T19" fmla="*/ 14 h 32"/>
              <a:gd name="T20" fmla="*/ 16 w 28"/>
              <a:gd name="T21" fmla="*/ 0 h 32"/>
              <a:gd name="T22" fmla="*/ 14 w 28"/>
              <a:gd name="T23" fmla="*/ 0 h 32"/>
              <a:gd name="T24" fmla="*/ 0 w 28"/>
              <a:gd name="T25" fmla="*/ 14 h 32"/>
              <a:gd name="T26" fmla="*/ 4 w 28"/>
              <a:gd name="T27" fmla="*/ 25 h 32"/>
              <a:gd name="T28" fmla="*/ 2 w 28"/>
              <a:gd name="T29" fmla="*/ 27 h 32"/>
              <a:gd name="T30" fmla="*/ 6 w 28"/>
              <a:gd name="T31" fmla="*/ 30 h 32"/>
              <a:gd name="T32" fmla="*/ 8 w 28"/>
              <a:gd name="T33" fmla="*/ 27 h 32"/>
              <a:gd name="T34" fmla="*/ 14 w 28"/>
              <a:gd name="T35" fmla="*/ 28 h 32"/>
              <a:gd name="T36" fmla="*/ 20 w 28"/>
              <a:gd name="T37" fmla="*/ 27 h 32"/>
              <a:gd name="T38" fmla="*/ 14 w 28"/>
              <a:gd name="T39" fmla="*/ 25 h 32"/>
              <a:gd name="T40" fmla="*/ 25 w 28"/>
              <a:gd name="T41" fmla="*/ 14 h 32"/>
              <a:gd name="T42" fmla="*/ 14 w 28"/>
              <a:gd name="T43" fmla="*/ 3 h 32"/>
              <a:gd name="T44" fmla="*/ 3 w 28"/>
              <a:gd name="T45" fmla="*/ 14 h 32"/>
              <a:gd name="T46" fmla="*/ 14 w 28"/>
              <a:gd name="T47" fmla="*/ 25 h 32"/>
              <a:gd name="T48" fmla="*/ 14 w 28"/>
              <a:gd name="T49" fmla="*/ 17 h 32"/>
              <a:gd name="T50" fmla="*/ 17 w 28"/>
              <a:gd name="T51" fmla="*/ 14 h 32"/>
              <a:gd name="T52" fmla="*/ 14 w 28"/>
              <a:gd name="T53" fmla="*/ 11 h 32"/>
              <a:gd name="T54" fmla="*/ 11 w 28"/>
              <a:gd name="T55" fmla="*/ 14 h 32"/>
              <a:gd name="T56" fmla="*/ 14 w 28"/>
              <a:gd name="T57" fmla="*/ 1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" h="32">
                <a:moveTo>
                  <a:pt x="14" y="8"/>
                </a:moveTo>
                <a:cubicBezTo>
                  <a:pt x="17" y="8"/>
                  <a:pt x="20" y="11"/>
                  <a:pt x="20" y="14"/>
                </a:cubicBezTo>
                <a:cubicBezTo>
                  <a:pt x="20" y="18"/>
                  <a:pt x="17" y="21"/>
                  <a:pt x="14" y="21"/>
                </a:cubicBezTo>
                <a:cubicBezTo>
                  <a:pt x="10" y="21"/>
                  <a:pt x="8" y="18"/>
                  <a:pt x="8" y="14"/>
                </a:cubicBezTo>
                <a:cubicBezTo>
                  <a:pt x="8" y="11"/>
                  <a:pt x="10" y="8"/>
                  <a:pt x="14" y="8"/>
                </a:cubicBezTo>
                <a:close/>
                <a:moveTo>
                  <a:pt x="20" y="27"/>
                </a:moveTo>
                <a:cubicBezTo>
                  <a:pt x="20" y="28"/>
                  <a:pt x="22" y="29"/>
                  <a:pt x="22" y="30"/>
                </a:cubicBezTo>
                <a:cubicBezTo>
                  <a:pt x="24" y="32"/>
                  <a:pt x="27" y="29"/>
                  <a:pt x="25" y="27"/>
                </a:cubicBezTo>
                <a:cubicBezTo>
                  <a:pt x="23" y="25"/>
                  <a:pt x="23" y="25"/>
                  <a:pt x="23" y="25"/>
                </a:cubicBezTo>
                <a:cubicBezTo>
                  <a:pt x="26" y="22"/>
                  <a:pt x="28" y="18"/>
                  <a:pt x="28" y="14"/>
                </a:cubicBezTo>
                <a:cubicBezTo>
                  <a:pt x="28" y="7"/>
                  <a:pt x="23" y="2"/>
                  <a:pt x="16" y="0"/>
                </a:cubicBezTo>
                <a:cubicBezTo>
                  <a:pt x="16" y="0"/>
                  <a:pt x="15" y="0"/>
                  <a:pt x="14" y="0"/>
                </a:cubicBezTo>
                <a:cubicBezTo>
                  <a:pt x="6" y="0"/>
                  <a:pt x="0" y="6"/>
                  <a:pt x="0" y="14"/>
                </a:cubicBezTo>
                <a:cubicBezTo>
                  <a:pt x="0" y="18"/>
                  <a:pt x="2" y="22"/>
                  <a:pt x="4" y="25"/>
                </a:cubicBezTo>
                <a:cubicBezTo>
                  <a:pt x="2" y="27"/>
                  <a:pt x="2" y="27"/>
                  <a:pt x="2" y="27"/>
                </a:cubicBezTo>
                <a:cubicBezTo>
                  <a:pt x="0" y="29"/>
                  <a:pt x="3" y="32"/>
                  <a:pt x="6" y="30"/>
                </a:cubicBezTo>
                <a:cubicBezTo>
                  <a:pt x="6" y="29"/>
                  <a:pt x="8" y="28"/>
                  <a:pt x="8" y="27"/>
                </a:cubicBezTo>
                <a:cubicBezTo>
                  <a:pt x="10" y="28"/>
                  <a:pt x="12" y="28"/>
                  <a:pt x="14" y="28"/>
                </a:cubicBezTo>
                <a:cubicBezTo>
                  <a:pt x="16" y="28"/>
                  <a:pt x="18" y="28"/>
                  <a:pt x="20" y="27"/>
                </a:cubicBezTo>
                <a:close/>
                <a:moveTo>
                  <a:pt x="14" y="25"/>
                </a:moveTo>
                <a:cubicBezTo>
                  <a:pt x="20" y="25"/>
                  <a:pt x="25" y="20"/>
                  <a:pt x="25" y="14"/>
                </a:cubicBezTo>
                <a:cubicBezTo>
                  <a:pt x="25" y="8"/>
                  <a:pt x="20" y="3"/>
                  <a:pt x="14" y="3"/>
                </a:cubicBezTo>
                <a:cubicBezTo>
                  <a:pt x="8" y="3"/>
                  <a:pt x="3" y="8"/>
                  <a:pt x="3" y="14"/>
                </a:cubicBezTo>
                <a:cubicBezTo>
                  <a:pt x="3" y="20"/>
                  <a:pt x="8" y="25"/>
                  <a:pt x="14" y="25"/>
                </a:cubicBezTo>
                <a:close/>
                <a:moveTo>
                  <a:pt x="14" y="17"/>
                </a:moveTo>
                <a:cubicBezTo>
                  <a:pt x="16" y="17"/>
                  <a:pt x="17" y="16"/>
                  <a:pt x="17" y="14"/>
                </a:cubicBezTo>
                <a:cubicBezTo>
                  <a:pt x="17" y="12"/>
                  <a:pt x="16" y="11"/>
                  <a:pt x="14" y="11"/>
                </a:cubicBezTo>
                <a:cubicBezTo>
                  <a:pt x="12" y="11"/>
                  <a:pt x="11" y="12"/>
                  <a:pt x="11" y="14"/>
                </a:cubicBezTo>
                <a:cubicBezTo>
                  <a:pt x="11" y="16"/>
                  <a:pt x="12" y="17"/>
                  <a:pt x="14" y="1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Freeform 188">
            <a:extLst>
              <a:ext uri="{FF2B5EF4-FFF2-40B4-BE49-F238E27FC236}">
                <a16:creationId xmlns:a16="http://schemas.microsoft.com/office/drawing/2014/main" id="{9E95DE8D-2EBB-4449-D6D1-5B3C4A08A24E}"/>
              </a:ext>
            </a:extLst>
          </p:cNvPr>
          <p:cNvSpPr>
            <a:spLocks noEditPoints="1"/>
          </p:cNvSpPr>
          <p:nvPr/>
        </p:nvSpPr>
        <p:spPr bwMode="auto">
          <a:xfrm>
            <a:off x="8752075" y="1890858"/>
            <a:ext cx="258799" cy="269658"/>
          </a:xfrm>
          <a:custGeom>
            <a:avLst/>
            <a:gdLst>
              <a:gd name="T0" fmla="*/ 24 w 27"/>
              <a:gd name="T1" fmla="*/ 3 h 28"/>
              <a:gd name="T2" fmla="*/ 24 w 27"/>
              <a:gd name="T3" fmla="*/ 14 h 28"/>
              <a:gd name="T4" fmla="*/ 14 w 27"/>
              <a:gd name="T5" fmla="*/ 13 h 28"/>
              <a:gd name="T6" fmla="*/ 13 w 27"/>
              <a:gd name="T7" fmla="*/ 3 h 28"/>
              <a:gd name="T8" fmla="*/ 24 w 27"/>
              <a:gd name="T9" fmla="*/ 3 h 28"/>
              <a:gd name="T10" fmla="*/ 3 w 27"/>
              <a:gd name="T11" fmla="*/ 25 h 28"/>
              <a:gd name="T12" fmla="*/ 3 w 27"/>
              <a:gd name="T13" fmla="*/ 24 h 28"/>
              <a:gd name="T14" fmla="*/ 13 w 27"/>
              <a:gd name="T15" fmla="*/ 14 h 28"/>
              <a:gd name="T16" fmla="*/ 12 w 27"/>
              <a:gd name="T17" fmla="*/ 12 h 28"/>
              <a:gd name="T18" fmla="*/ 10 w 27"/>
              <a:gd name="T19" fmla="*/ 13 h 28"/>
              <a:gd name="T20" fmla="*/ 8 w 27"/>
              <a:gd name="T21" fmla="*/ 14 h 28"/>
              <a:gd name="T22" fmla="*/ 7 w 27"/>
              <a:gd name="T23" fmla="*/ 16 h 28"/>
              <a:gd name="T24" fmla="*/ 6 w 27"/>
              <a:gd name="T25" fmla="*/ 18 h 28"/>
              <a:gd name="T26" fmla="*/ 5 w 27"/>
              <a:gd name="T27" fmla="*/ 20 h 28"/>
              <a:gd name="T28" fmla="*/ 3 w 27"/>
              <a:gd name="T29" fmla="*/ 20 h 28"/>
              <a:gd name="T30" fmla="*/ 0 w 27"/>
              <a:gd name="T31" fmla="*/ 23 h 28"/>
              <a:gd name="T32" fmla="*/ 0 w 27"/>
              <a:gd name="T33" fmla="*/ 27 h 28"/>
              <a:gd name="T34" fmla="*/ 4 w 27"/>
              <a:gd name="T35" fmla="*/ 27 h 28"/>
              <a:gd name="T36" fmla="*/ 16 w 27"/>
              <a:gd name="T37" fmla="*/ 15 h 28"/>
              <a:gd name="T38" fmla="*/ 14 w 27"/>
              <a:gd name="T39" fmla="*/ 14 h 28"/>
              <a:gd name="T40" fmla="*/ 4 w 27"/>
              <a:gd name="T41" fmla="*/ 25 h 28"/>
              <a:gd name="T42" fmla="*/ 4 w 27"/>
              <a:gd name="T43" fmla="*/ 25 h 28"/>
              <a:gd name="T44" fmla="*/ 3 w 27"/>
              <a:gd name="T45" fmla="*/ 25 h 28"/>
              <a:gd name="T46" fmla="*/ 3 w 27"/>
              <a:gd name="T47" fmla="*/ 25 h 28"/>
              <a:gd name="T48" fmla="*/ 22 w 27"/>
              <a:gd name="T49" fmla="*/ 5 h 28"/>
              <a:gd name="T50" fmla="*/ 18 w 27"/>
              <a:gd name="T51" fmla="*/ 3 h 28"/>
              <a:gd name="T52" fmla="*/ 18 w 27"/>
              <a:gd name="T53" fmla="*/ 4 h 28"/>
              <a:gd name="T54" fmla="*/ 18 w 27"/>
              <a:gd name="T55" fmla="*/ 5 h 28"/>
              <a:gd name="T56" fmla="*/ 22 w 27"/>
              <a:gd name="T57" fmla="*/ 9 h 28"/>
              <a:gd name="T58" fmla="*/ 23 w 27"/>
              <a:gd name="T59" fmla="*/ 9 h 28"/>
              <a:gd name="T60" fmla="*/ 24 w 27"/>
              <a:gd name="T61" fmla="*/ 9 h 28"/>
              <a:gd name="T62" fmla="*/ 22 w 27"/>
              <a:gd name="T63" fmla="*/ 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" h="28">
                <a:moveTo>
                  <a:pt x="24" y="3"/>
                </a:moveTo>
                <a:cubicBezTo>
                  <a:pt x="27" y="6"/>
                  <a:pt x="27" y="11"/>
                  <a:pt x="24" y="14"/>
                </a:cubicBezTo>
                <a:cubicBezTo>
                  <a:pt x="21" y="17"/>
                  <a:pt x="17" y="16"/>
                  <a:pt x="14" y="13"/>
                </a:cubicBezTo>
                <a:cubicBezTo>
                  <a:pt x="11" y="10"/>
                  <a:pt x="10" y="6"/>
                  <a:pt x="13" y="3"/>
                </a:cubicBezTo>
                <a:cubicBezTo>
                  <a:pt x="16" y="0"/>
                  <a:pt x="21" y="0"/>
                  <a:pt x="24" y="3"/>
                </a:cubicBezTo>
                <a:close/>
                <a:moveTo>
                  <a:pt x="3" y="25"/>
                </a:moveTo>
                <a:cubicBezTo>
                  <a:pt x="3" y="24"/>
                  <a:pt x="3" y="24"/>
                  <a:pt x="3" y="2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3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8" y="14"/>
                  <a:pt x="8" y="14"/>
                  <a:pt x="8" y="14"/>
                </a:cubicBezTo>
                <a:cubicBezTo>
                  <a:pt x="7" y="16"/>
                  <a:pt x="7" y="16"/>
                  <a:pt x="7" y="16"/>
                </a:cubicBezTo>
                <a:cubicBezTo>
                  <a:pt x="6" y="18"/>
                  <a:pt x="6" y="18"/>
                  <a:pt x="6" y="18"/>
                </a:cubicBezTo>
                <a:cubicBezTo>
                  <a:pt x="5" y="20"/>
                  <a:pt x="5" y="20"/>
                  <a:pt x="5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3" y="28"/>
                  <a:pt x="4" y="27"/>
                </a:cubicBezTo>
                <a:cubicBezTo>
                  <a:pt x="16" y="15"/>
                  <a:pt x="16" y="15"/>
                  <a:pt x="16" y="15"/>
                </a:cubicBezTo>
                <a:cubicBezTo>
                  <a:pt x="15" y="15"/>
                  <a:pt x="15" y="15"/>
                  <a:pt x="14" y="1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5"/>
                  <a:pt x="3" y="25"/>
                  <a:pt x="3" y="25"/>
                </a:cubicBezTo>
                <a:cubicBezTo>
                  <a:pt x="3" y="25"/>
                  <a:pt x="3" y="25"/>
                  <a:pt x="3" y="25"/>
                </a:cubicBezTo>
                <a:close/>
                <a:moveTo>
                  <a:pt x="22" y="5"/>
                </a:moveTo>
                <a:cubicBezTo>
                  <a:pt x="21" y="3"/>
                  <a:pt x="20" y="3"/>
                  <a:pt x="18" y="3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5"/>
                  <a:pt x="18" y="5"/>
                </a:cubicBezTo>
                <a:cubicBezTo>
                  <a:pt x="22" y="9"/>
                  <a:pt x="22" y="9"/>
                  <a:pt x="22" y="9"/>
                </a:cubicBezTo>
                <a:cubicBezTo>
                  <a:pt x="22" y="9"/>
                  <a:pt x="23" y="9"/>
                  <a:pt x="23" y="9"/>
                </a:cubicBezTo>
                <a:cubicBezTo>
                  <a:pt x="23" y="9"/>
                  <a:pt x="24" y="9"/>
                  <a:pt x="24" y="9"/>
                </a:cubicBezTo>
                <a:cubicBezTo>
                  <a:pt x="24" y="7"/>
                  <a:pt x="24" y="6"/>
                  <a:pt x="22" y="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Freeform 189">
            <a:extLst>
              <a:ext uri="{FF2B5EF4-FFF2-40B4-BE49-F238E27FC236}">
                <a16:creationId xmlns:a16="http://schemas.microsoft.com/office/drawing/2014/main" id="{4595D259-5A42-8625-4C51-B9B35BDA71CF}"/>
              </a:ext>
            </a:extLst>
          </p:cNvPr>
          <p:cNvSpPr>
            <a:spLocks/>
          </p:cNvSpPr>
          <p:nvPr/>
        </p:nvSpPr>
        <p:spPr bwMode="auto">
          <a:xfrm>
            <a:off x="4962397" y="1899906"/>
            <a:ext cx="374625" cy="269658"/>
          </a:xfrm>
          <a:custGeom>
            <a:avLst/>
            <a:gdLst>
              <a:gd name="T0" fmla="*/ 9 w 39"/>
              <a:gd name="T1" fmla="*/ 1 h 28"/>
              <a:gd name="T2" fmla="*/ 15 w 39"/>
              <a:gd name="T3" fmla="*/ 1 h 28"/>
              <a:gd name="T4" fmla="*/ 16 w 39"/>
              <a:gd name="T5" fmla="*/ 1 h 28"/>
              <a:gd name="T6" fmla="*/ 16 w 39"/>
              <a:gd name="T7" fmla="*/ 3 h 28"/>
              <a:gd name="T8" fmla="*/ 15 w 39"/>
              <a:gd name="T9" fmla="*/ 5 h 28"/>
              <a:gd name="T10" fmla="*/ 19 w 39"/>
              <a:gd name="T11" fmla="*/ 9 h 28"/>
              <a:gd name="T12" fmla="*/ 22 w 39"/>
              <a:gd name="T13" fmla="*/ 5 h 28"/>
              <a:gd name="T14" fmla="*/ 22 w 39"/>
              <a:gd name="T15" fmla="*/ 4 h 28"/>
              <a:gd name="T16" fmla="*/ 22 w 39"/>
              <a:gd name="T17" fmla="*/ 3 h 28"/>
              <a:gd name="T18" fmla="*/ 22 w 39"/>
              <a:gd name="T19" fmla="*/ 1 h 28"/>
              <a:gd name="T20" fmla="*/ 23 w 39"/>
              <a:gd name="T21" fmla="*/ 1 h 28"/>
              <a:gd name="T22" fmla="*/ 29 w 39"/>
              <a:gd name="T23" fmla="*/ 1 h 28"/>
              <a:gd name="T24" fmla="*/ 31 w 39"/>
              <a:gd name="T25" fmla="*/ 3 h 28"/>
              <a:gd name="T26" fmla="*/ 31 w 39"/>
              <a:gd name="T27" fmla="*/ 9 h 28"/>
              <a:gd name="T28" fmla="*/ 31 w 39"/>
              <a:gd name="T29" fmla="*/ 11 h 28"/>
              <a:gd name="T30" fmla="*/ 33 w 39"/>
              <a:gd name="T31" fmla="*/ 11 h 28"/>
              <a:gd name="T32" fmla="*/ 35 w 39"/>
              <a:gd name="T33" fmla="*/ 10 h 28"/>
              <a:gd name="T34" fmla="*/ 39 w 39"/>
              <a:gd name="T35" fmla="*/ 14 h 28"/>
              <a:gd name="T36" fmla="*/ 35 w 39"/>
              <a:gd name="T37" fmla="*/ 17 h 28"/>
              <a:gd name="T38" fmla="*/ 33 w 39"/>
              <a:gd name="T39" fmla="*/ 17 h 28"/>
              <a:gd name="T40" fmla="*/ 32 w 39"/>
              <a:gd name="T41" fmla="*/ 16 h 28"/>
              <a:gd name="T42" fmla="*/ 31 w 39"/>
              <a:gd name="T43" fmla="*/ 17 h 28"/>
              <a:gd name="T44" fmla="*/ 30 w 39"/>
              <a:gd name="T45" fmla="*/ 18 h 28"/>
              <a:gd name="T46" fmla="*/ 31 w 39"/>
              <a:gd name="T47" fmla="*/ 25 h 28"/>
              <a:gd name="T48" fmla="*/ 29 w 39"/>
              <a:gd name="T49" fmla="*/ 27 h 28"/>
              <a:gd name="T50" fmla="*/ 24 w 39"/>
              <a:gd name="T51" fmla="*/ 28 h 28"/>
              <a:gd name="T52" fmla="*/ 23 w 39"/>
              <a:gd name="T53" fmla="*/ 27 h 28"/>
              <a:gd name="T54" fmla="*/ 23 w 39"/>
              <a:gd name="T55" fmla="*/ 25 h 28"/>
              <a:gd name="T56" fmla="*/ 23 w 39"/>
              <a:gd name="T57" fmla="*/ 24 h 28"/>
              <a:gd name="T58" fmla="*/ 20 w 39"/>
              <a:gd name="T59" fmla="*/ 20 h 28"/>
              <a:gd name="T60" fmla="*/ 16 w 39"/>
              <a:gd name="T61" fmla="*/ 24 h 28"/>
              <a:gd name="T62" fmla="*/ 17 w 39"/>
              <a:gd name="T63" fmla="*/ 25 h 28"/>
              <a:gd name="T64" fmla="*/ 17 w 39"/>
              <a:gd name="T65" fmla="*/ 25 h 28"/>
              <a:gd name="T66" fmla="*/ 16 w 39"/>
              <a:gd name="T67" fmla="*/ 27 h 28"/>
              <a:gd name="T68" fmla="*/ 15 w 39"/>
              <a:gd name="T69" fmla="*/ 28 h 28"/>
              <a:gd name="T70" fmla="*/ 9 w 39"/>
              <a:gd name="T71" fmla="*/ 27 h 28"/>
              <a:gd name="T72" fmla="*/ 7 w 39"/>
              <a:gd name="T73" fmla="*/ 25 h 28"/>
              <a:gd name="T74" fmla="*/ 8 w 39"/>
              <a:gd name="T75" fmla="*/ 19 h 28"/>
              <a:gd name="T76" fmla="*/ 7 w 39"/>
              <a:gd name="T77" fmla="*/ 17 h 28"/>
              <a:gd name="T78" fmla="*/ 5 w 39"/>
              <a:gd name="T79" fmla="*/ 17 h 28"/>
              <a:gd name="T80" fmla="*/ 3 w 39"/>
              <a:gd name="T81" fmla="*/ 18 h 28"/>
              <a:gd name="T82" fmla="*/ 0 w 39"/>
              <a:gd name="T83" fmla="*/ 14 h 28"/>
              <a:gd name="T84" fmla="*/ 3 w 39"/>
              <a:gd name="T85" fmla="*/ 11 h 28"/>
              <a:gd name="T86" fmla="*/ 5 w 39"/>
              <a:gd name="T87" fmla="*/ 11 h 28"/>
              <a:gd name="T88" fmla="*/ 6 w 39"/>
              <a:gd name="T89" fmla="*/ 12 h 28"/>
              <a:gd name="T90" fmla="*/ 7 w 39"/>
              <a:gd name="T91" fmla="*/ 11 h 28"/>
              <a:gd name="T92" fmla="*/ 8 w 39"/>
              <a:gd name="T93" fmla="*/ 10 h 28"/>
              <a:gd name="T94" fmla="*/ 7 w 39"/>
              <a:gd name="T95" fmla="*/ 3 h 28"/>
              <a:gd name="T96" fmla="*/ 9 w 39"/>
              <a:gd name="T97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9" h="28">
                <a:moveTo>
                  <a:pt x="9" y="1"/>
                </a:moveTo>
                <a:cubicBezTo>
                  <a:pt x="11" y="1"/>
                  <a:pt x="13" y="1"/>
                  <a:pt x="15" y="1"/>
                </a:cubicBezTo>
                <a:cubicBezTo>
                  <a:pt x="15" y="0"/>
                  <a:pt x="16" y="1"/>
                  <a:pt x="16" y="1"/>
                </a:cubicBezTo>
                <a:cubicBezTo>
                  <a:pt x="17" y="2"/>
                  <a:pt x="17" y="3"/>
                  <a:pt x="16" y="3"/>
                </a:cubicBezTo>
                <a:cubicBezTo>
                  <a:pt x="16" y="4"/>
                  <a:pt x="15" y="4"/>
                  <a:pt x="15" y="5"/>
                </a:cubicBezTo>
                <a:cubicBezTo>
                  <a:pt x="15" y="7"/>
                  <a:pt x="17" y="9"/>
                  <a:pt x="19" y="9"/>
                </a:cubicBezTo>
                <a:cubicBezTo>
                  <a:pt x="21" y="9"/>
                  <a:pt x="22" y="7"/>
                  <a:pt x="22" y="5"/>
                </a:cubicBezTo>
                <a:cubicBezTo>
                  <a:pt x="22" y="5"/>
                  <a:pt x="22" y="4"/>
                  <a:pt x="22" y="4"/>
                </a:cubicBezTo>
                <a:cubicBezTo>
                  <a:pt x="22" y="3"/>
                  <a:pt x="22" y="3"/>
                  <a:pt x="22" y="3"/>
                </a:cubicBezTo>
                <a:cubicBezTo>
                  <a:pt x="22" y="2"/>
                  <a:pt x="22" y="2"/>
                  <a:pt x="22" y="1"/>
                </a:cubicBezTo>
                <a:cubicBezTo>
                  <a:pt x="22" y="1"/>
                  <a:pt x="23" y="0"/>
                  <a:pt x="23" y="1"/>
                </a:cubicBezTo>
                <a:cubicBezTo>
                  <a:pt x="25" y="1"/>
                  <a:pt x="27" y="1"/>
                  <a:pt x="29" y="1"/>
                </a:cubicBezTo>
                <a:cubicBezTo>
                  <a:pt x="30" y="1"/>
                  <a:pt x="31" y="2"/>
                  <a:pt x="31" y="3"/>
                </a:cubicBezTo>
                <a:cubicBezTo>
                  <a:pt x="31" y="5"/>
                  <a:pt x="31" y="7"/>
                  <a:pt x="31" y="9"/>
                </a:cubicBezTo>
                <a:cubicBezTo>
                  <a:pt x="30" y="10"/>
                  <a:pt x="31" y="11"/>
                  <a:pt x="31" y="11"/>
                </a:cubicBezTo>
                <a:cubicBezTo>
                  <a:pt x="32" y="11"/>
                  <a:pt x="33" y="11"/>
                  <a:pt x="33" y="11"/>
                </a:cubicBezTo>
                <a:cubicBezTo>
                  <a:pt x="34" y="11"/>
                  <a:pt x="34" y="10"/>
                  <a:pt x="35" y="10"/>
                </a:cubicBezTo>
                <a:cubicBezTo>
                  <a:pt x="37" y="10"/>
                  <a:pt x="39" y="12"/>
                  <a:pt x="39" y="14"/>
                </a:cubicBezTo>
                <a:cubicBezTo>
                  <a:pt x="39" y="16"/>
                  <a:pt x="37" y="17"/>
                  <a:pt x="35" y="17"/>
                </a:cubicBezTo>
                <a:cubicBezTo>
                  <a:pt x="34" y="17"/>
                  <a:pt x="34" y="17"/>
                  <a:pt x="33" y="17"/>
                </a:cubicBezTo>
                <a:cubicBezTo>
                  <a:pt x="33" y="17"/>
                  <a:pt x="33" y="16"/>
                  <a:pt x="32" y="16"/>
                </a:cubicBezTo>
                <a:cubicBezTo>
                  <a:pt x="32" y="16"/>
                  <a:pt x="31" y="17"/>
                  <a:pt x="31" y="17"/>
                </a:cubicBezTo>
                <a:cubicBezTo>
                  <a:pt x="31" y="17"/>
                  <a:pt x="30" y="18"/>
                  <a:pt x="30" y="18"/>
                </a:cubicBezTo>
                <a:cubicBezTo>
                  <a:pt x="31" y="21"/>
                  <a:pt x="31" y="23"/>
                  <a:pt x="31" y="25"/>
                </a:cubicBezTo>
                <a:cubicBezTo>
                  <a:pt x="31" y="26"/>
                  <a:pt x="30" y="27"/>
                  <a:pt x="29" y="27"/>
                </a:cubicBezTo>
                <a:cubicBezTo>
                  <a:pt x="28" y="27"/>
                  <a:pt x="26" y="28"/>
                  <a:pt x="24" y="28"/>
                </a:cubicBezTo>
                <a:cubicBezTo>
                  <a:pt x="24" y="28"/>
                  <a:pt x="23" y="28"/>
                  <a:pt x="23" y="27"/>
                </a:cubicBezTo>
                <a:cubicBezTo>
                  <a:pt x="22" y="26"/>
                  <a:pt x="22" y="26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2"/>
                  <a:pt x="22" y="20"/>
                  <a:pt x="20" y="20"/>
                </a:cubicBezTo>
                <a:cubicBezTo>
                  <a:pt x="18" y="20"/>
                  <a:pt x="16" y="22"/>
                  <a:pt x="16" y="24"/>
                </a:cubicBezTo>
                <a:cubicBezTo>
                  <a:pt x="16" y="24"/>
                  <a:pt x="16" y="25"/>
                  <a:pt x="17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26"/>
                  <a:pt x="17" y="27"/>
                  <a:pt x="16" y="27"/>
                </a:cubicBezTo>
                <a:cubicBezTo>
                  <a:pt x="16" y="28"/>
                  <a:pt x="16" y="28"/>
                  <a:pt x="15" y="28"/>
                </a:cubicBezTo>
                <a:cubicBezTo>
                  <a:pt x="13" y="28"/>
                  <a:pt x="11" y="27"/>
                  <a:pt x="9" y="27"/>
                </a:cubicBezTo>
                <a:cubicBezTo>
                  <a:pt x="8" y="27"/>
                  <a:pt x="7" y="26"/>
                  <a:pt x="7" y="25"/>
                </a:cubicBezTo>
                <a:cubicBezTo>
                  <a:pt x="8" y="23"/>
                  <a:pt x="8" y="21"/>
                  <a:pt x="8" y="19"/>
                </a:cubicBezTo>
                <a:cubicBezTo>
                  <a:pt x="8" y="18"/>
                  <a:pt x="8" y="18"/>
                  <a:pt x="7" y="17"/>
                </a:cubicBezTo>
                <a:cubicBezTo>
                  <a:pt x="6" y="17"/>
                  <a:pt x="6" y="17"/>
                  <a:pt x="5" y="17"/>
                </a:cubicBezTo>
                <a:cubicBezTo>
                  <a:pt x="5" y="18"/>
                  <a:pt x="4" y="18"/>
                  <a:pt x="3" y="18"/>
                </a:cubicBezTo>
                <a:cubicBezTo>
                  <a:pt x="1" y="18"/>
                  <a:pt x="0" y="16"/>
                  <a:pt x="0" y="14"/>
                </a:cubicBezTo>
                <a:cubicBezTo>
                  <a:pt x="0" y="13"/>
                  <a:pt x="1" y="11"/>
                  <a:pt x="3" y="11"/>
                </a:cubicBezTo>
                <a:cubicBezTo>
                  <a:pt x="4" y="11"/>
                  <a:pt x="4" y="11"/>
                  <a:pt x="5" y="11"/>
                </a:cubicBezTo>
                <a:cubicBezTo>
                  <a:pt x="5" y="12"/>
                  <a:pt x="6" y="12"/>
                  <a:pt x="6" y="12"/>
                </a:cubicBezTo>
                <a:cubicBezTo>
                  <a:pt x="7" y="12"/>
                  <a:pt x="7" y="12"/>
                  <a:pt x="7" y="11"/>
                </a:cubicBezTo>
                <a:cubicBezTo>
                  <a:pt x="8" y="11"/>
                  <a:pt x="8" y="10"/>
                  <a:pt x="8" y="10"/>
                </a:cubicBezTo>
                <a:cubicBezTo>
                  <a:pt x="8" y="8"/>
                  <a:pt x="8" y="5"/>
                  <a:pt x="7" y="3"/>
                </a:cubicBezTo>
                <a:cubicBezTo>
                  <a:pt x="7" y="2"/>
                  <a:pt x="8" y="1"/>
                  <a:pt x="9" y="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Freeform 190">
            <a:extLst>
              <a:ext uri="{FF2B5EF4-FFF2-40B4-BE49-F238E27FC236}">
                <a16:creationId xmlns:a16="http://schemas.microsoft.com/office/drawing/2014/main" id="{639AEAF2-96E5-C4F4-D51A-D04670EC70C2}"/>
              </a:ext>
            </a:extLst>
          </p:cNvPr>
          <p:cNvSpPr>
            <a:spLocks noEditPoints="1"/>
          </p:cNvSpPr>
          <p:nvPr/>
        </p:nvSpPr>
        <p:spPr bwMode="auto">
          <a:xfrm>
            <a:off x="5653733" y="1872760"/>
            <a:ext cx="247941" cy="316712"/>
          </a:xfrm>
          <a:custGeom>
            <a:avLst/>
            <a:gdLst>
              <a:gd name="T0" fmla="*/ 2 w 26"/>
              <a:gd name="T1" fmla="*/ 33 h 33"/>
              <a:gd name="T2" fmla="*/ 24 w 26"/>
              <a:gd name="T3" fmla="*/ 33 h 33"/>
              <a:gd name="T4" fmla="*/ 26 w 26"/>
              <a:gd name="T5" fmla="*/ 31 h 33"/>
              <a:gd name="T6" fmla="*/ 26 w 26"/>
              <a:gd name="T7" fmla="*/ 2 h 33"/>
              <a:gd name="T8" fmla="*/ 24 w 26"/>
              <a:gd name="T9" fmla="*/ 0 h 33"/>
              <a:gd name="T10" fmla="*/ 18 w 26"/>
              <a:gd name="T11" fmla="*/ 0 h 33"/>
              <a:gd name="T12" fmla="*/ 18 w 26"/>
              <a:gd name="T13" fmla="*/ 3 h 33"/>
              <a:gd name="T14" fmla="*/ 22 w 26"/>
              <a:gd name="T15" fmla="*/ 3 h 33"/>
              <a:gd name="T16" fmla="*/ 22 w 26"/>
              <a:gd name="T17" fmla="*/ 6 h 33"/>
              <a:gd name="T18" fmla="*/ 22 w 26"/>
              <a:gd name="T19" fmla="*/ 30 h 33"/>
              <a:gd name="T20" fmla="*/ 3 w 26"/>
              <a:gd name="T21" fmla="*/ 30 h 33"/>
              <a:gd name="T22" fmla="*/ 3 w 26"/>
              <a:gd name="T23" fmla="*/ 3 h 33"/>
              <a:gd name="T24" fmla="*/ 7 w 26"/>
              <a:gd name="T25" fmla="*/ 3 h 33"/>
              <a:gd name="T26" fmla="*/ 7 w 26"/>
              <a:gd name="T27" fmla="*/ 0 h 33"/>
              <a:gd name="T28" fmla="*/ 2 w 26"/>
              <a:gd name="T29" fmla="*/ 0 h 33"/>
              <a:gd name="T30" fmla="*/ 0 w 26"/>
              <a:gd name="T31" fmla="*/ 2 h 33"/>
              <a:gd name="T32" fmla="*/ 0 w 26"/>
              <a:gd name="T33" fmla="*/ 31 h 33"/>
              <a:gd name="T34" fmla="*/ 2 w 26"/>
              <a:gd name="T35" fmla="*/ 33 h 33"/>
              <a:gd name="T36" fmla="*/ 10 w 26"/>
              <a:gd name="T37" fmla="*/ 3 h 33"/>
              <a:gd name="T38" fmla="*/ 10 w 26"/>
              <a:gd name="T39" fmla="*/ 1 h 33"/>
              <a:gd name="T40" fmla="*/ 10 w 26"/>
              <a:gd name="T41" fmla="*/ 1 h 33"/>
              <a:gd name="T42" fmla="*/ 10 w 26"/>
              <a:gd name="T43" fmla="*/ 1 h 33"/>
              <a:gd name="T44" fmla="*/ 10 w 26"/>
              <a:gd name="T45" fmla="*/ 1 h 33"/>
              <a:gd name="T46" fmla="*/ 15 w 26"/>
              <a:gd name="T47" fmla="*/ 1 h 33"/>
              <a:gd name="T48" fmla="*/ 16 w 26"/>
              <a:gd name="T49" fmla="*/ 1 h 33"/>
              <a:gd name="T50" fmla="*/ 16 w 26"/>
              <a:gd name="T51" fmla="*/ 1 h 33"/>
              <a:gd name="T52" fmla="*/ 16 w 26"/>
              <a:gd name="T53" fmla="*/ 1 h 33"/>
              <a:gd name="T54" fmla="*/ 16 w 26"/>
              <a:gd name="T55" fmla="*/ 3 h 33"/>
              <a:gd name="T56" fmla="*/ 10 w 26"/>
              <a:gd name="T57" fmla="*/ 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" h="33">
                <a:moveTo>
                  <a:pt x="2" y="33"/>
                </a:moveTo>
                <a:cubicBezTo>
                  <a:pt x="24" y="33"/>
                  <a:pt x="24" y="33"/>
                  <a:pt x="24" y="33"/>
                </a:cubicBezTo>
                <a:cubicBezTo>
                  <a:pt x="25" y="33"/>
                  <a:pt x="26" y="32"/>
                  <a:pt x="26" y="31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1"/>
                  <a:pt x="25" y="0"/>
                  <a:pt x="24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3"/>
                  <a:pt x="18" y="3"/>
                  <a:pt x="18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30"/>
                  <a:pt x="22" y="30"/>
                  <a:pt x="22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3" y="3"/>
                  <a:pt x="3" y="3"/>
                  <a:pt x="3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0"/>
                  <a:pt x="7" y="0"/>
                  <a:pt x="7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2" y="33"/>
                </a:cubicBezTo>
                <a:close/>
                <a:moveTo>
                  <a:pt x="10" y="3"/>
                </a:move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5" y="1"/>
                  <a:pt x="15" y="1"/>
                  <a:pt x="15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3"/>
                  <a:pt x="16" y="3"/>
                  <a:pt x="16" y="3"/>
                </a:cubicBezTo>
                <a:lnTo>
                  <a:pt x="10" y="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Freeform 191">
            <a:extLst>
              <a:ext uri="{FF2B5EF4-FFF2-40B4-BE49-F238E27FC236}">
                <a16:creationId xmlns:a16="http://schemas.microsoft.com/office/drawing/2014/main" id="{D4905724-45C0-BCEB-9DF2-CEA7E734243C}"/>
              </a:ext>
            </a:extLst>
          </p:cNvPr>
          <p:cNvSpPr>
            <a:spLocks/>
          </p:cNvSpPr>
          <p:nvPr/>
        </p:nvSpPr>
        <p:spPr bwMode="auto">
          <a:xfrm>
            <a:off x="5709836" y="1948771"/>
            <a:ext cx="135734" cy="9050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0 h 1"/>
              <a:gd name="T6" fmla="*/ 14 w 14"/>
              <a:gd name="T7" fmla="*/ 0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0 h 1"/>
              <a:gd name="T14" fmla="*/ 0 w 14"/>
              <a:gd name="T15" fmla="*/ 0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Freeform 192">
            <a:extLst>
              <a:ext uri="{FF2B5EF4-FFF2-40B4-BE49-F238E27FC236}">
                <a16:creationId xmlns:a16="http://schemas.microsoft.com/office/drawing/2014/main" id="{C80DA779-5575-947C-374B-D1F1BA9C85E6}"/>
              </a:ext>
            </a:extLst>
          </p:cNvPr>
          <p:cNvSpPr>
            <a:spLocks/>
          </p:cNvSpPr>
          <p:nvPr/>
        </p:nvSpPr>
        <p:spPr bwMode="auto">
          <a:xfrm>
            <a:off x="5709836" y="1977727"/>
            <a:ext cx="135734" cy="18098"/>
          </a:xfrm>
          <a:custGeom>
            <a:avLst/>
            <a:gdLst>
              <a:gd name="T0" fmla="*/ 0 w 14"/>
              <a:gd name="T1" fmla="*/ 0 h 2"/>
              <a:gd name="T2" fmla="*/ 13 w 14"/>
              <a:gd name="T3" fmla="*/ 0 h 2"/>
              <a:gd name="T4" fmla="*/ 14 w 14"/>
              <a:gd name="T5" fmla="*/ 1 h 2"/>
              <a:gd name="T6" fmla="*/ 14 w 14"/>
              <a:gd name="T7" fmla="*/ 1 h 2"/>
              <a:gd name="T8" fmla="*/ 13 w 14"/>
              <a:gd name="T9" fmla="*/ 2 h 2"/>
              <a:gd name="T10" fmla="*/ 0 w 14"/>
              <a:gd name="T11" fmla="*/ 2 h 2"/>
              <a:gd name="T12" fmla="*/ 0 w 14"/>
              <a:gd name="T13" fmla="*/ 1 h 2"/>
              <a:gd name="T14" fmla="*/ 0 w 14"/>
              <a:gd name="T15" fmla="*/ 1 h 2"/>
              <a:gd name="T16" fmla="*/ 0 w 14"/>
              <a:gd name="T1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2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2"/>
                  <a:pt x="13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4" name="Freeform 193">
            <a:extLst>
              <a:ext uri="{FF2B5EF4-FFF2-40B4-BE49-F238E27FC236}">
                <a16:creationId xmlns:a16="http://schemas.microsoft.com/office/drawing/2014/main" id="{DD479407-D1A1-E50F-DE34-9074C3F36579}"/>
              </a:ext>
            </a:extLst>
          </p:cNvPr>
          <p:cNvSpPr>
            <a:spLocks/>
          </p:cNvSpPr>
          <p:nvPr/>
        </p:nvSpPr>
        <p:spPr bwMode="auto">
          <a:xfrm>
            <a:off x="5709836" y="2015732"/>
            <a:ext cx="135734" cy="19908"/>
          </a:xfrm>
          <a:custGeom>
            <a:avLst/>
            <a:gdLst>
              <a:gd name="T0" fmla="*/ 0 w 14"/>
              <a:gd name="T1" fmla="*/ 0 h 2"/>
              <a:gd name="T2" fmla="*/ 13 w 14"/>
              <a:gd name="T3" fmla="*/ 0 h 2"/>
              <a:gd name="T4" fmla="*/ 14 w 14"/>
              <a:gd name="T5" fmla="*/ 1 h 2"/>
              <a:gd name="T6" fmla="*/ 14 w 14"/>
              <a:gd name="T7" fmla="*/ 1 h 2"/>
              <a:gd name="T8" fmla="*/ 13 w 14"/>
              <a:gd name="T9" fmla="*/ 2 h 2"/>
              <a:gd name="T10" fmla="*/ 0 w 14"/>
              <a:gd name="T11" fmla="*/ 2 h 2"/>
              <a:gd name="T12" fmla="*/ 0 w 14"/>
              <a:gd name="T13" fmla="*/ 1 h 2"/>
              <a:gd name="T14" fmla="*/ 0 w 14"/>
              <a:gd name="T15" fmla="*/ 1 h 2"/>
              <a:gd name="T16" fmla="*/ 0 w 14"/>
              <a:gd name="T1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2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2"/>
                  <a:pt x="13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Freeform 194">
            <a:extLst>
              <a:ext uri="{FF2B5EF4-FFF2-40B4-BE49-F238E27FC236}">
                <a16:creationId xmlns:a16="http://schemas.microsoft.com/office/drawing/2014/main" id="{AA0BC3EB-8E88-C79A-E4F4-29D745F3F710}"/>
              </a:ext>
            </a:extLst>
          </p:cNvPr>
          <p:cNvSpPr>
            <a:spLocks/>
          </p:cNvSpPr>
          <p:nvPr/>
        </p:nvSpPr>
        <p:spPr bwMode="auto">
          <a:xfrm>
            <a:off x="5709836" y="2053738"/>
            <a:ext cx="135734" cy="10859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1 h 1"/>
              <a:gd name="T6" fmla="*/ 14 w 14"/>
              <a:gd name="T7" fmla="*/ 1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1 h 1"/>
              <a:gd name="T14" fmla="*/ 0 w 14"/>
              <a:gd name="T15" fmla="*/ 1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Freeform 195">
            <a:extLst>
              <a:ext uri="{FF2B5EF4-FFF2-40B4-BE49-F238E27FC236}">
                <a16:creationId xmlns:a16="http://schemas.microsoft.com/office/drawing/2014/main" id="{74A359E3-7193-54FB-441A-FC503031B624}"/>
              </a:ext>
            </a:extLst>
          </p:cNvPr>
          <p:cNvSpPr>
            <a:spLocks/>
          </p:cNvSpPr>
          <p:nvPr/>
        </p:nvSpPr>
        <p:spPr bwMode="auto">
          <a:xfrm>
            <a:off x="5709836" y="2053738"/>
            <a:ext cx="135734" cy="10859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1 h 1"/>
              <a:gd name="T6" fmla="*/ 14 w 14"/>
              <a:gd name="T7" fmla="*/ 1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1 h 1"/>
              <a:gd name="T14" fmla="*/ 0 w 14"/>
              <a:gd name="T15" fmla="*/ 1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Freeform 196">
            <a:extLst>
              <a:ext uri="{FF2B5EF4-FFF2-40B4-BE49-F238E27FC236}">
                <a16:creationId xmlns:a16="http://schemas.microsoft.com/office/drawing/2014/main" id="{A424BD9B-D4BA-50D0-3940-4D3E8C78A4C4}"/>
              </a:ext>
            </a:extLst>
          </p:cNvPr>
          <p:cNvSpPr>
            <a:spLocks/>
          </p:cNvSpPr>
          <p:nvPr/>
        </p:nvSpPr>
        <p:spPr bwMode="auto">
          <a:xfrm>
            <a:off x="5709836" y="2093553"/>
            <a:ext cx="135734" cy="9050"/>
          </a:xfrm>
          <a:custGeom>
            <a:avLst/>
            <a:gdLst>
              <a:gd name="T0" fmla="*/ 0 w 14"/>
              <a:gd name="T1" fmla="*/ 0 h 1"/>
              <a:gd name="T2" fmla="*/ 13 w 14"/>
              <a:gd name="T3" fmla="*/ 0 h 1"/>
              <a:gd name="T4" fmla="*/ 14 w 14"/>
              <a:gd name="T5" fmla="*/ 1 h 1"/>
              <a:gd name="T6" fmla="*/ 14 w 14"/>
              <a:gd name="T7" fmla="*/ 1 h 1"/>
              <a:gd name="T8" fmla="*/ 13 w 14"/>
              <a:gd name="T9" fmla="*/ 1 h 1"/>
              <a:gd name="T10" fmla="*/ 0 w 14"/>
              <a:gd name="T11" fmla="*/ 1 h 1"/>
              <a:gd name="T12" fmla="*/ 0 w 14"/>
              <a:gd name="T13" fmla="*/ 1 h 1"/>
              <a:gd name="T14" fmla="*/ 0 w 14"/>
              <a:gd name="T15" fmla="*/ 1 h 1"/>
              <a:gd name="T16" fmla="*/ 0 w 14"/>
              <a:gd name="T1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" h="1">
                <a:moveTo>
                  <a:pt x="0" y="0"/>
                </a:moveTo>
                <a:cubicBezTo>
                  <a:pt x="13" y="0"/>
                  <a:pt x="13" y="0"/>
                  <a:pt x="13" y="0"/>
                </a:cubicBezTo>
                <a:cubicBezTo>
                  <a:pt x="14" y="0"/>
                  <a:pt x="14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3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Freeform 197">
            <a:extLst>
              <a:ext uri="{FF2B5EF4-FFF2-40B4-BE49-F238E27FC236}">
                <a16:creationId xmlns:a16="http://schemas.microsoft.com/office/drawing/2014/main" id="{6389AC00-2389-ADEB-718C-86F2692B6741}"/>
              </a:ext>
            </a:extLst>
          </p:cNvPr>
          <p:cNvSpPr>
            <a:spLocks noEditPoints="1"/>
          </p:cNvSpPr>
          <p:nvPr/>
        </p:nvSpPr>
        <p:spPr bwMode="auto">
          <a:xfrm>
            <a:off x="5729743" y="1861901"/>
            <a:ext cx="95919" cy="57913"/>
          </a:xfrm>
          <a:custGeom>
            <a:avLst/>
            <a:gdLst>
              <a:gd name="T0" fmla="*/ 8 w 10"/>
              <a:gd name="T1" fmla="*/ 0 h 6"/>
              <a:gd name="T2" fmla="*/ 1 w 10"/>
              <a:gd name="T3" fmla="*/ 0 h 6"/>
              <a:gd name="T4" fmla="*/ 0 w 10"/>
              <a:gd name="T5" fmla="*/ 0 h 6"/>
              <a:gd name="T6" fmla="*/ 0 w 10"/>
              <a:gd name="T7" fmla="*/ 1 h 6"/>
              <a:gd name="T8" fmla="*/ 0 w 10"/>
              <a:gd name="T9" fmla="*/ 5 h 6"/>
              <a:gd name="T10" fmla="*/ 0 w 10"/>
              <a:gd name="T11" fmla="*/ 6 h 6"/>
              <a:gd name="T12" fmla="*/ 1 w 10"/>
              <a:gd name="T13" fmla="*/ 6 h 6"/>
              <a:gd name="T14" fmla="*/ 8 w 10"/>
              <a:gd name="T15" fmla="*/ 6 h 6"/>
              <a:gd name="T16" fmla="*/ 9 w 10"/>
              <a:gd name="T17" fmla="*/ 6 h 6"/>
              <a:gd name="T18" fmla="*/ 10 w 10"/>
              <a:gd name="T19" fmla="*/ 5 h 6"/>
              <a:gd name="T20" fmla="*/ 10 w 10"/>
              <a:gd name="T21" fmla="*/ 1 h 6"/>
              <a:gd name="T22" fmla="*/ 9 w 10"/>
              <a:gd name="T23" fmla="*/ 0 h 6"/>
              <a:gd name="T24" fmla="*/ 8 w 10"/>
              <a:gd name="T25" fmla="*/ 0 h 6"/>
              <a:gd name="T26" fmla="*/ 2 w 10"/>
              <a:gd name="T27" fmla="*/ 1 h 6"/>
              <a:gd name="T28" fmla="*/ 7 w 10"/>
              <a:gd name="T29" fmla="*/ 1 h 6"/>
              <a:gd name="T30" fmla="*/ 8 w 10"/>
              <a:gd name="T31" fmla="*/ 2 h 6"/>
              <a:gd name="T32" fmla="*/ 8 w 10"/>
              <a:gd name="T33" fmla="*/ 2 h 6"/>
              <a:gd name="T34" fmla="*/ 9 w 10"/>
              <a:gd name="T35" fmla="*/ 2 h 6"/>
              <a:gd name="T36" fmla="*/ 9 w 10"/>
              <a:gd name="T37" fmla="*/ 4 h 6"/>
              <a:gd name="T38" fmla="*/ 8 w 10"/>
              <a:gd name="T39" fmla="*/ 4 h 6"/>
              <a:gd name="T40" fmla="*/ 8 w 10"/>
              <a:gd name="T41" fmla="*/ 4 h 6"/>
              <a:gd name="T42" fmla="*/ 7 w 10"/>
              <a:gd name="T43" fmla="*/ 5 h 6"/>
              <a:gd name="T44" fmla="*/ 2 w 10"/>
              <a:gd name="T45" fmla="*/ 5 h 6"/>
              <a:gd name="T46" fmla="*/ 1 w 10"/>
              <a:gd name="T47" fmla="*/ 4 h 6"/>
              <a:gd name="T48" fmla="*/ 1 w 10"/>
              <a:gd name="T49" fmla="*/ 4 h 6"/>
              <a:gd name="T50" fmla="*/ 1 w 10"/>
              <a:gd name="T51" fmla="*/ 4 h 6"/>
              <a:gd name="T52" fmla="*/ 1 w 10"/>
              <a:gd name="T53" fmla="*/ 2 h 6"/>
              <a:gd name="T54" fmla="*/ 1 w 10"/>
              <a:gd name="T55" fmla="*/ 2 h 6"/>
              <a:gd name="T56" fmla="*/ 1 w 10"/>
              <a:gd name="T57" fmla="*/ 2 h 6"/>
              <a:gd name="T58" fmla="*/ 2 w 10"/>
              <a:gd name="T59" fmla="*/ 1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" h="6">
                <a:moveTo>
                  <a:pt x="8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1"/>
                  <a:pt x="0" y="1"/>
                  <a:pt x="0" y="1"/>
                </a:cubicBezTo>
                <a:cubicBezTo>
                  <a:pt x="0" y="5"/>
                  <a:pt x="0" y="5"/>
                  <a:pt x="0" y="5"/>
                </a:cubicBezTo>
                <a:cubicBezTo>
                  <a:pt x="0" y="6"/>
                  <a:pt x="0" y="6"/>
                  <a:pt x="0" y="6"/>
                </a:cubicBezTo>
                <a:cubicBezTo>
                  <a:pt x="1" y="6"/>
                  <a:pt x="1" y="6"/>
                  <a:pt x="1" y="6"/>
                </a:cubicBezTo>
                <a:cubicBezTo>
                  <a:pt x="8" y="6"/>
                  <a:pt x="8" y="6"/>
                  <a:pt x="8" y="6"/>
                </a:cubicBezTo>
                <a:cubicBezTo>
                  <a:pt x="9" y="6"/>
                  <a:pt x="9" y="6"/>
                  <a:pt x="9" y="6"/>
                </a:cubicBezTo>
                <a:cubicBezTo>
                  <a:pt x="9" y="6"/>
                  <a:pt x="10" y="6"/>
                  <a:pt x="10" y="5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9" y="1"/>
                  <a:pt x="9" y="0"/>
                </a:cubicBezTo>
                <a:cubicBezTo>
                  <a:pt x="9" y="0"/>
                  <a:pt x="9" y="0"/>
                  <a:pt x="8" y="0"/>
                </a:cubicBezTo>
                <a:close/>
                <a:moveTo>
                  <a:pt x="2" y="1"/>
                </a:moveTo>
                <a:cubicBezTo>
                  <a:pt x="7" y="1"/>
                  <a:pt x="7" y="1"/>
                  <a:pt x="7" y="1"/>
                </a:cubicBezTo>
                <a:cubicBezTo>
                  <a:pt x="8" y="1"/>
                  <a:pt x="8" y="1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9" y="2"/>
                  <a:pt x="9" y="2"/>
                </a:cubicBezTo>
                <a:cubicBezTo>
                  <a:pt x="9" y="4"/>
                  <a:pt x="9" y="4"/>
                  <a:pt x="9" y="4"/>
                </a:cubicBezTo>
                <a:cubicBezTo>
                  <a:pt x="9" y="4"/>
                  <a:pt x="8" y="4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5"/>
                  <a:pt x="8" y="5"/>
                  <a:pt x="7" y="5"/>
                </a:cubicBezTo>
                <a:cubicBezTo>
                  <a:pt x="2" y="5"/>
                  <a:pt x="2" y="5"/>
                  <a:pt x="2" y="5"/>
                </a:cubicBezTo>
                <a:cubicBezTo>
                  <a:pt x="2" y="5"/>
                  <a:pt x="2" y="5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1" y="4"/>
                  <a:pt x="1" y="4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1"/>
                  <a:pt x="2" y="1"/>
                  <a:pt x="2" y="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Freeform 198">
            <a:extLst>
              <a:ext uri="{FF2B5EF4-FFF2-40B4-BE49-F238E27FC236}">
                <a16:creationId xmlns:a16="http://schemas.microsoft.com/office/drawing/2014/main" id="{551C749C-8D78-69C9-7A6D-96D8AF5955E1}"/>
              </a:ext>
            </a:extLst>
          </p:cNvPr>
          <p:cNvSpPr>
            <a:spLocks noEditPoints="1"/>
          </p:cNvSpPr>
          <p:nvPr/>
        </p:nvSpPr>
        <p:spPr bwMode="auto">
          <a:xfrm>
            <a:off x="4386887" y="1899906"/>
            <a:ext cx="354717" cy="307663"/>
          </a:xfrm>
          <a:custGeom>
            <a:avLst/>
            <a:gdLst>
              <a:gd name="T0" fmla="*/ 29 w 37"/>
              <a:gd name="T1" fmla="*/ 7 h 32"/>
              <a:gd name="T2" fmla="*/ 30 w 37"/>
              <a:gd name="T3" fmla="*/ 5 h 32"/>
              <a:gd name="T4" fmla="*/ 30 w 37"/>
              <a:gd name="T5" fmla="*/ 5 h 32"/>
              <a:gd name="T6" fmla="*/ 35 w 37"/>
              <a:gd name="T7" fmla="*/ 3 h 32"/>
              <a:gd name="T8" fmla="*/ 35 w 37"/>
              <a:gd name="T9" fmla="*/ 3 h 32"/>
              <a:gd name="T10" fmla="*/ 36 w 37"/>
              <a:gd name="T11" fmla="*/ 3 h 32"/>
              <a:gd name="T12" fmla="*/ 34 w 37"/>
              <a:gd name="T13" fmla="*/ 6 h 32"/>
              <a:gd name="T14" fmla="*/ 37 w 37"/>
              <a:gd name="T15" fmla="*/ 6 h 32"/>
              <a:gd name="T16" fmla="*/ 37 w 37"/>
              <a:gd name="T17" fmla="*/ 7 h 32"/>
              <a:gd name="T18" fmla="*/ 37 w 37"/>
              <a:gd name="T19" fmla="*/ 7 h 32"/>
              <a:gd name="T20" fmla="*/ 32 w 37"/>
              <a:gd name="T21" fmla="*/ 9 h 32"/>
              <a:gd name="T22" fmla="*/ 32 w 37"/>
              <a:gd name="T23" fmla="*/ 9 h 32"/>
              <a:gd name="T24" fmla="*/ 30 w 37"/>
              <a:gd name="T25" fmla="*/ 9 h 32"/>
              <a:gd name="T26" fmla="*/ 22 w 37"/>
              <a:gd name="T27" fmla="*/ 12 h 32"/>
              <a:gd name="T28" fmla="*/ 23 w 37"/>
              <a:gd name="T29" fmla="*/ 13 h 32"/>
              <a:gd name="T30" fmla="*/ 23 w 37"/>
              <a:gd name="T31" fmla="*/ 14 h 32"/>
              <a:gd name="T32" fmla="*/ 23 w 37"/>
              <a:gd name="T33" fmla="*/ 14 h 32"/>
              <a:gd name="T34" fmla="*/ 15 w 37"/>
              <a:gd name="T35" fmla="*/ 15 h 32"/>
              <a:gd name="T36" fmla="*/ 15 w 37"/>
              <a:gd name="T37" fmla="*/ 14 h 32"/>
              <a:gd name="T38" fmla="*/ 15 w 37"/>
              <a:gd name="T39" fmla="*/ 14 h 32"/>
              <a:gd name="T40" fmla="*/ 20 w 37"/>
              <a:gd name="T41" fmla="*/ 9 h 32"/>
              <a:gd name="T42" fmla="*/ 21 w 37"/>
              <a:gd name="T43" fmla="*/ 9 h 32"/>
              <a:gd name="T44" fmla="*/ 21 w 37"/>
              <a:gd name="T45" fmla="*/ 9 h 32"/>
              <a:gd name="T46" fmla="*/ 21 w 37"/>
              <a:gd name="T47" fmla="*/ 10 h 32"/>
              <a:gd name="T48" fmla="*/ 29 w 37"/>
              <a:gd name="T49" fmla="*/ 7 h 32"/>
              <a:gd name="T50" fmla="*/ 15 w 37"/>
              <a:gd name="T51" fmla="*/ 8 h 32"/>
              <a:gd name="T52" fmla="*/ 8 w 37"/>
              <a:gd name="T53" fmla="*/ 14 h 32"/>
              <a:gd name="T54" fmla="*/ 15 w 37"/>
              <a:gd name="T55" fmla="*/ 21 h 32"/>
              <a:gd name="T56" fmla="*/ 21 w 37"/>
              <a:gd name="T57" fmla="*/ 16 h 32"/>
              <a:gd name="T58" fmla="*/ 17 w 37"/>
              <a:gd name="T59" fmla="*/ 16 h 32"/>
              <a:gd name="T60" fmla="*/ 15 w 37"/>
              <a:gd name="T61" fmla="*/ 17 h 32"/>
              <a:gd name="T62" fmla="*/ 11 w 37"/>
              <a:gd name="T63" fmla="*/ 14 h 32"/>
              <a:gd name="T64" fmla="*/ 15 w 37"/>
              <a:gd name="T65" fmla="*/ 11 h 32"/>
              <a:gd name="T66" fmla="*/ 16 w 37"/>
              <a:gd name="T67" fmla="*/ 11 h 32"/>
              <a:gd name="T68" fmla="*/ 18 w 37"/>
              <a:gd name="T69" fmla="*/ 9 h 32"/>
              <a:gd name="T70" fmla="*/ 15 w 37"/>
              <a:gd name="T71" fmla="*/ 8 h 32"/>
              <a:gd name="T72" fmla="*/ 21 w 37"/>
              <a:gd name="T73" fmla="*/ 27 h 32"/>
              <a:gd name="T74" fmla="*/ 23 w 37"/>
              <a:gd name="T75" fmla="*/ 30 h 32"/>
              <a:gd name="T76" fmla="*/ 26 w 37"/>
              <a:gd name="T77" fmla="*/ 27 h 32"/>
              <a:gd name="T78" fmla="*/ 24 w 37"/>
              <a:gd name="T79" fmla="*/ 25 h 32"/>
              <a:gd name="T80" fmla="*/ 29 w 37"/>
              <a:gd name="T81" fmla="*/ 14 h 32"/>
              <a:gd name="T82" fmla="*/ 28 w 37"/>
              <a:gd name="T83" fmla="*/ 11 h 32"/>
              <a:gd name="T84" fmla="*/ 25 w 37"/>
              <a:gd name="T85" fmla="*/ 12 h 32"/>
              <a:gd name="T86" fmla="*/ 25 w 37"/>
              <a:gd name="T87" fmla="*/ 14 h 32"/>
              <a:gd name="T88" fmla="*/ 15 w 37"/>
              <a:gd name="T89" fmla="*/ 25 h 32"/>
              <a:gd name="T90" fmla="*/ 4 w 37"/>
              <a:gd name="T91" fmla="*/ 14 h 32"/>
              <a:gd name="T92" fmla="*/ 15 w 37"/>
              <a:gd name="T93" fmla="*/ 3 h 32"/>
              <a:gd name="T94" fmla="*/ 23 w 37"/>
              <a:gd name="T95" fmla="*/ 8 h 32"/>
              <a:gd name="T96" fmla="*/ 26 w 37"/>
              <a:gd name="T97" fmla="*/ 6 h 32"/>
              <a:gd name="T98" fmla="*/ 17 w 37"/>
              <a:gd name="T99" fmla="*/ 0 h 32"/>
              <a:gd name="T100" fmla="*/ 15 w 37"/>
              <a:gd name="T101" fmla="*/ 0 h 32"/>
              <a:gd name="T102" fmla="*/ 0 w 37"/>
              <a:gd name="T103" fmla="*/ 14 h 32"/>
              <a:gd name="T104" fmla="*/ 5 w 37"/>
              <a:gd name="T105" fmla="*/ 25 h 32"/>
              <a:gd name="T106" fmla="*/ 3 w 37"/>
              <a:gd name="T107" fmla="*/ 27 h 32"/>
              <a:gd name="T108" fmla="*/ 6 w 37"/>
              <a:gd name="T109" fmla="*/ 30 h 32"/>
              <a:gd name="T110" fmla="*/ 9 w 37"/>
              <a:gd name="T111" fmla="*/ 27 h 32"/>
              <a:gd name="T112" fmla="*/ 15 w 37"/>
              <a:gd name="T113" fmla="*/ 28 h 32"/>
              <a:gd name="T114" fmla="*/ 21 w 37"/>
              <a:gd name="T115" fmla="*/ 2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7" h="32">
                <a:moveTo>
                  <a:pt x="29" y="7"/>
                </a:move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4" y="6"/>
                  <a:pt x="34" y="6"/>
                  <a:pt x="34" y="6"/>
                </a:cubicBezTo>
                <a:cubicBezTo>
                  <a:pt x="37" y="6"/>
                  <a:pt x="37" y="6"/>
                  <a:pt x="37" y="6"/>
                </a:cubicBezTo>
                <a:cubicBezTo>
                  <a:pt x="37" y="6"/>
                  <a:pt x="37" y="6"/>
                  <a:pt x="37" y="7"/>
                </a:cubicBezTo>
                <a:cubicBezTo>
                  <a:pt x="37" y="7"/>
                  <a:pt x="37" y="7"/>
                  <a:pt x="37" y="7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0" y="9"/>
                  <a:pt x="30" y="9"/>
                  <a:pt x="30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0" y="14"/>
                  <a:pt x="18" y="14"/>
                  <a:pt x="15" y="15"/>
                </a:cubicBezTo>
                <a:cubicBezTo>
                  <a:pt x="15" y="15"/>
                  <a:pt x="15" y="15"/>
                  <a:pt x="15" y="14"/>
                </a:cubicBezTo>
                <a:cubicBezTo>
                  <a:pt x="15" y="14"/>
                  <a:pt x="15" y="14"/>
                  <a:pt x="15" y="14"/>
                </a:cubicBezTo>
                <a:cubicBezTo>
                  <a:pt x="17" y="12"/>
                  <a:pt x="19" y="11"/>
                  <a:pt x="20" y="9"/>
                </a:cubicBezTo>
                <a:cubicBezTo>
                  <a:pt x="20" y="9"/>
                  <a:pt x="21" y="9"/>
                  <a:pt x="21" y="9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1" y="10"/>
                </a:cubicBezTo>
                <a:cubicBezTo>
                  <a:pt x="29" y="7"/>
                  <a:pt x="29" y="7"/>
                  <a:pt x="29" y="7"/>
                </a:cubicBezTo>
                <a:close/>
                <a:moveTo>
                  <a:pt x="15" y="8"/>
                </a:moveTo>
                <a:cubicBezTo>
                  <a:pt x="11" y="8"/>
                  <a:pt x="8" y="11"/>
                  <a:pt x="8" y="14"/>
                </a:cubicBezTo>
                <a:cubicBezTo>
                  <a:pt x="8" y="18"/>
                  <a:pt x="11" y="21"/>
                  <a:pt x="15" y="21"/>
                </a:cubicBezTo>
                <a:cubicBezTo>
                  <a:pt x="18" y="21"/>
                  <a:pt x="20" y="18"/>
                  <a:pt x="21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7"/>
                  <a:pt x="16" y="17"/>
                  <a:pt x="15" y="17"/>
                </a:cubicBezTo>
                <a:cubicBezTo>
                  <a:pt x="13" y="17"/>
                  <a:pt x="11" y="16"/>
                  <a:pt x="11" y="14"/>
                </a:cubicBezTo>
                <a:cubicBezTo>
                  <a:pt x="11" y="12"/>
                  <a:pt x="13" y="11"/>
                  <a:pt x="15" y="11"/>
                </a:cubicBezTo>
                <a:cubicBezTo>
                  <a:pt x="15" y="11"/>
                  <a:pt x="15" y="11"/>
                  <a:pt x="16" y="11"/>
                </a:cubicBezTo>
                <a:cubicBezTo>
                  <a:pt x="18" y="9"/>
                  <a:pt x="18" y="9"/>
                  <a:pt x="18" y="9"/>
                </a:cubicBezTo>
                <a:cubicBezTo>
                  <a:pt x="17" y="8"/>
                  <a:pt x="16" y="8"/>
                  <a:pt x="15" y="8"/>
                </a:cubicBezTo>
                <a:close/>
                <a:moveTo>
                  <a:pt x="21" y="27"/>
                </a:moveTo>
                <a:cubicBezTo>
                  <a:pt x="21" y="28"/>
                  <a:pt x="22" y="29"/>
                  <a:pt x="23" y="30"/>
                </a:cubicBezTo>
                <a:cubicBezTo>
                  <a:pt x="25" y="32"/>
                  <a:pt x="28" y="29"/>
                  <a:pt x="26" y="27"/>
                </a:cubicBezTo>
                <a:cubicBezTo>
                  <a:pt x="24" y="25"/>
                  <a:pt x="24" y="25"/>
                  <a:pt x="24" y="25"/>
                </a:cubicBezTo>
                <a:cubicBezTo>
                  <a:pt x="27" y="22"/>
                  <a:pt x="29" y="18"/>
                  <a:pt x="29" y="14"/>
                </a:cubicBezTo>
                <a:cubicBezTo>
                  <a:pt x="29" y="13"/>
                  <a:pt x="29" y="12"/>
                  <a:pt x="28" y="11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3"/>
                  <a:pt x="25" y="14"/>
                  <a:pt x="25" y="14"/>
                </a:cubicBezTo>
                <a:cubicBezTo>
                  <a:pt x="25" y="20"/>
                  <a:pt x="21" y="25"/>
                  <a:pt x="15" y="25"/>
                </a:cubicBezTo>
                <a:cubicBezTo>
                  <a:pt x="9" y="25"/>
                  <a:pt x="4" y="20"/>
                  <a:pt x="4" y="14"/>
                </a:cubicBezTo>
                <a:cubicBezTo>
                  <a:pt x="4" y="8"/>
                  <a:pt x="9" y="3"/>
                  <a:pt x="15" y="3"/>
                </a:cubicBezTo>
                <a:cubicBezTo>
                  <a:pt x="18" y="3"/>
                  <a:pt x="21" y="5"/>
                  <a:pt x="23" y="8"/>
                </a:cubicBezTo>
                <a:cubicBezTo>
                  <a:pt x="26" y="6"/>
                  <a:pt x="26" y="6"/>
                  <a:pt x="26" y="6"/>
                </a:cubicBezTo>
                <a:cubicBezTo>
                  <a:pt x="24" y="3"/>
                  <a:pt x="21" y="1"/>
                  <a:pt x="17" y="0"/>
                </a:cubicBezTo>
                <a:cubicBezTo>
                  <a:pt x="16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8"/>
                  <a:pt x="2" y="22"/>
                  <a:pt x="5" y="25"/>
                </a:cubicBezTo>
                <a:cubicBezTo>
                  <a:pt x="3" y="27"/>
                  <a:pt x="3" y="27"/>
                  <a:pt x="3" y="27"/>
                </a:cubicBezTo>
                <a:cubicBezTo>
                  <a:pt x="1" y="29"/>
                  <a:pt x="4" y="32"/>
                  <a:pt x="6" y="30"/>
                </a:cubicBezTo>
                <a:cubicBezTo>
                  <a:pt x="7" y="29"/>
                  <a:pt x="8" y="28"/>
                  <a:pt x="9" y="27"/>
                </a:cubicBezTo>
                <a:cubicBezTo>
                  <a:pt x="10" y="28"/>
                  <a:pt x="12" y="28"/>
                  <a:pt x="15" y="28"/>
                </a:cubicBezTo>
                <a:cubicBezTo>
                  <a:pt x="17" y="28"/>
                  <a:pt x="19" y="28"/>
                  <a:pt x="21" y="2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" name="Freeform 199">
            <a:extLst>
              <a:ext uri="{FF2B5EF4-FFF2-40B4-BE49-F238E27FC236}">
                <a16:creationId xmlns:a16="http://schemas.microsoft.com/office/drawing/2014/main" id="{5B298731-C8C2-87E7-0598-A0D3C3D3F097}"/>
              </a:ext>
            </a:extLst>
          </p:cNvPr>
          <p:cNvSpPr>
            <a:spLocks noEditPoints="1"/>
          </p:cNvSpPr>
          <p:nvPr/>
        </p:nvSpPr>
        <p:spPr bwMode="auto">
          <a:xfrm>
            <a:off x="2524625" y="1928863"/>
            <a:ext cx="307663" cy="260608"/>
          </a:xfrm>
          <a:custGeom>
            <a:avLst/>
            <a:gdLst>
              <a:gd name="T0" fmla="*/ 0 w 32"/>
              <a:gd name="T1" fmla="*/ 25 h 27"/>
              <a:gd name="T2" fmla="*/ 32 w 32"/>
              <a:gd name="T3" fmla="*/ 25 h 27"/>
              <a:gd name="T4" fmla="*/ 32 w 32"/>
              <a:gd name="T5" fmla="*/ 26 h 27"/>
              <a:gd name="T6" fmla="*/ 32 w 32"/>
              <a:gd name="T7" fmla="*/ 27 h 27"/>
              <a:gd name="T8" fmla="*/ 32 w 32"/>
              <a:gd name="T9" fmla="*/ 27 h 27"/>
              <a:gd name="T10" fmla="*/ 0 w 32"/>
              <a:gd name="T11" fmla="*/ 27 h 27"/>
              <a:gd name="T12" fmla="*/ 0 w 32"/>
              <a:gd name="T13" fmla="*/ 27 h 27"/>
              <a:gd name="T14" fmla="*/ 0 w 32"/>
              <a:gd name="T15" fmla="*/ 26 h 27"/>
              <a:gd name="T16" fmla="*/ 0 w 32"/>
              <a:gd name="T17" fmla="*/ 25 h 27"/>
              <a:gd name="T18" fmla="*/ 6 w 32"/>
              <a:gd name="T19" fmla="*/ 24 h 27"/>
              <a:gd name="T20" fmla="*/ 8 w 32"/>
              <a:gd name="T21" fmla="*/ 24 h 27"/>
              <a:gd name="T22" fmla="*/ 8 w 32"/>
              <a:gd name="T23" fmla="*/ 14 h 27"/>
              <a:gd name="T24" fmla="*/ 15 w 32"/>
              <a:gd name="T25" fmla="*/ 14 h 27"/>
              <a:gd name="T26" fmla="*/ 15 w 32"/>
              <a:gd name="T27" fmla="*/ 24 h 27"/>
              <a:gd name="T28" fmla="*/ 25 w 32"/>
              <a:gd name="T29" fmla="*/ 24 h 27"/>
              <a:gd name="T30" fmla="*/ 26 w 32"/>
              <a:gd name="T31" fmla="*/ 24 h 27"/>
              <a:gd name="T32" fmla="*/ 26 w 32"/>
              <a:gd name="T33" fmla="*/ 14 h 27"/>
              <a:gd name="T34" fmla="*/ 26 w 32"/>
              <a:gd name="T35" fmla="*/ 14 h 27"/>
              <a:gd name="T36" fmla="*/ 17 w 32"/>
              <a:gd name="T37" fmla="*/ 6 h 27"/>
              <a:gd name="T38" fmla="*/ 16 w 32"/>
              <a:gd name="T39" fmla="*/ 5 h 27"/>
              <a:gd name="T40" fmla="*/ 16 w 32"/>
              <a:gd name="T41" fmla="*/ 5 h 27"/>
              <a:gd name="T42" fmla="*/ 15 w 32"/>
              <a:gd name="T43" fmla="*/ 6 h 27"/>
              <a:gd name="T44" fmla="*/ 5 w 32"/>
              <a:gd name="T45" fmla="*/ 14 h 27"/>
              <a:gd name="T46" fmla="*/ 5 w 32"/>
              <a:gd name="T47" fmla="*/ 14 h 27"/>
              <a:gd name="T48" fmla="*/ 5 w 32"/>
              <a:gd name="T49" fmla="*/ 24 h 27"/>
              <a:gd name="T50" fmla="*/ 6 w 32"/>
              <a:gd name="T51" fmla="*/ 24 h 27"/>
              <a:gd name="T52" fmla="*/ 17 w 32"/>
              <a:gd name="T53" fmla="*/ 14 h 27"/>
              <a:gd name="T54" fmla="*/ 24 w 32"/>
              <a:gd name="T55" fmla="*/ 14 h 27"/>
              <a:gd name="T56" fmla="*/ 24 w 32"/>
              <a:gd name="T57" fmla="*/ 20 h 27"/>
              <a:gd name="T58" fmla="*/ 17 w 32"/>
              <a:gd name="T59" fmla="*/ 20 h 27"/>
              <a:gd name="T60" fmla="*/ 17 w 32"/>
              <a:gd name="T61" fmla="*/ 14 h 27"/>
              <a:gd name="T62" fmla="*/ 28 w 32"/>
              <a:gd name="T63" fmla="*/ 14 h 27"/>
              <a:gd name="T64" fmla="*/ 18 w 32"/>
              <a:gd name="T65" fmla="*/ 5 h 27"/>
              <a:gd name="T66" fmla="*/ 16 w 32"/>
              <a:gd name="T67" fmla="*/ 4 h 27"/>
              <a:gd name="T68" fmla="*/ 16 w 32"/>
              <a:gd name="T69" fmla="*/ 4 h 27"/>
              <a:gd name="T70" fmla="*/ 14 w 32"/>
              <a:gd name="T71" fmla="*/ 5 h 27"/>
              <a:gd name="T72" fmla="*/ 4 w 32"/>
              <a:gd name="T73" fmla="*/ 14 h 27"/>
              <a:gd name="T74" fmla="*/ 3 w 32"/>
              <a:gd name="T75" fmla="*/ 14 h 27"/>
              <a:gd name="T76" fmla="*/ 2 w 32"/>
              <a:gd name="T77" fmla="*/ 14 h 27"/>
              <a:gd name="T78" fmla="*/ 2 w 32"/>
              <a:gd name="T79" fmla="*/ 12 h 27"/>
              <a:gd name="T80" fmla="*/ 3 w 32"/>
              <a:gd name="T81" fmla="*/ 11 h 27"/>
              <a:gd name="T82" fmla="*/ 15 w 32"/>
              <a:gd name="T83" fmla="*/ 1 h 27"/>
              <a:gd name="T84" fmla="*/ 17 w 32"/>
              <a:gd name="T85" fmla="*/ 1 h 27"/>
              <a:gd name="T86" fmla="*/ 29 w 32"/>
              <a:gd name="T87" fmla="*/ 11 h 27"/>
              <a:gd name="T88" fmla="*/ 30 w 32"/>
              <a:gd name="T89" fmla="*/ 12 h 27"/>
              <a:gd name="T90" fmla="*/ 30 w 32"/>
              <a:gd name="T91" fmla="*/ 14 h 27"/>
              <a:gd name="T92" fmla="*/ 29 w 32"/>
              <a:gd name="T93" fmla="*/ 14 h 27"/>
              <a:gd name="T94" fmla="*/ 28 w 32"/>
              <a:gd name="T95" fmla="*/ 14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" h="27">
                <a:moveTo>
                  <a:pt x="0" y="25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2" y="25"/>
                  <a:pt x="32" y="26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lose/>
                <a:moveTo>
                  <a:pt x="6" y="24"/>
                </a:moveTo>
                <a:cubicBezTo>
                  <a:pt x="8" y="24"/>
                  <a:pt x="8" y="24"/>
                  <a:pt x="8" y="24"/>
                </a:cubicBezTo>
                <a:cubicBezTo>
                  <a:pt x="8" y="21"/>
                  <a:pt x="8" y="18"/>
                  <a:pt x="8" y="14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8"/>
                  <a:pt x="15" y="21"/>
                  <a:pt x="15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6" y="21"/>
                  <a:pt x="26" y="17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5"/>
                  <a:pt x="16" y="5"/>
                  <a:pt x="16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7"/>
                  <a:pt x="5" y="21"/>
                  <a:pt x="5" y="24"/>
                </a:cubicBezTo>
                <a:cubicBezTo>
                  <a:pt x="5" y="24"/>
                  <a:pt x="6" y="24"/>
                  <a:pt x="6" y="24"/>
                </a:cubicBezTo>
                <a:close/>
                <a:moveTo>
                  <a:pt x="17" y="14"/>
                </a:moveTo>
                <a:cubicBezTo>
                  <a:pt x="24" y="14"/>
                  <a:pt x="24" y="14"/>
                  <a:pt x="24" y="14"/>
                </a:cubicBezTo>
                <a:cubicBezTo>
                  <a:pt x="24" y="20"/>
                  <a:pt x="24" y="20"/>
                  <a:pt x="24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28" y="14"/>
                </a:moveTo>
                <a:cubicBezTo>
                  <a:pt x="18" y="5"/>
                  <a:pt x="18" y="5"/>
                  <a:pt x="18" y="5"/>
                </a:cubicBezTo>
                <a:cubicBezTo>
                  <a:pt x="17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5" y="4"/>
                  <a:pt x="15" y="4"/>
                  <a:pt x="14" y="5"/>
                </a:cubicBezTo>
                <a:cubicBezTo>
                  <a:pt x="4" y="14"/>
                  <a:pt x="4" y="14"/>
                  <a:pt x="4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3" y="14"/>
                  <a:pt x="2" y="14"/>
                  <a:pt x="2" y="14"/>
                </a:cubicBezTo>
                <a:cubicBezTo>
                  <a:pt x="2" y="13"/>
                  <a:pt x="2" y="13"/>
                  <a:pt x="2" y="12"/>
                </a:cubicBezTo>
                <a:cubicBezTo>
                  <a:pt x="2" y="12"/>
                  <a:pt x="3" y="12"/>
                  <a:pt x="3" y="11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6" y="0"/>
                  <a:pt x="17" y="1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2"/>
                  <a:pt x="30" y="12"/>
                  <a:pt x="30" y="12"/>
                </a:cubicBezTo>
                <a:cubicBezTo>
                  <a:pt x="30" y="13"/>
                  <a:pt x="30" y="13"/>
                  <a:pt x="30" y="14"/>
                </a:cubicBezTo>
                <a:cubicBezTo>
                  <a:pt x="29" y="14"/>
                  <a:pt x="29" y="14"/>
                  <a:pt x="29" y="14"/>
                </a:cubicBezTo>
                <a:lnTo>
                  <a:pt x="28" y="1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8" name="Freeform 200">
            <a:extLst>
              <a:ext uri="{FF2B5EF4-FFF2-40B4-BE49-F238E27FC236}">
                <a16:creationId xmlns:a16="http://schemas.microsoft.com/office/drawing/2014/main" id="{F1893767-A7A9-D1D7-A7F7-D63DB0661746}"/>
              </a:ext>
            </a:extLst>
          </p:cNvPr>
          <p:cNvSpPr>
            <a:spLocks noEditPoints="1"/>
          </p:cNvSpPr>
          <p:nvPr/>
        </p:nvSpPr>
        <p:spPr bwMode="auto">
          <a:xfrm>
            <a:off x="1900251" y="1843804"/>
            <a:ext cx="278706" cy="345668"/>
          </a:xfrm>
          <a:custGeom>
            <a:avLst/>
            <a:gdLst>
              <a:gd name="T0" fmla="*/ 9 w 29"/>
              <a:gd name="T1" fmla="*/ 30 h 36"/>
              <a:gd name="T2" fmla="*/ 9 w 29"/>
              <a:gd name="T3" fmla="*/ 27 h 36"/>
              <a:gd name="T4" fmla="*/ 8 w 29"/>
              <a:gd name="T5" fmla="*/ 24 h 36"/>
              <a:gd name="T6" fmla="*/ 8 w 29"/>
              <a:gd name="T7" fmla="*/ 22 h 36"/>
              <a:gd name="T8" fmla="*/ 9 w 29"/>
              <a:gd name="T9" fmla="*/ 16 h 36"/>
              <a:gd name="T10" fmla="*/ 4 w 29"/>
              <a:gd name="T11" fmla="*/ 16 h 36"/>
              <a:gd name="T12" fmla="*/ 4 w 29"/>
              <a:gd name="T13" fmla="*/ 16 h 36"/>
              <a:gd name="T14" fmla="*/ 2 w 29"/>
              <a:gd name="T15" fmla="*/ 18 h 36"/>
              <a:gd name="T16" fmla="*/ 0 w 29"/>
              <a:gd name="T17" fmla="*/ 36 h 36"/>
              <a:gd name="T18" fmla="*/ 29 w 29"/>
              <a:gd name="T19" fmla="*/ 34 h 36"/>
              <a:gd name="T20" fmla="*/ 29 w 29"/>
              <a:gd name="T21" fmla="*/ 36 h 36"/>
              <a:gd name="T22" fmla="*/ 14 w 29"/>
              <a:gd name="T23" fmla="*/ 7 h 36"/>
              <a:gd name="T24" fmla="*/ 14 w 29"/>
              <a:gd name="T25" fmla="*/ 4 h 36"/>
              <a:gd name="T26" fmla="*/ 15 w 29"/>
              <a:gd name="T27" fmla="*/ 0 h 36"/>
              <a:gd name="T28" fmla="*/ 15 w 29"/>
              <a:gd name="T29" fmla="*/ 4 h 36"/>
              <a:gd name="T30" fmla="*/ 16 w 29"/>
              <a:gd name="T31" fmla="*/ 7 h 36"/>
              <a:gd name="T32" fmla="*/ 17 w 29"/>
              <a:gd name="T33" fmla="*/ 9 h 36"/>
              <a:gd name="T34" fmla="*/ 19 w 29"/>
              <a:gd name="T35" fmla="*/ 11 h 36"/>
              <a:gd name="T36" fmla="*/ 11 w 29"/>
              <a:gd name="T37" fmla="*/ 33 h 36"/>
              <a:gd name="T38" fmla="*/ 11 w 29"/>
              <a:gd name="T39" fmla="*/ 10 h 36"/>
              <a:gd name="T40" fmla="*/ 12 w 29"/>
              <a:gd name="T41" fmla="*/ 7 h 36"/>
              <a:gd name="T42" fmla="*/ 15 w 29"/>
              <a:gd name="T43" fmla="*/ 13 h 36"/>
              <a:gd name="T44" fmla="*/ 18 w 29"/>
              <a:gd name="T45" fmla="*/ 13 h 36"/>
              <a:gd name="T46" fmla="*/ 15 w 29"/>
              <a:gd name="T47" fmla="*/ 21 h 36"/>
              <a:gd name="T48" fmla="*/ 15 w 29"/>
              <a:gd name="T49" fmla="*/ 18 h 36"/>
              <a:gd name="T50" fmla="*/ 18 w 29"/>
              <a:gd name="T51" fmla="*/ 26 h 36"/>
              <a:gd name="T52" fmla="*/ 15 w 29"/>
              <a:gd name="T53" fmla="*/ 28 h 36"/>
              <a:gd name="T54" fmla="*/ 18 w 29"/>
              <a:gd name="T55" fmla="*/ 28 h 36"/>
              <a:gd name="T56" fmla="*/ 14 w 29"/>
              <a:gd name="T57" fmla="*/ 28 h 36"/>
              <a:gd name="T58" fmla="*/ 14 w 29"/>
              <a:gd name="T59" fmla="*/ 31 h 36"/>
              <a:gd name="T60" fmla="*/ 11 w 29"/>
              <a:gd name="T61" fmla="*/ 23 h 36"/>
              <a:gd name="T62" fmla="*/ 14 w 29"/>
              <a:gd name="T63" fmla="*/ 21 h 36"/>
              <a:gd name="T64" fmla="*/ 11 w 29"/>
              <a:gd name="T65" fmla="*/ 21 h 36"/>
              <a:gd name="T66" fmla="*/ 14 w 29"/>
              <a:gd name="T67" fmla="*/ 13 h 36"/>
              <a:gd name="T68" fmla="*/ 14 w 29"/>
              <a:gd name="T69" fmla="*/ 17 h 36"/>
              <a:gd name="T70" fmla="*/ 20 w 29"/>
              <a:gd name="T71" fmla="*/ 30 h 36"/>
              <a:gd name="T72" fmla="*/ 20 w 29"/>
              <a:gd name="T73" fmla="*/ 28 h 36"/>
              <a:gd name="T74" fmla="*/ 22 w 29"/>
              <a:gd name="T75" fmla="*/ 24 h 36"/>
              <a:gd name="T76" fmla="*/ 22 w 29"/>
              <a:gd name="T77" fmla="*/ 23 h 36"/>
              <a:gd name="T78" fmla="*/ 20 w 29"/>
              <a:gd name="T79" fmla="*/ 18 h 36"/>
              <a:gd name="T80" fmla="*/ 25 w 29"/>
              <a:gd name="T81" fmla="*/ 19 h 36"/>
              <a:gd name="T82" fmla="*/ 26 w 29"/>
              <a:gd name="T83" fmla="*/ 33 h 36"/>
              <a:gd name="T84" fmla="*/ 25 w 29"/>
              <a:gd name="T85" fmla="*/ 30 h 36"/>
              <a:gd name="T86" fmla="*/ 22 w 29"/>
              <a:gd name="T87" fmla="*/ 30 h 36"/>
              <a:gd name="T88" fmla="*/ 25 w 29"/>
              <a:gd name="T89" fmla="*/ 24 h 36"/>
              <a:gd name="T90" fmla="*/ 22 w 29"/>
              <a:gd name="T91" fmla="*/ 23 h 36"/>
              <a:gd name="T92" fmla="*/ 22 w 29"/>
              <a:gd name="T93" fmla="*/ 21 h 36"/>
              <a:gd name="T94" fmla="*/ 4 w 29"/>
              <a:gd name="T95" fmla="*/ 27 h 36"/>
              <a:gd name="T96" fmla="*/ 4 w 29"/>
              <a:gd name="T97" fmla="*/ 30 h 36"/>
              <a:gd name="T98" fmla="*/ 7 w 29"/>
              <a:gd name="T99" fmla="*/ 20 h 36"/>
              <a:gd name="T100" fmla="*/ 4 w 29"/>
              <a:gd name="T101" fmla="*/ 26 h 36"/>
              <a:gd name="T102" fmla="*/ 7 w 29"/>
              <a:gd name="T103" fmla="*/ 26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9" h="36">
                <a:moveTo>
                  <a:pt x="3" y="33"/>
                </a:moveTo>
                <a:cubicBezTo>
                  <a:pt x="6" y="33"/>
                  <a:pt x="0" y="33"/>
                  <a:pt x="9" y="33"/>
                </a:cubicBezTo>
                <a:cubicBezTo>
                  <a:pt x="9" y="30"/>
                  <a:pt x="9" y="30"/>
                  <a:pt x="9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27"/>
                  <a:pt x="8" y="27"/>
                  <a:pt x="8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6"/>
                  <a:pt x="9" y="26"/>
                  <a:pt x="9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8" y="24"/>
                  <a:pt x="8" y="24"/>
                  <a:pt x="8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2"/>
                  <a:pt x="9" y="22"/>
                  <a:pt x="9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0"/>
                  <a:pt x="8" y="20"/>
                  <a:pt x="8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16"/>
                  <a:pt x="9" y="16"/>
                  <a:pt x="9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7"/>
                  <a:pt x="4" y="17"/>
                  <a:pt x="4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2" y="18"/>
                  <a:pt x="2" y="18"/>
                  <a:pt x="2" y="18"/>
                </a:cubicBezTo>
                <a:cubicBezTo>
                  <a:pt x="2" y="23"/>
                  <a:pt x="2" y="28"/>
                  <a:pt x="2" y="33"/>
                </a:cubicBezTo>
                <a:cubicBezTo>
                  <a:pt x="2" y="33"/>
                  <a:pt x="3" y="33"/>
                  <a:pt x="3" y="33"/>
                </a:cubicBezTo>
                <a:close/>
                <a:moveTo>
                  <a:pt x="0" y="36"/>
                </a:moveTo>
                <a:cubicBezTo>
                  <a:pt x="0" y="35"/>
                  <a:pt x="0" y="35"/>
                  <a:pt x="0" y="35"/>
                </a:cubicBezTo>
                <a:cubicBezTo>
                  <a:pt x="0" y="34"/>
                  <a:pt x="0" y="34"/>
                  <a:pt x="0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4"/>
                  <a:pt x="29" y="34"/>
                  <a:pt x="29" y="35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6"/>
                  <a:pt x="0" y="36"/>
                </a:cubicBezTo>
                <a:close/>
                <a:moveTo>
                  <a:pt x="14" y="7"/>
                </a:move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6" y="4"/>
                  <a:pt x="16" y="5"/>
                  <a:pt x="16" y="5"/>
                </a:cubicBez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9"/>
                  <a:pt x="17" y="9"/>
                  <a:pt x="17" y="9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1"/>
                  <a:pt x="19" y="11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1" y="33"/>
                  <a:pt x="13" y="33"/>
                  <a:pt x="11" y="33"/>
                </a:cubicBezTo>
                <a:cubicBezTo>
                  <a:pt x="10" y="33"/>
                  <a:pt x="10" y="33"/>
                  <a:pt x="10" y="3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0"/>
                  <a:pt x="10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4" y="7"/>
                  <a:pt x="14" y="7"/>
                  <a:pt x="14" y="7"/>
                </a:cubicBezTo>
                <a:close/>
                <a:moveTo>
                  <a:pt x="15" y="13"/>
                </a:moveTo>
                <a:cubicBezTo>
                  <a:pt x="15" y="17"/>
                  <a:pt x="15" y="17"/>
                  <a:pt x="15" y="17"/>
                </a:cubicBezTo>
                <a:cubicBezTo>
                  <a:pt x="18" y="17"/>
                  <a:pt x="18" y="17"/>
                  <a:pt x="18" y="17"/>
                </a:cubicBezTo>
                <a:cubicBezTo>
                  <a:pt x="18" y="13"/>
                  <a:pt x="18" y="13"/>
                  <a:pt x="18" y="13"/>
                </a:cubicBezTo>
                <a:cubicBezTo>
                  <a:pt x="15" y="13"/>
                  <a:pt x="15" y="13"/>
                  <a:pt x="15" y="13"/>
                </a:cubicBezTo>
                <a:close/>
                <a:moveTo>
                  <a:pt x="15" y="18"/>
                </a:moveTo>
                <a:cubicBezTo>
                  <a:pt x="15" y="21"/>
                  <a:pt x="15" y="21"/>
                  <a:pt x="15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18"/>
                  <a:pt x="18" y="18"/>
                  <a:pt x="18" y="18"/>
                </a:cubicBezTo>
                <a:cubicBezTo>
                  <a:pt x="15" y="18"/>
                  <a:pt x="15" y="18"/>
                  <a:pt x="15" y="18"/>
                </a:cubicBezTo>
                <a:close/>
                <a:moveTo>
                  <a:pt x="15" y="23"/>
                </a:moveTo>
                <a:cubicBezTo>
                  <a:pt x="15" y="26"/>
                  <a:pt x="15" y="26"/>
                  <a:pt x="15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3"/>
                  <a:pt x="18" y="23"/>
                  <a:pt x="18" y="23"/>
                </a:cubicBezTo>
                <a:cubicBezTo>
                  <a:pt x="15" y="23"/>
                  <a:pt x="15" y="23"/>
                  <a:pt x="15" y="23"/>
                </a:cubicBezTo>
                <a:close/>
                <a:moveTo>
                  <a:pt x="15" y="28"/>
                </a:moveTo>
                <a:cubicBezTo>
                  <a:pt x="15" y="31"/>
                  <a:pt x="15" y="31"/>
                  <a:pt x="15" y="31"/>
                </a:cubicBezTo>
                <a:cubicBezTo>
                  <a:pt x="18" y="31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5" y="28"/>
                  <a:pt x="15" y="28"/>
                  <a:pt x="15" y="28"/>
                </a:cubicBezTo>
                <a:close/>
                <a:moveTo>
                  <a:pt x="14" y="31"/>
                </a:moveTo>
                <a:cubicBezTo>
                  <a:pt x="14" y="28"/>
                  <a:pt x="14" y="28"/>
                  <a:pt x="14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31"/>
                  <a:pt x="11" y="31"/>
                  <a:pt x="11" y="31"/>
                </a:cubicBezTo>
                <a:cubicBezTo>
                  <a:pt x="14" y="31"/>
                  <a:pt x="14" y="31"/>
                  <a:pt x="14" y="31"/>
                </a:cubicBezTo>
                <a:close/>
                <a:moveTo>
                  <a:pt x="14" y="26"/>
                </a:moveTo>
                <a:cubicBezTo>
                  <a:pt x="14" y="23"/>
                  <a:pt x="14" y="23"/>
                  <a:pt x="14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6"/>
                  <a:pt x="11" y="26"/>
                  <a:pt x="11" y="26"/>
                </a:cubicBezTo>
                <a:cubicBezTo>
                  <a:pt x="14" y="26"/>
                  <a:pt x="14" y="26"/>
                  <a:pt x="14" y="26"/>
                </a:cubicBezTo>
                <a:close/>
                <a:moveTo>
                  <a:pt x="14" y="21"/>
                </a:moveTo>
                <a:cubicBezTo>
                  <a:pt x="14" y="18"/>
                  <a:pt x="14" y="18"/>
                  <a:pt x="14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21"/>
                  <a:pt x="11" y="21"/>
                  <a:pt x="11" y="21"/>
                </a:cubicBezTo>
                <a:cubicBezTo>
                  <a:pt x="14" y="21"/>
                  <a:pt x="14" y="21"/>
                  <a:pt x="14" y="21"/>
                </a:cubicBezTo>
                <a:close/>
                <a:moveTo>
                  <a:pt x="14" y="17"/>
                </a:moveTo>
                <a:cubicBezTo>
                  <a:pt x="14" y="13"/>
                  <a:pt x="14" y="13"/>
                  <a:pt x="14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7"/>
                  <a:pt x="11" y="17"/>
                  <a:pt x="11" y="17"/>
                </a:cubicBezTo>
                <a:cubicBezTo>
                  <a:pt x="14" y="17"/>
                  <a:pt x="14" y="17"/>
                  <a:pt x="14" y="17"/>
                </a:cubicBezTo>
                <a:close/>
                <a:moveTo>
                  <a:pt x="26" y="33"/>
                </a:moveTo>
                <a:cubicBezTo>
                  <a:pt x="20" y="33"/>
                  <a:pt x="20" y="33"/>
                  <a:pt x="20" y="33"/>
                </a:cubicBezTo>
                <a:cubicBezTo>
                  <a:pt x="20" y="30"/>
                  <a:pt x="20" y="30"/>
                  <a:pt x="20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2" y="28"/>
                  <a:pt x="22" y="28"/>
                  <a:pt x="22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7"/>
                  <a:pt x="20" y="27"/>
                  <a:pt x="20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4"/>
                  <a:pt x="22" y="24"/>
                  <a:pt x="22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3"/>
                  <a:pt x="20" y="23"/>
                  <a:pt x="20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2" y="21"/>
                  <a:pt x="22" y="21"/>
                  <a:pt x="22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18"/>
                  <a:pt x="20" y="18"/>
                  <a:pt x="20" y="18"/>
                </a:cubicBezTo>
                <a:cubicBezTo>
                  <a:pt x="21" y="18"/>
                  <a:pt x="23" y="18"/>
                  <a:pt x="24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9"/>
                  <a:pt x="25" y="19"/>
                  <a:pt x="25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3"/>
                  <a:pt x="26" y="33"/>
                  <a:pt x="26" y="33"/>
                </a:cubicBezTo>
                <a:close/>
                <a:moveTo>
                  <a:pt x="22" y="30"/>
                </a:moveTo>
                <a:cubicBezTo>
                  <a:pt x="25" y="30"/>
                  <a:pt x="25" y="30"/>
                  <a:pt x="25" y="30"/>
                </a:cubicBezTo>
                <a:cubicBezTo>
                  <a:pt x="25" y="28"/>
                  <a:pt x="25" y="28"/>
                  <a:pt x="25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30"/>
                  <a:pt x="22" y="30"/>
                  <a:pt x="22" y="30"/>
                </a:cubicBezTo>
                <a:close/>
                <a:moveTo>
                  <a:pt x="22" y="27"/>
                </a:moveTo>
                <a:cubicBezTo>
                  <a:pt x="25" y="27"/>
                  <a:pt x="25" y="27"/>
                  <a:pt x="25" y="27"/>
                </a:cubicBezTo>
                <a:cubicBezTo>
                  <a:pt x="25" y="24"/>
                  <a:pt x="25" y="24"/>
                  <a:pt x="25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2" y="27"/>
                  <a:pt x="22" y="27"/>
                  <a:pt x="22" y="27"/>
                </a:cubicBezTo>
                <a:close/>
                <a:moveTo>
                  <a:pt x="22" y="23"/>
                </a:moveTo>
                <a:cubicBezTo>
                  <a:pt x="25" y="23"/>
                  <a:pt x="25" y="23"/>
                  <a:pt x="25" y="23"/>
                </a:cubicBezTo>
                <a:cubicBezTo>
                  <a:pt x="25" y="21"/>
                  <a:pt x="25" y="21"/>
                  <a:pt x="2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2" y="23"/>
                  <a:pt x="22" y="23"/>
                  <a:pt x="22" y="23"/>
                </a:cubicBezTo>
                <a:close/>
                <a:moveTo>
                  <a:pt x="4" y="30"/>
                </a:moveTo>
                <a:cubicBezTo>
                  <a:pt x="4" y="27"/>
                  <a:pt x="4" y="27"/>
                  <a:pt x="4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30"/>
                  <a:pt x="7" y="30"/>
                  <a:pt x="7" y="30"/>
                </a:cubicBezTo>
                <a:cubicBezTo>
                  <a:pt x="4" y="30"/>
                  <a:pt x="4" y="30"/>
                  <a:pt x="4" y="30"/>
                </a:cubicBezTo>
                <a:close/>
                <a:moveTo>
                  <a:pt x="4" y="22"/>
                </a:moveTo>
                <a:cubicBezTo>
                  <a:pt x="4" y="20"/>
                  <a:pt x="4" y="20"/>
                  <a:pt x="4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2"/>
                  <a:pt x="7" y="22"/>
                  <a:pt x="7" y="22"/>
                </a:cubicBezTo>
                <a:cubicBezTo>
                  <a:pt x="4" y="22"/>
                  <a:pt x="4" y="22"/>
                  <a:pt x="4" y="22"/>
                </a:cubicBezTo>
                <a:close/>
                <a:moveTo>
                  <a:pt x="4" y="26"/>
                </a:moveTo>
                <a:cubicBezTo>
                  <a:pt x="4" y="24"/>
                  <a:pt x="4" y="24"/>
                  <a:pt x="4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6"/>
                  <a:pt x="7" y="26"/>
                  <a:pt x="7" y="26"/>
                </a:cubicBezTo>
                <a:lnTo>
                  <a:pt x="4" y="2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Freeform 201">
            <a:extLst>
              <a:ext uri="{FF2B5EF4-FFF2-40B4-BE49-F238E27FC236}">
                <a16:creationId xmlns:a16="http://schemas.microsoft.com/office/drawing/2014/main" id="{BD974EF0-877C-5856-7FC1-C29B47407453}"/>
              </a:ext>
            </a:extLst>
          </p:cNvPr>
          <p:cNvSpPr>
            <a:spLocks noEditPoints="1"/>
          </p:cNvSpPr>
          <p:nvPr/>
        </p:nvSpPr>
        <p:spPr bwMode="auto">
          <a:xfrm>
            <a:off x="3129091" y="1928863"/>
            <a:ext cx="307663" cy="260608"/>
          </a:xfrm>
          <a:custGeom>
            <a:avLst/>
            <a:gdLst>
              <a:gd name="T0" fmla="*/ 11 w 32"/>
              <a:gd name="T1" fmla="*/ 3 h 27"/>
              <a:gd name="T2" fmla="*/ 14 w 32"/>
              <a:gd name="T3" fmla="*/ 3 h 27"/>
              <a:gd name="T4" fmla="*/ 10 w 32"/>
              <a:gd name="T5" fmla="*/ 16 h 27"/>
              <a:gd name="T6" fmla="*/ 0 w 32"/>
              <a:gd name="T7" fmla="*/ 27 h 27"/>
              <a:gd name="T8" fmla="*/ 0 w 32"/>
              <a:gd name="T9" fmla="*/ 25 h 27"/>
              <a:gd name="T10" fmla="*/ 32 w 32"/>
              <a:gd name="T11" fmla="*/ 26 h 27"/>
              <a:gd name="T12" fmla="*/ 32 w 32"/>
              <a:gd name="T13" fmla="*/ 27 h 27"/>
              <a:gd name="T14" fmla="*/ 0 w 32"/>
              <a:gd name="T15" fmla="*/ 27 h 27"/>
              <a:gd name="T16" fmla="*/ 5 w 32"/>
              <a:gd name="T17" fmla="*/ 0 h 27"/>
              <a:gd name="T18" fmla="*/ 2 w 32"/>
              <a:gd name="T19" fmla="*/ 1 h 27"/>
              <a:gd name="T20" fmla="*/ 6 w 32"/>
              <a:gd name="T21" fmla="*/ 24 h 27"/>
              <a:gd name="T22" fmla="*/ 26 w 32"/>
              <a:gd name="T23" fmla="*/ 0 h 27"/>
              <a:gd name="T24" fmla="*/ 28 w 32"/>
              <a:gd name="T25" fmla="*/ 4 h 27"/>
              <a:gd name="T26" fmla="*/ 19 w 32"/>
              <a:gd name="T27" fmla="*/ 4 h 27"/>
              <a:gd name="T28" fmla="*/ 19 w 32"/>
              <a:gd name="T29" fmla="*/ 3 h 27"/>
              <a:gd name="T30" fmla="*/ 22 w 32"/>
              <a:gd name="T31" fmla="*/ 2 h 27"/>
              <a:gd name="T32" fmla="*/ 24 w 32"/>
              <a:gd name="T33" fmla="*/ 1 h 27"/>
              <a:gd name="T34" fmla="*/ 7 w 32"/>
              <a:gd name="T35" fmla="*/ 24 h 27"/>
              <a:gd name="T36" fmla="*/ 31 w 32"/>
              <a:gd name="T37" fmla="*/ 16 h 27"/>
              <a:gd name="T38" fmla="*/ 23 w 32"/>
              <a:gd name="T39" fmla="*/ 17 h 27"/>
              <a:gd name="T40" fmla="*/ 15 w 32"/>
              <a:gd name="T41" fmla="*/ 17 h 27"/>
              <a:gd name="T42" fmla="*/ 7 w 32"/>
              <a:gd name="T43" fmla="*/ 17 h 27"/>
              <a:gd name="T44" fmla="*/ 7 w 32"/>
              <a:gd name="T45" fmla="*/ 24 h 27"/>
              <a:gd name="T46" fmla="*/ 24 w 32"/>
              <a:gd name="T47" fmla="*/ 19 h 27"/>
              <a:gd name="T48" fmla="*/ 29 w 32"/>
              <a:gd name="T49" fmla="*/ 21 h 27"/>
              <a:gd name="T50" fmla="*/ 9 w 32"/>
              <a:gd name="T51" fmla="*/ 21 h 27"/>
              <a:gd name="T52" fmla="*/ 14 w 32"/>
              <a:gd name="T53" fmla="*/ 19 h 27"/>
              <a:gd name="T54" fmla="*/ 9 w 32"/>
              <a:gd name="T55" fmla="*/ 21 h 27"/>
              <a:gd name="T56" fmla="*/ 17 w 32"/>
              <a:gd name="T57" fmla="*/ 19 h 27"/>
              <a:gd name="T58" fmla="*/ 22 w 32"/>
              <a:gd name="T59" fmla="*/ 21 h 27"/>
              <a:gd name="T60" fmla="*/ 18 w 32"/>
              <a:gd name="T61" fmla="*/ 6 h 27"/>
              <a:gd name="T62" fmla="*/ 21 w 32"/>
              <a:gd name="T63" fmla="*/ 5 h 27"/>
              <a:gd name="T64" fmla="*/ 22 w 32"/>
              <a:gd name="T65" fmla="*/ 15 h 27"/>
              <a:gd name="T66" fmla="*/ 17 w 32"/>
              <a:gd name="T67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2" h="27">
                <a:moveTo>
                  <a:pt x="10" y="3"/>
                </a:moveTo>
                <a:cubicBezTo>
                  <a:pt x="10" y="3"/>
                  <a:pt x="10" y="3"/>
                  <a:pt x="11" y="3"/>
                </a:cubicBezTo>
                <a:cubicBezTo>
                  <a:pt x="13" y="3"/>
                  <a:pt x="13" y="3"/>
                  <a:pt x="13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7"/>
                  <a:pt x="14" y="11"/>
                  <a:pt x="14" y="15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2"/>
                  <a:pt x="10" y="7"/>
                  <a:pt x="10" y="3"/>
                </a:cubicBezTo>
                <a:close/>
                <a:moveTo>
                  <a:pt x="0" y="27"/>
                </a:move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2" y="25"/>
                  <a:pt x="32" y="26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7"/>
                </a:cubicBezTo>
                <a:close/>
                <a:moveTo>
                  <a:pt x="5" y="1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1"/>
                </a:cubicBezTo>
                <a:cubicBezTo>
                  <a:pt x="1" y="9"/>
                  <a:pt x="1" y="17"/>
                  <a:pt x="0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17"/>
                  <a:pt x="6" y="9"/>
                  <a:pt x="5" y="1"/>
                </a:cubicBezTo>
                <a:close/>
                <a:moveTo>
                  <a:pt x="26" y="0"/>
                </a:moveTo>
                <a:cubicBezTo>
                  <a:pt x="27" y="0"/>
                  <a:pt x="28" y="1"/>
                  <a:pt x="28" y="3"/>
                </a:cubicBezTo>
                <a:cubicBezTo>
                  <a:pt x="28" y="3"/>
                  <a:pt x="28" y="4"/>
                  <a:pt x="28" y="4"/>
                </a:cubicBezTo>
                <a:cubicBezTo>
                  <a:pt x="28" y="4"/>
                  <a:pt x="28" y="4"/>
                  <a:pt x="27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3"/>
                </a:cubicBezTo>
                <a:cubicBezTo>
                  <a:pt x="19" y="2"/>
                  <a:pt x="20" y="2"/>
                  <a:pt x="21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1"/>
                  <a:pt x="23" y="1"/>
                </a:cubicBezTo>
                <a:cubicBezTo>
                  <a:pt x="23" y="1"/>
                  <a:pt x="23" y="1"/>
                  <a:pt x="24" y="1"/>
                </a:cubicBezTo>
                <a:cubicBezTo>
                  <a:pt x="24" y="1"/>
                  <a:pt x="25" y="0"/>
                  <a:pt x="26" y="0"/>
                </a:cubicBezTo>
                <a:close/>
                <a:moveTo>
                  <a:pt x="7" y="24"/>
                </a:moveTo>
                <a:cubicBezTo>
                  <a:pt x="15" y="24"/>
                  <a:pt x="23" y="24"/>
                  <a:pt x="31" y="24"/>
                </a:cubicBezTo>
                <a:cubicBezTo>
                  <a:pt x="31" y="22"/>
                  <a:pt x="31" y="19"/>
                  <a:pt x="31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6"/>
                  <a:pt x="23" y="16"/>
                  <a:pt x="23" y="1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8"/>
                  <a:pt x="7" y="18"/>
                </a:cubicBezTo>
                <a:cubicBezTo>
                  <a:pt x="7" y="20"/>
                  <a:pt x="7" y="22"/>
                  <a:pt x="7" y="24"/>
                </a:cubicBezTo>
                <a:close/>
                <a:moveTo>
                  <a:pt x="24" y="21"/>
                </a:moveTo>
                <a:cubicBezTo>
                  <a:pt x="24" y="19"/>
                  <a:pt x="24" y="19"/>
                  <a:pt x="24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1"/>
                  <a:pt x="29" y="21"/>
                  <a:pt x="29" y="21"/>
                </a:cubicBezTo>
                <a:cubicBezTo>
                  <a:pt x="24" y="21"/>
                  <a:pt x="24" y="21"/>
                  <a:pt x="24" y="21"/>
                </a:cubicBezTo>
                <a:close/>
                <a:moveTo>
                  <a:pt x="9" y="21"/>
                </a:moveTo>
                <a:cubicBezTo>
                  <a:pt x="9" y="19"/>
                  <a:pt x="9" y="19"/>
                  <a:pt x="9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1"/>
                  <a:pt x="14" y="21"/>
                  <a:pt x="14" y="21"/>
                </a:cubicBezTo>
                <a:cubicBezTo>
                  <a:pt x="9" y="21"/>
                  <a:pt x="9" y="21"/>
                  <a:pt x="9" y="21"/>
                </a:cubicBezTo>
                <a:close/>
                <a:moveTo>
                  <a:pt x="17" y="21"/>
                </a:moveTo>
                <a:cubicBezTo>
                  <a:pt x="17" y="19"/>
                  <a:pt x="17" y="19"/>
                  <a:pt x="17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21"/>
                  <a:pt x="22" y="21"/>
                  <a:pt x="22" y="21"/>
                </a:cubicBezTo>
                <a:cubicBezTo>
                  <a:pt x="17" y="21"/>
                  <a:pt x="17" y="21"/>
                  <a:pt x="17" y="21"/>
                </a:cubicBezTo>
                <a:close/>
                <a:moveTo>
                  <a:pt x="18" y="6"/>
                </a:moveTo>
                <a:cubicBezTo>
                  <a:pt x="18" y="5"/>
                  <a:pt x="18" y="5"/>
                  <a:pt x="18" y="5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5"/>
                  <a:pt x="22" y="6"/>
                </a:cubicBezTo>
                <a:cubicBezTo>
                  <a:pt x="22" y="9"/>
                  <a:pt x="22" y="12"/>
                  <a:pt x="22" y="15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8" y="12"/>
                  <a:pt x="18" y="8"/>
                  <a:pt x="18" y="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2" name="Freeform 202">
            <a:extLst>
              <a:ext uri="{FF2B5EF4-FFF2-40B4-BE49-F238E27FC236}">
                <a16:creationId xmlns:a16="http://schemas.microsoft.com/office/drawing/2014/main" id="{5D152CE5-3ECD-BC13-BE84-43424193D8A2}"/>
              </a:ext>
            </a:extLst>
          </p:cNvPr>
          <p:cNvSpPr>
            <a:spLocks/>
          </p:cNvSpPr>
          <p:nvPr/>
        </p:nvSpPr>
        <p:spPr bwMode="auto">
          <a:xfrm>
            <a:off x="6258199" y="1919815"/>
            <a:ext cx="258799" cy="229843"/>
          </a:xfrm>
          <a:custGeom>
            <a:avLst/>
            <a:gdLst>
              <a:gd name="T0" fmla="*/ 13 w 27"/>
              <a:gd name="T1" fmla="*/ 24 h 24"/>
              <a:gd name="T2" fmla="*/ 11 w 27"/>
              <a:gd name="T3" fmla="*/ 24 h 24"/>
              <a:gd name="T4" fmla="*/ 11 w 27"/>
              <a:gd name="T5" fmla="*/ 22 h 24"/>
              <a:gd name="T6" fmla="*/ 23 w 27"/>
              <a:gd name="T7" fmla="*/ 10 h 24"/>
              <a:gd name="T8" fmla="*/ 23 w 27"/>
              <a:gd name="T9" fmla="*/ 10 h 24"/>
              <a:gd name="T10" fmla="*/ 24 w 27"/>
              <a:gd name="T11" fmla="*/ 7 h 24"/>
              <a:gd name="T12" fmla="*/ 23 w 27"/>
              <a:gd name="T13" fmla="*/ 4 h 24"/>
              <a:gd name="T14" fmla="*/ 20 w 27"/>
              <a:gd name="T15" fmla="*/ 2 h 24"/>
              <a:gd name="T16" fmla="*/ 16 w 27"/>
              <a:gd name="T17" fmla="*/ 4 h 24"/>
              <a:gd name="T18" fmla="*/ 3 w 27"/>
              <a:gd name="T19" fmla="*/ 17 h 24"/>
              <a:gd name="T20" fmla="*/ 3 w 27"/>
              <a:gd name="T21" fmla="*/ 18 h 24"/>
              <a:gd name="T22" fmla="*/ 3 w 27"/>
              <a:gd name="T23" fmla="*/ 20 h 24"/>
              <a:gd name="T24" fmla="*/ 5 w 27"/>
              <a:gd name="T25" fmla="*/ 21 h 24"/>
              <a:gd name="T26" fmla="*/ 5 w 27"/>
              <a:gd name="T27" fmla="*/ 21 h 24"/>
              <a:gd name="T28" fmla="*/ 5 w 27"/>
              <a:gd name="T29" fmla="*/ 21 h 24"/>
              <a:gd name="T30" fmla="*/ 6 w 27"/>
              <a:gd name="T31" fmla="*/ 22 h 24"/>
              <a:gd name="T32" fmla="*/ 8 w 27"/>
              <a:gd name="T33" fmla="*/ 21 h 24"/>
              <a:gd name="T34" fmla="*/ 8 w 27"/>
              <a:gd name="T35" fmla="*/ 21 h 24"/>
              <a:gd name="T36" fmla="*/ 8 w 27"/>
              <a:gd name="T37" fmla="*/ 21 h 24"/>
              <a:gd name="T38" fmla="*/ 13 w 27"/>
              <a:gd name="T39" fmla="*/ 16 h 24"/>
              <a:gd name="T40" fmla="*/ 19 w 27"/>
              <a:gd name="T41" fmla="*/ 10 h 24"/>
              <a:gd name="T42" fmla="*/ 19 w 27"/>
              <a:gd name="T43" fmla="*/ 10 h 24"/>
              <a:gd name="T44" fmla="*/ 19 w 27"/>
              <a:gd name="T45" fmla="*/ 9 h 24"/>
              <a:gd name="T46" fmla="*/ 19 w 27"/>
              <a:gd name="T47" fmla="*/ 8 h 24"/>
              <a:gd name="T48" fmla="*/ 19 w 27"/>
              <a:gd name="T49" fmla="*/ 8 h 24"/>
              <a:gd name="T50" fmla="*/ 18 w 27"/>
              <a:gd name="T51" fmla="*/ 7 h 24"/>
              <a:gd name="T52" fmla="*/ 17 w 27"/>
              <a:gd name="T53" fmla="*/ 8 h 24"/>
              <a:gd name="T54" fmla="*/ 7 w 27"/>
              <a:gd name="T55" fmla="*/ 18 h 24"/>
              <a:gd name="T56" fmla="*/ 5 w 27"/>
              <a:gd name="T57" fmla="*/ 18 h 24"/>
              <a:gd name="T58" fmla="*/ 5 w 27"/>
              <a:gd name="T59" fmla="*/ 16 h 24"/>
              <a:gd name="T60" fmla="*/ 15 w 27"/>
              <a:gd name="T61" fmla="*/ 6 h 24"/>
              <a:gd name="T62" fmla="*/ 18 w 27"/>
              <a:gd name="T63" fmla="*/ 5 h 24"/>
              <a:gd name="T64" fmla="*/ 21 w 27"/>
              <a:gd name="T65" fmla="*/ 6 h 24"/>
              <a:gd name="T66" fmla="*/ 21 w 27"/>
              <a:gd name="T67" fmla="*/ 6 h 24"/>
              <a:gd name="T68" fmla="*/ 22 w 27"/>
              <a:gd name="T69" fmla="*/ 9 h 24"/>
              <a:gd name="T70" fmla="*/ 21 w 27"/>
              <a:gd name="T71" fmla="*/ 12 h 24"/>
              <a:gd name="T72" fmla="*/ 21 w 27"/>
              <a:gd name="T73" fmla="*/ 12 h 24"/>
              <a:gd name="T74" fmla="*/ 15 w 27"/>
              <a:gd name="T75" fmla="*/ 17 h 24"/>
              <a:gd name="T76" fmla="*/ 9 w 27"/>
              <a:gd name="T77" fmla="*/ 23 h 24"/>
              <a:gd name="T78" fmla="*/ 9 w 27"/>
              <a:gd name="T79" fmla="*/ 23 h 24"/>
              <a:gd name="T80" fmla="*/ 9 w 27"/>
              <a:gd name="T81" fmla="*/ 23 h 24"/>
              <a:gd name="T82" fmla="*/ 6 w 27"/>
              <a:gd name="T83" fmla="*/ 24 h 24"/>
              <a:gd name="T84" fmla="*/ 3 w 27"/>
              <a:gd name="T85" fmla="*/ 23 h 24"/>
              <a:gd name="T86" fmla="*/ 3 w 27"/>
              <a:gd name="T87" fmla="*/ 23 h 24"/>
              <a:gd name="T88" fmla="*/ 3 w 27"/>
              <a:gd name="T89" fmla="*/ 23 h 24"/>
              <a:gd name="T90" fmla="*/ 1 w 27"/>
              <a:gd name="T91" fmla="*/ 22 h 24"/>
              <a:gd name="T92" fmla="*/ 0 w 27"/>
              <a:gd name="T93" fmla="*/ 18 h 24"/>
              <a:gd name="T94" fmla="*/ 1 w 27"/>
              <a:gd name="T95" fmla="*/ 15 h 24"/>
              <a:gd name="T96" fmla="*/ 15 w 27"/>
              <a:gd name="T97" fmla="*/ 2 h 24"/>
              <a:gd name="T98" fmla="*/ 20 w 27"/>
              <a:gd name="T99" fmla="*/ 0 h 24"/>
              <a:gd name="T100" fmla="*/ 25 w 27"/>
              <a:gd name="T101" fmla="*/ 2 h 24"/>
              <a:gd name="T102" fmla="*/ 27 w 27"/>
              <a:gd name="T103" fmla="*/ 7 h 24"/>
              <a:gd name="T104" fmla="*/ 25 w 27"/>
              <a:gd name="T105" fmla="*/ 12 h 24"/>
              <a:gd name="T106" fmla="*/ 25 w 27"/>
              <a:gd name="T107" fmla="*/ 12 h 24"/>
              <a:gd name="T108" fmla="*/ 13 w 27"/>
              <a:gd name="T109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7" h="24">
                <a:moveTo>
                  <a:pt x="13" y="24"/>
                </a:moveTo>
                <a:cubicBezTo>
                  <a:pt x="12" y="24"/>
                  <a:pt x="11" y="24"/>
                  <a:pt x="11" y="24"/>
                </a:cubicBezTo>
                <a:cubicBezTo>
                  <a:pt x="11" y="23"/>
                  <a:pt x="11" y="23"/>
                  <a:pt x="11" y="22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4" y="9"/>
                  <a:pt x="24" y="8"/>
                  <a:pt x="24" y="7"/>
                </a:cubicBezTo>
                <a:cubicBezTo>
                  <a:pt x="24" y="6"/>
                  <a:pt x="24" y="5"/>
                  <a:pt x="23" y="4"/>
                </a:cubicBezTo>
                <a:cubicBezTo>
                  <a:pt x="22" y="3"/>
                  <a:pt x="21" y="2"/>
                  <a:pt x="20" y="2"/>
                </a:cubicBezTo>
                <a:cubicBezTo>
                  <a:pt x="19" y="2"/>
                  <a:pt x="17" y="3"/>
                  <a:pt x="16" y="4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3" y="18"/>
                  <a:pt x="3" y="18"/>
                </a:cubicBezTo>
                <a:cubicBezTo>
                  <a:pt x="3" y="19"/>
                  <a:pt x="3" y="20"/>
                  <a:pt x="3" y="20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2"/>
                  <a:pt x="6" y="22"/>
                  <a:pt x="6" y="22"/>
                </a:cubicBezTo>
                <a:cubicBezTo>
                  <a:pt x="7" y="22"/>
                  <a:pt x="7" y="22"/>
                  <a:pt x="8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13" y="16"/>
                  <a:pt x="13" y="16"/>
                  <a:pt x="13" y="16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9"/>
                  <a:pt x="19" y="9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7"/>
                  <a:pt x="18" y="7"/>
                  <a:pt x="18" y="7"/>
                </a:cubicBezTo>
                <a:cubicBezTo>
                  <a:pt x="17" y="7"/>
                  <a:pt x="17" y="7"/>
                  <a:pt x="17" y="8"/>
                </a:cubicBezTo>
                <a:cubicBezTo>
                  <a:pt x="7" y="18"/>
                  <a:pt x="7" y="18"/>
                  <a:pt x="7" y="18"/>
                </a:cubicBezTo>
                <a:cubicBezTo>
                  <a:pt x="6" y="18"/>
                  <a:pt x="5" y="18"/>
                  <a:pt x="5" y="18"/>
                </a:cubicBezTo>
                <a:cubicBezTo>
                  <a:pt x="4" y="17"/>
                  <a:pt x="4" y="17"/>
                  <a:pt x="5" y="16"/>
                </a:cubicBezTo>
                <a:cubicBezTo>
                  <a:pt x="15" y="6"/>
                  <a:pt x="15" y="6"/>
                  <a:pt x="15" y="6"/>
                </a:cubicBezTo>
                <a:cubicBezTo>
                  <a:pt x="16" y="5"/>
                  <a:pt x="17" y="5"/>
                  <a:pt x="18" y="5"/>
                </a:cubicBezTo>
                <a:cubicBezTo>
                  <a:pt x="19" y="5"/>
                  <a:pt x="20" y="5"/>
                  <a:pt x="21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2" y="7"/>
                  <a:pt x="22" y="8"/>
                  <a:pt x="22" y="9"/>
                </a:cubicBezTo>
                <a:cubicBezTo>
                  <a:pt x="22" y="10"/>
                  <a:pt x="22" y="11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15" y="17"/>
                  <a:pt x="15" y="17"/>
                  <a:pt x="15" y="17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8" y="24"/>
                  <a:pt x="7" y="24"/>
                  <a:pt x="6" y="24"/>
                </a:cubicBezTo>
                <a:cubicBezTo>
                  <a:pt x="5" y="24"/>
                  <a:pt x="4" y="24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1" y="22"/>
                  <a:pt x="1" y="22"/>
                  <a:pt x="1" y="22"/>
                </a:cubicBezTo>
                <a:cubicBezTo>
                  <a:pt x="1" y="21"/>
                  <a:pt x="0" y="20"/>
                  <a:pt x="0" y="18"/>
                </a:cubicBezTo>
                <a:cubicBezTo>
                  <a:pt x="0" y="17"/>
                  <a:pt x="1" y="16"/>
                  <a:pt x="1" y="15"/>
                </a:cubicBezTo>
                <a:cubicBezTo>
                  <a:pt x="15" y="2"/>
                  <a:pt x="15" y="2"/>
                  <a:pt x="15" y="2"/>
                </a:cubicBezTo>
                <a:cubicBezTo>
                  <a:pt x="16" y="1"/>
                  <a:pt x="18" y="0"/>
                  <a:pt x="20" y="0"/>
                </a:cubicBezTo>
                <a:cubicBezTo>
                  <a:pt x="22" y="0"/>
                  <a:pt x="23" y="1"/>
                  <a:pt x="25" y="2"/>
                </a:cubicBezTo>
                <a:cubicBezTo>
                  <a:pt x="26" y="3"/>
                  <a:pt x="27" y="5"/>
                  <a:pt x="27" y="7"/>
                </a:cubicBezTo>
                <a:cubicBezTo>
                  <a:pt x="27" y="9"/>
                  <a:pt x="26" y="11"/>
                  <a:pt x="25" y="12"/>
                </a:cubicBezTo>
                <a:cubicBezTo>
                  <a:pt x="25" y="12"/>
                  <a:pt x="25" y="12"/>
                  <a:pt x="25" y="12"/>
                </a:cubicBezTo>
                <a:lnTo>
                  <a:pt x="13" y="2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Freeform 203">
            <a:extLst>
              <a:ext uri="{FF2B5EF4-FFF2-40B4-BE49-F238E27FC236}">
                <a16:creationId xmlns:a16="http://schemas.microsoft.com/office/drawing/2014/main" id="{BC25E1D9-CF13-0E68-15E0-7A85A7461267}"/>
              </a:ext>
            </a:extLst>
          </p:cNvPr>
          <p:cNvSpPr>
            <a:spLocks noEditPoints="1"/>
          </p:cNvSpPr>
          <p:nvPr/>
        </p:nvSpPr>
        <p:spPr bwMode="auto">
          <a:xfrm>
            <a:off x="8118652" y="1881809"/>
            <a:ext cx="249750" cy="316712"/>
          </a:xfrm>
          <a:custGeom>
            <a:avLst/>
            <a:gdLst>
              <a:gd name="T0" fmla="*/ 19 w 26"/>
              <a:gd name="T1" fmla="*/ 28 h 33"/>
              <a:gd name="T2" fmla="*/ 19 w 26"/>
              <a:gd name="T3" fmla="*/ 31 h 33"/>
              <a:gd name="T4" fmla="*/ 3 w 26"/>
              <a:gd name="T5" fmla="*/ 31 h 33"/>
              <a:gd name="T6" fmla="*/ 2 w 26"/>
              <a:gd name="T7" fmla="*/ 7 h 33"/>
              <a:gd name="T8" fmla="*/ 5 w 26"/>
              <a:gd name="T9" fmla="*/ 7 h 33"/>
              <a:gd name="T10" fmla="*/ 5 w 26"/>
              <a:gd name="T11" fmla="*/ 26 h 33"/>
              <a:gd name="T12" fmla="*/ 10 w 26"/>
              <a:gd name="T13" fmla="*/ 9 h 33"/>
              <a:gd name="T14" fmla="*/ 9 w 26"/>
              <a:gd name="T15" fmla="*/ 10 h 33"/>
              <a:gd name="T16" fmla="*/ 22 w 26"/>
              <a:gd name="T17" fmla="*/ 11 h 33"/>
              <a:gd name="T18" fmla="*/ 23 w 26"/>
              <a:gd name="T19" fmla="*/ 10 h 33"/>
              <a:gd name="T20" fmla="*/ 10 w 26"/>
              <a:gd name="T21" fmla="*/ 9 h 33"/>
              <a:gd name="T22" fmla="*/ 9 w 26"/>
              <a:gd name="T23" fmla="*/ 17 h 33"/>
              <a:gd name="T24" fmla="*/ 10 w 26"/>
              <a:gd name="T25" fmla="*/ 18 h 33"/>
              <a:gd name="T26" fmla="*/ 23 w 26"/>
              <a:gd name="T27" fmla="*/ 17 h 33"/>
              <a:gd name="T28" fmla="*/ 22 w 26"/>
              <a:gd name="T29" fmla="*/ 17 h 33"/>
              <a:gd name="T30" fmla="*/ 21 w 26"/>
              <a:gd name="T31" fmla="*/ 19 h 33"/>
              <a:gd name="T32" fmla="*/ 19 w 26"/>
              <a:gd name="T33" fmla="*/ 19 h 33"/>
              <a:gd name="T34" fmla="*/ 18 w 26"/>
              <a:gd name="T35" fmla="*/ 21 h 33"/>
              <a:gd name="T36" fmla="*/ 19 w 26"/>
              <a:gd name="T37" fmla="*/ 23 h 33"/>
              <a:gd name="T38" fmla="*/ 21 w 26"/>
              <a:gd name="T39" fmla="*/ 24 h 33"/>
              <a:gd name="T40" fmla="*/ 22 w 26"/>
              <a:gd name="T41" fmla="*/ 23 h 33"/>
              <a:gd name="T42" fmla="*/ 23 w 26"/>
              <a:gd name="T43" fmla="*/ 21 h 33"/>
              <a:gd name="T44" fmla="*/ 22 w 26"/>
              <a:gd name="T45" fmla="*/ 19 h 33"/>
              <a:gd name="T46" fmla="*/ 21 w 26"/>
              <a:gd name="T47" fmla="*/ 19 h 33"/>
              <a:gd name="T48" fmla="*/ 21 w 26"/>
              <a:gd name="T49" fmla="*/ 20 h 33"/>
              <a:gd name="T50" fmla="*/ 19 w 26"/>
              <a:gd name="T51" fmla="*/ 20 h 33"/>
              <a:gd name="T52" fmla="*/ 19 w 26"/>
              <a:gd name="T53" fmla="*/ 22 h 33"/>
              <a:gd name="T54" fmla="*/ 21 w 26"/>
              <a:gd name="T55" fmla="*/ 23 h 33"/>
              <a:gd name="T56" fmla="*/ 22 w 26"/>
              <a:gd name="T57" fmla="*/ 22 h 33"/>
              <a:gd name="T58" fmla="*/ 22 w 26"/>
              <a:gd name="T59" fmla="*/ 20 h 33"/>
              <a:gd name="T60" fmla="*/ 21 w 26"/>
              <a:gd name="T61" fmla="*/ 20 h 33"/>
              <a:gd name="T62" fmla="*/ 21 w 26"/>
              <a:gd name="T63" fmla="*/ 22 h 33"/>
              <a:gd name="T64" fmla="*/ 21 w 26"/>
              <a:gd name="T65" fmla="*/ 20 h 33"/>
              <a:gd name="T66" fmla="*/ 9 w 26"/>
              <a:gd name="T67" fmla="*/ 14 h 33"/>
              <a:gd name="T68" fmla="*/ 10 w 26"/>
              <a:gd name="T69" fmla="*/ 14 h 33"/>
              <a:gd name="T70" fmla="*/ 23 w 26"/>
              <a:gd name="T71" fmla="*/ 14 h 33"/>
              <a:gd name="T72" fmla="*/ 22 w 26"/>
              <a:gd name="T73" fmla="*/ 13 h 33"/>
              <a:gd name="T74" fmla="*/ 25 w 26"/>
              <a:gd name="T75" fmla="*/ 28 h 33"/>
              <a:gd name="T76" fmla="*/ 26 w 26"/>
              <a:gd name="T77" fmla="*/ 26 h 33"/>
              <a:gd name="T78" fmla="*/ 19 w 26"/>
              <a:gd name="T79" fmla="*/ 0 h 33"/>
              <a:gd name="T80" fmla="*/ 5 w 26"/>
              <a:gd name="T81" fmla="*/ 1 h 33"/>
              <a:gd name="T82" fmla="*/ 2 w 26"/>
              <a:gd name="T83" fmla="*/ 4 h 33"/>
              <a:gd name="T84" fmla="*/ 0 w 26"/>
              <a:gd name="T85" fmla="*/ 31 h 33"/>
              <a:gd name="T86" fmla="*/ 20 w 26"/>
              <a:gd name="T87" fmla="*/ 33 h 33"/>
              <a:gd name="T88" fmla="*/ 21 w 26"/>
              <a:gd name="T89" fmla="*/ 31 h 33"/>
              <a:gd name="T90" fmla="*/ 25 w 26"/>
              <a:gd name="T91" fmla="*/ 28 h 33"/>
              <a:gd name="T92" fmla="*/ 18 w 26"/>
              <a:gd name="T93" fmla="*/ 2 h 33"/>
              <a:gd name="T94" fmla="*/ 8 w 26"/>
              <a:gd name="T95" fmla="*/ 2 h 33"/>
              <a:gd name="T96" fmla="*/ 7 w 26"/>
              <a:gd name="T97" fmla="*/ 25 h 33"/>
              <a:gd name="T98" fmla="*/ 8 w 26"/>
              <a:gd name="T99" fmla="*/ 26 h 33"/>
              <a:gd name="T100" fmla="*/ 24 w 26"/>
              <a:gd name="T101" fmla="*/ 26 h 33"/>
              <a:gd name="T102" fmla="*/ 24 w 26"/>
              <a:gd name="T103" fmla="*/ 8 h 33"/>
              <a:gd name="T104" fmla="*/ 18 w 26"/>
              <a:gd name="T105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6" h="33">
                <a:moveTo>
                  <a:pt x="7" y="28"/>
                </a:moveTo>
                <a:cubicBezTo>
                  <a:pt x="19" y="28"/>
                  <a:pt x="19" y="28"/>
                  <a:pt x="19" y="28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9" y="30"/>
                  <a:pt x="19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31"/>
                  <a:pt x="2" y="30"/>
                  <a:pt x="2" y="30"/>
                </a:cubicBezTo>
                <a:cubicBezTo>
                  <a:pt x="2" y="7"/>
                  <a:pt x="2" y="7"/>
                  <a:pt x="2" y="7"/>
                </a:cubicBezTo>
                <a:cubicBezTo>
                  <a:pt x="2" y="7"/>
                  <a:pt x="3" y="7"/>
                  <a:pt x="3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7"/>
                  <a:pt x="6" y="28"/>
                  <a:pt x="7" y="28"/>
                </a:cubicBezTo>
                <a:close/>
                <a:moveTo>
                  <a:pt x="10" y="9"/>
                </a:moveTo>
                <a:cubicBezTo>
                  <a:pt x="9" y="9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1"/>
                  <a:pt x="10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3" y="11"/>
                  <a:pt x="23" y="10"/>
                  <a:pt x="23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10"/>
                  <a:pt x="23" y="9"/>
                  <a:pt x="22" y="9"/>
                </a:cubicBezTo>
                <a:cubicBezTo>
                  <a:pt x="10" y="9"/>
                  <a:pt x="10" y="9"/>
                  <a:pt x="10" y="9"/>
                </a:cubicBezTo>
                <a:close/>
                <a:moveTo>
                  <a:pt x="10" y="17"/>
                </a:moveTo>
                <a:cubicBezTo>
                  <a:pt x="9" y="17"/>
                  <a:pt x="9" y="17"/>
                  <a:pt x="9" y="17"/>
                </a:cubicBezTo>
                <a:cubicBezTo>
                  <a:pt x="9" y="17"/>
                  <a:pt x="9" y="17"/>
                  <a:pt x="9" y="17"/>
                </a:cubicBezTo>
                <a:cubicBezTo>
                  <a:pt x="9" y="17"/>
                  <a:pt x="9" y="18"/>
                  <a:pt x="10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7"/>
                  <a:pt x="22" y="17"/>
                </a:cubicBezTo>
                <a:cubicBezTo>
                  <a:pt x="10" y="17"/>
                  <a:pt x="10" y="17"/>
                  <a:pt x="10" y="17"/>
                </a:cubicBezTo>
                <a:close/>
                <a:moveTo>
                  <a:pt x="21" y="19"/>
                </a:moveTo>
                <a:cubicBezTo>
                  <a:pt x="20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8" y="20"/>
                  <a:pt x="18" y="21"/>
                  <a:pt x="18" y="21"/>
                </a:cubicBezTo>
                <a:cubicBezTo>
                  <a:pt x="18" y="22"/>
                  <a:pt x="18" y="23"/>
                  <a:pt x="19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20" y="24"/>
                  <a:pt x="21" y="24"/>
                </a:cubicBezTo>
                <a:cubicBezTo>
                  <a:pt x="21" y="24"/>
                  <a:pt x="22" y="23"/>
                  <a:pt x="22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3" y="23"/>
                  <a:pt x="23" y="22"/>
                  <a:pt x="23" y="21"/>
                </a:cubicBezTo>
                <a:cubicBezTo>
                  <a:pt x="23" y="21"/>
                  <a:pt x="23" y="20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9"/>
                  <a:pt x="21" y="19"/>
                </a:cubicBezTo>
                <a:close/>
                <a:moveTo>
                  <a:pt x="22" y="20"/>
                </a:moveTo>
                <a:cubicBezTo>
                  <a:pt x="21" y="20"/>
                  <a:pt x="21" y="20"/>
                  <a:pt x="21" y="20"/>
                </a:cubicBezTo>
                <a:cubicBezTo>
                  <a:pt x="20" y="20"/>
                  <a:pt x="20" y="20"/>
                  <a:pt x="19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19" y="20"/>
                  <a:pt x="19" y="21"/>
                  <a:pt x="19" y="21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0" y="23"/>
                  <a:pt x="20" y="23"/>
                  <a:pt x="21" y="23"/>
                </a:cubicBezTo>
                <a:cubicBezTo>
                  <a:pt x="21" y="23"/>
                  <a:pt x="21" y="23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1"/>
                </a:cubicBezTo>
                <a:cubicBezTo>
                  <a:pt x="22" y="21"/>
                  <a:pt x="22" y="20"/>
                  <a:pt x="22" y="20"/>
                </a:cubicBezTo>
                <a:cubicBezTo>
                  <a:pt x="22" y="20"/>
                  <a:pt x="22" y="20"/>
                  <a:pt x="22" y="20"/>
                </a:cubicBezTo>
                <a:close/>
                <a:moveTo>
                  <a:pt x="21" y="20"/>
                </a:moveTo>
                <a:cubicBezTo>
                  <a:pt x="21" y="20"/>
                  <a:pt x="22" y="21"/>
                  <a:pt x="22" y="21"/>
                </a:cubicBezTo>
                <a:cubicBezTo>
                  <a:pt x="22" y="22"/>
                  <a:pt x="21" y="22"/>
                  <a:pt x="21" y="22"/>
                </a:cubicBezTo>
                <a:cubicBezTo>
                  <a:pt x="20" y="22"/>
                  <a:pt x="19" y="22"/>
                  <a:pt x="19" y="21"/>
                </a:cubicBezTo>
                <a:cubicBezTo>
                  <a:pt x="19" y="21"/>
                  <a:pt x="20" y="20"/>
                  <a:pt x="21" y="20"/>
                </a:cubicBezTo>
                <a:close/>
                <a:moveTo>
                  <a:pt x="10" y="13"/>
                </a:moveTo>
                <a:cubicBezTo>
                  <a:pt x="9" y="13"/>
                  <a:pt x="9" y="13"/>
                  <a:pt x="9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10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3"/>
                  <a:pt x="23" y="13"/>
                  <a:pt x="22" y="13"/>
                </a:cubicBezTo>
                <a:cubicBezTo>
                  <a:pt x="10" y="13"/>
                  <a:pt x="10" y="13"/>
                  <a:pt x="10" y="13"/>
                </a:cubicBezTo>
                <a:close/>
                <a:moveTo>
                  <a:pt x="25" y="28"/>
                </a:moveTo>
                <a:cubicBezTo>
                  <a:pt x="25" y="28"/>
                  <a:pt x="26" y="28"/>
                  <a:pt x="26" y="27"/>
                </a:cubicBezTo>
                <a:cubicBezTo>
                  <a:pt x="26" y="27"/>
                  <a:pt x="26" y="27"/>
                  <a:pt x="26" y="26"/>
                </a:cubicBezTo>
                <a:cubicBezTo>
                  <a:pt x="26" y="7"/>
                  <a:pt x="26" y="7"/>
                  <a:pt x="26" y="7"/>
                </a:cubicBezTo>
                <a:cubicBezTo>
                  <a:pt x="19" y="0"/>
                  <a:pt x="19" y="0"/>
                  <a:pt x="19" y="0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5" y="0"/>
                  <a:pt x="5" y="1"/>
                </a:cubicBezTo>
                <a:cubicBezTo>
                  <a:pt x="5" y="4"/>
                  <a:pt x="5" y="4"/>
                  <a:pt x="5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5"/>
                  <a:pt x="0" y="6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2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0" y="33"/>
                  <a:pt x="21" y="33"/>
                  <a:pt x="21" y="32"/>
                </a:cubicBezTo>
                <a:cubicBezTo>
                  <a:pt x="21" y="32"/>
                  <a:pt x="21" y="32"/>
                  <a:pt x="21" y="31"/>
                </a:cubicBezTo>
                <a:cubicBezTo>
                  <a:pt x="21" y="28"/>
                  <a:pt x="21" y="28"/>
                  <a:pt x="21" y="28"/>
                </a:cubicBezTo>
                <a:cubicBezTo>
                  <a:pt x="25" y="28"/>
                  <a:pt x="25" y="28"/>
                  <a:pt x="25" y="28"/>
                </a:cubicBezTo>
                <a:close/>
                <a:moveTo>
                  <a:pt x="18" y="5"/>
                </a:moveTo>
                <a:cubicBezTo>
                  <a:pt x="18" y="2"/>
                  <a:pt x="18" y="2"/>
                  <a:pt x="1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5"/>
                  <a:pt x="8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5"/>
                  <a:pt x="24" y="25"/>
                  <a:pt x="24" y="25"/>
                </a:cubicBezTo>
                <a:cubicBezTo>
                  <a:pt x="24" y="8"/>
                  <a:pt x="24" y="8"/>
                  <a:pt x="24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19" y="8"/>
                  <a:pt x="18" y="7"/>
                  <a:pt x="18" y="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Freeform 204">
            <a:extLst>
              <a:ext uri="{FF2B5EF4-FFF2-40B4-BE49-F238E27FC236}">
                <a16:creationId xmlns:a16="http://schemas.microsoft.com/office/drawing/2014/main" id="{1F805926-7AC6-00AA-562E-879BBAC87F6F}"/>
              </a:ext>
            </a:extLst>
          </p:cNvPr>
          <p:cNvSpPr>
            <a:spLocks noEditPoints="1"/>
          </p:cNvSpPr>
          <p:nvPr/>
        </p:nvSpPr>
        <p:spPr bwMode="auto">
          <a:xfrm>
            <a:off x="7523235" y="1910765"/>
            <a:ext cx="202696" cy="238891"/>
          </a:xfrm>
          <a:custGeom>
            <a:avLst/>
            <a:gdLst>
              <a:gd name="T0" fmla="*/ 5 w 21"/>
              <a:gd name="T1" fmla="*/ 3 h 25"/>
              <a:gd name="T2" fmla="*/ 5 w 21"/>
              <a:gd name="T3" fmla="*/ 3 h 25"/>
              <a:gd name="T4" fmla="*/ 6 w 21"/>
              <a:gd name="T5" fmla="*/ 5 h 25"/>
              <a:gd name="T6" fmla="*/ 6 w 21"/>
              <a:gd name="T7" fmla="*/ 6 h 25"/>
              <a:gd name="T8" fmla="*/ 8 w 21"/>
              <a:gd name="T9" fmla="*/ 8 h 25"/>
              <a:gd name="T10" fmla="*/ 6 w 21"/>
              <a:gd name="T11" fmla="*/ 14 h 25"/>
              <a:gd name="T12" fmla="*/ 2 w 21"/>
              <a:gd name="T13" fmla="*/ 21 h 25"/>
              <a:gd name="T14" fmla="*/ 2 w 21"/>
              <a:gd name="T15" fmla="*/ 21 h 25"/>
              <a:gd name="T16" fmla="*/ 3 w 21"/>
              <a:gd name="T17" fmla="*/ 21 h 25"/>
              <a:gd name="T18" fmla="*/ 19 w 21"/>
              <a:gd name="T19" fmla="*/ 21 h 25"/>
              <a:gd name="T20" fmla="*/ 19 w 21"/>
              <a:gd name="T21" fmla="*/ 21 h 25"/>
              <a:gd name="T22" fmla="*/ 19 w 21"/>
              <a:gd name="T23" fmla="*/ 21 h 25"/>
              <a:gd name="T24" fmla="*/ 15 w 21"/>
              <a:gd name="T25" fmla="*/ 14 h 25"/>
              <a:gd name="T26" fmla="*/ 13 w 21"/>
              <a:gd name="T27" fmla="*/ 8 h 25"/>
              <a:gd name="T28" fmla="*/ 15 w 21"/>
              <a:gd name="T29" fmla="*/ 6 h 25"/>
              <a:gd name="T30" fmla="*/ 16 w 21"/>
              <a:gd name="T31" fmla="*/ 5 h 25"/>
              <a:gd name="T32" fmla="*/ 16 w 21"/>
              <a:gd name="T33" fmla="*/ 3 h 25"/>
              <a:gd name="T34" fmla="*/ 16 w 21"/>
              <a:gd name="T35" fmla="*/ 3 h 25"/>
              <a:gd name="T36" fmla="*/ 5 w 21"/>
              <a:gd name="T37" fmla="*/ 3 h 25"/>
              <a:gd name="T38" fmla="*/ 3 w 21"/>
              <a:gd name="T39" fmla="*/ 22 h 25"/>
              <a:gd name="T40" fmla="*/ 19 w 21"/>
              <a:gd name="T41" fmla="*/ 22 h 25"/>
              <a:gd name="T42" fmla="*/ 19 w 21"/>
              <a:gd name="T43" fmla="*/ 25 h 25"/>
              <a:gd name="T44" fmla="*/ 2 w 21"/>
              <a:gd name="T45" fmla="*/ 25 h 25"/>
              <a:gd name="T46" fmla="*/ 3 w 21"/>
              <a:gd name="T47" fmla="*/ 22 h 25"/>
              <a:gd name="T48" fmla="*/ 9 w 21"/>
              <a:gd name="T49" fmla="*/ 16 h 25"/>
              <a:gd name="T50" fmla="*/ 13 w 21"/>
              <a:gd name="T51" fmla="*/ 18 h 25"/>
              <a:gd name="T52" fmla="*/ 5 w 21"/>
              <a:gd name="T53" fmla="*/ 18 h 25"/>
              <a:gd name="T54" fmla="*/ 9 w 21"/>
              <a:gd name="T55" fmla="*/ 16 h 25"/>
              <a:gd name="T56" fmla="*/ 9 w 21"/>
              <a:gd name="T57" fmla="*/ 2 h 25"/>
              <a:gd name="T58" fmla="*/ 11 w 21"/>
              <a:gd name="T59" fmla="*/ 3 h 25"/>
              <a:gd name="T60" fmla="*/ 6 w 21"/>
              <a:gd name="T61" fmla="*/ 3 h 25"/>
              <a:gd name="T62" fmla="*/ 9 w 21"/>
              <a:gd name="T63" fmla="*/ 2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" h="25">
                <a:moveTo>
                  <a:pt x="5" y="3"/>
                </a:moveTo>
                <a:cubicBezTo>
                  <a:pt x="5" y="3"/>
                  <a:pt x="5" y="3"/>
                  <a:pt x="5" y="3"/>
                </a:cubicBezTo>
                <a:cubicBezTo>
                  <a:pt x="5" y="4"/>
                  <a:pt x="5" y="5"/>
                  <a:pt x="6" y="5"/>
                </a:cubicBezTo>
                <a:cubicBezTo>
                  <a:pt x="6" y="5"/>
                  <a:pt x="6" y="6"/>
                  <a:pt x="6" y="6"/>
                </a:cubicBezTo>
                <a:cubicBezTo>
                  <a:pt x="7" y="6"/>
                  <a:pt x="8" y="7"/>
                  <a:pt x="8" y="8"/>
                </a:cubicBezTo>
                <a:cubicBezTo>
                  <a:pt x="8" y="10"/>
                  <a:pt x="8" y="14"/>
                  <a:pt x="6" y="14"/>
                </a:cubicBezTo>
                <a:cubicBezTo>
                  <a:pt x="4" y="15"/>
                  <a:pt x="2" y="18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3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18"/>
                  <a:pt x="18" y="15"/>
                  <a:pt x="15" y="14"/>
                </a:cubicBezTo>
                <a:cubicBezTo>
                  <a:pt x="14" y="14"/>
                  <a:pt x="14" y="10"/>
                  <a:pt x="13" y="8"/>
                </a:cubicBezTo>
                <a:cubicBezTo>
                  <a:pt x="13" y="7"/>
                  <a:pt x="14" y="6"/>
                  <a:pt x="15" y="6"/>
                </a:cubicBezTo>
                <a:cubicBezTo>
                  <a:pt x="15" y="6"/>
                  <a:pt x="15" y="5"/>
                  <a:pt x="16" y="5"/>
                </a:cubicBezTo>
                <a:cubicBezTo>
                  <a:pt x="16" y="5"/>
                  <a:pt x="16" y="4"/>
                  <a:pt x="16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0"/>
                  <a:pt x="5" y="0"/>
                  <a:pt x="5" y="3"/>
                </a:cubicBezTo>
                <a:close/>
                <a:moveTo>
                  <a:pt x="3" y="22"/>
                </a:moveTo>
                <a:cubicBezTo>
                  <a:pt x="19" y="22"/>
                  <a:pt x="19" y="22"/>
                  <a:pt x="19" y="22"/>
                </a:cubicBezTo>
                <a:cubicBezTo>
                  <a:pt x="21" y="22"/>
                  <a:pt x="21" y="25"/>
                  <a:pt x="19" y="25"/>
                </a:cubicBezTo>
                <a:cubicBezTo>
                  <a:pt x="2" y="25"/>
                  <a:pt x="2" y="25"/>
                  <a:pt x="2" y="25"/>
                </a:cubicBezTo>
                <a:cubicBezTo>
                  <a:pt x="1" y="25"/>
                  <a:pt x="0" y="22"/>
                  <a:pt x="3" y="22"/>
                </a:cubicBezTo>
                <a:close/>
                <a:moveTo>
                  <a:pt x="9" y="16"/>
                </a:moveTo>
                <a:cubicBezTo>
                  <a:pt x="14" y="16"/>
                  <a:pt x="14" y="18"/>
                  <a:pt x="13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4" y="18"/>
                  <a:pt x="4" y="16"/>
                  <a:pt x="9" y="16"/>
                </a:cubicBezTo>
                <a:close/>
                <a:moveTo>
                  <a:pt x="9" y="2"/>
                </a:moveTo>
                <a:cubicBezTo>
                  <a:pt x="11" y="1"/>
                  <a:pt x="12" y="2"/>
                  <a:pt x="11" y="3"/>
                </a:cubicBezTo>
                <a:cubicBezTo>
                  <a:pt x="11" y="4"/>
                  <a:pt x="6" y="4"/>
                  <a:pt x="6" y="3"/>
                </a:cubicBezTo>
                <a:cubicBezTo>
                  <a:pt x="6" y="2"/>
                  <a:pt x="8" y="2"/>
                  <a:pt x="9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Freeform 205">
            <a:extLst>
              <a:ext uri="{FF2B5EF4-FFF2-40B4-BE49-F238E27FC236}">
                <a16:creationId xmlns:a16="http://schemas.microsoft.com/office/drawing/2014/main" id="{AAF524B3-2EC9-88FE-361E-5C975C3BA9BC}"/>
              </a:ext>
            </a:extLst>
          </p:cNvPr>
          <p:cNvSpPr>
            <a:spLocks noEditPoints="1"/>
          </p:cNvSpPr>
          <p:nvPr/>
        </p:nvSpPr>
        <p:spPr bwMode="auto">
          <a:xfrm>
            <a:off x="1277686" y="1939722"/>
            <a:ext cx="276897" cy="249750"/>
          </a:xfrm>
          <a:custGeom>
            <a:avLst/>
            <a:gdLst>
              <a:gd name="T0" fmla="*/ 21 w 29"/>
              <a:gd name="T1" fmla="*/ 9 h 26"/>
              <a:gd name="T2" fmla="*/ 29 w 29"/>
              <a:gd name="T3" fmla="*/ 9 h 26"/>
              <a:gd name="T4" fmla="*/ 29 w 29"/>
              <a:gd name="T5" fmla="*/ 10 h 26"/>
              <a:gd name="T6" fmla="*/ 22 w 29"/>
              <a:gd name="T7" fmla="*/ 11 h 26"/>
              <a:gd name="T8" fmla="*/ 28 w 29"/>
              <a:gd name="T9" fmla="*/ 23 h 26"/>
              <a:gd name="T10" fmla="*/ 28 w 29"/>
              <a:gd name="T11" fmla="*/ 11 h 26"/>
              <a:gd name="T12" fmla="*/ 23 w 29"/>
              <a:gd name="T13" fmla="*/ 11 h 26"/>
              <a:gd name="T14" fmla="*/ 23 w 29"/>
              <a:gd name="T15" fmla="*/ 24 h 26"/>
              <a:gd name="T16" fmla="*/ 28 w 29"/>
              <a:gd name="T17" fmla="*/ 23 h 26"/>
              <a:gd name="T18" fmla="*/ 0 w 29"/>
              <a:gd name="T19" fmla="*/ 9 h 26"/>
              <a:gd name="T20" fmla="*/ 8 w 29"/>
              <a:gd name="T21" fmla="*/ 9 h 26"/>
              <a:gd name="T22" fmla="*/ 8 w 29"/>
              <a:gd name="T23" fmla="*/ 10 h 26"/>
              <a:gd name="T24" fmla="*/ 1 w 29"/>
              <a:gd name="T25" fmla="*/ 11 h 26"/>
              <a:gd name="T26" fmla="*/ 1 w 29"/>
              <a:gd name="T27" fmla="*/ 6 h 26"/>
              <a:gd name="T28" fmla="*/ 15 w 29"/>
              <a:gd name="T29" fmla="*/ 0 h 26"/>
              <a:gd name="T30" fmla="*/ 29 w 29"/>
              <a:gd name="T31" fmla="*/ 7 h 26"/>
              <a:gd name="T32" fmla="*/ 29 w 29"/>
              <a:gd name="T33" fmla="*/ 8 h 26"/>
              <a:gd name="T34" fmla="*/ 0 w 29"/>
              <a:gd name="T35" fmla="*/ 8 h 26"/>
              <a:gd name="T36" fmla="*/ 1 w 29"/>
              <a:gd name="T37" fmla="*/ 6 h 26"/>
              <a:gd name="T38" fmla="*/ 25 w 29"/>
              <a:gd name="T39" fmla="*/ 6 h 26"/>
              <a:gd name="T40" fmla="*/ 25 w 29"/>
              <a:gd name="T41" fmla="*/ 6 h 26"/>
              <a:gd name="T42" fmla="*/ 15 w 29"/>
              <a:gd name="T43" fmla="*/ 2 h 26"/>
              <a:gd name="T44" fmla="*/ 5 w 29"/>
              <a:gd name="T45" fmla="*/ 6 h 26"/>
              <a:gd name="T46" fmla="*/ 0 w 29"/>
              <a:gd name="T47" fmla="*/ 26 h 26"/>
              <a:gd name="T48" fmla="*/ 1 w 29"/>
              <a:gd name="T49" fmla="*/ 24 h 26"/>
              <a:gd name="T50" fmla="*/ 29 w 29"/>
              <a:gd name="T51" fmla="*/ 25 h 26"/>
              <a:gd name="T52" fmla="*/ 29 w 29"/>
              <a:gd name="T53" fmla="*/ 26 h 26"/>
              <a:gd name="T54" fmla="*/ 0 w 29"/>
              <a:gd name="T55" fmla="*/ 26 h 26"/>
              <a:gd name="T56" fmla="*/ 7 w 29"/>
              <a:gd name="T57" fmla="*/ 11 h 26"/>
              <a:gd name="T58" fmla="*/ 2 w 29"/>
              <a:gd name="T59" fmla="*/ 11 h 26"/>
              <a:gd name="T60" fmla="*/ 2 w 29"/>
              <a:gd name="T61" fmla="*/ 23 h 26"/>
              <a:gd name="T62" fmla="*/ 7 w 29"/>
              <a:gd name="T63" fmla="*/ 24 h 26"/>
              <a:gd name="T64" fmla="*/ 11 w 29"/>
              <a:gd name="T65" fmla="*/ 10 h 26"/>
              <a:gd name="T66" fmla="*/ 11 w 29"/>
              <a:gd name="T67" fmla="*/ 9 h 26"/>
              <a:gd name="T68" fmla="*/ 19 w 29"/>
              <a:gd name="T69" fmla="*/ 9 h 26"/>
              <a:gd name="T70" fmla="*/ 18 w 29"/>
              <a:gd name="T71" fmla="*/ 11 h 26"/>
              <a:gd name="T72" fmla="*/ 11 w 29"/>
              <a:gd name="T73" fmla="*/ 10 h 26"/>
              <a:gd name="T74" fmla="*/ 17 w 29"/>
              <a:gd name="T75" fmla="*/ 11 h 26"/>
              <a:gd name="T76" fmla="*/ 12 w 29"/>
              <a:gd name="T77" fmla="*/ 11 h 26"/>
              <a:gd name="T78" fmla="*/ 12 w 29"/>
              <a:gd name="T79" fmla="*/ 23 h 26"/>
              <a:gd name="T80" fmla="*/ 17 w 29"/>
              <a:gd name="T81" fmla="*/ 24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9" h="26">
                <a:moveTo>
                  <a:pt x="21" y="10"/>
                </a:move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9"/>
                  <a:pt x="22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0"/>
                  <a:pt x="29" y="10"/>
                  <a:pt x="29" y="10"/>
                </a:cubicBezTo>
                <a:cubicBezTo>
                  <a:pt x="29" y="10"/>
                  <a:pt x="29" y="11"/>
                  <a:pt x="29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1" y="10"/>
                  <a:pt x="21" y="10"/>
                </a:cubicBezTo>
                <a:close/>
                <a:moveTo>
                  <a:pt x="28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4"/>
                  <a:pt x="23" y="24"/>
                  <a:pt x="23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28" y="24"/>
                  <a:pt x="28" y="24"/>
                  <a:pt x="28" y="23"/>
                </a:cubicBezTo>
                <a:close/>
                <a:moveTo>
                  <a:pt x="0" y="10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9"/>
                  <a:pt x="1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1"/>
                  <a:pt x="8" y="11"/>
                </a:cubicBez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0" y="10"/>
                  <a:pt x="0" y="10"/>
                </a:cubicBezTo>
                <a:close/>
                <a:moveTo>
                  <a:pt x="1" y="6"/>
                </a:move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7"/>
                  <a:pt x="29" y="7"/>
                  <a:pt x="29" y="7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7"/>
                  <a:pt x="1" y="6"/>
                </a:cubicBezTo>
                <a:close/>
                <a:moveTo>
                  <a:pt x="5" y="6"/>
                </a:move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lose/>
                <a:moveTo>
                  <a:pt x="0" y="26"/>
                </a:move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4"/>
                  <a:pt x="1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4"/>
                  <a:pt x="29" y="24"/>
                  <a:pt x="29" y="25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0" y="26"/>
                  <a:pt x="0" y="26"/>
                </a:cubicBezTo>
                <a:close/>
                <a:moveTo>
                  <a:pt x="7" y="23"/>
                </a:move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23"/>
                  <a:pt x="2" y="23"/>
                  <a:pt x="2" y="23"/>
                </a:cubicBezTo>
                <a:cubicBezTo>
                  <a:pt x="2" y="24"/>
                  <a:pt x="2" y="24"/>
                  <a:pt x="2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3"/>
                </a:cubicBezTo>
                <a:close/>
                <a:moveTo>
                  <a:pt x="11" y="10"/>
                </a:move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1"/>
                  <a:pt x="18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1" y="10"/>
                  <a:pt x="11" y="10"/>
                </a:cubicBezTo>
                <a:close/>
                <a:moveTo>
                  <a:pt x="17" y="23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4"/>
                  <a:pt x="12" y="24"/>
                  <a:pt x="12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4"/>
                  <a:pt x="17" y="24"/>
                  <a:pt x="17" y="2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Freeform 207">
            <a:extLst>
              <a:ext uri="{FF2B5EF4-FFF2-40B4-BE49-F238E27FC236}">
                <a16:creationId xmlns:a16="http://schemas.microsoft.com/office/drawing/2014/main" id="{0A27554F-42A8-EE75-7E73-D3EF4ADD0057}"/>
              </a:ext>
            </a:extLst>
          </p:cNvPr>
          <p:cNvSpPr>
            <a:spLocks noEditPoints="1"/>
          </p:cNvSpPr>
          <p:nvPr/>
        </p:nvSpPr>
        <p:spPr bwMode="auto">
          <a:xfrm>
            <a:off x="9347491" y="1881809"/>
            <a:ext cx="296804" cy="287756"/>
          </a:xfrm>
          <a:custGeom>
            <a:avLst/>
            <a:gdLst>
              <a:gd name="T0" fmla="*/ 9 w 31"/>
              <a:gd name="T1" fmla="*/ 21 h 30"/>
              <a:gd name="T2" fmla="*/ 10 w 31"/>
              <a:gd name="T3" fmla="*/ 22 h 30"/>
              <a:gd name="T4" fmla="*/ 10 w 31"/>
              <a:gd name="T5" fmla="*/ 23 h 30"/>
              <a:gd name="T6" fmla="*/ 3 w 31"/>
              <a:gd name="T7" fmla="*/ 30 h 30"/>
              <a:gd name="T8" fmla="*/ 3 w 31"/>
              <a:gd name="T9" fmla="*/ 30 h 30"/>
              <a:gd name="T10" fmla="*/ 1 w 31"/>
              <a:gd name="T11" fmla="*/ 29 h 30"/>
              <a:gd name="T12" fmla="*/ 1 w 31"/>
              <a:gd name="T13" fmla="*/ 29 h 30"/>
              <a:gd name="T14" fmla="*/ 1 w 31"/>
              <a:gd name="T15" fmla="*/ 28 h 30"/>
              <a:gd name="T16" fmla="*/ 8 w 31"/>
              <a:gd name="T17" fmla="*/ 21 h 30"/>
              <a:gd name="T18" fmla="*/ 9 w 31"/>
              <a:gd name="T19" fmla="*/ 21 h 30"/>
              <a:gd name="T20" fmla="*/ 20 w 31"/>
              <a:gd name="T21" fmla="*/ 3 h 30"/>
              <a:gd name="T22" fmla="*/ 20 w 31"/>
              <a:gd name="T23" fmla="*/ 3 h 30"/>
              <a:gd name="T24" fmla="*/ 19 w 31"/>
              <a:gd name="T25" fmla="*/ 5 h 30"/>
              <a:gd name="T26" fmla="*/ 19 w 31"/>
              <a:gd name="T27" fmla="*/ 6 h 30"/>
              <a:gd name="T28" fmla="*/ 18 w 31"/>
              <a:gd name="T29" fmla="*/ 9 h 30"/>
              <a:gd name="T30" fmla="*/ 12 w 31"/>
              <a:gd name="T31" fmla="*/ 12 h 30"/>
              <a:gd name="T32" fmla="*/ 5 w 31"/>
              <a:gd name="T33" fmla="*/ 14 h 30"/>
              <a:gd name="T34" fmla="*/ 4 w 31"/>
              <a:gd name="T35" fmla="*/ 14 h 30"/>
              <a:gd name="T36" fmla="*/ 4 w 31"/>
              <a:gd name="T37" fmla="*/ 15 h 30"/>
              <a:gd name="T38" fmla="*/ 16 w 31"/>
              <a:gd name="T39" fmla="*/ 27 h 30"/>
              <a:gd name="T40" fmla="*/ 17 w 31"/>
              <a:gd name="T41" fmla="*/ 27 h 30"/>
              <a:gd name="T42" fmla="*/ 17 w 31"/>
              <a:gd name="T43" fmla="*/ 27 h 30"/>
              <a:gd name="T44" fmla="*/ 19 w 31"/>
              <a:gd name="T45" fmla="*/ 19 h 30"/>
              <a:gd name="T46" fmla="*/ 22 w 31"/>
              <a:gd name="T47" fmla="*/ 13 h 30"/>
              <a:gd name="T48" fmla="*/ 25 w 31"/>
              <a:gd name="T49" fmla="*/ 12 h 30"/>
              <a:gd name="T50" fmla="*/ 26 w 31"/>
              <a:gd name="T51" fmla="*/ 12 h 30"/>
              <a:gd name="T52" fmla="*/ 28 w 31"/>
              <a:gd name="T53" fmla="*/ 11 h 30"/>
              <a:gd name="T54" fmla="*/ 28 w 31"/>
              <a:gd name="T55" fmla="*/ 11 h 30"/>
              <a:gd name="T56" fmla="*/ 20 w 31"/>
              <a:gd name="T57" fmla="*/ 3 h 30"/>
              <a:gd name="T58" fmla="*/ 14 w 31"/>
              <a:gd name="T59" fmla="*/ 15 h 30"/>
              <a:gd name="T60" fmla="*/ 9 w 31"/>
              <a:gd name="T61" fmla="*/ 14 h 30"/>
              <a:gd name="T62" fmla="*/ 15 w 31"/>
              <a:gd name="T63" fmla="*/ 20 h 30"/>
              <a:gd name="T64" fmla="*/ 14 w 31"/>
              <a:gd name="T65" fmla="*/ 15 h 30"/>
              <a:gd name="T66" fmla="*/ 24 w 31"/>
              <a:gd name="T67" fmla="*/ 4 h 30"/>
              <a:gd name="T68" fmla="*/ 25 w 31"/>
              <a:gd name="T69" fmla="*/ 7 h 30"/>
              <a:gd name="T70" fmla="*/ 21 w 31"/>
              <a:gd name="T71" fmla="*/ 4 h 30"/>
              <a:gd name="T72" fmla="*/ 24 w 31"/>
              <a:gd name="T73" fmla="*/ 4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1" h="30">
                <a:moveTo>
                  <a:pt x="9" y="21"/>
                </a:moveTo>
                <a:cubicBezTo>
                  <a:pt x="10" y="22"/>
                  <a:pt x="10" y="22"/>
                  <a:pt x="10" y="22"/>
                </a:cubicBezTo>
                <a:cubicBezTo>
                  <a:pt x="11" y="22"/>
                  <a:pt x="11" y="23"/>
                  <a:pt x="10" y="23"/>
                </a:cubicBezTo>
                <a:cubicBezTo>
                  <a:pt x="3" y="30"/>
                  <a:pt x="3" y="30"/>
                  <a:pt x="3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29"/>
                  <a:pt x="1" y="29"/>
                  <a:pt x="1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0" y="29"/>
                  <a:pt x="1" y="29"/>
                  <a:pt x="1" y="28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9" y="21"/>
                  <a:pt x="9" y="21"/>
                </a:cubicBezTo>
                <a:close/>
                <a:moveTo>
                  <a:pt x="20" y="3"/>
                </a:moveTo>
                <a:cubicBezTo>
                  <a:pt x="20" y="3"/>
                  <a:pt x="20" y="3"/>
                  <a:pt x="20" y="3"/>
                </a:cubicBezTo>
                <a:cubicBezTo>
                  <a:pt x="19" y="3"/>
                  <a:pt x="19" y="4"/>
                  <a:pt x="19" y="5"/>
                </a:cubicBezTo>
                <a:cubicBezTo>
                  <a:pt x="19" y="5"/>
                  <a:pt x="19" y="6"/>
                  <a:pt x="19" y="6"/>
                </a:cubicBezTo>
                <a:cubicBezTo>
                  <a:pt x="19" y="7"/>
                  <a:pt x="19" y="8"/>
                  <a:pt x="18" y="9"/>
                </a:cubicBezTo>
                <a:cubicBezTo>
                  <a:pt x="17" y="10"/>
                  <a:pt x="14" y="13"/>
                  <a:pt x="12" y="12"/>
                </a:cubicBezTo>
                <a:cubicBezTo>
                  <a:pt x="10" y="11"/>
                  <a:pt x="6" y="12"/>
                  <a:pt x="5" y="14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4" y="14"/>
                  <a:pt x="4" y="15"/>
                </a:cubicBezTo>
                <a:cubicBezTo>
                  <a:pt x="16" y="27"/>
                  <a:pt x="16" y="27"/>
                  <a:pt x="16" y="27"/>
                </a:cubicBezTo>
                <a:cubicBezTo>
                  <a:pt x="17" y="27"/>
                  <a:pt x="17" y="27"/>
                  <a:pt x="17" y="27"/>
                </a:cubicBezTo>
                <a:cubicBezTo>
                  <a:pt x="17" y="27"/>
                  <a:pt x="17" y="27"/>
                  <a:pt x="17" y="27"/>
                </a:cubicBezTo>
                <a:cubicBezTo>
                  <a:pt x="19" y="25"/>
                  <a:pt x="20" y="21"/>
                  <a:pt x="19" y="19"/>
                </a:cubicBezTo>
                <a:cubicBezTo>
                  <a:pt x="18" y="17"/>
                  <a:pt x="21" y="14"/>
                  <a:pt x="22" y="13"/>
                </a:cubicBezTo>
                <a:cubicBezTo>
                  <a:pt x="23" y="12"/>
                  <a:pt x="24" y="12"/>
                  <a:pt x="25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7" y="12"/>
                  <a:pt x="28" y="12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31" y="8"/>
                  <a:pt x="23" y="0"/>
                  <a:pt x="20" y="3"/>
                </a:cubicBezTo>
                <a:close/>
                <a:moveTo>
                  <a:pt x="14" y="15"/>
                </a:moveTo>
                <a:cubicBezTo>
                  <a:pt x="10" y="11"/>
                  <a:pt x="8" y="13"/>
                  <a:pt x="9" y="14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1"/>
                  <a:pt x="18" y="19"/>
                  <a:pt x="14" y="15"/>
                </a:cubicBezTo>
                <a:close/>
                <a:moveTo>
                  <a:pt x="24" y="4"/>
                </a:moveTo>
                <a:cubicBezTo>
                  <a:pt x="26" y="6"/>
                  <a:pt x="26" y="7"/>
                  <a:pt x="25" y="7"/>
                </a:cubicBezTo>
                <a:cubicBezTo>
                  <a:pt x="24" y="8"/>
                  <a:pt x="20" y="4"/>
                  <a:pt x="21" y="4"/>
                </a:cubicBezTo>
                <a:cubicBezTo>
                  <a:pt x="21" y="3"/>
                  <a:pt x="23" y="4"/>
                  <a:pt x="24" y="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Freeform 208">
            <a:extLst>
              <a:ext uri="{FF2B5EF4-FFF2-40B4-BE49-F238E27FC236}">
                <a16:creationId xmlns:a16="http://schemas.microsoft.com/office/drawing/2014/main" id="{BB6DED49-CE73-6000-117C-AAA842918D6E}"/>
              </a:ext>
            </a:extLst>
          </p:cNvPr>
          <p:cNvSpPr>
            <a:spLocks/>
          </p:cNvSpPr>
          <p:nvPr/>
        </p:nvSpPr>
        <p:spPr bwMode="auto">
          <a:xfrm>
            <a:off x="10652343" y="1890858"/>
            <a:ext cx="153832" cy="287756"/>
          </a:xfrm>
          <a:custGeom>
            <a:avLst/>
            <a:gdLst>
              <a:gd name="T0" fmla="*/ 0 w 85"/>
              <a:gd name="T1" fmla="*/ 0 h 159"/>
              <a:gd name="T2" fmla="*/ 74 w 85"/>
              <a:gd name="T3" fmla="*/ 0 h 159"/>
              <a:gd name="T4" fmla="*/ 48 w 85"/>
              <a:gd name="T5" fmla="*/ 53 h 159"/>
              <a:gd name="T6" fmla="*/ 85 w 85"/>
              <a:gd name="T7" fmla="*/ 53 h 159"/>
              <a:gd name="T8" fmla="*/ 21 w 85"/>
              <a:gd name="T9" fmla="*/ 159 h 159"/>
              <a:gd name="T10" fmla="*/ 21 w 85"/>
              <a:gd name="T11" fmla="*/ 85 h 159"/>
              <a:gd name="T12" fmla="*/ 0 w 85"/>
              <a:gd name="T13" fmla="*/ 85 h 159"/>
              <a:gd name="T14" fmla="*/ 0 w 85"/>
              <a:gd name="T15" fmla="*/ 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5" h="159">
                <a:moveTo>
                  <a:pt x="0" y="0"/>
                </a:moveTo>
                <a:lnTo>
                  <a:pt x="74" y="0"/>
                </a:lnTo>
                <a:lnTo>
                  <a:pt x="48" y="53"/>
                </a:lnTo>
                <a:lnTo>
                  <a:pt x="85" y="53"/>
                </a:lnTo>
                <a:lnTo>
                  <a:pt x="21" y="159"/>
                </a:lnTo>
                <a:lnTo>
                  <a:pt x="21" y="85"/>
                </a:lnTo>
                <a:lnTo>
                  <a:pt x="0" y="8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Freeform 209">
            <a:extLst>
              <a:ext uri="{FF2B5EF4-FFF2-40B4-BE49-F238E27FC236}">
                <a16:creationId xmlns:a16="http://schemas.microsoft.com/office/drawing/2014/main" id="{0B0A8144-721A-7FFA-0C81-78A7458A09E6}"/>
              </a:ext>
            </a:extLst>
          </p:cNvPr>
          <p:cNvSpPr>
            <a:spLocks noEditPoints="1"/>
          </p:cNvSpPr>
          <p:nvPr/>
        </p:nvSpPr>
        <p:spPr bwMode="auto">
          <a:xfrm>
            <a:off x="6833709" y="4375684"/>
            <a:ext cx="345668" cy="269658"/>
          </a:xfrm>
          <a:custGeom>
            <a:avLst/>
            <a:gdLst>
              <a:gd name="T0" fmla="*/ 17 w 36"/>
              <a:gd name="T1" fmla="*/ 4 h 28"/>
              <a:gd name="T2" fmla="*/ 17 w 36"/>
              <a:gd name="T3" fmla="*/ 4 h 28"/>
              <a:gd name="T4" fmla="*/ 17 w 36"/>
              <a:gd name="T5" fmla="*/ 15 h 28"/>
              <a:gd name="T6" fmla="*/ 7 w 36"/>
              <a:gd name="T7" fmla="*/ 9 h 28"/>
              <a:gd name="T8" fmla="*/ 7 w 36"/>
              <a:gd name="T9" fmla="*/ 9 h 28"/>
              <a:gd name="T10" fmla="*/ 19 w 36"/>
              <a:gd name="T11" fmla="*/ 14 h 28"/>
              <a:gd name="T12" fmla="*/ 19 w 36"/>
              <a:gd name="T13" fmla="*/ 15 h 28"/>
              <a:gd name="T14" fmla="*/ 30 w 36"/>
              <a:gd name="T15" fmla="*/ 9 h 28"/>
              <a:gd name="T16" fmla="*/ 19 w 36"/>
              <a:gd name="T17" fmla="*/ 4 h 28"/>
              <a:gd name="T18" fmla="*/ 19 w 36"/>
              <a:gd name="T19" fmla="*/ 4 h 28"/>
              <a:gd name="T20" fmla="*/ 5 w 36"/>
              <a:gd name="T21" fmla="*/ 10 h 28"/>
              <a:gd name="T22" fmla="*/ 0 w 36"/>
              <a:gd name="T23" fmla="*/ 12 h 28"/>
              <a:gd name="T24" fmla="*/ 0 w 36"/>
              <a:gd name="T25" fmla="*/ 13 h 28"/>
              <a:gd name="T26" fmla="*/ 12 w 36"/>
              <a:gd name="T27" fmla="*/ 18 h 28"/>
              <a:gd name="T28" fmla="*/ 16 w 36"/>
              <a:gd name="T29" fmla="*/ 16 h 28"/>
              <a:gd name="T30" fmla="*/ 36 w 36"/>
              <a:gd name="T31" fmla="*/ 6 h 28"/>
              <a:gd name="T32" fmla="*/ 36 w 36"/>
              <a:gd name="T33" fmla="*/ 6 h 28"/>
              <a:gd name="T34" fmla="*/ 31 w 36"/>
              <a:gd name="T35" fmla="*/ 8 h 28"/>
              <a:gd name="T36" fmla="*/ 20 w 36"/>
              <a:gd name="T37" fmla="*/ 3 h 28"/>
              <a:gd name="T38" fmla="*/ 24 w 36"/>
              <a:gd name="T39" fmla="*/ 0 h 28"/>
              <a:gd name="T40" fmla="*/ 36 w 36"/>
              <a:gd name="T41" fmla="*/ 6 h 28"/>
              <a:gd name="T42" fmla="*/ 36 w 36"/>
              <a:gd name="T43" fmla="*/ 12 h 28"/>
              <a:gd name="T44" fmla="*/ 25 w 36"/>
              <a:gd name="T45" fmla="*/ 18 h 28"/>
              <a:gd name="T46" fmla="*/ 20 w 36"/>
              <a:gd name="T47" fmla="*/ 16 h 28"/>
              <a:gd name="T48" fmla="*/ 20 w 36"/>
              <a:gd name="T49" fmla="*/ 15 h 28"/>
              <a:gd name="T50" fmla="*/ 31 w 36"/>
              <a:gd name="T51" fmla="*/ 10 h 28"/>
              <a:gd name="T52" fmla="*/ 16 w 36"/>
              <a:gd name="T53" fmla="*/ 2 h 28"/>
              <a:gd name="T54" fmla="*/ 11 w 36"/>
              <a:gd name="T55" fmla="*/ 0 h 28"/>
              <a:gd name="T56" fmla="*/ 0 w 36"/>
              <a:gd name="T57" fmla="*/ 6 h 28"/>
              <a:gd name="T58" fmla="*/ 5 w 36"/>
              <a:gd name="T59" fmla="*/ 8 h 28"/>
              <a:gd name="T60" fmla="*/ 16 w 36"/>
              <a:gd name="T61" fmla="*/ 3 h 28"/>
              <a:gd name="T62" fmla="*/ 16 w 36"/>
              <a:gd name="T63" fmla="*/ 2 h 28"/>
              <a:gd name="T64" fmla="*/ 19 w 36"/>
              <a:gd name="T65" fmla="*/ 28 h 28"/>
              <a:gd name="T66" fmla="*/ 19 w 36"/>
              <a:gd name="T67" fmla="*/ 28 h 28"/>
              <a:gd name="T68" fmla="*/ 30 w 36"/>
              <a:gd name="T69" fmla="*/ 22 h 28"/>
              <a:gd name="T70" fmla="*/ 30 w 36"/>
              <a:gd name="T71" fmla="*/ 17 h 28"/>
              <a:gd name="T72" fmla="*/ 25 w 36"/>
              <a:gd name="T73" fmla="*/ 19 h 28"/>
              <a:gd name="T74" fmla="*/ 24 w 36"/>
              <a:gd name="T75" fmla="*/ 19 h 28"/>
              <a:gd name="T76" fmla="*/ 19 w 36"/>
              <a:gd name="T77" fmla="*/ 17 h 28"/>
              <a:gd name="T78" fmla="*/ 19 w 36"/>
              <a:gd name="T79" fmla="*/ 17 h 28"/>
              <a:gd name="T80" fmla="*/ 6 w 36"/>
              <a:gd name="T81" fmla="*/ 17 h 28"/>
              <a:gd name="T82" fmla="*/ 11 w 36"/>
              <a:gd name="T83" fmla="*/ 19 h 28"/>
              <a:gd name="T84" fmla="*/ 17 w 36"/>
              <a:gd name="T85" fmla="*/ 17 h 28"/>
              <a:gd name="T86" fmla="*/ 17 w 36"/>
              <a:gd name="T87" fmla="*/ 17 h 28"/>
              <a:gd name="T88" fmla="*/ 17 w 36"/>
              <a:gd name="T89" fmla="*/ 28 h 28"/>
              <a:gd name="T90" fmla="*/ 6 w 36"/>
              <a:gd name="T91" fmla="*/ 23 h 28"/>
              <a:gd name="T92" fmla="*/ 6 w 36"/>
              <a:gd name="T93" fmla="*/ 17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6" h="28">
                <a:moveTo>
                  <a:pt x="7" y="9"/>
                </a:move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7" y="9"/>
                  <a:pt x="7" y="9"/>
                  <a:pt x="7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6" y="9"/>
                  <a:pt x="7" y="9"/>
                </a:cubicBezTo>
                <a:close/>
                <a:moveTo>
                  <a:pt x="19" y="4"/>
                </a:move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5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29" y="9"/>
                  <a:pt x="29" y="9"/>
                  <a:pt x="29" y="9"/>
                </a:cubicBezTo>
                <a:cubicBezTo>
                  <a:pt x="30" y="9"/>
                  <a:pt x="30" y="9"/>
                  <a:pt x="30" y="9"/>
                </a:cubicBezTo>
                <a:cubicBezTo>
                  <a:pt x="30" y="9"/>
                  <a:pt x="30" y="9"/>
                  <a:pt x="29" y="9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lose/>
                <a:moveTo>
                  <a:pt x="16" y="15"/>
                </a:moveTo>
                <a:cubicBezTo>
                  <a:pt x="5" y="10"/>
                  <a:pt x="5" y="10"/>
                  <a:pt x="5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8"/>
                  <a:pt x="12" y="18"/>
                  <a:pt x="12" y="18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5"/>
                  <a:pt x="16" y="15"/>
                </a:cubicBezTo>
                <a:close/>
                <a:moveTo>
                  <a:pt x="36" y="6"/>
                </a:moveTo>
                <a:cubicBezTo>
                  <a:pt x="36" y="6"/>
                  <a:pt x="36" y="6"/>
                  <a:pt x="36" y="6"/>
                </a:cubicBezTo>
                <a:cubicBezTo>
                  <a:pt x="36" y="6"/>
                  <a:pt x="36" y="6"/>
                  <a:pt x="36" y="6"/>
                </a:cubicBezTo>
                <a:cubicBezTo>
                  <a:pt x="31" y="8"/>
                  <a:pt x="31" y="8"/>
                  <a:pt x="31" y="8"/>
                </a:cubicBezTo>
                <a:cubicBezTo>
                  <a:pt x="31" y="8"/>
                  <a:pt x="31" y="8"/>
                  <a:pt x="31" y="8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2"/>
                  <a:pt x="20" y="2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36" y="6"/>
                  <a:pt x="36" y="6"/>
                  <a:pt x="36" y="6"/>
                </a:cubicBezTo>
                <a:close/>
                <a:moveTo>
                  <a:pt x="36" y="12"/>
                </a:moveTo>
                <a:cubicBezTo>
                  <a:pt x="36" y="12"/>
                  <a:pt x="36" y="12"/>
                  <a:pt x="36" y="12"/>
                </a:cubicBezTo>
                <a:cubicBezTo>
                  <a:pt x="36" y="13"/>
                  <a:pt x="36" y="13"/>
                  <a:pt x="36" y="13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8"/>
                  <a:pt x="24" y="18"/>
                  <a:pt x="24" y="18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5"/>
                  <a:pt x="20" y="15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12"/>
                  <a:pt x="36" y="12"/>
                  <a:pt x="36" y="12"/>
                </a:cubicBezTo>
                <a:close/>
                <a:moveTo>
                  <a:pt x="16" y="2"/>
                </a:move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1" y="0"/>
                  <a:pt x="11" y="0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cubicBezTo>
                  <a:pt x="5" y="8"/>
                  <a:pt x="5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6" y="2"/>
                  <a:pt x="16" y="2"/>
                </a:cubicBezTo>
                <a:close/>
                <a:moveTo>
                  <a:pt x="19" y="17"/>
                </a:move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19" y="28"/>
                  <a:pt x="19" y="28"/>
                  <a:pt x="19" y="28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3"/>
                  <a:pt x="30" y="22"/>
                  <a:pt x="30" y="22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9"/>
                  <a:pt x="25" y="19"/>
                  <a:pt x="25" y="19"/>
                </a:cubicBezTo>
                <a:cubicBezTo>
                  <a:pt x="25" y="19"/>
                  <a:pt x="24" y="19"/>
                  <a:pt x="24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7"/>
                  <a:pt x="19" y="17"/>
                </a:cubicBezTo>
                <a:close/>
                <a:moveTo>
                  <a:pt x="6" y="17"/>
                </a:move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2" y="19"/>
                  <a:pt x="12" y="19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8"/>
                  <a:pt x="17" y="28"/>
                  <a:pt x="17" y="28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2"/>
                  <a:pt x="6" y="22"/>
                </a:cubicBezTo>
                <a:lnTo>
                  <a:pt x="6" y="1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6" name="Freeform 210">
            <a:extLst>
              <a:ext uri="{FF2B5EF4-FFF2-40B4-BE49-F238E27FC236}">
                <a16:creationId xmlns:a16="http://schemas.microsoft.com/office/drawing/2014/main" id="{0F938D13-CED4-B436-8AA3-59C442465870}"/>
              </a:ext>
            </a:extLst>
          </p:cNvPr>
          <p:cNvSpPr>
            <a:spLocks noEditPoints="1"/>
          </p:cNvSpPr>
          <p:nvPr/>
        </p:nvSpPr>
        <p:spPr bwMode="auto">
          <a:xfrm>
            <a:off x="9327585" y="4348538"/>
            <a:ext cx="383673" cy="316712"/>
          </a:xfrm>
          <a:custGeom>
            <a:avLst/>
            <a:gdLst>
              <a:gd name="T0" fmla="*/ 5 w 40"/>
              <a:gd name="T1" fmla="*/ 24 h 33"/>
              <a:gd name="T2" fmla="*/ 24 w 40"/>
              <a:gd name="T3" fmla="*/ 24 h 33"/>
              <a:gd name="T4" fmla="*/ 25 w 40"/>
              <a:gd name="T5" fmla="*/ 27 h 33"/>
              <a:gd name="T6" fmla="*/ 5 w 40"/>
              <a:gd name="T7" fmla="*/ 27 h 33"/>
              <a:gd name="T8" fmla="*/ 5 w 40"/>
              <a:gd name="T9" fmla="*/ 24 h 33"/>
              <a:gd name="T10" fmla="*/ 11 w 40"/>
              <a:gd name="T11" fmla="*/ 18 h 33"/>
              <a:gd name="T12" fmla="*/ 11 w 40"/>
              <a:gd name="T13" fmla="*/ 14 h 33"/>
              <a:gd name="T14" fmla="*/ 13 w 40"/>
              <a:gd name="T15" fmla="*/ 14 h 33"/>
              <a:gd name="T16" fmla="*/ 13 w 40"/>
              <a:gd name="T17" fmla="*/ 15 h 33"/>
              <a:gd name="T18" fmla="*/ 14 w 40"/>
              <a:gd name="T19" fmla="*/ 15 h 33"/>
              <a:gd name="T20" fmla="*/ 13 w 40"/>
              <a:gd name="T21" fmla="*/ 16 h 33"/>
              <a:gd name="T22" fmla="*/ 11 w 40"/>
              <a:gd name="T23" fmla="*/ 18 h 33"/>
              <a:gd name="T24" fmla="*/ 25 w 40"/>
              <a:gd name="T25" fmla="*/ 4 h 33"/>
              <a:gd name="T26" fmla="*/ 20 w 40"/>
              <a:gd name="T27" fmla="*/ 5 h 33"/>
              <a:gd name="T28" fmla="*/ 20 w 40"/>
              <a:gd name="T29" fmla="*/ 6 h 33"/>
              <a:gd name="T30" fmla="*/ 21 w 40"/>
              <a:gd name="T31" fmla="*/ 7 h 33"/>
              <a:gd name="T32" fmla="*/ 22 w 40"/>
              <a:gd name="T33" fmla="*/ 7 h 33"/>
              <a:gd name="T34" fmla="*/ 25 w 40"/>
              <a:gd name="T35" fmla="*/ 4 h 33"/>
              <a:gd name="T36" fmla="*/ 19 w 40"/>
              <a:gd name="T37" fmla="*/ 8 h 33"/>
              <a:gd name="T38" fmla="*/ 20 w 40"/>
              <a:gd name="T39" fmla="*/ 9 h 33"/>
              <a:gd name="T40" fmla="*/ 20 w 40"/>
              <a:gd name="T41" fmla="*/ 10 h 33"/>
              <a:gd name="T42" fmla="*/ 17 w 40"/>
              <a:gd name="T43" fmla="*/ 13 h 33"/>
              <a:gd name="T44" fmla="*/ 15 w 40"/>
              <a:gd name="T45" fmla="*/ 13 h 33"/>
              <a:gd name="T46" fmla="*/ 15 w 40"/>
              <a:gd name="T47" fmla="*/ 13 h 33"/>
              <a:gd name="T48" fmla="*/ 15 w 40"/>
              <a:gd name="T49" fmla="*/ 11 h 33"/>
              <a:gd name="T50" fmla="*/ 18 w 40"/>
              <a:gd name="T51" fmla="*/ 8 h 33"/>
              <a:gd name="T52" fmla="*/ 19 w 40"/>
              <a:gd name="T53" fmla="*/ 8 h 33"/>
              <a:gd name="T54" fmla="*/ 26 w 40"/>
              <a:gd name="T55" fmla="*/ 16 h 33"/>
              <a:gd name="T56" fmla="*/ 24 w 40"/>
              <a:gd name="T57" fmla="*/ 16 h 33"/>
              <a:gd name="T58" fmla="*/ 23 w 40"/>
              <a:gd name="T59" fmla="*/ 17 h 33"/>
              <a:gd name="T60" fmla="*/ 23 w 40"/>
              <a:gd name="T61" fmla="*/ 19 h 33"/>
              <a:gd name="T62" fmla="*/ 35 w 40"/>
              <a:gd name="T63" fmla="*/ 32 h 33"/>
              <a:gd name="T64" fmla="*/ 38 w 40"/>
              <a:gd name="T65" fmla="*/ 28 h 33"/>
              <a:gd name="T66" fmla="*/ 26 w 40"/>
              <a:gd name="T67" fmla="*/ 16 h 33"/>
              <a:gd name="T68" fmla="*/ 27 w 40"/>
              <a:gd name="T69" fmla="*/ 12 h 33"/>
              <a:gd name="T70" fmla="*/ 26 w 40"/>
              <a:gd name="T71" fmla="*/ 12 h 33"/>
              <a:gd name="T72" fmla="*/ 20 w 40"/>
              <a:gd name="T73" fmla="*/ 6 h 33"/>
              <a:gd name="T74" fmla="*/ 20 w 40"/>
              <a:gd name="T75" fmla="*/ 4 h 33"/>
              <a:gd name="T76" fmla="*/ 27 w 40"/>
              <a:gd name="T77" fmla="*/ 12 h 33"/>
              <a:gd name="T78" fmla="*/ 19 w 40"/>
              <a:gd name="T79" fmla="*/ 7 h 33"/>
              <a:gd name="T80" fmla="*/ 17 w 40"/>
              <a:gd name="T81" fmla="*/ 7 h 33"/>
              <a:gd name="T82" fmla="*/ 14 w 40"/>
              <a:gd name="T83" fmla="*/ 11 h 33"/>
              <a:gd name="T84" fmla="*/ 14 w 40"/>
              <a:gd name="T85" fmla="*/ 13 h 33"/>
              <a:gd name="T86" fmla="*/ 19 w 40"/>
              <a:gd name="T87" fmla="*/ 17 h 33"/>
              <a:gd name="T88" fmla="*/ 21 w 40"/>
              <a:gd name="T89" fmla="*/ 17 h 33"/>
              <a:gd name="T90" fmla="*/ 22 w 40"/>
              <a:gd name="T91" fmla="*/ 16 h 33"/>
              <a:gd name="T92" fmla="*/ 24 w 40"/>
              <a:gd name="T93" fmla="*/ 14 h 33"/>
              <a:gd name="T94" fmla="*/ 24 w 40"/>
              <a:gd name="T95" fmla="*/ 12 h 33"/>
              <a:gd name="T96" fmla="*/ 19 w 40"/>
              <a:gd name="T97" fmla="*/ 7 h 33"/>
              <a:gd name="T98" fmla="*/ 18 w 40"/>
              <a:gd name="T99" fmla="*/ 20 h 33"/>
              <a:gd name="T100" fmla="*/ 18 w 40"/>
              <a:gd name="T101" fmla="*/ 19 h 33"/>
              <a:gd name="T102" fmla="*/ 12 w 40"/>
              <a:gd name="T103" fmla="*/ 13 h 33"/>
              <a:gd name="T104" fmla="*/ 11 w 40"/>
              <a:gd name="T105" fmla="*/ 13 h 33"/>
              <a:gd name="T106" fmla="*/ 18 w 40"/>
              <a:gd name="T107" fmla="*/ 20 h 33"/>
              <a:gd name="T108" fmla="*/ 27 w 40"/>
              <a:gd name="T109" fmla="*/ 32 h 33"/>
              <a:gd name="T110" fmla="*/ 3 w 40"/>
              <a:gd name="T111" fmla="*/ 32 h 33"/>
              <a:gd name="T112" fmla="*/ 3 w 40"/>
              <a:gd name="T113" fmla="*/ 28 h 33"/>
              <a:gd name="T114" fmla="*/ 27 w 40"/>
              <a:gd name="T115" fmla="*/ 28 h 33"/>
              <a:gd name="T116" fmla="*/ 27 w 40"/>
              <a:gd name="T117" fmla="*/ 3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" h="33">
                <a:moveTo>
                  <a:pt x="5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7" y="24"/>
                  <a:pt x="27" y="27"/>
                  <a:pt x="25" y="27"/>
                </a:cubicBezTo>
                <a:cubicBezTo>
                  <a:pt x="5" y="27"/>
                  <a:pt x="5" y="27"/>
                  <a:pt x="5" y="27"/>
                </a:cubicBezTo>
                <a:cubicBezTo>
                  <a:pt x="3" y="27"/>
                  <a:pt x="3" y="24"/>
                  <a:pt x="5" y="24"/>
                </a:cubicBezTo>
                <a:close/>
                <a:moveTo>
                  <a:pt x="11" y="18"/>
                </a:moveTo>
                <a:cubicBezTo>
                  <a:pt x="11" y="18"/>
                  <a:pt x="9" y="16"/>
                  <a:pt x="11" y="14"/>
                </a:cubicBezTo>
                <a:cubicBezTo>
                  <a:pt x="12" y="13"/>
                  <a:pt x="12" y="13"/>
                  <a:pt x="13" y="14"/>
                </a:cubicBezTo>
                <a:cubicBezTo>
                  <a:pt x="13" y="15"/>
                  <a:pt x="13" y="15"/>
                  <a:pt x="13" y="15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4" y="16"/>
                  <a:pt x="13" y="16"/>
                </a:cubicBezTo>
                <a:cubicBezTo>
                  <a:pt x="11" y="18"/>
                  <a:pt x="11" y="18"/>
                  <a:pt x="11" y="18"/>
                </a:cubicBezTo>
                <a:close/>
                <a:moveTo>
                  <a:pt x="25" y="4"/>
                </a:moveTo>
                <a:cubicBezTo>
                  <a:pt x="25" y="4"/>
                  <a:pt x="23" y="3"/>
                  <a:pt x="20" y="5"/>
                </a:cubicBezTo>
                <a:cubicBezTo>
                  <a:pt x="20" y="5"/>
                  <a:pt x="20" y="5"/>
                  <a:pt x="20" y="6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2" y="7"/>
                  <a:pt x="22" y="7"/>
                </a:cubicBezTo>
                <a:cubicBezTo>
                  <a:pt x="25" y="4"/>
                  <a:pt x="25" y="4"/>
                  <a:pt x="25" y="4"/>
                </a:cubicBezTo>
                <a:close/>
                <a:moveTo>
                  <a:pt x="19" y="8"/>
                </a:moveTo>
                <a:cubicBezTo>
                  <a:pt x="20" y="9"/>
                  <a:pt x="20" y="9"/>
                  <a:pt x="20" y="9"/>
                </a:cubicBezTo>
                <a:cubicBezTo>
                  <a:pt x="20" y="9"/>
                  <a:pt x="20" y="10"/>
                  <a:pt x="20" y="10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4"/>
                  <a:pt x="16" y="14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4" y="12"/>
                  <a:pt x="14" y="12"/>
                  <a:pt x="15" y="11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9" y="8"/>
                  <a:pt x="19" y="8"/>
                </a:cubicBezTo>
                <a:close/>
                <a:moveTo>
                  <a:pt x="26" y="16"/>
                </a:moveTo>
                <a:cubicBezTo>
                  <a:pt x="25" y="16"/>
                  <a:pt x="24" y="16"/>
                  <a:pt x="24" y="16"/>
                </a:cubicBezTo>
                <a:cubicBezTo>
                  <a:pt x="23" y="17"/>
                  <a:pt x="23" y="17"/>
                  <a:pt x="23" y="17"/>
                </a:cubicBezTo>
                <a:cubicBezTo>
                  <a:pt x="22" y="18"/>
                  <a:pt x="22" y="19"/>
                  <a:pt x="23" y="19"/>
                </a:cubicBezTo>
                <a:cubicBezTo>
                  <a:pt x="24" y="21"/>
                  <a:pt x="32" y="29"/>
                  <a:pt x="35" y="32"/>
                </a:cubicBezTo>
                <a:cubicBezTo>
                  <a:pt x="37" y="33"/>
                  <a:pt x="40" y="31"/>
                  <a:pt x="38" y="28"/>
                </a:cubicBezTo>
                <a:cubicBezTo>
                  <a:pt x="35" y="25"/>
                  <a:pt x="27" y="18"/>
                  <a:pt x="26" y="16"/>
                </a:cubicBezTo>
                <a:close/>
                <a:moveTo>
                  <a:pt x="27" y="12"/>
                </a:moveTo>
                <a:cubicBezTo>
                  <a:pt x="27" y="12"/>
                  <a:pt x="26" y="12"/>
                  <a:pt x="26" y="12"/>
                </a:cubicBezTo>
                <a:cubicBezTo>
                  <a:pt x="20" y="6"/>
                  <a:pt x="20" y="6"/>
                  <a:pt x="20" y="6"/>
                </a:cubicBezTo>
                <a:cubicBezTo>
                  <a:pt x="19" y="6"/>
                  <a:pt x="19" y="5"/>
                  <a:pt x="20" y="4"/>
                </a:cubicBezTo>
                <a:cubicBezTo>
                  <a:pt x="24" y="0"/>
                  <a:pt x="32" y="7"/>
                  <a:pt x="27" y="12"/>
                </a:cubicBezTo>
                <a:close/>
                <a:moveTo>
                  <a:pt x="19" y="7"/>
                </a:moveTo>
                <a:cubicBezTo>
                  <a:pt x="19" y="7"/>
                  <a:pt x="18" y="7"/>
                  <a:pt x="17" y="7"/>
                </a:cubicBezTo>
                <a:cubicBezTo>
                  <a:pt x="14" y="11"/>
                  <a:pt x="14" y="11"/>
                  <a:pt x="14" y="11"/>
                </a:cubicBezTo>
                <a:cubicBezTo>
                  <a:pt x="13" y="11"/>
                  <a:pt x="13" y="12"/>
                  <a:pt x="14" y="13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8"/>
                  <a:pt x="20" y="18"/>
                  <a:pt x="21" y="17"/>
                </a:cubicBezTo>
                <a:cubicBezTo>
                  <a:pt x="22" y="16"/>
                  <a:pt x="22" y="16"/>
                  <a:pt x="22" y="16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4"/>
                  <a:pt x="24" y="13"/>
                  <a:pt x="24" y="12"/>
                </a:cubicBezTo>
                <a:cubicBezTo>
                  <a:pt x="19" y="7"/>
                  <a:pt x="19" y="7"/>
                  <a:pt x="19" y="7"/>
                </a:cubicBezTo>
                <a:close/>
                <a:moveTo>
                  <a:pt x="18" y="20"/>
                </a:moveTo>
                <a:cubicBezTo>
                  <a:pt x="19" y="20"/>
                  <a:pt x="19" y="19"/>
                  <a:pt x="18" y="19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1" y="13"/>
                  <a:pt x="11" y="13"/>
                </a:cubicBezTo>
                <a:cubicBezTo>
                  <a:pt x="7" y="18"/>
                  <a:pt x="13" y="25"/>
                  <a:pt x="18" y="20"/>
                </a:cubicBezTo>
                <a:close/>
                <a:moveTo>
                  <a:pt x="27" y="32"/>
                </a:moveTo>
                <a:cubicBezTo>
                  <a:pt x="3" y="32"/>
                  <a:pt x="3" y="32"/>
                  <a:pt x="3" y="32"/>
                </a:cubicBezTo>
                <a:cubicBezTo>
                  <a:pt x="0" y="32"/>
                  <a:pt x="0" y="28"/>
                  <a:pt x="3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30" y="28"/>
                  <a:pt x="30" y="32"/>
                  <a:pt x="27" y="3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8" name="Freeform 211">
            <a:extLst>
              <a:ext uri="{FF2B5EF4-FFF2-40B4-BE49-F238E27FC236}">
                <a16:creationId xmlns:a16="http://schemas.microsoft.com/office/drawing/2014/main" id="{369BC6B5-0268-8065-8B68-8B971BC88DD8}"/>
              </a:ext>
            </a:extLst>
          </p:cNvPr>
          <p:cNvSpPr>
            <a:spLocks noEditPoints="1"/>
          </p:cNvSpPr>
          <p:nvPr/>
        </p:nvSpPr>
        <p:spPr bwMode="auto">
          <a:xfrm>
            <a:off x="10585380" y="4375684"/>
            <a:ext cx="287756" cy="289565"/>
          </a:xfrm>
          <a:custGeom>
            <a:avLst/>
            <a:gdLst>
              <a:gd name="T0" fmla="*/ 15 w 30"/>
              <a:gd name="T1" fmla="*/ 0 h 30"/>
              <a:gd name="T2" fmla="*/ 18 w 30"/>
              <a:gd name="T3" fmla="*/ 2 h 30"/>
              <a:gd name="T4" fmla="*/ 21 w 30"/>
              <a:gd name="T5" fmla="*/ 1 h 30"/>
              <a:gd name="T6" fmla="*/ 23 w 30"/>
              <a:gd name="T7" fmla="*/ 5 h 30"/>
              <a:gd name="T8" fmla="*/ 26 w 30"/>
              <a:gd name="T9" fmla="*/ 5 h 30"/>
              <a:gd name="T10" fmla="*/ 26 w 30"/>
              <a:gd name="T11" fmla="*/ 9 h 30"/>
              <a:gd name="T12" fmla="*/ 30 w 30"/>
              <a:gd name="T13" fmla="*/ 10 h 30"/>
              <a:gd name="T14" fmla="*/ 28 w 30"/>
              <a:gd name="T15" fmla="*/ 14 h 30"/>
              <a:gd name="T16" fmla="*/ 30 w 30"/>
              <a:gd name="T17" fmla="*/ 16 h 30"/>
              <a:gd name="T18" fmla="*/ 27 w 30"/>
              <a:gd name="T19" fmla="*/ 19 h 30"/>
              <a:gd name="T20" fmla="*/ 28 w 30"/>
              <a:gd name="T21" fmla="*/ 22 h 30"/>
              <a:gd name="T22" fmla="*/ 25 w 30"/>
              <a:gd name="T23" fmla="*/ 23 h 30"/>
              <a:gd name="T24" fmla="*/ 24 w 30"/>
              <a:gd name="T25" fmla="*/ 27 h 30"/>
              <a:gd name="T26" fmla="*/ 20 w 30"/>
              <a:gd name="T27" fmla="*/ 27 h 30"/>
              <a:gd name="T28" fmla="*/ 18 w 30"/>
              <a:gd name="T29" fmla="*/ 30 h 30"/>
              <a:gd name="T30" fmla="*/ 15 w 30"/>
              <a:gd name="T31" fmla="*/ 28 h 30"/>
              <a:gd name="T32" fmla="*/ 12 w 30"/>
              <a:gd name="T33" fmla="*/ 30 h 30"/>
              <a:gd name="T34" fmla="*/ 10 w 30"/>
              <a:gd name="T35" fmla="*/ 27 h 30"/>
              <a:gd name="T36" fmla="*/ 6 w 30"/>
              <a:gd name="T37" fmla="*/ 27 h 30"/>
              <a:gd name="T38" fmla="*/ 6 w 30"/>
              <a:gd name="T39" fmla="*/ 23 h 30"/>
              <a:gd name="T40" fmla="*/ 2 w 30"/>
              <a:gd name="T41" fmla="*/ 22 h 30"/>
              <a:gd name="T42" fmla="*/ 3 w 30"/>
              <a:gd name="T43" fmla="*/ 19 h 30"/>
              <a:gd name="T44" fmla="*/ 0 w 30"/>
              <a:gd name="T45" fmla="*/ 16 h 30"/>
              <a:gd name="T46" fmla="*/ 3 w 30"/>
              <a:gd name="T47" fmla="*/ 14 h 30"/>
              <a:gd name="T48" fmla="*/ 1 w 30"/>
              <a:gd name="T49" fmla="*/ 10 h 30"/>
              <a:gd name="T50" fmla="*/ 4 w 30"/>
              <a:gd name="T51" fmla="*/ 9 h 30"/>
              <a:gd name="T52" fmla="*/ 4 w 30"/>
              <a:gd name="T53" fmla="*/ 5 h 30"/>
              <a:gd name="T54" fmla="*/ 8 w 30"/>
              <a:gd name="T55" fmla="*/ 5 h 30"/>
              <a:gd name="T56" fmla="*/ 9 w 30"/>
              <a:gd name="T57" fmla="*/ 1 h 30"/>
              <a:gd name="T58" fmla="*/ 13 w 30"/>
              <a:gd name="T59" fmla="*/ 2 h 30"/>
              <a:gd name="T60" fmla="*/ 15 w 30"/>
              <a:gd name="T61" fmla="*/ 0 h 30"/>
              <a:gd name="T62" fmla="*/ 15 w 30"/>
              <a:gd name="T63" fmla="*/ 4 h 30"/>
              <a:gd name="T64" fmla="*/ 4 w 30"/>
              <a:gd name="T65" fmla="*/ 15 h 30"/>
              <a:gd name="T66" fmla="*/ 15 w 30"/>
              <a:gd name="T67" fmla="*/ 26 h 30"/>
              <a:gd name="T68" fmla="*/ 26 w 30"/>
              <a:gd name="T69" fmla="*/ 15 h 30"/>
              <a:gd name="T70" fmla="*/ 15 w 30"/>
              <a:gd name="T71" fmla="*/ 4 h 30"/>
              <a:gd name="T72" fmla="*/ 15 w 30"/>
              <a:gd name="T73" fmla="*/ 6 h 30"/>
              <a:gd name="T74" fmla="*/ 6 w 30"/>
              <a:gd name="T75" fmla="*/ 15 h 30"/>
              <a:gd name="T76" fmla="*/ 15 w 30"/>
              <a:gd name="T77" fmla="*/ 24 h 30"/>
              <a:gd name="T78" fmla="*/ 24 w 30"/>
              <a:gd name="T79" fmla="*/ 15 h 30"/>
              <a:gd name="T80" fmla="*/ 15 w 30"/>
              <a:gd name="T81" fmla="*/ 6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0" h="30">
                <a:moveTo>
                  <a:pt x="15" y="0"/>
                </a:moveTo>
                <a:cubicBezTo>
                  <a:pt x="18" y="2"/>
                  <a:pt x="18" y="2"/>
                  <a:pt x="18" y="2"/>
                </a:cubicBezTo>
                <a:cubicBezTo>
                  <a:pt x="21" y="1"/>
                  <a:pt x="21" y="1"/>
                  <a:pt x="21" y="1"/>
                </a:cubicBezTo>
                <a:cubicBezTo>
                  <a:pt x="23" y="5"/>
                  <a:pt x="23" y="5"/>
                  <a:pt x="23" y="5"/>
                </a:cubicBezTo>
                <a:cubicBezTo>
                  <a:pt x="26" y="5"/>
                  <a:pt x="26" y="5"/>
                  <a:pt x="26" y="5"/>
                </a:cubicBezTo>
                <a:cubicBezTo>
                  <a:pt x="26" y="9"/>
                  <a:pt x="26" y="9"/>
                  <a:pt x="26" y="9"/>
                </a:cubicBezTo>
                <a:cubicBezTo>
                  <a:pt x="30" y="10"/>
                  <a:pt x="30" y="10"/>
                  <a:pt x="30" y="10"/>
                </a:cubicBezTo>
                <a:cubicBezTo>
                  <a:pt x="28" y="14"/>
                  <a:pt x="28" y="14"/>
                  <a:pt x="28" y="14"/>
                </a:cubicBezTo>
                <a:cubicBezTo>
                  <a:pt x="30" y="16"/>
                  <a:pt x="30" y="16"/>
                  <a:pt x="30" y="16"/>
                </a:cubicBezTo>
                <a:cubicBezTo>
                  <a:pt x="27" y="19"/>
                  <a:pt x="27" y="19"/>
                  <a:pt x="27" y="19"/>
                </a:cubicBezTo>
                <a:cubicBezTo>
                  <a:pt x="28" y="22"/>
                  <a:pt x="28" y="22"/>
                  <a:pt x="28" y="22"/>
                </a:cubicBezTo>
                <a:cubicBezTo>
                  <a:pt x="25" y="23"/>
                  <a:pt x="25" y="23"/>
                  <a:pt x="25" y="23"/>
                </a:cubicBezTo>
                <a:cubicBezTo>
                  <a:pt x="24" y="27"/>
                  <a:pt x="24" y="27"/>
                  <a:pt x="24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18" y="30"/>
                  <a:pt x="18" y="30"/>
                  <a:pt x="18" y="30"/>
                </a:cubicBezTo>
                <a:cubicBezTo>
                  <a:pt x="15" y="28"/>
                  <a:pt x="15" y="28"/>
                  <a:pt x="15" y="28"/>
                </a:cubicBezTo>
                <a:cubicBezTo>
                  <a:pt x="12" y="30"/>
                  <a:pt x="12" y="30"/>
                  <a:pt x="12" y="30"/>
                </a:cubicBezTo>
                <a:cubicBezTo>
                  <a:pt x="10" y="27"/>
                  <a:pt x="10" y="27"/>
                  <a:pt x="10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6" y="23"/>
                  <a:pt x="6" y="23"/>
                  <a:pt x="6" y="23"/>
                </a:cubicBezTo>
                <a:cubicBezTo>
                  <a:pt x="2" y="22"/>
                  <a:pt x="2" y="22"/>
                  <a:pt x="2" y="22"/>
                </a:cubicBezTo>
                <a:cubicBezTo>
                  <a:pt x="3" y="19"/>
                  <a:pt x="3" y="19"/>
                  <a:pt x="3" y="19"/>
                </a:cubicBezTo>
                <a:cubicBezTo>
                  <a:pt x="0" y="16"/>
                  <a:pt x="0" y="16"/>
                  <a:pt x="0" y="16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0"/>
                  <a:pt x="1" y="10"/>
                  <a:pt x="1" y="10"/>
                </a:cubicBezTo>
                <a:cubicBezTo>
                  <a:pt x="4" y="9"/>
                  <a:pt x="4" y="9"/>
                  <a:pt x="4" y="9"/>
                </a:cubicBezTo>
                <a:cubicBezTo>
                  <a:pt x="4" y="5"/>
                  <a:pt x="4" y="5"/>
                  <a:pt x="4" y="5"/>
                </a:cubicBezTo>
                <a:cubicBezTo>
                  <a:pt x="8" y="5"/>
                  <a:pt x="8" y="5"/>
                  <a:pt x="8" y="5"/>
                </a:cubicBezTo>
                <a:cubicBezTo>
                  <a:pt x="9" y="1"/>
                  <a:pt x="9" y="1"/>
                  <a:pt x="9" y="1"/>
                </a:cubicBezTo>
                <a:cubicBezTo>
                  <a:pt x="13" y="2"/>
                  <a:pt x="13" y="2"/>
                  <a:pt x="13" y="2"/>
                </a:cubicBezTo>
                <a:cubicBezTo>
                  <a:pt x="15" y="0"/>
                  <a:pt x="15" y="0"/>
                  <a:pt x="15" y="0"/>
                </a:cubicBezTo>
                <a:close/>
                <a:moveTo>
                  <a:pt x="15" y="4"/>
                </a:moveTo>
                <a:cubicBezTo>
                  <a:pt x="9" y="4"/>
                  <a:pt x="4" y="9"/>
                  <a:pt x="4" y="15"/>
                </a:cubicBezTo>
                <a:cubicBezTo>
                  <a:pt x="4" y="21"/>
                  <a:pt x="9" y="26"/>
                  <a:pt x="15" y="26"/>
                </a:cubicBezTo>
                <a:cubicBezTo>
                  <a:pt x="21" y="26"/>
                  <a:pt x="26" y="21"/>
                  <a:pt x="26" y="15"/>
                </a:cubicBezTo>
                <a:cubicBezTo>
                  <a:pt x="26" y="9"/>
                  <a:pt x="21" y="4"/>
                  <a:pt x="15" y="4"/>
                </a:cubicBezTo>
                <a:close/>
                <a:moveTo>
                  <a:pt x="15" y="6"/>
                </a:moveTo>
                <a:cubicBezTo>
                  <a:pt x="10" y="6"/>
                  <a:pt x="6" y="10"/>
                  <a:pt x="6" y="15"/>
                </a:cubicBezTo>
                <a:cubicBezTo>
                  <a:pt x="6" y="20"/>
                  <a:pt x="10" y="24"/>
                  <a:pt x="15" y="24"/>
                </a:cubicBezTo>
                <a:cubicBezTo>
                  <a:pt x="20" y="24"/>
                  <a:pt x="24" y="20"/>
                  <a:pt x="24" y="15"/>
                </a:cubicBezTo>
                <a:cubicBezTo>
                  <a:pt x="24" y="10"/>
                  <a:pt x="20" y="6"/>
                  <a:pt x="15" y="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0" name="Freeform 212">
            <a:extLst>
              <a:ext uri="{FF2B5EF4-FFF2-40B4-BE49-F238E27FC236}">
                <a16:creationId xmlns:a16="http://schemas.microsoft.com/office/drawing/2014/main" id="{4D026DEF-B225-D87F-B337-F130BBD46446}"/>
              </a:ext>
            </a:extLst>
          </p:cNvPr>
          <p:cNvSpPr>
            <a:spLocks noEditPoints="1"/>
          </p:cNvSpPr>
          <p:nvPr/>
        </p:nvSpPr>
        <p:spPr bwMode="auto">
          <a:xfrm>
            <a:off x="8109603" y="4386543"/>
            <a:ext cx="287756" cy="278706"/>
          </a:xfrm>
          <a:custGeom>
            <a:avLst/>
            <a:gdLst>
              <a:gd name="T0" fmla="*/ 10 w 30"/>
              <a:gd name="T1" fmla="*/ 29 h 29"/>
              <a:gd name="T2" fmla="*/ 0 w 30"/>
              <a:gd name="T3" fmla="*/ 20 h 29"/>
              <a:gd name="T4" fmla="*/ 0 w 30"/>
              <a:gd name="T5" fmla="*/ 18 h 29"/>
              <a:gd name="T6" fmla="*/ 1 w 30"/>
              <a:gd name="T7" fmla="*/ 16 h 29"/>
              <a:gd name="T8" fmla="*/ 15 w 30"/>
              <a:gd name="T9" fmla="*/ 2 h 29"/>
              <a:gd name="T10" fmla="*/ 18 w 30"/>
              <a:gd name="T11" fmla="*/ 0 h 29"/>
              <a:gd name="T12" fmla="*/ 22 w 30"/>
              <a:gd name="T13" fmla="*/ 0 h 29"/>
              <a:gd name="T14" fmla="*/ 26 w 30"/>
              <a:gd name="T15" fmla="*/ 1 h 29"/>
              <a:gd name="T16" fmla="*/ 28 w 30"/>
              <a:gd name="T17" fmla="*/ 4 h 29"/>
              <a:gd name="T18" fmla="*/ 29 w 30"/>
              <a:gd name="T19" fmla="*/ 7 h 29"/>
              <a:gd name="T20" fmla="*/ 29 w 30"/>
              <a:gd name="T21" fmla="*/ 11 h 29"/>
              <a:gd name="T22" fmla="*/ 28 w 30"/>
              <a:gd name="T23" fmla="*/ 14 h 29"/>
              <a:gd name="T24" fmla="*/ 13 w 30"/>
              <a:gd name="T25" fmla="*/ 28 h 29"/>
              <a:gd name="T26" fmla="*/ 12 w 30"/>
              <a:gd name="T27" fmla="*/ 29 h 29"/>
              <a:gd name="T28" fmla="*/ 10 w 30"/>
              <a:gd name="T29" fmla="*/ 29 h 29"/>
              <a:gd name="T30" fmla="*/ 23 w 30"/>
              <a:gd name="T31" fmla="*/ 4 h 29"/>
              <a:gd name="T32" fmla="*/ 20 w 30"/>
              <a:gd name="T33" fmla="*/ 6 h 29"/>
              <a:gd name="T34" fmla="*/ 23 w 30"/>
              <a:gd name="T35" fmla="*/ 9 h 29"/>
              <a:gd name="T36" fmla="*/ 26 w 30"/>
              <a:gd name="T37" fmla="*/ 6 h 29"/>
              <a:gd name="T38" fmla="*/ 23 w 30"/>
              <a:gd name="T39" fmla="*/ 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0" h="29">
                <a:moveTo>
                  <a:pt x="10" y="29"/>
                </a:moveTo>
                <a:cubicBezTo>
                  <a:pt x="8" y="28"/>
                  <a:pt x="1" y="21"/>
                  <a:pt x="0" y="20"/>
                </a:cubicBezTo>
                <a:cubicBezTo>
                  <a:pt x="0" y="19"/>
                  <a:pt x="0" y="18"/>
                  <a:pt x="0" y="18"/>
                </a:cubicBezTo>
                <a:cubicBezTo>
                  <a:pt x="0" y="17"/>
                  <a:pt x="0" y="17"/>
                  <a:pt x="1" y="16"/>
                </a:cubicBezTo>
                <a:cubicBezTo>
                  <a:pt x="15" y="2"/>
                  <a:pt x="15" y="2"/>
                  <a:pt x="15" y="2"/>
                </a:cubicBezTo>
                <a:cubicBezTo>
                  <a:pt x="16" y="1"/>
                  <a:pt x="17" y="0"/>
                  <a:pt x="18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5" y="0"/>
                  <a:pt x="26" y="1"/>
                </a:cubicBezTo>
                <a:cubicBezTo>
                  <a:pt x="28" y="4"/>
                  <a:pt x="28" y="4"/>
                  <a:pt x="28" y="4"/>
                </a:cubicBezTo>
                <a:cubicBezTo>
                  <a:pt x="29" y="5"/>
                  <a:pt x="30" y="6"/>
                  <a:pt x="29" y="7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2"/>
                  <a:pt x="28" y="13"/>
                  <a:pt x="28" y="14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9"/>
                  <a:pt x="12" y="29"/>
                  <a:pt x="12" y="29"/>
                </a:cubicBezTo>
                <a:cubicBezTo>
                  <a:pt x="11" y="29"/>
                  <a:pt x="10" y="29"/>
                  <a:pt x="10" y="29"/>
                </a:cubicBezTo>
                <a:close/>
                <a:moveTo>
                  <a:pt x="23" y="4"/>
                </a:moveTo>
                <a:cubicBezTo>
                  <a:pt x="21" y="4"/>
                  <a:pt x="20" y="5"/>
                  <a:pt x="20" y="6"/>
                </a:cubicBezTo>
                <a:cubicBezTo>
                  <a:pt x="20" y="8"/>
                  <a:pt x="21" y="9"/>
                  <a:pt x="23" y="9"/>
                </a:cubicBezTo>
                <a:cubicBezTo>
                  <a:pt x="24" y="9"/>
                  <a:pt x="26" y="8"/>
                  <a:pt x="26" y="6"/>
                </a:cubicBezTo>
                <a:cubicBezTo>
                  <a:pt x="26" y="5"/>
                  <a:pt x="24" y="4"/>
                  <a:pt x="23" y="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2" name="Freeform 213">
            <a:extLst>
              <a:ext uri="{FF2B5EF4-FFF2-40B4-BE49-F238E27FC236}">
                <a16:creationId xmlns:a16="http://schemas.microsoft.com/office/drawing/2014/main" id="{5893BFA2-CAAB-6838-AB26-5815AE2091D9}"/>
              </a:ext>
            </a:extLst>
          </p:cNvPr>
          <p:cNvSpPr>
            <a:spLocks noEditPoints="1"/>
          </p:cNvSpPr>
          <p:nvPr/>
        </p:nvSpPr>
        <p:spPr bwMode="auto">
          <a:xfrm>
            <a:off x="4424892" y="4375684"/>
            <a:ext cx="209935" cy="278706"/>
          </a:xfrm>
          <a:custGeom>
            <a:avLst/>
            <a:gdLst>
              <a:gd name="T0" fmla="*/ 20 w 22"/>
              <a:gd name="T1" fmla="*/ 29 h 29"/>
              <a:gd name="T2" fmla="*/ 0 w 22"/>
              <a:gd name="T3" fmla="*/ 2 h 29"/>
              <a:gd name="T4" fmla="*/ 22 w 22"/>
              <a:gd name="T5" fmla="*/ 2 h 29"/>
              <a:gd name="T6" fmla="*/ 17 w 22"/>
              <a:gd name="T7" fmla="*/ 6 h 29"/>
              <a:gd name="T8" fmla="*/ 16 w 22"/>
              <a:gd name="T9" fmla="*/ 4 h 29"/>
              <a:gd name="T10" fmla="*/ 16 w 22"/>
              <a:gd name="T11" fmla="*/ 6 h 29"/>
              <a:gd name="T12" fmla="*/ 18 w 22"/>
              <a:gd name="T13" fmla="*/ 7 h 29"/>
              <a:gd name="T14" fmla="*/ 18 w 22"/>
              <a:gd name="T15" fmla="*/ 4 h 29"/>
              <a:gd name="T16" fmla="*/ 16 w 22"/>
              <a:gd name="T17" fmla="*/ 4 h 29"/>
              <a:gd name="T18" fmla="*/ 16 w 22"/>
              <a:gd name="T19" fmla="*/ 24 h 29"/>
              <a:gd name="T20" fmla="*/ 15 w 22"/>
              <a:gd name="T21" fmla="*/ 22 h 29"/>
              <a:gd name="T22" fmla="*/ 15 w 22"/>
              <a:gd name="T23" fmla="*/ 23 h 29"/>
              <a:gd name="T24" fmla="*/ 18 w 22"/>
              <a:gd name="T25" fmla="*/ 23 h 29"/>
              <a:gd name="T26" fmla="*/ 16 w 22"/>
              <a:gd name="T27" fmla="*/ 21 h 29"/>
              <a:gd name="T28" fmla="*/ 16 w 22"/>
              <a:gd name="T29" fmla="*/ 21 h 29"/>
              <a:gd name="T30" fmla="*/ 20 w 22"/>
              <a:gd name="T31" fmla="*/ 7 h 29"/>
              <a:gd name="T32" fmla="*/ 20 w 22"/>
              <a:gd name="T33" fmla="*/ 3 h 29"/>
              <a:gd name="T34" fmla="*/ 2 w 22"/>
              <a:gd name="T35" fmla="*/ 7 h 29"/>
              <a:gd name="T36" fmla="*/ 6 w 22"/>
              <a:gd name="T37" fmla="*/ 16 h 29"/>
              <a:gd name="T38" fmla="*/ 7 w 22"/>
              <a:gd name="T39" fmla="*/ 14 h 29"/>
              <a:gd name="T40" fmla="*/ 8 w 22"/>
              <a:gd name="T41" fmla="*/ 14 h 29"/>
              <a:gd name="T42" fmla="*/ 7 w 22"/>
              <a:gd name="T43" fmla="*/ 13 h 29"/>
              <a:gd name="T44" fmla="*/ 6 w 22"/>
              <a:gd name="T45" fmla="*/ 13 h 29"/>
              <a:gd name="T46" fmla="*/ 4 w 22"/>
              <a:gd name="T47" fmla="*/ 14 h 29"/>
              <a:gd name="T48" fmla="*/ 6 w 22"/>
              <a:gd name="T49" fmla="*/ 14 h 29"/>
              <a:gd name="T50" fmla="*/ 5 w 22"/>
              <a:gd name="T51" fmla="*/ 24 h 29"/>
              <a:gd name="T52" fmla="*/ 6 w 22"/>
              <a:gd name="T53" fmla="*/ 23 h 29"/>
              <a:gd name="T54" fmla="*/ 7 w 22"/>
              <a:gd name="T55" fmla="*/ 24 h 29"/>
              <a:gd name="T56" fmla="*/ 7 w 22"/>
              <a:gd name="T57" fmla="*/ 22 h 29"/>
              <a:gd name="T58" fmla="*/ 7 w 22"/>
              <a:gd name="T59" fmla="*/ 22 h 29"/>
              <a:gd name="T60" fmla="*/ 5 w 22"/>
              <a:gd name="T61" fmla="*/ 22 h 29"/>
              <a:gd name="T62" fmla="*/ 6 w 22"/>
              <a:gd name="T63" fmla="*/ 23 h 29"/>
              <a:gd name="T64" fmla="*/ 14 w 22"/>
              <a:gd name="T65" fmla="*/ 14 h 29"/>
              <a:gd name="T66" fmla="*/ 17 w 22"/>
              <a:gd name="T67" fmla="*/ 14 h 29"/>
              <a:gd name="T68" fmla="*/ 17 w 22"/>
              <a:gd name="T69" fmla="*/ 14 h 29"/>
              <a:gd name="T70" fmla="*/ 3 w 22"/>
              <a:gd name="T71" fmla="*/ 11 h 29"/>
              <a:gd name="T72" fmla="*/ 3 w 22"/>
              <a:gd name="T73" fmla="*/ 17 h 29"/>
              <a:gd name="T74" fmla="*/ 10 w 22"/>
              <a:gd name="T75" fmla="*/ 11 h 29"/>
              <a:gd name="T76" fmla="*/ 13 w 22"/>
              <a:gd name="T77" fmla="*/ 11 h 29"/>
              <a:gd name="T78" fmla="*/ 13 w 22"/>
              <a:gd name="T79" fmla="*/ 17 h 29"/>
              <a:gd name="T80" fmla="*/ 20 w 22"/>
              <a:gd name="T81" fmla="*/ 11 h 29"/>
              <a:gd name="T82" fmla="*/ 10 w 22"/>
              <a:gd name="T83" fmla="*/ 26 h 29"/>
              <a:gd name="T84" fmla="*/ 10 w 22"/>
              <a:gd name="T85" fmla="*/ 19 h 29"/>
              <a:gd name="T86" fmla="*/ 2 w 22"/>
              <a:gd name="T87" fmla="*/ 26 h 29"/>
              <a:gd name="T88" fmla="*/ 20 w 22"/>
              <a:gd name="T89" fmla="*/ 26 h 29"/>
              <a:gd name="T90" fmla="*/ 20 w 22"/>
              <a:gd name="T91" fmla="*/ 19 h 29"/>
              <a:gd name="T92" fmla="*/ 12 w 22"/>
              <a:gd name="T93" fmla="*/ 26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2" h="29">
                <a:moveTo>
                  <a:pt x="22" y="2"/>
                </a:moveTo>
                <a:cubicBezTo>
                  <a:pt x="22" y="11"/>
                  <a:pt x="22" y="19"/>
                  <a:pt x="22" y="27"/>
                </a:cubicBezTo>
                <a:cubicBezTo>
                  <a:pt x="22" y="28"/>
                  <a:pt x="22" y="29"/>
                  <a:pt x="20" y="29"/>
                </a:cubicBezTo>
                <a:cubicBezTo>
                  <a:pt x="14" y="29"/>
                  <a:pt x="8" y="29"/>
                  <a:pt x="2" y="29"/>
                </a:cubicBezTo>
                <a:cubicBezTo>
                  <a:pt x="1" y="29"/>
                  <a:pt x="0" y="28"/>
                  <a:pt x="0" y="27"/>
                </a:cubicBezTo>
                <a:cubicBezTo>
                  <a:pt x="0" y="19"/>
                  <a:pt x="0" y="11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8" y="0"/>
                  <a:pt x="14" y="0"/>
                  <a:pt x="20" y="0"/>
                </a:cubicBezTo>
                <a:cubicBezTo>
                  <a:pt x="22" y="0"/>
                  <a:pt x="22" y="1"/>
                  <a:pt x="22" y="2"/>
                </a:cubicBezTo>
                <a:close/>
                <a:moveTo>
                  <a:pt x="18" y="4"/>
                </a:moveTo>
                <a:cubicBezTo>
                  <a:pt x="17" y="4"/>
                  <a:pt x="17" y="4"/>
                  <a:pt x="17" y="4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4"/>
                  <a:pt x="18" y="4"/>
                  <a:pt x="18" y="4"/>
                </a:cubicBezTo>
                <a:close/>
                <a:moveTo>
                  <a:pt x="16" y="4"/>
                </a:move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8" y="7"/>
                  <a:pt x="18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6" y="4"/>
                  <a:pt x="16" y="4"/>
                  <a:pt x="16" y="4"/>
                </a:cubicBezTo>
                <a:close/>
                <a:moveTo>
                  <a:pt x="16" y="24"/>
                </a:move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6" y="24"/>
                  <a:pt x="16" y="24"/>
                </a:cubicBezTo>
                <a:close/>
                <a:moveTo>
                  <a:pt x="15" y="22"/>
                </a:moveTo>
                <a:cubicBezTo>
                  <a:pt x="14" y="22"/>
                  <a:pt x="14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3"/>
                  <a:pt x="14" y="23"/>
                  <a:pt x="15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3"/>
                  <a:pt x="18" y="22"/>
                  <a:pt x="17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6" y="21"/>
                </a:moveTo>
                <a:cubicBezTo>
                  <a:pt x="16" y="21"/>
                  <a:pt x="16" y="21"/>
                  <a:pt x="16" y="21"/>
                </a:cubicBezTo>
                <a:cubicBezTo>
                  <a:pt x="16" y="22"/>
                  <a:pt x="16" y="22"/>
                  <a:pt x="16" y="22"/>
                </a:cubicBezTo>
                <a:cubicBezTo>
                  <a:pt x="16" y="22"/>
                  <a:pt x="16" y="22"/>
                  <a:pt x="16" y="21"/>
                </a:cubicBezTo>
                <a:cubicBezTo>
                  <a:pt x="16" y="21"/>
                  <a:pt x="16" y="21"/>
                  <a:pt x="16" y="21"/>
                </a:cubicBezTo>
                <a:close/>
                <a:moveTo>
                  <a:pt x="3" y="7"/>
                </a:moveTo>
                <a:cubicBezTo>
                  <a:pt x="20" y="7"/>
                  <a:pt x="20" y="7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3" y="3"/>
                  <a:pt x="3" y="3"/>
                  <a:pt x="3" y="3"/>
                </a:cubicBezTo>
                <a:cubicBezTo>
                  <a:pt x="2" y="3"/>
                  <a:pt x="2" y="3"/>
                  <a:pt x="2" y="3"/>
                </a:cubicBez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3" y="7"/>
                </a:cubicBezTo>
                <a:close/>
                <a:moveTo>
                  <a:pt x="6" y="15"/>
                </a:moveTo>
                <a:cubicBezTo>
                  <a:pt x="6" y="16"/>
                  <a:pt x="6" y="16"/>
                  <a:pt x="6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6" y="16"/>
                  <a:pt x="7" y="16"/>
                  <a:pt x="7" y="15"/>
                </a:cubicBezTo>
                <a:cubicBezTo>
                  <a:pt x="7" y="14"/>
                  <a:pt x="7" y="14"/>
                  <a:pt x="7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3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3"/>
                  <a:pt x="6" y="13"/>
                </a:cubicBezTo>
                <a:cubicBezTo>
                  <a:pt x="6" y="14"/>
                  <a:pt x="6" y="14"/>
                  <a:pt x="6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4"/>
                  <a:pt x="4" y="14"/>
                  <a:pt x="4" y="14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5" y="14"/>
                  <a:pt x="5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6" y="15"/>
                  <a:pt x="6" y="15"/>
                  <a:pt x="6" y="15"/>
                </a:cubicBezTo>
                <a:close/>
                <a:moveTo>
                  <a:pt x="5" y="23"/>
                </a:move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6" y="23"/>
                  <a:pt x="6" y="23"/>
                  <a:pt x="6" y="23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8" y="24"/>
                  <a:pt x="8" y="24"/>
                  <a:pt x="7" y="24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8" y="22"/>
                  <a:pt x="8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1"/>
                  <a:pt x="7" y="21"/>
                  <a:pt x="7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1"/>
                  <a:pt x="5" y="21"/>
                  <a:pt x="5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3"/>
                  <a:pt x="5" y="23"/>
                  <a:pt x="5" y="23"/>
                </a:cubicBezTo>
                <a:close/>
                <a:moveTo>
                  <a:pt x="15" y="14"/>
                </a:move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5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7" y="14"/>
                </a:cubicBezTo>
                <a:cubicBezTo>
                  <a:pt x="15" y="14"/>
                  <a:pt x="15" y="14"/>
                  <a:pt x="15" y="14"/>
                </a:cubicBezTo>
                <a:close/>
                <a:moveTo>
                  <a:pt x="10" y="11"/>
                </a:moveTo>
                <a:cubicBezTo>
                  <a:pt x="3" y="11"/>
                  <a:pt x="3" y="11"/>
                  <a:pt x="3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7"/>
                  <a:pt x="2" y="17"/>
                  <a:pt x="3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lose/>
                <a:moveTo>
                  <a:pt x="20" y="11"/>
                </a:moveTo>
                <a:cubicBezTo>
                  <a:pt x="13" y="11"/>
                  <a:pt x="13" y="11"/>
                  <a:pt x="13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7"/>
                  <a:pt x="12" y="17"/>
                  <a:pt x="12" y="17"/>
                </a:cubicBezTo>
                <a:cubicBezTo>
                  <a:pt x="12" y="17"/>
                  <a:pt x="12" y="17"/>
                  <a:pt x="13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1"/>
                  <a:pt x="20" y="11"/>
                  <a:pt x="20" y="11"/>
                </a:cubicBezTo>
                <a:close/>
                <a:moveTo>
                  <a:pt x="3" y="26"/>
                </a:move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19"/>
                  <a:pt x="10" y="19"/>
                  <a:pt x="10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2" y="19"/>
                  <a:pt x="2" y="19"/>
                  <a:pt x="2" y="20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6"/>
                  <a:pt x="2" y="26"/>
                  <a:pt x="3" y="26"/>
                </a:cubicBezTo>
                <a:close/>
                <a:moveTo>
                  <a:pt x="13" y="26"/>
                </a:move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19"/>
                  <a:pt x="20" y="19"/>
                  <a:pt x="20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2" y="19"/>
                  <a:pt x="12" y="20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2" y="26"/>
                  <a:pt x="13" y="2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4" name="Freeform 214">
            <a:extLst>
              <a:ext uri="{FF2B5EF4-FFF2-40B4-BE49-F238E27FC236}">
                <a16:creationId xmlns:a16="http://schemas.microsoft.com/office/drawing/2014/main" id="{0B101C0D-178F-9E0B-3E65-082E6479FDCF}"/>
              </a:ext>
            </a:extLst>
          </p:cNvPr>
          <p:cNvSpPr>
            <a:spLocks noEditPoints="1"/>
          </p:cNvSpPr>
          <p:nvPr/>
        </p:nvSpPr>
        <p:spPr bwMode="auto">
          <a:xfrm>
            <a:off x="6247340" y="4424549"/>
            <a:ext cx="287756" cy="182789"/>
          </a:xfrm>
          <a:custGeom>
            <a:avLst/>
            <a:gdLst>
              <a:gd name="T0" fmla="*/ 2 w 30"/>
              <a:gd name="T1" fmla="*/ 0 h 19"/>
              <a:gd name="T2" fmla="*/ 28 w 30"/>
              <a:gd name="T3" fmla="*/ 0 h 19"/>
              <a:gd name="T4" fmla="*/ 30 w 30"/>
              <a:gd name="T5" fmla="*/ 2 h 19"/>
              <a:gd name="T6" fmla="*/ 30 w 30"/>
              <a:gd name="T7" fmla="*/ 17 h 19"/>
              <a:gd name="T8" fmla="*/ 28 w 30"/>
              <a:gd name="T9" fmla="*/ 19 h 19"/>
              <a:gd name="T10" fmla="*/ 2 w 30"/>
              <a:gd name="T11" fmla="*/ 19 h 19"/>
              <a:gd name="T12" fmla="*/ 0 w 30"/>
              <a:gd name="T13" fmla="*/ 17 h 19"/>
              <a:gd name="T14" fmla="*/ 0 w 30"/>
              <a:gd name="T15" fmla="*/ 2 h 19"/>
              <a:gd name="T16" fmla="*/ 2 w 30"/>
              <a:gd name="T17" fmla="*/ 0 h 19"/>
              <a:gd name="T18" fmla="*/ 27 w 30"/>
              <a:gd name="T19" fmla="*/ 7 h 19"/>
              <a:gd name="T20" fmla="*/ 27 w 30"/>
              <a:gd name="T21" fmla="*/ 4 h 19"/>
              <a:gd name="T22" fmla="*/ 27 w 30"/>
              <a:gd name="T23" fmla="*/ 3 h 19"/>
              <a:gd name="T24" fmla="*/ 20 w 30"/>
              <a:gd name="T25" fmla="*/ 3 h 19"/>
              <a:gd name="T26" fmla="*/ 20 w 30"/>
              <a:gd name="T27" fmla="*/ 4 h 19"/>
              <a:gd name="T28" fmla="*/ 20 w 30"/>
              <a:gd name="T29" fmla="*/ 7 h 19"/>
              <a:gd name="T30" fmla="*/ 20 w 30"/>
              <a:gd name="T31" fmla="*/ 7 h 19"/>
              <a:gd name="T32" fmla="*/ 27 w 30"/>
              <a:gd name="T33" fmla="*/ 7 h 19"/>
              <a:gd name="T34" fmla="*/ 27 w 30"/>
              <a:gd name="T35" fmla="*/ 7 h 19"/>
              <a:gd name="T36" fmla="*/ 22 w 30"/>
              <a:gd name="T37" fmla="*/ 15 h 19"/>
              <a:gd name="T38" fmla="*/ 27 w 30"/>
              <a:gd name="T39" fmla="*/ 15 h 19"/>
              <a:gd name="T40" fmla="*/ 27 w 30"/>
              <a:gd name="T41" fmla="*/ 15 h 19"/>
              <a:gd name="T42" fmla="*/ 27 w 30"/>
              <a:gd name="T43" fmla="*/ 14 h 19"/>
              <a:gd name="T44" fmla="*/ 27 w 30"/>
              <a:gd name="T45" fmla="*/ 14 h 19"/>
              <a:gd name="T46" fmla="*/ 22 w 30"/>
              <a:gd name="T47" fmla="*/ 14 h 19"/>
              <a:gd name="T48" fmla="*/ 22 w 30"/>
              <a:gd name="T49" fmla="*/ 14 h 19"/>
              <a:gd name="T50" fmla="*/ 22 w 30"/>
              <a:gd name="T51" fmla="*/ 15 h 19"/>
              <a:gd name="T52" fmla="*/ 22 w 30"/>
              <a:gd name="T53" fmla="*/ 15 h 19"/>
              <a:gd name="T54" fmla="*/ 16 w 30"/>
              <a:gd name="T55" fmla="*/ 15 h 19"/>
              <a:gd name="T56" fmla="*/ 20 w 30"/>
              <a:gd name="T57" fmla="*/ 15 h 19"/>
              <a:gd name="T58" fmla="*/ 21 w 30"/>
              <a:gd name="T59" fmla="*/ 15 h 19"/>
              <a:gd name="T60" fmla="*/ 21 w 30"/>
              <a:gd name="T61" fmla="*/ 14 h 19"/>
              <a:gd name="T62" fmla="*/ 20 w 30"/>
              <a:gd name="T63" fmla="*/ 14 h 19"/>
              <a:gd name="T64" fmla="*/ 16 w 30"/>
              <a:gd name="T65" fmla="*/ 14 h 19"/>
              <a:gd name="T66" fmla="*/ 16 w 30"/>
              <a:gd name="T67" fmla="*/ 14 h 19"/>
              <a:gd name="T68" fmla="*/ 16 w 30"/>
              <a:gd name="T69" fmla="*/ 15 h 19"/>
              <a:gd name="T70" fmla="*/ 16 w 30"/>
              <a:gd name="T71" fmla="*/ 15 h 19"/>
              <a:gd name="T72" fmla="*/ 10 w 30"/>
              <a:gd name="T73" fmla="*/ 15 h 19"/>
              <a:gd name="T74" fmla="*/ 14 w 30"/>
              <a:gd name="T75" fmla="*/ 15 h 19"/>
              <a:gd name="T76" fmla="*/ 15 w 30"/>
              <a:gd name="T77" fmla="*/ 15 h 19"/>
              <a:gd name="T78" fmla="*/ 15 w 30"/>
              <a:gd name="T79" fmla="*/ 14 h 19"/>
              <a:gd name="T80" fmla="*/ 14 w 30"/>
              <a:gd name="T81" fmla="*/ 14 h 19"/>
              <a:gd name="T82" fmla="*/ 10 w 30"/>
              <a:gd name="T83" fmla="*/ 14 h 19"/>
              <a:gd name="T84" fmla="*/ 10 w 30"/>
              <a:gd name="T85" fmla="*/ 14 h 19"/>
              <a:gd name="T86" fmla="*/ 10 w 30"/>
              <a:gd name="T87" fmla="*/ 15 h 19"/>
              <a:gd name="T88" fmla="*/ 10 w 30"/>
              <a:gd name="T89" fmla="*/ 15 h 19"/>
              <a:gd name="T90" fmla="*/ 4 w 30"/>
              <a:gd name="T91" fmla="*/ 15 h 19"/>
              <a:gd name="T92" fmla="*/ 8 w 30"/>
              <a:gd name="T93" fmla="*/ 15 h 19"/>
              <a:gd name="T94" fmla="*/ 8 w 30"/>
              <a:gd name="T95" fmla="*/ 15 h 19"/>
              <a:gd name="T96" fmla="*/ 8 w 30"/>
              <a:gd name="T97" fmla="*/ 14 h 19"/>
              <a:gd name="T98" fmla="*/ 8 w 30"/>
              <a:gd name="T99" fmla="*/ 14 h 19"/>
              <a:gd name="T100" fmla="*/ 4 w 30"/>
              <a:gd name="T101" fmla="*/ 14 h 19"/>
              <a:gd name="T102" fmla="*/ 3 w 30"/>
              <a:gd name="T103" fmla="*/ 14 h 19"/>
              <a:gd name="T104" fmla="*/ 3 w 30"/>
              <a:gd name="T105" fmla="*/ 15 h 19"/>
              <a:gd name="T106" fmla="*/ 4 w 30"/>
              <a:gd name="T107" fmla="*/ 15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0" h="19">
                <a:moveTo>
                  <a:pt x="2" y="0"/>
                </a:moveTo>
                <a:cubicBezTo>
                  <a:pt x="28" y="0"/>
                  <a:pt x="28" y="0"/>
                  <a:pt x="28" y="0"/>
                </a:cubicBezTo>
                <a:cubicBezTo>
                  <a:pt x="29" y="0"/>
                  <a:pt x="30" y="1"/>
                  <a:pt x="30" y="2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18"/>
                  <a:pt x="29" y="19"/>
                  <a:pt x="28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27" y="7"/>
                </a:moveTo>
                <a:cubicBezTo>
                  <a:pt x="27" y="6"/>
                  <a:pt x="27" y="5"/>
                  <a:pt x="27" y="4"/>
                </a:cubicBezTo>
                <a:cubicBezTo>
                  <a:pt x="27" y="4"/>
                  <a:pt x="27" y="3"/>
                  <a:pt x="27" y="3"/>
                </a:cubicBezTo>
                <a:cubicBezTo>
                  <a:pt x="25" y="3"/>
                  <a:pt x="22" y="3"/>
                  <a:pt x="20" y="3"/>
                </a:cubicBezTo>
                <a:cubicBezTo>
                  <a:pt x="20" y="3"/>
                  <a:pt x="20" y="4"/>
                  <a:pt x="20" y="4"/>
                </a:cubicBezTo>
                <a:cubicBezTo>
                  <a:pt x="20" y="5"/>
                  <a:pt x="20" y="6"/>
                  <a:pt x="20" y="7"/>
                </a:cubicBezTo>
                <a:cubicBezTo>
                  <a:pt x="20" y="7"/>
                  <a:pt x="20" y="7"/>
                  <a:pt x="20" y="7"/>
                </a:cubicBezTo>
                <a:cubicBezTo>
                  <a:pt x="22" y="7"/>
                  <a:pt x="25" y="7"/>
                  <a:pt x="27" y="7"/>
                </a:cubicBezTo>
                <a:cubicBezTo>
                  <a:pt x="27" y="7"/>
                  <a:pt x="27" y="7"/>
                  <a:pt x="27" y="7"/>
                </a:cubicBezTo>
                <a:close/>
                <a:moveTo>
                  <a:pt x="22" y="15"/>
                </a:move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5"/>
                  <a:pt x="22" y="15"/>
                  <a:pt x="22" y="15"/>
                </a:cubicBezTo>
                <a:close/>
                <a:moveTo>
                  <a:pt x="16" y="15"/>
                </a:moveTo>
                <a:cubicBezTo>
                  <a:pt x="20" y="15"/>
                  <a:pt x="20" y="15"/>
                  <a:pt x="20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4"/>
                  <a:pt x="21" y="14"/>
                  <a:pt x="20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lose/>
                <a:moveTo>
                  <a:pt x="10" y="15"/>
                </a:move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5" y="15"/>
                  <a:pt x="15" y="15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4"/>
                  <a:pt x="14" y="14"/>
                  <a:pt x="14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lose/>
                <a:moveTo>
                  <a:pt x="4" y="15"/>
                </a:move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4"/>
                  <a:pt x="3" y="14"/>
                  <a:pt x="3" y="14"/>
                </a:cubicBezTo>
                <a:cubicBezTo>
                  <a:pt x="3" y="15"/>
                  <a:pt x="3" y="15"/>
                  <a:pt x="3" y="15"/>
                </a:cubicBezTo>
                <a:cubicBezTo>
                  <a:pt x="3" y="15"/>
                  <a:pt x="4" y="15"/>
                  <a:pt x="4" y="1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6" name="Freeform 215">
            <a:extLst>
              <a:ext uri="{FF2B5EF4-FFF2-40B4-BE49-F238E27FC236}">
                <a16:creationId xmlns:a16="http://schemas.microsoft.com/office/drawing/2014/main" id="{E95E92EA-BF98-8A30-BC79-10448AD4F25A}"/>
              </a:ext>
            </a:extLst>
          </p:cNvPr>
          <p:cNvSpPr>
            <a:spLocks noEditPoints="1"/>
          </p:cNvSpPr>
          <p:nvPr/>
        </p:nvSpPr>
        <p:spPr bwMode="auto">
          <a:xfrm>
            <a:off x="9942910" y="3782077"/>
            <a:ext cx="345668" cy="238891"/>
          </a:xfrm>
          <a:custGeom>
            <a:avLst/>
            <a:gdLst>
              <a:gd name="T0" fmla="*/ 15 w 36"/>
              <a:gd name="T1" fmla="*/ 25 h 25"/>
              <a:gd name="T2" fmla="*/ 24 w 36"/>
              <a:gd name="T3" fmla="*/ 25 h 25"/>
              <a:gd name="T4" fmla="*/ 29 w 36"/>
              <a:gd name="T5" fmla="*/ 25 h 25"/>
              <a:gd name="T6" fmla="*/ 34 w 36"/>
              <a:gd name="T7" fmla="*/ 5 h 25"/>
              <a:gd name="T8" fmla="*/ 31 w 36"/>
              <a:gd name="T9" fmla="*/ 5 h 25"/>
              <a:gd name="T10" fmla="*/ 12 w 36"/>
              <a:gd name="T11" fmla="*/ 3 h 25"/>
              <a:gd name="T12" fmla="*/ 7 w 36"/>
              <a:gd name="T13" fmla="*/ 5 h 25"/>
              <a:gd name="T14" fmla="*/ 0 w 36"/>
              <a:gd name="T15" fmla="*/ 8 h 25"/>
              <a:gd name="T16" fmla="*/ 9 w 36"/>
              <a:gd name="T17" fmla="*/ 25 h 25"/>
              <a:gd name="T18" fmla="*/ 27 w 36"/>
              <a:gd name="T19" fmla="*/ 12 h 25"/>
              <a:gd name="T20" fmla="*/ 12 w 36"/>
              <a:gd name="T21" fmla="*/ 12 h 25"/>
              <a:gd name="T22" fmla="*/ 19 w 36"/>
              <a:gd name="T23" fmla="*/ 10 h 25"/>
              <a:gd name="T24" fmla="*/ 21 w 36"/>
              <a:gd name="T25" fmla="*/ 12 h 25"/>
              <a:gd name="T26" fmla="*/ 22 w 36"/>
              <a:gd name="T27" fmla="*/ 14 h 25"/>
              <a:gd name="T28" fmla="*/ 21 w 36"/>
              <a:gd name="T29" fmla="*/ 16 h 25"/>
              <a:gd name="T30" fmla="*/ 19 w 36"/>
              <a:gd name="T31" fmla="*/ 16 h 25"/>
              <a:gd name="T32" fmla="*/ 19 w 36"/>
              <a:gd name="T33" fmla="*/ 17 h 25"/>
              <a:gd name="T34" fmla="*/ 18 w 36"/>
              <a:gd name="T35" fmla="*/ 16 h 25"/>
              <a:gd name="T36" fmla="*/ 16 w 36"/>
              <a:gd name="T37" fmla="*/ 15 h 25"/>
              <a:gd name="T38" fmla="*/ 16 w 36"/>
              <a:gd name="T39" fmla="*/ 13 h 25"/>
              <a:gd name="T40" fmla="*/ 17 w 36"/>
              <a:gd name="T41" fmla="*/ 14 h 25"/>
              <a:gd name="T42" fmla="*/ 18 w 36"/>
              <a:gd name="T43" fmla="*/ 15 h 25"/>
              <a:gd name="T44" fmla="*/ 19 w 36"/>
              <a:gd name="T45" fmla="*/ 13 h 25"/>
              <a:gd name="T46" fmla="*/ 17 w 36"/>
              <a:gd name="T47" fmla="*/ 12 h 25"/>
              <a:gd name="T48" fmla="*/ 16 w 36"/>
              <a:gd name="T49" fmla="*/ 10 h 25"/>
              <a:gd name="T50" fmla="*/ 17 w 36"/>
              <a:gd name="T51" fmla="*/ 9 h 25"/>
              <a:gd name="T52" fmla="*/ 19 w 36"/>
              <a:gd name="T53" fmla="*/ 8 h 25"/>
              <a:gd name="T54" fmla="*/ 19 w 36"/>
              <a:gd name="T55" fmla="*/ 8 h 25"/>
              <a:gd name="T56" fmla="*/ 22 w 36"/>
              <a:gd name="T57" fmla="*/ 9 h 25"/>
              <a:gd name="T58" fmla="*/ 21 w 36"/>
              <a:gd name="T59" fmla="*/ 11 h 25"/>
              <a:gd name="T60" fmla="*/ 21 w 36"/>
              <a:gd name="T61" fmla="*/ 10 h 25"/>
              <a:gd name="T62" fmla="*/ 19 w 36"/>
              <a:gd name="T63" fmla="*/ 10 h 25"/>
              <a:gd name="T64" fmla="*/ 19 w 36"/>
              <a:gd name="T65" fmla="*/ 12 h 25"/>
              <a:gd name="T66" fmla="*/ 17 w 36"/>
              <a:gd name="T67" fmla="*/ 10 h 25"/>
              <a:gd name="T68" fmla="*/ 18 w 36"/>
              <a:gd name="T69" fmla="*/ 10 h 25"/>
              <a:gd name="T70" fmla="*/ 19 w 36"/>
              <a:gd name="T71" fmla="*/ 10 h 25"/>
              <a:gd name="T72" fmla="*/ 20 w 36"/>
              <a:gd name="T73" fmla="*/ 13 h 25"/>
              <a:gd name="T74" fmla="*/ 21 w 36"/>
              <a:gd name="T75" fmla="*/ 14 h 25"/>
              <a:gd name="T76" fmla="*/ 20 w 36"/>
              <a:gd name="T77" fmla="*/ 15 h 25"/>
              <a:gd name="T78" fmla="*/ 19 w 36"/>
              <a:gd name="T79" fmla="*/ 13 h 25"/>
              <a:gd name="T80" fmla="*/ 15 w 36"/>
              <a:gd name="T81" fmla="*/ 16 h 25"/>
              <a:gd name="T82" fmla="*/ 15 w 36"/>
              <a:gd name="T83" fmla="*/ 9 h 25"/>
              <a:gd name="T84" fmla="*/ 23 w 36"/>
              <a:gd name="T85" fmla="*/ 9 h 25"/>
              <a:gd name="T86" fmla="*/ 23 w 36"/>
              <a:gd name="T87" fmla="*/ 16 h 25"/>
              <a:gd name="T88" fmla="*/ 23 w 36"/>
              <a:gd name="T89" fmla="*/ 17 h 25"/>
              <a:gd name="T90" fmla="*/ 15 w 36"/>
              <a:gd name="T91" fmla="*/ 17 h 25"/>
              <a:gd name="T92" fmla="*/ 15 w 36"/>
              <a:gd name="T93" fmla="*/ 8 h 25"/>
              <a:gd name="T94" fmla="*/ 23 w 36"/>
              <a:gd name="T95" fmla="*/ 8 h 25"/>
              <a:gd name="T96" fmla="*/ 23 w 36"/>
              <a:gd name="T97" fmla="*/ 17 h 25"/>
              <a:gd name="T98" fmla="*/ 7 w 36"/>
              <a:gd name="T99" fmla="*/ 8 h 25"/>
              <a:gd name="T100" fmla="*/ 5 w 36"/>
              <a:gd name="T101" fmla="*/ 9 h 25"/>
              <a:gd name="T102" fmla="*/ 7 w 36"/>
              <a:gd name="T103" fmla="*/ 8 h 25"/>
              <a:gd name="T104" fmla="*/ 5 w 36"/>
              <a:gd name="T105" fmla="*/ 8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" h="25">
                <a:moveTo>
                  <a:pt x="9" y="25"/>
                </a:move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6" y="22"/>
                  <a:pt x="23" y="22"/>
                  <a:pt x="24" y="25"/>
                </a:cubicBezTo>
                <a:cubicBezTo>
                  <a:pt x="24" y="25"/>
                  <a:pt x="24" y="25"/>
                  <a:pt x="25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31" y="25"/>
                  <a:pt x="36" y="14"/>
                  <a:pt x="32" y="7"/>
                </a:cubicBezTo>
                <a:cubicBezTo>
                  <a:pt x="33" y="7"/>
                  <a:pt x="34" y="6"/>
                  <a:pt x="34" y="5"/>
                </a:cubicBezTo>
                <a:cubicBezTo>
                  <a:pt x="33" y="4"/>
                  <a:pt x="32" y="4"/>
                  <a:pt x="31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28" y="3"/>
                  <a:pt x="24" y="1"/>
                  <a:pt x="18" y="1"/>
                </a:cubicBezTo>
                <a:cubicBezTo>
                  <a:pt x="15" y="1"/>
                  <a:pt x="13" y="2"/>
                  <a:pt x="12" y="3"/>
                </a:cubicBezTo>
                <a:cubicBezTo>
                  <a:pt x="11" y="1"/>
                  <a:pt x="8" y="0"/>
                  <a:pt x="6" y="0"/>
                </a:cubicBezTo>
                <a:cubicBezTo>
                  <a:pt x="7" y="1"/>
                  <a:pt x="7" y="4"/>
                  <a:pt x="7" y="5"/>
                </a:cubicBezTo>
                <a:cubicBezTo>
                  <a:pt x="7" y="5"/>
                  <a:pt x="7" y="5"/>
                  <a:pt x="7" y="5"/>
                </a:cubicBezTo>
                <a:cubicBezTo>
                  <a:pt x="5" y="7"/>
                  <a:pt x="3" y="9"/>
                  <a:pt x="0" y="8"/>
                </a:cubicBezTo>
                <a:cubicBezTo>
                  <a:pt x="1" y="14"/>
                  <a:pt x="1" y="14"/>
                  <a:pt x="1" y="14"/>
                </a:cubicBezTo>
                <a:cubicBezTo>
                  <a:pt x="5" y="16"/>
                  <a:pt x="7" y="25"/>
                  <a:pt x="9" y="25"/>
                </a:cubicBezTo>
                <a:close/>
                <a:moveTo>
                  <a:pt x="19" y="5"/>
                </a:moveTo>
                <a:cubicBezTo>
                  <a:pt x="23" y="5"/>
                  <a:pt x="27" y="8"/>
                  <a:pt x="27" y="12"/>
                </a:cubicBezTo>
                <a:cubicBezTo>
                  <a:pt x="27" y="16"/>
                  <a:pt x="23" y="20"/>
                  <a:pt x="19" y="20"/>
                </a:cubicBezTo>
                <a:cubicBezTo>
                  <a:pt x="15" y="20"/>
                  <a:pt x="12" y="16"/>
                  <a:pt x="12" y="12"/>
                </a:cubicBezTo>
                <a:cubicBezTo>
                  <a:pt x="12" y="8"/>
                  <a:pt x="15" y="5"/>
                  <a:pt x="19" y="5"/>
                </a:cubicBezTo>
                <a:close/>
                <a:moveTo>
                  <a:pt x="19" y="10"/>
                </a:moveTo>
                <a:cubicBezTo>
                  <a:pt x="19" y="12"/>
                  <a:pt x="19" y="12"/>
                  <a:pt x="19" y="12"/>
                </a:cubicBezTo>
                <a:cubicBezTo>
                  <a:pt x="20" y="12"/>
                  <a:pt x="21" y="12"/>
                  <a:pt x="21" y="12"/>
                </a:cubicBezTo>
                <a:cubicBezTo>
                  <a:pt x="21" y="12"/>
                  <a:pt x="22" y="12"/>
                  <a:pt x="22" y="12"/>
                </a:cubicBezTo>
                <a:cubicBezTo>
                  <a:pt x="22" y="13"/>
                  <a:pt x="22" y="13"/>
                  <a:pt x="22" y="14"/>
                </a:cubicBezTo>
                <a:cubicBezTo>
                  <a:pt x="22" y="14"/>
                  <a:pt x="22" y="15"/>
                  <a:pt x="22" y="15"/>
                </a:cubicBezTo>
                <a:cubicBezTo>
                  <a:pt x="22" y="15"/>
                  <a:pt x="21" y="15"/>
                  <a:pt x="21" y="16"/>
                </a:cubicBezTo>
                <a:cubicBezTo>
                  <a:pt x="21" y="16"/>
                  <a:pt x="20" y="16"/>
                  <a:pt x="20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6"/>
                  <a:pt x="19" y="16"/>
                  <a:pt x="19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7" y="16"/>
                  <a:pt x="17" y="16"/>
                  <a:pt x="17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3"/>
                  <a:pt x="16" y="13"/>
                  <a:pt x="16" y="13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4"/>
                  <a:pt x="17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5"/>
                  <a:pt x="19" y="15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3"/>
                  <a:pt x="18" y="13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1"/>
                  <a:pt x="16" y="11"/>
                  <a:pt x="16" y="10"/>
                </a:cubicBezTo>
                <a:cubicBezTo>
                  <a:pt x="16" y="10"/>
                  <a:pt x="16" y="10"/>
                  <a:pt x="16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8" y="8"/>
                  <a:pt x="18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20" y="8"/>
                  <a:pt x="21" y="9"/>
                  <a:pt x="21" y="9"/>
                </a:cubicBezTo>
                <a:cubicBezTo>
                  <a:pt x="21" y="9"/>
                  <a:pt x="22" y="9"/>
                  <a:pt x="22" y="9"/>
                </a:cubicBezTo>
                <a:cubicBezTo>
                  <a:pt x="22" y="10"/>
                  <a:pt x="22" y="10"/>
                  <a:pt x="22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19" y="10"/>
                  <a:pt x="19" y="10"/>
                  <a:pt x="19" y="10"/>
                </a:cubicBezTo>
                <a:close/>
                <a:moveTo>
                  <a:pt x="19" y="10"/>
                </a:moveTo>
                <a:cubicBezTo>
                  <a:pt x="19" y="12"/>
                  <a:pt x="19" y="12"/>
                  <a:pt x="19" y="12"/>
                </a:cubicBezTo>
                <a:cubicBezTo>
                  <a:pt x="18" y="12"/>
                  <a:pt x="18" y="11"/>
                  <a:pt x="18" y="11"/>
                </a:cubicBezTo>
                <a:cubicBezTo>
                  <a:pt x="17" y="11"/>
                  <a:pt x="17" y="11"/>
                  <a:pt x="1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0"/>
                  <a:pt x="19" y="10"/>
                  <a:pt x="19" y="10"/>
                </a:cubicBezTo>
                <a:close/>
                <a:moveTo>
                  <a:pt x="19" y="13"/>
                </a:move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1" y="13"/>
                  <a:pt x="21" y="13"/>
                </a:cubicBezTo>
                <a:cubicBezTo>
                  <a:pt x="21" y="13"/>
                  <a:pt x="21" y="13"/>
                  <a:pt x="21" y="14"/>
                </a:cubicBezTo>
                <a:cubicBezTo>
                  <a:pt x="21" y="14"/>
                  <a:pt x="21" y="14"/>
                  <a:pt x="21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3"/>
                  <a:pt x="19" y="13"/>
                  <a:pt x="19" y="13"/>
                </a:cubicBezTo>
                <a:close/>
                <a:moveTo>
                  <a:pt x="19" y="17"/>
                </a:moveTo>
                <a:cubicBezTo>
                  <a:pt x="18" y="17"/>
                  <a:pt x="16" y="17"/>
                  <a:pt x="15" y="16"/>
                </a:cubicBezTo>
                <a:cubicBezTo>
                  <a:pt x="14" y="15"/>
                  <a:pt x="14" y="14"/>
                  <a:pt x="14" y="12"/>
                </a:cubicBezTo>
                <a:cubicBezTo>
                  <a:pt x="14" y="11"/>
                  <a:pt x="14" y="9"/>
                  <a:pt x="15" y="9"/>
                </a:cubicBezTo>
                <a:cubicBezTo>
                  <a:pt x="16" y="8"/>
                  <a:pt x="18" y="7"/>
                  <a:pt x="19" y="7"/>
                </a:cubicBezTo>
                <a:cubicBezTo>
                  <a:pt x="20" y="7"/>
                  <a:pt x="22" y="8"/>
                  <a:pt x="23" y="9"/>
                </a:cubicBezTo>
                <a:cubicBezTo>
                  <a:pt x="24" y="9"/>
                  <a:pt x="24" y="11"/>
                  <a:pt x="24" y="12"/>
                </a:cubicBezTo>
                <a:cubicBezTo>
                  <a:pt x="24" y="14"/>
                  <a:pt x="24" y="15"/>
                  <a:pt x="23" y="16"/>
                </a:cubicBezTo>
                <a:cubicBezTo>
                  <a:pt x="22" y="17"/>
                  <a:pt x="20" y="17"/>
                  <a:pt x="19" y="17"/>
                </a:cubicBezTo>
                <a:close/>
                <a:moveTo>
                  <a:pt x="23" y="17"/>
                </a:moveTo>
                <a:cubicBezTo>
                  <a:pt x="22" y="18"/>
                  <a:pt x="21" y="18"/>
                  <a:pt x="19" y="18"/>
                </a:cubicBezTo>
                <a:cubicBezTo>
                  <a:pt x="17" y="18"/>
                  <a:pt x="16" y="18"/>
                  <a:pt x="15" y="17"/>
                </a:cubicBezTo>
                <a:cubicBezTo>
                  <a:pt x="13" y="15"/>
                  <a:pt x="13" y="14"/>
                  <a:pt x="13" y="12"/>
                </a:cubicBezTo>
                <a:cubicBezTo>
                  <a:pt x="13" y="10"/>
                  <a:pt x="13" y="9"/>
                  <a:pt x="15" y="8"/>
                </a:cubicBezTo>
                <a:cubicBezTo>
                  <a:pt x="16" y="7"/>
                  <a:pt x="17" y="6"/>
                  <a:pt x="19" y="6"/>
                </a:cubicBezTo>
                <a:cubicBezTo>
                  <a:pt x="21" y="6"/>
                  <a:pt x="22" y="7"/>
                  <a:pt x="23" y="8"/>
                </a:cubicBezTo>
                <a:cubicBezTo>
                  <a:pt x="25" y="9"/>
                  <a:pt x="25" y="10"/>
                  <a:pt x="25" y="12"/>
                </a:cubicBezTo>
                <a:cubicBezTo>
                  <a:pt x="25" y="14"/>
                  <a:pt x="25" y="15"/>
                  <a:pt x="23" y="17"/>
                </a:cubicBezTo>
                <a:close/>
                <a:moveTo>
                  <a:pt x="6" y="7"/>
                </a:moveTo>
                <a:cubicBezTo>
                  <a:pt x="7" y="7"/>
                  <a:pt x="7" y="8"/>
                  <a:pt x="7" y="8"/>
                </a:cubicBezTo>
                <a:cubicBezTo>
                  <a:pt x="7" y="9"/>
                  <a:pt x="7" y="10"/>
                  <a:pt x="6" y="10"/>
                </a:cubicBezTo>
                <a:cubicBezTo>
                  <a:pt x="6" y="10"/>
                  <a:pt x="6" y="9"/>
                  <a:pt x="5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9"/>
                  <a:pt x="7" y="9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6" y="8"/>
                  <a:pt x="6" y="7"/>
                  <a:pt x="6" y="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8" name="Freeform 216">
            <a:extLst>
              <a:ext uri="{FF2B5EF4-FFF2-40B4-BE49-F238E27FC236}">
                <a16:creationId xmlns:a16="http://schemas.microsoft.com/office/drawing/2014/main" id="{05B21027-E24F-258D-8C7E-8EBC81B432C8}"/>
              </a:ext>
            </a:extLst>
          </p:cNvPr>
          <p:cNvSpPr>
            <a:spLocks noEditPoints="1"/>
          </p:cNvSpPr>
          <p:nvPr/>
        </p:nvSpPr>
        <p:spPr bwMode="auto">
          <a:xfrm>
            <a:off x="9347491" y="3782077"/>
            <a:ext cx="278706" cy="238891"/>
          </a:xfrm>
          <a:custGeom>
            <a:avLst/>
            <a:gdLst>
              <a:gd name="T0" fmla="*/ 29 w 29"/>
              <a:gd name="T1" fmla="*/ 21 h 25"/>
              <a:gd name="T2" fmla="*/ 2 w 29"/>
              <a:gd name="T3" fmla="*/ 23 h 25"/>
              <a:gd name="T4" fmla="*/ 0 w 29"/>
              <a:gd name="T5" fmla="*/ 2 h 25"/>
              <a:gd name="T6" fmla="*/ 27 w 29"/>
              <a:gd name="T7" fmla="*/ 0 h 25"/>
              <a:gd name="T8" fmla="*/ 16 w 29"/>
              <a:gd name="T9" fmla="*/ 8 h 25"/>
              <a:gd name="T10" fmla="*/ 16 w 29"/>
              <a:gd name="T11" fmla="*/ 6 h 25"/>
              <a:gd name="T12" fmla="*/ 15 w 29"/>
              <a:gd name="T13" fmla="*/ 6 h 25"/>
              <a:gd name="T14" fmla="*/ 13 w 29"/>
              <a:gd name="T15" fmla="*/ 7 h 25"/>
              <a:gd name="T16" fmla="*/ 13 w 29"/>
              <a:gd name="T17" fmla="*/ 16 h 25"/>
              <a:gd name="T18" fmla="*/ 16 w 29"/>
              <a:gd name="T19" fmla="*/ 8 h 25"/>
              <a:gd name="T20" fmla="*/ 22 w 29"/>
              <a:gd name="T21" fmla="*/ 25 h 25"/>
              <a:gd name="T22" fmla="*/ 24 w 29"/>
              <a:gd name="T23" fmla="*/ 25 h 25"/>
              <a:gd name="T24" fmla="*/ 25 w 29"/>
              <a:gd name="T25" fmla="*/ 24 h 25"/>
              <a:gd name="T26" fmla="*/ 4 w 29"/>
              <a:gd name="T27" fmla="*/ 24 h 25"/>
              <a:gd name="T28" fmla="*/ 5 w 29"/>
              <a:gd name="T29" fmla="*/ 25 h 25"/>
              <a:gd name="T30" fmla="*/ 8 w 29"/>
              <a:gd name="T31" fmla="*/ 25 h 25"/>
              <a:gd name="T32" fmla="*/ 4 w 29"/>
              <a:gd name="T33" fmla="*/ 24 h 25"/>
              <a:gd name="T34" fmla="*/ 27 w 29"/>
              <a:gd name="T35" fmla="*/ 8 h 25"/>
              <a:gd name="T36" fmla="*/ 25 w 29"/>
              <a:gd name="T37" fmla="*/ 7 h 25"/>
              <a:gd name="T38" fmla="*/ 25 w 29"/>
              <a:gd name="T39" fmla="*/ 15 h 25"/>
              <a:gd name="T40" fmla="*/ 26 w 29"/>
              <a:gd name="T41" fmla="*/ 16 h 25"/>
              <a:gd name="T42" fmla="*/ 14 w 29"/>
              <a:gd name="T43" fmla="*/ 5 h 25"/>
              <a:gd name="T44" fmla="*/ 13 w 29"/>
              <a:gd name="T45" fmla="*/ 6 h 25"/>
              <a:gd name="T46" fmla="*/ 13 w 29"/>
              <a:gd name="T47" fmla="*/ 6 h 25"/>
              <a:gd name="T48" fmla="*/ 9 w 29"/>
              <a:gd name="T49" fmla="*/ 7 h 25"/>
              <a:gd name="T50" fmla="*/ 10 w 29"/>
              <a:gd name="T51" fmla="*/ 8 h 25"/>
              <a:gd name="T52" fmla="*/ 9 w 29"/>
              <a:gd name="T53" fmla="*/ 8 h 25"/>
              <a:gd name="T54" fmla="*/ 7 w 29"/>
              <a:gd name="T55" fmla="*/ 11 h 25"/>
              <a:gd name="T56" fmla="*/ 8 w 29"/>
              <a:gd name="T57" fmla="*/ 12 h 25"/>
              <a:gd name="T58" fmla="*/ 8 w 29"/>
              <a:gd name="T59" fmla="*/ 12 h 25"/>
              <a:gd name="T60" fmla="*/ 8 w 29"/>
              <a:gd name="T61" fmla="*/ 16 h 25"/>
              <a:gd name="T62" fmla="*/ 10 w 29"/>
              <a:gd name="T63" fmla="*/ 15 h 25"/>
              <a:gd name="T64" fmla="*/ 10 w 29"/>
              <a:gd name="T65" fmla="*/ 16 h 25"/>
              <a:gd name="T66" fmla="*/ 13 w 29"/>
              <a:gd name="T67" fmla="*/ 18 h 25"/>
              <a:gd name="T68" fmla="*/ 13 w 29"/>
              <a:gd name="T69" fmla="*/ 17 h 25"/>
              <a:gd name="T70" fmla="*/ 14 w 29"/>
              <a:gd name="T71" fmla="*/ 17 h 25"/>
              <a:gd name="T72" fmla="*/ 18 w 29"/>
              <a:gd name="T73" fmla="*/ 17 h 25"/>
              <a:gd name="T74" fmla="*/ 17 w 29"/>
              <a:gd name="T75" fmla="*/ 15 h 25"/>
              <a:gd name="T76" fmla="*/ 18 w 29"/>
              <a:gd name="T77" fmla="*/ 15 h 25"/>
              <a:gd name="T78" fmla="*/ 20 w 29"/>
              <a:gd name="T79" fmla="*/ 12 h 25"/>
              <a:gd name="T80" fmla="*/ 18 w 29"/>
              <a:gd name="T81" fmla="*/ 12 h 25"/>
              <a:gd name="T82" fmla="*/ 19 w 29"/>
              <a:gd name="T83" fmla="*/ 11 h 25"/>
              <a:gd name="T84" fmla="*/ 18 w 29"/>
              <a:gd name="T85" fmla="*/ 7 h 25"/>
              <a:gd name="T86" fmla="*/ 17 w 29"/>
              <a:gd name="T87" fmla="*/ 8 h 25"/>
              <a:gd name="T88" fmla="*/ 17 w 29"/>
              <a:gd name="T89" fmla="*/ 7 h 25"/>
              <a:gd name="T90" fmla="*/ 14 w 29"/>
              <a:gd name="T91" fmla="*/ 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9" h="25">
                <a:moveTo>
                  <a:pt x="29" y="2"/>
                </a:moveTo>
                <a:cubicBezTo>
                  <a:pt x="29" y="14"/>
                  <a:pt x="29" y="8"/>
                  <a:pt x="29" y="21"/>
                </a:cubicBezTo>
                <a:cubicBezTo>
                  <a:pt x="29" y="22"/>
                  <a:pt x="28" y="23"/>
                  <a:pt x="27" y="23"/>
                </a:cubicBezTo>
                <a:cubicBezTo>
                  <a:pt x="22" y="23"/>
                  <a:pt x="7" y="23"/>
                  <a:pt x="2" y="23"/>
                </a:cubicBezTo>
                <a:cubicBezTo>
                  <a:pt x="1" y="23"/>
                  <a:pt x="0" y="22"/>
                  <a:pt x="0" y="2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7" y="0"/>
                  <a:pt x="22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lose/>
                <a:moveTo>
                  <a:pt x="16" y="8"/>
                </a:move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6" y="6"/>
                  <a:pt x="16" y="6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6"/>
                  <a:pt x="15" y="6"/>
                  <a:pt x="15" y="6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7"/>
                  <a:pt x="13" y="7"/>
                </a:cubicBezTo>
                <a:cubicBezTo>
                  <a:pt x="11" y="7"/>
                  <a:pt x="9" y="9"/>
                  <a:pt x="9" y="12"/>
                </a:cubicBezTo>
                <a:cubicBezTo>
                  <a:pt x="9" y="14"/>
                  <a:pt x="11" y="16"/>
                  <a:pt x="13" y="16"/>
                </a:cubicBezTo>
                <a:cubicBezTo>
                  <a:pt x="16" y="16"/>
                  <a:pt x="18" y="14"/>
                  <a:pt x="18" y="12"/>
                </a:cubicBezTo>
                <a:cubicBezTo>
                  <a:pt x="18" y="10"/>
                  <a:pt x="17" y="9"/>
                  <a:pt x="16" y="8"/>
                </a:cubicBezTo>
                <a:close/>
                <a:moveTo>
                  <a:pt x="22" y="24"/>
                </a:move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4" y="25"/>
                  <a:pt x="24" y="25"/>
                  <a:pt x="24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5" y="24"/>
                  <a:pt x="25" y="24"/>
                  <a:pt x="25" y="24"/>
                </a:cubicBezTo>
                <a:cubicBezTo>
                  <a:pt x="22" y="24"/>
                  <a:pt x="22" y="24"/>
                  <a:pt x="22" y="24"/>
                </a:cubicBezTo>
                <a:close/>
                <a:moveTo>
                  <a:pt x="4" y="24"/>
                </a:moveTo>
                <a:cubicBezTo>
                  <a:pt x="4" y="25"/>
                  <a:pt x="4" y="25"/>
                  <a:pt x="4" y="25"/>
                </a:cubicBezTo>
                <a:cubicBezTo>
                  <a:pt x="4" y="25"/>
                  <a:pt x="5" y="25"/>
                  <a:pt x="5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8" y="25"/>
                  <a:pt x="8" y="25"/>
                </a:cubicBezTo>
                <a:cubicBezTo>
                  <a:pt x="8" y="24"/>
                  <a:pt x="8" y="24"/>
                  <a:pt x="8" y="24"/>
                </a:cubicBezTo>
                <a:cubicBezTo>
                  <a:pt x="4" y="24"/>
                  <a:pt x="4" y="24"/>
                  <a:pt x="4" y="24"/>
                </a:cubicBezTo>
                <a:close/>
                <a:moveTo>
                  <a:pt x="27" y="15"/>
                </a:moveTo>
                <a:cubicBezTo>
                  <a:pt x="27" y="8"/>
                  <a:pt x="27" y="8"/>
                  <a:pt x="27" y="8"/>
                </a:cubicBezTo>
                <a:cubicBezTo>
                  <a:pt x="27" y="7"/>
                  <a:pt x="27" y="7"/>
                  <a:pt x="26" y="7"/>
                </a:cubicBezTo>
                <a:cubicBezTo>
                  <a:pt x="26" y="7"/>
                  <a:pt x="25" y="7"/>
                  <a:pt x="25" y="7"/>
                </a:cubicBezTo>
                <a:cubicBezTo>
                  <a:pt x="25" y="7"/>
                  <a:pt x="25" y="7"/>
                  <a:pt x="25" y="8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6"/>
                  <a:pt x="25" y="16"/>
                  <a:pt x="25" y="16"/>
                </a:cubicBezTo>
                <a:cubicBezTo>
                  <a:pt x="25" y="16"/>
                  <a:pt x="26" y="16"/>
                  <a:pt x="26" y="16"/>
                </a:cubicBezTo>
                <a:cubicBezTo>
                  <a:pt x="27" y="16"/>
                  <a:pt x="27" y="16"/>
                  <a:pt x="27" y="15"/>
                </a:cubicBezTo>
                <a:close/>
                <a:moveTo>
                  <a:pt x="14" y="5"/>
                </a:moveTo>
                <a:cubicBezTo>
                  <a:pt x="14" y="6"/>
                  <a:pt x="14" y="6"/>
                  <a:pt x="14" y="6"/>
                </a:cubicBezTo>
                <a:cubicBezTo>
                  <a:pt x="14" y="6"/>
                  <a:pt x="14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5"/>
                  <a:pt x="13" y="5"/>
                  <a:pt x="13" y="5"/>
                </a:cubicBezTo>
                <a:cubicBezTo>
                  <a:pt x="11" y="5"/>
                  <a:pt x="10" y="6"/>
                  <a:pt x="9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7"/>
                  <a:pt x="10" y="8"/>
                  <a:pt x="10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9" y="8"/>
                  <a:pt x="9" y="8"/>
                  <a:pt x="9" y="8"/>
                </a:cubicBezTo>
                <a:cubicBezTo>
                  <a:pt x="8" y="7"/>
                  <a:pt x="8" y="7"/>
                  <a:pt x="8" y="7"/>
                </a:cubicBezTo>
                <a:cubicBezTo>
                  <a:pt x="7" y="8"/>
                  <a:pt x="7" y="10"/>
                  <a:pt x="7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3"/>
                  <a:pt x="7" y="15"/>
                  <a:pt x="8" y="16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6"/>
                  <a:pt x="10" y="16"/>
                </a:cubicBezTo>
                <a:cubicBezTo>
                  <a:pt x="9" y="17"/>
                  <a:pt x="9" y="17"/>
                  <a:pt x="9" y="17"/>
                </a:cubicBezTo>
                <a:cubicBezTo>
                  <a:pt x="10" y="17"/>
                  <a:pt x="11" y="18"/>
                  <a:pt x="13" y="18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8"/>
                  <a:pt x="14" y="18"/>
                  <a:pt x="14" y="18"/>
                </a:cubicBezTo>
                <a:cubicBezTo>
                  <a:pt x="15" y="18"/>
                  <a:pt x="17" y="17"/>
                  <a:pt x="18" y="17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7" y="15"/>
                  <a:pt x="18" y="15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5"/>
                  <a:pt x="20" y="13"/>
                  <a:pt x="20" y="12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2"/>
                  <a:pt x="18" y="12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1"/>
                  <a:pt x="19" y="11"/>
                  <a:pt x="19" y="11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19" y="8"/>
                  <a:pt x="18" y="7"/>
                </a:cubicBezTo>
                <a:cubicBezTo>
                  <a:pt x="18" y="8"/>
                  <a:pt x="18" y="8"/>
                  <a:pt x="18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7"/>
                  <a:pt x="17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7" y="6"/>
                  <a:pt x="15" y="5"/>
                  <a:pt x="14" y="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0" name="Freeform 217">
            <a:extLst>
              <a:ext uri="{FF2B5EF4-FFF2-40B4-BE49-F238E27FC236}">
                <a16:creationId xmlns:a16="http://schemas.microsoft.com/office/drawing/2014/main" id="{9606B934-2849-B706-626A-2F5D11AEBE63}"/>
              </a:ext>
            </a:extLst>
          </p:cNvPr>
          <p:cNvSpPr>
            <a:spLocks noEditPoints="1"/>
          </p:cNvSpPr>
          <p:nvPr/>
        </p:nvSpPr>
        <p:spPr bwMode="auto">
          <a:xfrm>
            <a:off x="1295784" y="4386543"/>
            <a:ext cx="278706" cy="278706"/>
          </a:xfrm>
          <a:custGeom>
            <a:avLst/>
            <a:gdLst>
              <a:gd name="T0" fmla="*/ 14 w 29"/>
              <a:gd name="T1" fmla="*/ 0 h 29"/>
              <a:gd name="T2" fmla="*/ 0 w 29"/>
              <a:gd name="T3" fmla="*/ 15 h 29"/>
              <a:gd name="T4" fmla="*/ 14 w 29"/>
              <a:gd name="T5" fmla="*/ 29 h 29"/>
              <a:gd name="T6" fmla="*/ 29 w 29"/>
              <a:gd name="T7" fmla="*/ 15 h 29"/>
              <a:gd name="T8" fmla="*/ 14 w 29"/>
              <a:gd name="T9" fmla="*/ 0 h 29"/>
              <a:gd name="T10" fmla="*/ 15 w 29"/>
              <a:gd name="T11" fmla="*/ 14 h 29"/>
              <a:gd name="T12" fmla="*/ 15 w 29"/>
              <a:gd name="T13" fmla="*/ 16 h 29"/>
              <a:gd name="T14" fmla="*/ 12 w 29"/>
              <a:gd name="T15" fmla="*/ 16 h 29"/>
              <a:gd name="T16" fmla="*/ 12 w 29"/>
              <a:gd name="T17" fmla="*/ 17 h 29"/>
              <a:gd name="T18" fmla="*/ 12 w 29"/>
              <a:gd name="T19" fmla="*/ 18 h 29"/>
              <a:gd name="T20" fmla="*/ 11 w 29"/>
              <a:gd name="T21" fmla="*/ 19 h 29"/>
              <a:gd name="T22" fmla="*/ 19 w 29"/>
              <a:gd name="T23" fmla="*/ 19 h 29"/>
              <a:gd name="T24" fmla="*/ 19 w 29"/>
              <a:gd name="T25" fmla="*/ 21 h 29"/>
              <a:gd name="T26" fmla="*/ 9 w 29"/>
              <a:gd name="T27" fmla="*/ 21 h 29"/>
              <a:gd name="T28" fmla="*/ 9 w 29"/>
              <a:gd name="T29" fmla="*/ 19 h 29"/>
              <a:gd name="T30" fmla="*/ 9 w 29"/>
              <a:gd name="T31" fmla="*/ 18 h 29"/>
              <a:gd name="T32" fmla="*/ 10 w 29"/>
              <a:gd name="T33" fmla="*/ 17 h 29"/>
              <a:gd name="T34" fmla="*/ 10 w 29"/>
              <a:gd name="T35" fmla="*/ 16 h 29"/>
              <a:gd name="T36" fmla="*/ 8 w 29"/>
              <a:gd name="T37" fmla="*/ 16 h 29"/>
              <a:gd name="T38" fmla="*/ 8 w 29"/>
              <a:gd name="T39" fmla="*/ 14 h 29"/>
              <a:gd name="T40" fmla="*/ 10 w 29"/>
              <a:gd name="T41" fmla="*/ 14 h 29"/>
              <a:gd name="T42" fmla="*/ 10 w 29"/>
              <a:gd name="T43" fmla="*/ 12 h 29"/>
              <a:gd name="T44" fmla="*/ 10 w 29"/>
              <a:gd name="T45" fmla="*/ 10 h 29"/>
              <a:gd name="T46" fmla="*/ 11 w 29"/>
              <a:gd name="T47" fmla="*/ 9 h 29"/>
              <a:gd name="T48" fmla="*/ 14 w 29"/>
              <a:gd name="T49" fmla="*/ 8 h 29"/>
              <a:gd name="T50" fmla="*/ 16 w 29"/>
              <a:gd name="T51" fmla="*/ 8 h 29"/>
              <a:gd name="T52" fmla="*/ 17 w 29"/>
              <a:gd name="T53" fmla="*/ 9 h 29"/>
              <a:gd name="T54" fmla="*/ 18 w 29"/>
              <a:gd name="T55" fmla="*/ 10 h 29"/>
              <a:gd name="T56" fmla="*/ 18 w 29"/>
              <a:gd name="T57" fmla="*/ 12 h 29"/>
              <a:gd name="T58" fmla="*/ 16 w 29"/>
              <a:gd name="T59" fmla="*/ 12 h 29"/>
              <a:gd name="T60" fmla="*/ 16 w 29"/>
              <a:gd name="T61" fmla="*/ 11 h 29"/>
              <a:gd name="T62" fmla="*/ 15 w 29"/>
              <a:gd name="T63" fmla="*/ 10 h 29"/>
              <a:gd name="T64" fmla="*/ 14 w 29"/>
              <a:gd name="T65" fmla="*/ 10 h 29"/>
              <a:gd name="T66" fmla="*/ 14 w 29"/>
              <a:gd name="T67" fmla="*/ 10 h 29"/>
              <a:gd name="T68" fmla="*/ 13 w 29"/>
              <a:gd name="T69" fmla="*/ 10 h 29"/>
              <a:gd name="T70" fmla="*/ 12 w 29"/>
              <a:gd name="T71" fmla="*/ 11 h 29"/>
              <a:gd name="T72" fmla="*/ 12 w 29"/>
              <a:gd name="T73" fmla="*/ 12 h 29"/>
              <a:gd name="T74" fmla="*/ 12 w 29"/>
              <a:gd name="T75" fmla="*/ 14 h 29"/>
              <a:gd name="T76" fmla="*/ 15 w 29"/>
              <a:gd name="T77" fmla="*/ 14 h 29"/>
              <a:gd name="T78" fmla="*/ 14 w 29"/>
              <a:gd name="T79" fmla="*/ 4 h 29"/>
              <a:gd name="T80" fmla="*/ 25 w 29"/>
              <a:gd name="T81" fmla="*/ 15 h 29"/>
              <a:gd name="T82" fmla="*/ 14 w 29"/>
              <a:gd name="T83" fmla="*/ 26 h 29"/>
              <a:gd name="T84" fmla="*/ 3 w 29"/>
              <a:gd name="T85" fmla="*/ 15 h 29"/>
              <a:gd name="T86" fmla="*/ 14 w 29"/>
              <a:gd name="T87" fmla="*/ 4 h 29"/>
              <a:gd name="T88" fmla="*/ 14 w 29"/>
              <a:gd name="T89" fmla="*/ 2 h 29"/>
              <a:gd name="T90" fmla="*/ 27 w 29"/>
              <a:gd name="T91" fmla="*/ 15 h 29"/>
              <a:gd name="T92" fmla="*/ 14 w 29"/>
              <a:gd name="T93" fmla="*/ 27 h 29"/>
              <a:gd name="T94" fmla="*/ 2 w 29"/>
              <a:gd name="T95" fmla="*/ 15 h 29"/>
              <a:gd name="T96" fmla="*/ 14 w 29"/>
              <a:gd name="T97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9" h="29">
                <a:moveTo>
                  <a:pt x="14" y="0"/>
                </a:moveTo>
                <a:cubicBezTo>
                  <a:pt x="6" y="0"/>
                  <a:pt x="0" y="7"/>
                  <a:pt x="0" y="15"/>
                </a:cubicBezTo>
                <a:cubicBezTo>
                  <a:pt x="0" y="23"/>
                  <a:pt x="6" y="29"/>
                  <a:pt x="14" y="29"/>
                </a:cubicBezTo>
                <a:cubicBezTo>
                  <a:pt x="22" y="29"/>
                  <a:pt x="29" y="23"/>
                  <a:pt x="29" y="15"/>
                </a:cubicBezTo>
                <a:cubicBezTo>
                  <a:pt x="29" y="7"/>
                  <a:pt x="22" y="0"/>
                  <a:pt x="14" y="0"/>
                </a:cubicBezTo>
                <a:close/>
                <a:moveTo>
                  <a:pt x="15" y="14"/>
                </a:moveTo>
                <a:cubicBezTo>
                  <a:pt x="15" y="16"/>
                  <a:pt x="15" y="16"/>
                  <a:pt x="15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6"/>
                  <a:pt x="12" y="17"/>
                  <a:pt x="12" y="17"/>
                </a:cubicBezTo>
                <a:cubicBezTo>
                  <a:pt x="12" y="17"/>
                  <a:pt x="12" y="18"/>
                  <a:pt x="12" y="18"/>
                </a:cubicBezTo>
                <a:cubicBezTo>
                  <a:pt x="12" y="18"/>
                  <a:pt x="11" y="18"/>
                  <a:pt x="11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21"/>
                  <a:pt x="19" y="21"/>
                  <a:pt x="1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9" y="18"/>
                </a:cubicBezTo>
                <a:cubicBezTo>
                  <a:pt x="10" y="18"/>
                  <a:pt x="10" y="17"/>
                  <a:pt x="10" y="17"/>
                </a:cubicBezTo>
                <a:cubicBezTo>
                  <a:pt x="10" y="16"/>
                  <a:pt x="10" y="16"/>
                  <a:pt x="10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4"/>
                  <a:pt x="8" y="14"/>
                  <a:pt x="8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1"/>
                  <a:pt x="10" y="10"/>
                  <a:pt x="10" y="10"/>
                </a:cubicBezTo>
                <a:cubicBezTo>
                  <a:pt x="10" y="9"/>
                  <a:pt x="11" y="9"/>
                  <a:pt x="11" y="9"/>
                </a:cubicBezTo>
                <a:cubicBezTo>
                  <a:pt x="12" y="8"/>
                  <a:pt x="13" y="8"/>
                  <a:pt x="14" y="8"/>
                </a:cubicBezTo>
                <a:cubicBezTo>
                  <a:pt x="15" y="8"/>
                  <a:pt x="16" y="8"/>
                  <a:pt x="16" y="8"/>
                </a:cubicBezTo>
                <a:cubicBezTo>
                  <a:pt x="17" y="8"/>
                  <a:pt x="17" y="9"/>
                  <a:pt x="17" y="9"/>
                </a:cubicBezTo>
                <a:cubicBezTo>
                  <a:pt x="18" y="9"/>
                  <a:pt x="18" y="10"/>
                  <a:pt x="18" y="10"/>
                </a:cubicBezTo>
                <a:cubicBezTo>
                  <a:pt x="18" y="11"/>
                  <a:pt x="18" y="11"/>
                  <a:pt x="18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6" y="11"/>
                  <a:pt x="16" y="11"/>
                </a:cubicBezTo>
                <a:cubicBezTo>
                  <a:pt x="16" y="11"/>
                  <a:pt x="16" y="10"/>
                  <a:pt x="15" y="10"/>
                </a:cubicBezTo>
                <a:cubicBezTo>
                  <a:pt x="15" y="10"/>
                  <a:pt x="15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1"/>
                  <a:pt x="12" y="11"/>
                </a:cubicBezTo>
                <a:cubicBezTo>
                  <a:pt x="12" y="11"/>
                  <a:pt x="12" y="12"/>
                  <a:pt x="12" y="12"/>
                </a:cubicBezTo>
                <a:cubicBezTo>
                  <a:pt x="12" y="14"/>
                  <a:pt x="12" y="14"/>
                  <a:pt x="12" y="14"/>
                </a:cubicBezTo>
                <a:cubicBezTo>
                  <a:pt x="15" y="14"/>
                  <a:pt x="15" y="14"/>
                  <a:pt x="15" y="14"/>
                </a:cubicBezTo>
                <a:close/>
                <a:moveTo>
                  <a:pt x="14" y="4"/>
                </a:moveTo>
                <a:cubicBezTo>
                  <a:pt x="20" y="4"/>
                  <a:pt x="25" y="8"/>
                  <a:pt x="25" y="15"/>
                </a:cubicBezTo>
                <a:cubicBezTo>
                  <a:pt x="25" y="21"/>
                  <a:pt x="20" y="26"/>
                  <a:pt x="14" y="26"/>
                </a:cubicBezTo>
                <a:cubicBezTo>
                  <a:pt x="8" y="26"/>
                  <a:pt x="3" y="21"/>
                  <a:pt x="3" y="15"/>
                </a:cubicBezTo>
                <a:cubicBezTo>
                  <a:pt x="3" y="8"/>
                  <a:pt x="8" y="4"/>
                  <a:pt x="14" y="4"/>
                </a:cubicBezTo>
                <a:close/>
                <a:moveTo>
                  <a:pt x="14" y="2"/>
                </a:moveTo>
                <a:cubicBezTo>
                  <a:pt x="21" y="2"/>
                  <a:pt x="27" y="8"/>
                  <a:pt x="27" y="15"/>
                </a:cubicBezTo>
                <a:cubicBezTo>
                  <a:pt x="27" y="22"/>
                  <a:pt x="21" y="27"/>
                  <a:pt x="14" y="27"/>
                </a:cubicBezTo>
                <a:cubicBezTo>
                  <a:pt x="7" y="27"/>
                  <a:pt x="2" y="22"/>
                  <a:pt x="2" y="15"/>
                </a:cubicBezTo>
                <a:cubicBezTo>
                  <a:pt x="2" y="8"/>
                  <a:pt x="7" y="2"/>
                  <a:pt x="14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" name="Freeform 218">
            <a:extLst>
              <a:ext uri="{FF2B5EF4-FFF2-40B4-BE49-F238E27FC236}">
                <a16:creationId xmlns:a16="http://schemas.microsoft.com/office/drawing/2014/main" id="{F9544CFE-3234-ADD2-F06D-30B6761D3658}"/>
              </a:ext>
            </a:extLst>
          </p:cNvPr>
          <p:cNvSpPr>
            <a:spLocks noEditPoints="1"/>
          </p:cNvSpPr>
          <p:nvPr/>
        </p:nvSpPr>
        <p:spPr bwMode="auto">
          <a:xfrm>
            <a:off x="10605289" y="3724164"/>
            <a:ext cx="267848" cy="296804"/>
          </a:xfrm>
          <a:custGeom>
            <a:avLst/>
            <a:gdLst>
              <a:gd name="T0" fmla="*/ 6 w 28"/>
              <a:gd name="T1" fmla="*/ 31 h 31"/>
              <a:gd name="T2" fmla="*/ 16 w 28"/>
              <a:gd name="T3" fmla="*/ 8 h 31"/>
              <a:gd name="T4" fmla="*/ 15 w 28"/>
              <a:gd name="T5" fmla="*/ 6 h 31"/>
              <a:gd name="T6" fmla="*/ 20 w 28"/>
              <a:gd name="T7" fmla="*/ 1 h 31"/>
              <a:gd name="T8" fmla="*/ 9 w 28"/>
              <a:gd name="T9" fmla="*/ 2 h 31"/>
              <a:gd name="T10" fmla="*/ 9 w 28"/>
              <a:gd name="T11" fmla="*/ 2 h 31"/>
              <a:gd name="T12" fmla="*/ 15 w 28"/>
              <a:gd name="T13" fmla="*/ 6 h 31"/>
              <a:gd name="T14" fmla="*/ 16 w 28"/>
              <a:gd name="T15" fmla="*/ 6 h 31"/>
              <a:gd name="T16" fmla="*/ 12 w 28"/>
              <a:gd name="T17" fmla="*/ 7 h 31"/>
              <a:gd name="T18" fmla="*/ 14 w 28"/>
              <a:gd name="T19" fmla="*/ 12 h 31"/>
              <a:gd name="T20" fmla="*/ 14 w 28"/>
              <a:gd name="T21" fmla="*/ 27 h 31"/>
              <a:gd name="T22" fmla="*/ 14 w 28"/>
              <a:gd name="T23" fmla="*/ 12 h 31"/>
              <a:gd name="T24" fmla="*/ 14 w 28"/>
              <a:gd name="T25" fmla="*/ 19 h 31"/>
              <a:gd name="T26" fmla="*/ 17 w 28"/>
              <a:gd name="T27" fmla="*/ 20 h 31"/>
              <a:gd name="T28" fmla="*/ 17 w 28"/>
              <a:gd name="T29" fmla="*/ 23 h 31"/>
              <a:gd name="T30" fmla="*/ 14 w 28"/>
              <a:gd name="T31" fmla="*/ 24 h 31"/>
              <a:gd name="T32" fmla="*/ 14 w 28"/>
              <a:gd name="T33" fmla="*/ 24 h 31"/>
              <a:gd name="T34" fmla="*/ 13 w 28"/>
              <a:gd name="T35" fmla="*/ 24 h 31"/>
              <a:gd name="T36" fmla="*/ 11 w 28"/>
              <a:gd name="T37" fmla="*/ 23 h 31"/>
              <a:gd name="T38" fmla="*/ 11 w 28"/>
              <a:gd name="T39" fmla="*/ 21 h 31"/>
              <a:gd name="T40" fmla="*/ 12 w 28"/>
              <a:gd name="T41" fmla="*/ 21 h 31"/>
              <a:gd name="T42" fmla="*/ 12 w 28"/>
              <a:gd name="T43" fmla="*/ 22 h 31"/>
              <a:gd name="T44" fmla="*/ 13 w 28"/>
              <a:gd name="T45" fmla="*/ 22 h 31"/>
              <a:gd name="T46" fmla="*/ 12 w 28"/>
              <a:gd name="T47" fmla="*/ 20 h 31"/>
              <a:gd name="T48" fmla="*/ 11 w 28"/>
              <a:gd name="T49" fmla="*/ 19 h 31"/>
              <a:gd name="T50" fmla="*/ 11 w 28"/>
              <a:gd name="T51" fmla="*/ 17 h 31"/>
              <a:gd name="T52" fmla="*/ 13 w 28"/>
              <a:gd name="T53" fmla="*/ 16 h 31"/>
              <a:gd name="T54" fmla="*/ 14 w 28"/>
              <a:gd name="T55" fmla="*/ 15 h 31"/>
              <a:gd name="T56" fmla="*/ 16 w 28"/>
              <a:gd name="T57" fmla="*/ 16 h 31"/>
              <a:gd name="T58" fmla="*/ 17 w 28"/>
              <a:gd name="T59" fmla="*/ 18 h 31"/>
              <a:gd name="T60" fmla="*/ 16 w 28"/>
              <a:gd name="T61" fmla="*/ 18 h 31"/>
              <a:gd name="T62" fmla="*/ 15 w 28"/>
              <a:gd name="T63" fmla="*/ 17 h 31"/>
              <a:gd name="T64" fmla="*/ 13 w 28"/>
              <a:gd name="T65" fmla="*/ 17 h 31"/>
              <a:gd name="T66" fmla="*/ 12 w 28"/>
              <a:gd name="T67" fmla="*/ 19 h 31"/>
              <a:gd name="T68" fmla="*/ 12 w 28"/>
              <a:gd name="T69" fmla="*/ 18 h 31"/>
              <a:gd name="T70" fmla="*/ 13 w 28"/>
              <a:gd name="T71" fmla="*/ 17 h 31"/>
              <a:gd name="T72" fmla="*/ 14 w 28"/>
              <a:gd name="T73" fmla="*/ 20 h 31"/>
              <a:gd name="T74" fmla="*/ 16 w 28"/>
              <a:gd name="T75" fmla="*/ 21 h 31"/>
              <a:gd name="T76" fmla="*/ 15 w 28"/>
              <a:gd name="T77" fmla="*/ 22 h 31"/>
              <a:gd name="T78" fmla="*/ 14 w 28"/>
              <a:gd name="T79" fmla="*/ 22 h 31"/>
              <a:gd name="T80" fmla="*/ 14 w 28"/>
              <a:gd name="T81" fmla="*/ 25 h 31"/>
              <a:gd name="T82" fmla="*/ 9 w 28"/>
              <a:gd name="T83" fmla="*/ 20 h 31"/>
              <a:gd name="T84" fmla="*/ 14 w 28"/>
              <a:gd name="T85" fmla="*/ 15 h 31"/>
              <a:gd name="T86" fmla="*/ 19 w 28"/>
              <a:gd name="T87" fmla="*/ 20 h 31"/>
              <a:gd name="T88" fmla="*/ 14 w 28"/>
              <a:gd name="T89" fmla="*/ 25 h 31"/>
              <a:gd name="T90" fmla="*/ 14 w 28"/>
              <a:gd name="T91" fmla="*/ 26 h 31"/>
              <a:gd name="T92" fmla="*/ 8 w 28"/>
              <a:gd name="T93" fmla="*/ 20 h 31"/>
              <a:gd name="T94" fmla="*/ 14 w 28"/>
              <a:gd name="T95" fmla="*/ 14 h 31"/>
              <a:gd name="T96" fmla="*/ 20 w 28"/>
              <a:gd name="T97" fmla="*/ 2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8" h="31">
                <a:moveTo>
                  <a:pt x="12" y="8"/>
                </a:moveTo>
                <a:cubicBezTo>
                  <a:pt x="4" y="10"/>
                  <a:pt x="0" y="31"/>
                  <a:pt x="6" y="31"/>
                </a:cubicBezTo>
                <a:cubicBezTo>
                  <a:pt x="21" y="31"/>
                  <a:pt x="21" y="31"/>
                  <a:pt x="21" y="31"/>
                </a:cubicBezTo>
                <a:cubicBezTo>
                  <a:pt x="28" y="30"/>
                  <a:pt x="24" y="10"/>
                  <a:pt x="16" y="8"/>
                </a:cubicBezTo>
                <a:cubicBezTo>
                  <a:pt x="12" y="8"/>
                  <a:pt x="12" y="8"/>
                  <a:pt x="12" y="8"/>
                </a:cubicBezTo>
                <a:close/>
                <a:moveTo>
                  <a:pt x="15" y="6"/>
                </a:moveTo>
                <a:cubicBezTo>
                  <a:pt x="16" y="4"/>
                  <a:pt x="18" y="2"/>
                  <a:pt x="19" y="1"/>
                </a:cubicBezTo>
                <a:cubicBezTo>
                  <a:pt x="20" y="1"/>
                  <a:pt x="20" y="1"/>
                  <a:pt x="20" y="1"/>
                </a:cubicBezTo>
                <a:cubicBezTo>
                  <a:pt x="20" y="1"/>
                  <a:pt x="20" y="1"/>
                  <a:pt x="19" y="1"/>
                </a:cubicBezTo>
                <a:cubicBezTo>
                  <a:pt x="16" y="0"/>
                  <a:pt x="13" y="2"/>
                  <a:pt x="9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2"/>
                  <a:pt x="9" y="2"/>
                  <a:pt x="9" y="2"/>
                </a:cubicBezTo>
                <a:cubicBezTo>
                  <a:pt x="11" y="3"/>
                  <a:pt x="12" y="4"/>
                  <a:pt x="13" y="6"/>
                </a:cubicBezTo>
                <a:cubicBezTo>
                  <a:pt x="15" y="6"/>
                  <a:pt x="15" y="6"/>
                  <a:pt x="15" y="6"/>
                </a:cubicBezTo>
                <a:close/>
                <a:moveTo>
                  <a:pt x="16" y="7"/>
                </a:moveTo>
                <a:cubicBezTo>
                  <a:pt x="16" y="6"/>
                  <a:pt x="16" y="6"/>
                  <a:pt x="16" y="6"/>
                </a:cubicBezTo>
                <a:cubicBezTo>
                  <a:pt x="15" y="6"/>
                  <a:pt x="13" y="6"/>
                  <a:pt x="12" y="6"/>
                </a:cubicBezTo>
                <a:cubicBezTo>
                  <a:pt x="12" y="7"/>
                  <a:pt x="12" y="7"/>
                  <a:pt x="12" y="7"/>
                </a:cubicBezTo>
                <a:cubicBezTo>
                  <a:pt x="13" y="7"/>
                  <a:pt x="15" y="7"/>
                  <a:pt x="16" y="7"/>
                </a:cubicBezTo>
                <a:close/>
                <a:moveTo>
                  <a:pt x="14" y="12"/>
                </a:moveTo>
                <a:cubicBezTo>
                  <a:pt x="18" y="12"/>
                  <a:pt x="21" y="16"/>
                  <a:pt x="21" y="20"/>
                </a:cubicBezTo>
                <a:cubicBezTo>
                  <a:pt x="21" y="24"/>
                  <a:pt x="18" y="27"/>
                  <a:pt x="14" y="27"/>
                </a:cubicBezTo>
                <a:cubicBezTo>
                  <a:pt x="10" y="27"/>
                  <a:pt x="6" y="24"/>
                  <a:pt x="6" y="20"/>
                </a:cubicBezTo>
                <a:cubicBezTo>
                  <a:pt x="6" y="16"/>
                  <a:pt x="10" y="12"/>
                  <a:pt x="14" y="12"/>
                </a:cubicBezTo>
                <a:close/>
                <a:moveTo>
                  <a:pt x="14" y="17"/>
                </a:moveTo>
                <a:cubicBezTo>
                  <a:pt x="14" y="19"/>
                  <a:pt x="14" y="19"/>
                  <a:pt x="14" y="19"/>
                </a:cubicBezTo>
                <a:cubicBezTo>
                  <a:pt x="15" y="19"/>
                  <a:pt x="15" y="19"/>
                  <a:pt x="16" y="19"/>
                </a:cubicBezTo>
                <a:cubicBezTo>
                  <a:pt x="16" y="19"/>
                  <a:pt x="16" y="20"/>
                  <a:pt x="17" y="20"/>
                </a:cubicBezTo>
                <a:cubicBezTo>
                  <a:pt x="17" y="20"/>
                  <a:pt x="17" y="21"/>
                  <a:pt x="17" y="21"/>
                </a:cubicBezTo>
                <a:cubicBezTo>
                  <a:pt x="17" y="22"/>
                  <a:pt x="17" y="22"/>
                  <a:pt x="17" y="23"/>
                </a:cubicBezTo>
                <a:cubicBezTo>
                  <a:pt x="17" y="23"/>
                  <a:pt x="16" y="23"/>
                  <a:pt x="16" y="23"/>
                </a:cubicBezTo>
                <a:cubicBezTo>
                  <a:pt x="16" y="23"/>
                  <a:pt x="15" y="23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3"/>
                  <a:pt x="12" y="23"/>
                </a:cubicBezTo>
                <a:cubicBezTo>
                  <a:pt x="12" y="23"/>
                  <a:pt x="12" y="23"/>
                  <a:pt x="11" y="23"/>
                </a:cubicBezTo>
                <a:cubicBezTo>
                  <a:pt x="11" y="23"/>
                  <a:pt x="11" y="23"/>
                  <a:pt x="11" y="22"/>
                </a:cubicBezTo>
                <a:cubicBezTo>
                  <a:pt x="11" y="22"/>
                  <a:pt x="11" y="22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2"/>
                  <a:pt x="12" y="22"/>
                </a:cubicBezTo>
                <a:cubicBezTo>
                  <a:pt x="12" y="22"/>
                  <a:pt x="12" y="22"/>
                  <a:pt x="12" y="22"/>
                </a:cubicBezTo>
                <a:cubicBezTo>
                  <a:pt x="12" y="22"/>
                  <a:pt x="13" y="22"/>
                  <a:pt x="13" y="22"/>
                </a:cubicBezTo>
                <a:cubicBezTo>
                  <a:pt x="13" y="22"/>
                  <a:pt x="13" y="22"/>
                  <a:pt x="13" y="22"/>
                </a:cubicBezTo>
                <a:cubicBezTo>
                  <a:pt x="13" y="20"/>
                  <a:pt x="13" y="20"/>
                  <a:pt x="13" y="20"/>
                </a:cubicBezTo>
                <a:cubicBezTo>
                  <a:pt x="13" y="20"/>
                  <a:pt x="13" y="20"/>
                  <a:pt x="12" y="20"/>
                </a:cubicBezTo>
                <a:cubicBezTo>
                  <a:pt x="12" y="20"/>
                  <a:pt x="12" y="20"/>
                  <a:pt x="11" y="20"/>
                </a:cubicBezTo>
                <a:cubicBezTo>
                  <a:pt x="11" y="20"/>
                  <a:pt x="11" y="20"/>
                  <a:pt x="11" y="19"/>
                </a:cubicBezTo>
                <a:cubicBezTo>
                  <a:pt x="11" y="19"/>
                  <a:pt x="11" y="19"/>
                  <a:pt x="11" y="18"/>
                </a:cubicBezTo>
                <a:cubicBezTo>
                  <a:pt x="11" y="18"/>
                  <a:pt x="11" y="17"/>
                  <a:pt x="11" y="17"/>
                </a:cubicBezTo>
                <a:cubicBezTo>
                  <a:pt x="11" y="17"/>
                  <a:pt x="12" y="16"/>
                  <a:pt x="12" y="16"/>
                </a:cubicBezTo>
                <a:cubicBezTo>
                  <a:pt x="12" y="16"/>
                  <a:pt x="13" y="16"/>
                  <a:pt x="13" y="16"/>
                </a:cubicBezTo>
                <a:cubicBezTo>
                  <a:pt x="13" y="15"/>
                  <a:pt x="13" y="15"/>
                  <a:pt x="13" y="15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6"/>
                  <a:pt x="14" y="16"/>
                  <a:pt x="14" y="16"/>
                </a:cubicBezTo>
                <a:cubicBezTo>
                  <a:pt x="15" y="16"/>
                  <a:pt x="15" y="16"/>
                  <a:pt x="16" y="16"/>
                </a:cubicBezTo>
                <a:cubicBezTo>
                  <a:pt x="16" y="16"/>
                  <a:pt x="16" y="17"/>
                  <a:pt x="17" y="17"/>
                </a:cubicBezTo>
                <a:cubicBezTo>
                  <a:pt x="17" y="17"/>
                  <a:pt x="17" y="18"/>
                  <a:pt x="17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5" y="18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4" y="17"/>
                  <a:pt x="14" y="17"/>
                  <a:pt x="14" y="17"/>
                </a:cubicBezTo>
                <a:close/>
                <a:moveTo>
                  <a:pt x="13" y="17"/>
                </a:moveTo>
                <a:cubicBezTo>
                  <a:pt x="13" y="19"/>
                  <a:pt x="13" y="19"/>
                  <a:pt x="13" y="19"/>
                </a:cubicBezTo>
                <a:cubicBezTo>
                  <a:pt x="13" y="19"/>
                  <a:pt x="13" y="19"/>
                  <a:pt x="12" y="19"/>
                </a:cubicBezTo>
                <a:cubicBezTo>
                  <a:pt x="12" y="19"/>
                  <a:pt x="12" y="19"/>
                  <a:pt x="12" y="18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7"/>
                  <a:pt x="12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lose/>
                <a:moveTo>
                  <a:pt x="14" y="20"/>
                </a:move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20"/>
                  <a:pt x="16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2"/>
                  <a:pt x="16" y="22"/>
                  <a:pt x="15" y="22"/>
                </a:cubicBezTo>
                <a:cubicBezTo>
                  <a:pt x="15" y="22"/>
                  <a:pt x="15" y="22"/>
                  <a:pt x="14" y="22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0"/>
                  <a:pt x="14" y="20"/>
                  <a:pt x="14" y="20"/>
                </a:cubicBezTo>
                <a:close/>
                <a:moveTo>
                  <a:pt x="14" y="25"/>
                </a:moveTo>
                <a:cubicBezTo>
                  <a:pt x="12" y="25"/>
                  <a:pt x="11" y="24"/>
                  <a:pt x="10" y="24"/>
                </a:cubicBezTo>
                <a:cubicBezTo>
                  <a:pt x="9" y="23"/>
                  <a:pt x="9" y="21"/>
                  <a:pt x="9" y="20"/>
                </a:cubicBezTo>
                <a:cubicBezTo>
                  <a:pt x="9" y="18"/>
                  <a:pt x="9" y="17"/>
                  <a:pt x="10" y="16"/>
                </a:cubicBezTo>
                <a:cubicBezTo>
                  <a:pt x="11" y="15"/>
                  <a:pt x="12" y="15"/>
                  <a:pt x="14" y="15"/>
                </a:cubicBezTo>
                <a:cubicBezTo>
                  <a:pt x="15" y="15"/>
                  <a:pt x="17" y="15"/>
                  <a:pt x="17" y="16"/>
                </a:cubicBezTo>
                <a:cubicBezTo>
                  <a:pt x="18" y="17"/>
                  <a:pt x="19" y="18"/>
                  <a:pt x="19" y="20"/>
                </a:cubicBezTo>
                <a:cubicBezTo>
                  <a:pt x="19" y="21"/>
                  <a:pt x="18" y="23"/>
                  <a:pt x="17" y="24"/>
                </a:cubicBezTo>
                <a:cubicBezTo>
                  <a:pt x="17" y="24"/>
                  <a:pt x="15" y="25"/>
                  <a:pt x="14" y="25"/>
                </a:cubicBezTo>
                <a:close/>
                <a:moveTo>
                  <a:pt x="18" y="24"/>
                </a:moveTo>
                <a:cubicBezTo>
                  <a:pt x="17" y="25"/>
                  <a:pt x="16" y="26"/>
                  <a:pt x="14" y="26"/>
                </a:cubicBezTo>
                <a:cubicBezTo>
                  <a:pt x="12" y="26"/>
                  <a:pt x="11" y="25"/>
                  <a:pt x="9" y="24"/>
                </a:cubicBezTo>
                <a:cubicBezTo>
                  <a:pt x="8" y="23"/>
                  <a:pt x="8" y="22"/>
                  <a:pt x="8" y="20"/>
                </a:cubicBezTo>
                <a:cubicBezTo>
                  <a:pt x="8" y="18"/>
                  <a:pt x="8" y="17"/>
                  <a:pt x="9" y="15"/>
                </a:cubicBezTo>
                <a:cubicBezTo>
                  <a:pt x="11" y="14"/>
                  <a:pt x="12" y="14"/>
                  <a:pt x="14" y="14"/>
                </a:cubicBezTo>
                <a:cubicBezTo>
                  <a:pt x="16" y="14"/>
                  <a:pt x="17" y="14"/>
                  <a:pt x="18" y="15"/>
                </a:cubicBezTo>
                <a:cubicBezTo>
                  <a:pt x="19" y="17"/>
                  <a:pt x="20" y="18"/>
                  <a:pt x="20" y="20"/>
                </a:cubicBezTo>
                <a:cubicBezTo>
                  <a:pt x="20" y="22"/>
                  <a:pt x="19" y="23"/>
                  <a:pt x="18" y="2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4" name="Freeform 219">
            <a:extLst>
              <a:ext uri="{FF2B5EF4-FFF2-40B4-BE49-F238E27FC236}">
                <a16:creationId xmlns:a16="http://schemas.microsoft.com/office/drawing/2014/main" id="{41E17729-7DC8-843F-F8E1-1FB81B57E14D}"/>
              </a:ext>
            </a:extLst>
          </p:cNvPr>
          <p:cNvSpPr>
            <a:spLocks noEditPoints="1"/>
          </p:cNvSpPr>
          <p:nvPr/>
        </p:nvSpPr>
        <p:spPr bwMode="auto">
          <a:xfrm>
            <a:off x="9961007" y="4366636"/>
            <a:ext cx="298614" cy="298614"/>
          </a:xfrm>
          <a:custGeom>
            <a:avLst/>
            <a:gdLst>
              <a:gd name="T0" fmla="*/ 22 w 31"/>
              <a:gd name="T1" fmla="*/ 11 h 31"/>
              <a:gd name="T2" fmla="*/ 22 w 31"/>
              <a:gd name="T3" fmla="*/ 12 h 31"/>
              <a:gd name="T4" fmla="*/ 22 w 31"/>
              <a:gd name="T5" fmla="*/ 12 h 31"/>
              <a:gd name="T6" fmla="*/ 21 w 31"/>
              <a:gd name="T7" fmla="*/ 14 h 31"/>
              <a:gd name="T8" fmla="*/ 19 w 31"/>
              <a:gd name="T9" fmla="*/ 12 h 31"/>
              <a:gd name="T10" fmla="*/ 19 w 31"/>
              <a:gd name="T11" fmla="*/ 12 h 31"/>
              <a:gd name="T12" fmla="*/ 19 w 31"/>
              <a:gd name="T13" fmla="*/ 11 h 31"/>
              <a:gd name="T14" fmla="*/ 12 w 31"/>
              <a:gd name="T15" fmla="*/ 11 h 31"/>
              <a:gd name="T16" fmla="*/ 12 w 31"/>
              <a:gd name="T17" fmla="*/ 12 h 31"/>
              <a:gd name="T18" fmla="*/ 10 w 31"/>
              <a:gd name="T19" fmla="*/ 14 h 31"/>
              <a:gd name="T20" fmla="*/ 9 w 31"/>
              <a:gd name="T21" fmla="*/ 12 h 31"/>
              <a:gd name="T22" fmla="*/ 9 w 31"/>
              <a:gd name="T23" fmla="*/ 11 h 31"/>
              <a:gd name="T24" fmla="*/ 3 w 31"/>
              <a:gd name="T25" fmla="*/ 11 h 31"/>
              <a:gd name="T26" fmla="*/ 4 w 31"/>
              <a:gd name="T27" fmla="*/ 10 h 31"/>
              <a:gd name="T28" fmla="*/ 4 w 31"/>
              <a:gd name="T29" fmla="*/ 10 h 31"/>
              <a:gd name="T30" fmla="*/ 9 w 31"/>
              <a:gd name="T31" fmla="*/ 10 h 31"/>
              <a:gd name="T32" fmla="*/ 9 w 31"/>
              <a:gd name="T33" fmla="*/ 8 h 31"/>
              <a:gd name="T34" fmla="*/ 3 w 31"/>
              <a:gd name="T35" fmla="*/ 8 h 31"/>
              <a:gd name="T36" fmla="*/ 3 w 31"/>
              <a:gd name="T37" fmla="*/ 9 h 31"/>
              <a:gd name="T38" fmla="*/ 0 w 31"/>
              <a:gd name="T39" fmla="*/ 11 h 31"/>
              <a:gd name="T40" fmla="*/ 0 w 31"/>
              <a:gd name="T41" fmla="*/ 30 h 31"/>
              <a:gd name="T42" fmla="*/ 0 w 31"/>
              <a:gd name="T43" fmla="*/ 31 h 31"/>
              <a:gd name="T44" fmla="*/ 1 w 31"/>
              <a:gd name="T45" fmla="*/ 31 h 31"/>
              <a:gd name="T46" fmla="*/ 30 w 31"/>
              <a:gd name="T47" fmla="*/ 31 h 31"/>
              <a:gd name="T48" fmla="*/ 31 w 31"/>
              <a:gd name="T49" fmla="*/ 31 h 31"/>
              <a:gd name="T50" fmla="*/ 31 w 31"/>
              <a:gd name="T51" fmla="*/ 30 h 31"/>
              <a:gd name="T52" fmla="*/ 31 w 31"/>
              <a:gd name="T53" fmla="*/ 11 h 31"/>
              <a:gd name="T54" fmla="*/ 28 w 31"/>
              <a:gd name="T55" fmla="*/ 9 h 31"/>
              <a:gd name="T56" fmla="*/ 28 w 31"/>
              <a:gd name="T57" fmla="*/ 8 h 31"/>
              <a:gd name="T58" fmla="*/ 22 w 31"/>
              <a:gd name="T59" fmla="*/ 8 h 31"/>
              <a:gd name="T60" fmla="*/ 22 w 31"/>
              <a:gd name="T61" fmla="*/ 10 h 31"/>
              <a:gd name="T62" fmla="*/ 27 w 31"/>
              <a:gd name="T63" fmla="*/ 10 h 31"/>
              <a:gd name="T64" fmla="*/ 27 w 31"/>
              <a:gd name="T65" fmla="*/ 10 h 31"/>
              <a:gd name="T66" fmla="*/ 28 w 31"/>
              <a:gd name="T67" fmla="*/ 11 h 31"/>
              <a:gd name="T68" fmla="*/ 22 w 31"/>
              <a:gd name="T69" fmla="*/ 11 h 31"/>
              <a:gd name="T70" fmla="*/ 10 w 31"/>
              <a:gd name="T71" fmla="*/ 13 h 31"/>
              <a:gd name="T72" fmla="*/ 9 w 31"/>
              <a:gd name="T73" fmla="*/ 12 h 31"/>
              <a:gd name="T74" fmla="*/ 9 w 31"/>
              <a:gd name="T75" fmla="*/ 9 h 31"/>
              <a:gd name="T76" fmla="*/ 9 w 31"/>
              <a:gd name="T77" fmla="*/ 8 h 31"/>
              <a:gd name="T78" fmla="*/ 22 w 31"/>
              <a:gd name="T79" fmla="*/ 8 h 31"/>
              <a:gd name="T80" fmla="*/ 22 w 31"/>
              <a:gd name="T81" fmla="*/ 12 h 31"/>
              <a:gd name="T82" fmla="*/ 21 w 31"/>
              <a:gd name="T83" fmla="*/ 13 h 31"/>
              <a:gd name="T84" fmla="*/ 20 w 31"/>
              <a:gd name="T85" fmla="*/ 12 h 31"/>
              <a:gd name="T86" fmla="*/ 20 w 31"/>
              <a:gd name="T87" fmla="*/ 8 h 31"/>
              <a:gd name="T88" fmla="*/ 11 w 31"/>
              <a:gd name="T89" fmla="*/ 8 h 31"/>
              <a:gd name="T90" fmla="*/ 11 w 31"/>
              <a:gd name="T91" fmla="*/ 9 h 31"/>
              <a:gd name="T92" fmla="*/ 11 w 31"/>
              <a:gd name="T93" fmla="*/ 12 h 31"/>
              <a:gd name="T94" fmla="*/ 10 w 31"/>
              <a:gd name="T95" fmla="*/ 13 h 31"/>
              <a:gd name="T96" fmla="*/ 12 w 31"/>
              <a:gd name="T97" fmla="*/ 10 h 31"/>
              <a:gd name="T98" fmla="*/ 12 w 31"/>
              <a:gd name="T99" fmla="*/ 8 h 31"/>
              <a:gd name="T100" fmla="*/ 19 w 31"/>
              <a:gd name="T101" fmla="*/ 8 h 31"/>
              <a:gd name="T102" fmla="*/ 19 w 31"/>
              <a:gd name="T103" fmla="*/ 10 h 31"/>
              <a:gd name="T104" fmla="*/ 12 w 31"/>
              <a:gd name="T105" fmla="*/ 1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1" h="31">
                <a:moveTo>
                  <a:pt x="22" y="11"/>
                </a:moveTo>
                <a:cubicBezTo>
                  <a:pt x="22" y="12"/>
                  <a:pt x="22" y="12"/>
                  <a:pt x="22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3"/>
                  <a:pt x="22" y="14"/>
                  <a:pt x="21" y="14"/>
                </a:cubicBezTo>
                <a:cubicBezTo>
                  <a:pt x="20" y="14"/>
                  <a:pt x="19" y="13"/>
                  <a:pt x="19" y="12"/>
                </a:cubicBezTo>
                <a:cubicBezTo>
                  <a:pt x="19" y="12"/>
                  <a:pt x="19" y="12"/>
                  <a:pt x="19" y="12"/>
                </a:cubicBezTo>
                <a:cubicBezTo>
                  <a:pt x="19" y="11"/>
                  <a:pt x="19" y="11"/>
                  <a:pt x="19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3"/>
                  <a:pt x="11" y="14"/>
                  <a:pt x="10" y="14"/>
                </a:cubicBezTo>
                <a:cubicBezTo>
                  <a:pt x="9" y="14"/>
                  <a:pt x="9" y="13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10"/>
                  <a:pt x="4" y="10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8"/>
                  <a:pt x="9" y="8"/>
                  <a:pt x="9" y="8"/>
                </a:cubicBezTo>
                <a:cubicBezTo>
                  <a:pt x="3" y="8"/>
                  <a:pt x="3" y="8"/>
                  <a:pt x="3" y="8"/>
                </a:cubicBezTo>
                <a:cubicBezTo>
                  <a:pt x="3" y="9"/>
                  <a:pt x="3" y="9"/>
                  <a:pt x="3" y="9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7"/>
                  <a:pt x="0" y="24"/>
                  <a:pt x="0" y="30"/>
                </a:cubicBezTo>
                <a:cubicBezTo>
                  <a:pt x="0" y="31"/>
                  <a:pt x="0" y="31"/>
                  <a:pt x="0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30" y="31"/>
                  <a:pt x="30" y="31"/>
                  <a:pt x="30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31" y="30"/>
                  <a:pt x="31" y="30"/>
                  <a:pt x="31" y="30"/>
                </a:cubicBezTo>
                <a:cubicBezTo>
                  <a:pt x="31" y="24"/>
                  <a:pt x="31" y="17"/>
                  <a:pt x="31" y="11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8"/>
                  <a:pt x="28" y="8"/>
                  <a:pt x="28" y="8"/>
                </a:cubicBezTo>
                <a:cubicBezTo>
                  <a:pt x="26" y="8"/>
                  <a:pt x="24" y="8"/>
                  <a:pt x="22" y="8"/>
                </a:cubicBezTo>
                <a:cubicBezTo>
                  <a:pt x="22" y="10"/>
                  <a:pt x="22" y="10"/>
                  <a:pt x="22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10"/>
                  <a:pt x="28" y="10"/>
                  <a:pt x="28" y="11"/>
                </a:cubicBezTo>
                <a:cubicBezTo>
                  <a:pt x="22" y="11"/>
                  <a:pt x="22" y="11"/>
                  <a:pt x="22" y="11"/>
                </a:cubicBezTo>
                <a:close/>
                <a:moveTo>
                  <a:pt x="10" y="13"/>
                </a:moveTo>
                <a:cubicBezTo>
                  <a:pt x="10" y="13"/>
                  <a:pt x="9" y="13"/>
                  <a:pt x="9" y="12"/>
                </a:cubicBezTo>
                <a:cubicBezTo>
                  <a:pt x="9" y="9"/>
                  <a:pt x="9" y="9"/>
                  <a:pt x="9" y="9"/>
                </a:cubicBezTo>
                <a:cubicBezTo>
                  <a:pt x="9" y="8"/>
                  <a:pt x="9" y="8"/>
                  <a:pt x="9" y="8"/>
                </a:cubicBezTo>
                <a:cubicBezTo>
                  <a:pt x="9" y="0"/>
                  <a:pt x="22" y="0"/>
                  <a:pt x="22" y="8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3"/>
                  <a:pt x="21" y="13"/>
                  <a:pt x="21" y="13"/>
                </a:cubicBezTo>
                <a:cubicBezTo>
                  <a:pt x="21" y="13"/>
                  <a:pt x="20" y="13"/>
                  <a:pt x="20" y="12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2"/>
                  <a:pt x="11" y="2"/>
                  <a:pt x="11" y="8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12"/>
                  <a:pt x="11" y="12"/>
                  <a:pt x="11" y="12"/>
                </a:cubicBezTo>
                <a:cubicBezTo>
                  <a:pt x="11" y="13"/>
                  <a:pt x="11" y="13"/>
                  <a:pt x="10" y="13"/>
                </a:cubicBezTo>
                <a:close/>
                <a:moveTo>
                  <a:pt x="12" y="10"/>
                </a:moveTo>
                <a:cubicBezTo>
                  <a:pt x="12" y="8"/>
                  <a:pt x="12" y="8"/>
                  <a:pt x="12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10"/>
                  <a:pt x="19" y="10"/>
                  <a:pt x="19" y="10"/>
                </a:cubicBezTo>
                <a:lnTo>
                  <a:pt x="12" y="1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6" name="Freeform 220">
            <a:extLst>
              <a:ext uri="{FF2B5EF4-FFF2-40B4-BE49-F238E27FC236}">
                <a16:creationId xmlns:a16="http://schemas.microsoft.com/office/drawing/2014/main" id="{ABACFB2F-856C-18B7-B9EC-666D1BB6CF56}"/>
              </a:ext>
            </a:extLst>
          </p:cNvPr>
          <p:cNvSpPr>
            <a:spLocks noEditPoints="1"/>
          </p:cNvSpPr>
          <p:nvPr/>
        </p:nvSpPr>
        <p:spPr bwMode="auto">
          <a:xfrm>
            <a:off x="7505136" y="4386543"/>
            <a:ext cx="258799" cy="258799"/>
          </a:xfrm>
          <a:custGeom>
            <a:avLst/>
            <a:gdLst>
              <a:gd name="T0" fmla="*/ 25 w 27"/>
              <a:gd name="T1" fmla="*/ 25 h 27"/>
              <a:gd name="T2" fmla="*/ 15 w 27"/>
              <a:gd name="T3" fmla="*/ 27 h 27"/>
              <a:gd name="T4" fmla="*/ 25 w 27"/>
              <a:gd name="T5" fmla="*/ 15 h 27"/>
              <a:gd name="T6" fmla="*/ 14 w 27"/>
              <a:gd name="T7" fmla="*/ 3 h 27"/>
              <a:gd name="T8" fmla="*/ 16 w 27"/>
              <a:gd name="T9" fmla="*/ 6 h 27"/>
              <a:gd name="T10" fmla="*/ 12 w 27"/>
              <a:gd name="T11" fmla="*/ 7 h 27"/>
              <a:gd name="T12" fmla="*/ 10 w 27"/>
              <a:gd name="T13" fmla="*/ 5 h 27"/>
              <a:gd name="T14" fmla="*/ 12 w 27"/>
              <a:gd name="T15" fmla="*/ 4 h 27"/>
              <a:gd name="T16" fmla="*/ 11 w 27"/>
              <a:gd name="T17" fmla="*/ 5 h 27"/>
              <a:gd name="T18" fmla="*/ 14 w 27"/>
              <a:gd name="T19" fmla="*/ 5 h 27"/>
              <a:gd name="T20" fmla="*/ 15 w 27"/>
              <a:gd name="T21" fmla="*/ 5 h 27"/>
              <a:gd name="T22" fmla="*/ 12 w 27"/>
              <a:gd name="T23" fmla="*/ 4 h 27"/>
              <a:gd name="T24" fmla="*/ 3 w 27"/>
              <a:gd name="T25" fmla="*/ 7 h 27"/>
              <a:gd name="T26" fmla="*/ 9 w 27"/>
              <a:gd name="T27" fmla="*/ 4 h 27"/>
              <a:gd name="T28" fmla="*/ 3 w 27"/>
              <a:gd name="T29" fmla="*/ 5 h 27"/>
              <a:gd name="T30" fmla="*/ 5 w 27"/>
              <a:gd name="T31" fmla="*/ 3 h 27"/>
              <a:gd name="T32" fmla="*/ 9 w 27"/>
              <a:gd name="T33" fmla="*/ 5 h 27"/>
              <a:gd name="T34" fmla="*/ 4 w 27"/>
              <a:gd name="T35" fmla="*/ 4 h 27"/>
              <a:gd name="T36" fmla="*/ 3 w 27"/>
              <a:gd name="T37" fmla="*/ 5 h 27"/>
              <a:gd name="T38" fmla="*/ 17 w 27"/>
              <a:gd name="T39" fmla="*/ 4 h 27"/>
              <a:gd name="T40" fmla="*/ 23 w 27"/>
              <a:gd name="T41" fmla="*/ 7 h 27"/>
              <a:gd name="T42" fmla="*/ 23 w 27"/>
              <a:gd name="T43" fmla="*/ 5 h 27"/>
              <a:gd name="T44" fmla="*/ 23 w 27"/>
              <a:gd name="T45" fmla="*/ 4 h 27"/>
              <a:gd name="T46" fmla="*/ 17 w 27"/>
              <a:gd name="T47" fmla="*/ 5 h 27"/>
              <a:gd name="T48" fmla="*/ 21 w 27"/>
              <a:gd name="T49" fmla="*/ 3 h 27"/>
              <a:gd name="T50" fmla="*/ 23 w 27"/>
              <a:gd name="T51" fmla="*/ 5 h 27"/>
              <a:gd name="T52" fmla="*/ 11 w 27"/>
              <a:gd name="T53" fmla="*/ 13 h 27"/>
              <a:gd name="T54" fmla="*/ 0 w 27"/>
              <a:gd name="T55" fmla="*/ 13 h 27"/>
              <a:gd name="T56" fmla="*/ 2 w 27"/>
              <a:gd name="T57" fmla="*/ 8 h 27"/>
              <a:gd name="T58" fmla="*/ 27 w 27"/>
              <a:gd name="T59" fmla="*/ 11 h 27"/>
              <a:gd name="T60" fmla="*/ 26 w 27"/>
              <a:gd name="T61" fmla="*/ 13 h 27"/>
              <a:gd name="T62" fmla="*/ 15 w 27"/>
              <a:gd name="T63" fmla="*/ 8 h 27"/>
              <a:gd name="T64" fmla="*/ 27 w 27"/>
              <a:gd name="T65" fmla="*/ 11 h 27"/>
              <a:gd name="T66" fmla="*/ 3 w 27"/>
              <a:gd name="T67" fmla="*/ 27 h 27"/>
              <a:gd name="T68" fmla="*/ 1 w 27"/>
              <a:gd name="T69" fmla="*/ 15 h 27"/>
              <a:gd name="T70" fmla="*/ 11 w 27"/>
              <a:gd name="T71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7" h="27">
                <a:moveTo>
                  <a:pt x="25" y="15"/>
                </a:moveTo>
                <a:cubicBezTo>
                  <a:pt x="25" y="25"/>
                  <a:pt x="25" y="25"/>
                  <a:pt x="25" y="25"/>
                </a:cubicBezTo>
                <a:cubicBezTo>
                  <a:pt x="25" y="26"/>
                  <a:pt x="24" y="27"/>
                  <a:pt x="23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5"/>
                  <a:pt x="15" y="15"/>
                  <a:pt x="15" y="15"/>
                </a:cubicBezTo>
                <a:cubicBezTo>
                  <a:pt x="25" y="15"/>
                  <a:pt x="25" y="15"/>
                  <a:pt x="25" y="15"/>
                </a:cubicBezTo>
                <a:close/>
                <a:moveTo>
                  <a:pt x="12" y="3"/>
                </a:moveTo>
                <a:cubicBezTo>
                  <a:pt x="14" y="3"/>
                  <a:pt x="14" y="3"/>
                  <a:pt x="14" y="3"/>
                </a:cubicBezTo>
                <a:cubicBezTo>
                  <a:pt x="15" y="3"/>
                  <a:pt x="16" y="4"/>
                  <a:pt x="16" y="5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7"/>
                  <a:pt x="15" y="7"/>
                  <a:pt x="14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1" y="7"/>
                  <a:pt x="10" y="7"/>
                  <a:pt x="10" y="6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4"/>
                  <a:pt x="11" y="3"/>
                  <a:pt x="12" y="3"/>
                </a:cubicBezTo>
                <a:close/>
                <a:moveTo>
                  <a:pt x="12" y="4"/>
                </a:moveTo>
                <a:cubicBezTo>
                  <a:pt x="12" y="4"/>
                  <a:pt x="11" y="4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2" y="5"/>
                  <a:pt x="12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5" y="4"/>
                  <a:pt x="15" y="4"/>
                  <a:pt x="14" y="4"/>
                </a:cubicBezTo>
                <a:cubicBezTo>
                  <a:pt x="12" y="4"/>
                  <a:pt x="12" y="4"/>
                  <a:pt x="12" y="4"/>
                </a:cubicBezTo>
                <a:close/>
                <a:moveTo>
                  <a:pt x="1" y="5"/>
                </a:moveTo>
                <a:cubicBezTo>
                  <a:pt x="1" y="6"/>
                  <a:pt x="2" y="7"/>
                  <a:pt x="3" y="7"/>
                </a:cubicBezTo>
                <a:cubicBezTo>
                  <a:pt x="8" y="7"/>
                  <a:pt x="8" y="7"/>
                  <a:pt x="8" y="7"/>
                </a:cubicBezTo>
                <a:cubicBezTo>
                  <a:pt x="10" y="7"/>
                  <a:pt x="11" y="5"/>
                  <a:pt x="9" y="4"/>
                </a:cubicBezTo>
                <a:cubicBezTo>
                  <a:pt x="6" y="2"/>
                  <a:pt x="1" y="0"/>
                  <a:pt x="1" y="5"/>
                </a:cubicBezTo>
                <a:close/>
                <a:moveTo>
                  <a:pt x="3" y="5"/>
                </a:moveTo>
                <a:cubicBezTo>
                  <a:pt x="2" y="5"/>
                  <a:pt x="2" y="4"/>
                  <a:pt x="2" y="4"/>
                </a:cubicBezTo>
                <a:cubicBezTo>
                  <a:pt x="2" y="3"/>
                  <a:pt x="4" y="3"/>
                  <a:pt x="5" y="3"/>
                </a:cubicBezTo>
                <a:cubicBezTo>
                  <a:pt x="6" y="3"/>
                  <a:pt x="8" y="4"/>
                  <a:pt x="8" y="4"/>
                </a:cubicBezTo>
                <a:cubicBezTo>
                  <a:pt x="9" y="4"/>
                  <a:pt x="9" y="5"/>
                  <a:pt x="9" y="5"/>
                </a:cubicBezTo>
                <a:cubicBezTo>
                  <a:pt x="8" y="6"/>
                  <a:pt x="6" y="4"/>
                  <a:pt x="5" y="4"/>
                </a:cubicBezTo>
                <a:cubicBezTo>
                  <a:pt x="5" y="4"/>
                  <a:pt x="4" y="4"/>
                  <a:pt x="4" y="4"/>
                </a:cubicBezTo>
                <a:cubicBezTo>
                  <a:pt x="4" y="4"/>
                  <a:pt x="3" y="4"/>
                  <a:pt x="3" y="5"/>
                </a:cubicBezTo>
                <a:cubicBezTo>
                  <a:pt x="3" y="5"/>
                  <a:pt x="3" y="5"/>
                  <a:pt x="3" y="5"/>
                </a:cubicBezTo>
                <a:close/>
                <a:moveTo>
                  <a:pt x="25" y="5"/>
                </a:moveTo>
                <a:cubicBezTo>
                  <a:pt x="25" y="0"/>
                  <a:pt x="20" y="2"/>
                  <a:pt x="17" y="4"/>
                </a:cubicBezTo>
                <a:cubicBezTo>
                  <a:pt x="16" y="5"/>
                  <a:pt x="16" y="7"/>
                  <a:pt x="18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4" y="7"/>
                  <a:pt x="25" y="6"/>
                  <a:pt x="25" y="5"/>
                </a:cubicBezTo>
                <a:close/>
                <a:moveTo>
                  <a:pt x="23" y="5"/>
                </a:moveTo>
                <a:cubicBezTo>
                  <a:pt x="23" y="5"/>
                  <a:pt x="23" y="5"/>
                  <a:pt x="23" y="5"/>
                </a:cubicBezTo>
                <a:cubicBezTo>
                  <a:pt x="23" y="4"/>
                  <a:pt x="23" y="4"/>
                  <a:pt x="23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1" y="4"/>
                  <a:pt x="18" y="6"/>
                  <a:pt x="17" y="5"/>
                </a:cubicBezTo>
                <a:cubicBezTo>
                  <a:pt x="17" y="5"/>
                  <a:pt x="17" y="4"/>
                  <a:pt x="18" y="4"/>
                </a:cubicBezTo>
                <a:cubicBezTo>
                  <a:pt x="18" y="4"/>
                  <a:pt x="20" y="3"/>
                  <a:pt x="21" y="3"/>
                </a:cubicBezTo>
                <a:cubicBezTo>
                  <a:pt x="23" y="3"/>
                  <a:pt x="24" y="3"/>
                  <a:pt x="24" y="4"/>
                </a:cubicBezTo>
                <a:cubicBezTo>
                  <a:pt x="24" y="4"/>
                  <a:pt x="24" y="5"/>
                  <a:pt x="23" y="5"/>
                </a:cubicBezTo>
                <a:close/>
                <a:moveTo>
                  <a:pt x="11" y="8"/>
                </a:moveTo>
                <a:cubicBezTo>
                  <a:pt x="11" y="13"/>
                  <a:pt x="11" y="13"/>
                  <a:pt x="11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2"/>
                  <a:pt x="0" y="11"/>
                  <a:pt x="0" y="11"/>
                </a:cubicBezTo>
                <a:cubicBezTo>
                  <a:pt x="0" y="10"/>
                  <a:pt x="1" y="8"/>
                  <a:pt x="2" y="8"/>
                </a:cubicBezTo>
                <a:cubicBezTo>
                  <a:pt x="5" y="8"/>
                  <a:pt x="8" y="8"/>
                  <a:pt x="11" y="8"/>
                </a:cubicBezTo>
                <a:close/>
                <a:moveTo>
                  <a:pt x="27" y="11"/>
                </a:moveTo>
                <a:cubicBezTo>
                  <a:pt x="27" y="11"/>
                  <a:pt x="27" y="12"/>
                  <a:pt x="27" y="13"/>
                </a:cubicBezTo>
                <a:cubicBezTo>
                  <a:pt x="27" y="13"/>
                  <a:pt x="26" y="13"/>
                  <a:pt x="26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8"/>
                  <a:pt x="15" y="8"/>
                  <a:pt x="15" y="8"/>
                </a:cubicBezTo>
                <a:cubicBezTo>
                  <a:pt x="18" y="8"/>
                  <a:pt x="21" y="8"/>
                  <a:pt x="24" y="8"/>
                </a:cubicBezTo>
                <a:cubicBezTo>
                  <a:pt x="25" y="8"/>
                  <a:pt x="27" y="10"/>
                  <a:pt x="27" y="11"/>
                </a:cubicBezTo>
                <a:close/>
                <a:moveTo>
                  <a:pt x="11" y="27"/>
                </a:moveTo>
                <a:cubicBezTo>
                  <a:pt x="3" y="27"/>
                  <a:pt x="3" y="27"/>
                  <a:pt x="3" y="27"/>
                </a:cubicBezTo>
                <a:cubicBezTo>
                  <a:pt x="2" y="27"/>
                  <a:pt x="1" y="26"/>
                  <a:pt x="1" y="25"/>
                </a:cubicBezTo>
                <a:cubicBezTo>
                  <a:pt x="1" y="15"/>
                  <a:pt x="1" y="15"/>
                  <a:pt x="1" y="15"/>
                </a:cubicBezTo>
                <a:cubicBezTo>
                  <a:pt x="11" y="15"/>
                  <a:pt x="11" y="15"/>
                  <a:pt x="11" y="15"/>
                </a:cubicBezTo>
                <a:lnTo>
                  <a:pt x="11" y="2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8" name="Freeform 221">
            <a:extLst>
              <a:ext uri="{FF2B5EF4-FFF2-40B4-BE49-F238E27FC236}">
                <a16:creationId xmlns:a16="http://schemas.microsoft.com/office/drawing/2014/main" id="{05C04FC8-B8EA-0774-2279-0AC21B53643E}"/>
              </a:ext>
            </a:extLst>
          </p:cNvPr>
          <p:cNvSpPr>
            <a:spLocks noEditPoints="1"/>
          </p:cNvSpPr>
          <p:nvPr/>
        </p:nvSpPr>
        <p:spPr bwMode="auto">
          <a:xfrm>
            <a:off x="8723118" y="4386543"/>
            <a:ext cx="298614" cy="258799"/>
          </a:xfrm>
          <a:custGeom>
            <a:avLst/>
            <a:gdLst>
              <a:gd name="T0" fmla="*/ 3 w 31"/>
              <a:gd name="T1" fmla="*/ 7 h 27"/>
              <a:gd name="T2" fmla="*/ 0 w 31"/>
              <a:gd name="T3" fmla="*/ 23 h 27"/>
              <a:gd name="T4" fmla="*/ 4 w 31"/>
              <a:gd name="T5" fmla="*/ 27 h 27"/>
              <a:gd name="T6" fmla="*/ 26 w 31"/>
              <a:gd name="T7" fmla="*/ 27 h 27"/>
              <a:gd name="T8" fmla="*/ 31 w 31"/>
              <a:gd name="T9" fmla="*/ 23 h 27"/>
              <a:gd name="T10" fmla="*/ 28 w 31"/>
              <a:gd name="T11" fmla="*/ 7 h 27"/>
              <a:gd name="T12" fmla="*/ 27 w 31"/>
              <a:gd name="T13" fmla="*/ 7 h 27"/>
              <a:gd name="T14" fmla="*/ 18 w 31"/>
              <a:gd name="T15" fmla="*/ 6 h 27"/>
              <a:gd name="T16" fmla="*/ 19 w 31"/>
              <a:gd name="T17" fmla="*/ 4 h 27"/>
              <a:gd name="T18" fmla="*/ 19 w 31"/>
              <a:gd name="T19" fmla="*/ 4 h 27"/>
              <a:gd name="T20" fmla="*/ 20 w 31"/>
              <a:gd name="T21" fmla="*/ 4 h 27"/>
              <a:gd name="T22" fmla="*/ 22 w 31"/>
              <a:gd name="T23" fmla="*/ 3 h 27"/>
              <a:gd name="T24" fmla="*/ 22 w 31"/>
              <a:gd name="T25" fmla="*/ 2 h 27"/>
              <a:gd name="T26" fmla="*/ 20 w 31"/>
              <a:gd name="T27" fmla="*/ 0 h 27"/>
              <a:gd name="T28" fmla="*/ 18 w 31"/>
              <a:gd name="T29" fmla="*/ 0 h 27"/>
              <a:gd name="T30" fmla="*/ 16 w 31"/>
              <a:gd name="T31" fmla="*/ 2 h 27"/>
              <a:gd name="T32" fmla="*/ 16 w 31"/>
              <a:gd name="T33" fmla="*/ 3 h 27"/>
              <a:gd name="T34" fmla="*/ 17 w 31"/>
              <a:gd name="T35" fmla="*/ 4 h 27"/>
              <a:gd name="T36" fmla="*/ 16 w 31"/>
              <a:gd name="T37" fmla="*/ 5 h 27"/>
              <a:gd name="T38" fmla="*/ 15 w 31"/>
              <a:gd name="T39" fmla="*/ 4 h 27"/>
              <a:gd name="T40" fmla="*/ 15 w 31"/>
              <a:gd name="T41" fmla="*/ 3 h 27"/>
              <a:gd name="T42" fmla="*/ 15 w 31"/>
              <a:gd name="T43" fmla="*/ 2 h 27"/>
              <a:gd name="T44" fmla="*/ 14 w 31"/>
              <a:gd name="T45" fmla="*/ 0 h 27"/>
              <a:gd name="T46" fmla="*/ 11 w 31"/>
              <a:gd name="T47" fmla="*/ 0 h 27"/>
              <a:gd name="T48" fmla="*/ 10 w 31"/>
              <a:gd name="T49" fmla="*/ 2 h 27"/>
              <a:gd name="T50" fmla="*/ 10 w 31"/>
              <a:gd name="T51" fmla="*/ 3 h 27"/>
              <a:gd name="T52" fmla="*/ 11 w 31"/>
              <a:gd name="T53" fmla="*/ 4 h 27"/>
              <a:gd name="T54" fmla="*/ 12 w 31"/>
              <a:gd name="T55" fmla="*/ 4 h 27"/>
              <a:gd name="T56" fmla="*/ 12 w 31"/>
              <a:gd name="T57" fmla="*/ 4 h 27"/>
              <a:gd name="T58" fmla="*/ 13 w 31"/>
              <a:gd name="T59" fmla="*/ 6 h 27"/>
              <a:gd name="T60" fmla="*/ 3 w 31"/>
              <a:gd name="T61" fmla="*/ 7 h 27"/>
              <a:gd name="T62" fmla="*/ 3 w 31"/>
              <a:gd name="T63" fmla="*/ 7 h 27"/>
              <a:gd name="T64" fmla="*/ 18 w 31"/>
              <a:gd name="T65" fmla="*/ 1 h 27"/>
              <a:gd name="T66" fmla="*/ 20 w 31"/>
              <a:gd name="T67" fmla="*/ 1 h 27"/>
              <a:gd name="T68" fmla="*/ 21 w 31"/>
              <a:gd name="T69" fmla="*/ 2 h 27"/>
              <a:gd name="T70" fmla="*/ 21 w 31"/>
              <a:gd name="T71" fmla="*/ 2 h 27"/>
              <a:gd name="T72" fmla="*/ 20 w 31"/>
              <a:gd name="T73" fmla="*/ 2 h 27"/>
              <a:gd name="T74" fmla="*/ 18 w 31"/>
              <a:gd name="T75" fmla="*/ 2 h 27"/>
              <a:gd name="T76" fmla="*/ 17 w 31"/>
              <a:gd name="T77" fmla="*/ 2 h 27"/>
              <a:gd name="T78" fmla="*/ 17 w 31"/>
              <a:gd name="T79" fmla="*/ 2 h 27"/>
              <a:gd name="T80" fmla="*/ 18 w 31"/>
              <a:gd name="T81" fmla="*/ 1 h 27"/>
              <a:gd name="T82" fmla="*/ 11 w 31"/>
              <a:gd name="T83" fmla="*/ 1 h 27"/>
              <a:gd name="T84" fmla="*/ 14 w 31"/>
              <a:gd name="T85" fmla="*/ 1 h 27"/>
              <a:gd name="T86" fmla="*/ 14 w 31"/>
              <a:gd name="T87" fmla="*/ 2 h 27"/>
              <a:gd name="T88" fmla="*/ 14 w 31"/>
              <a:gd name="T89" fmla="*/ 2 h 27"/>
              <a:gd name="T90" fmla="*/ 14 w 31"/>
              <a:gd name="T91" fmla="*/ 2 h 27"/>
              <a:gd name="T92" fmla="*/ 11 w 31"/>
              <a:gd name="T93" fmla="*/ 2 h 27"/>
              <a:gd name="T94" fmla="*/ 10 w 31"/>
              <a:gd name="T95" fmla="*/ 2 h 27"/>
              <a:gd name="T96" fmla="*/ 10 w 31"/>
              <a:gd name="T97" fmla="*/ 2 h 27"/>
              <a:gd name="T98" fmla="*/ 11 w 31"/>
              <a:gd name="T99" fmla="*/ 1 h 27"/>
              <a:gd name="T100" fmla="*/ 4 w 31"/>
              <a:gd name="T101" fmla="*/ 9 h 27"/>
              <a:gd name="T102" fmla="*/ 5 w 31"/>
              <a:gd name="T103" fmla="*/ 8 h 27"/>
              <a:gd name="T104" fmla="*/ 26 w 31"/>
              <a:gd name="T105" fmla="*/ 8 h 27"/>
              <a:gd name="T106" fmla="*/ 26 w 31"/>
              <a:gd name="T107" fmla="*/ 9 h 27"/>
              <a:gd name="T108" fmla="*/ 27 w 31"/>
              <a:gd name="T109" fmla="*/ 10 h 27"/>
              <a:gd name="T110" fmla="*/ 26 w 31"/>
              <a:gd name="T111" fmla="*/ 10 h 27"/>
              <a:gd name="T112" fmla="*/ 26 w 31"/>
              <a:gd name="T113" fmla="*/ 11 h 27"/>
              <a:gd name="T114" fmla="*/ 5 w 31"/>
              <a:gd name="T115" fmla="*/ 11 h 27"/>
              <a:gd name="T116" fmla="*/ 4 w 31"/>
              <a:gd name="T117" fmla="*/ 10 h 27"/>
              <a:gd name="T118" fmla="*/ 4 w 31"/>
              <a:gd name="T119" fmla="*/ 10 h 27"/>
              <a:gd name="T120" fmla="*/ 4 w 31"/>
              <a:gd name="T121" fmla="*/ 9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" h="27">
                <a:moveTo>
                  <a:pt x="3" y="7"/>
                </a:moveTo>
                <a:cubicBezTo>
                  <a:pt x="2" y="13"/>
                  <a:pt x="0" y="18"/>
                  <a:pt x="0" y="23"/>
                </a:cubicBezTo>
                <a:cubicBezTo>
                  <a:pt x="0" y="25"/>
                  <a:pt x="2" y="27"/>
                  <a:pt x="4" y="27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31" y="25"/>
                  <a:pt x="31" y="23"/>
                </a:cubicBezTo>
                <a:cubicBezTo>
                  <a:pt x="31" y="18"/>
                  <a:pt x="28" y="13"/>
                  <a:pt x="28" y="7"/>
                </a:cubicBezTo>
                <a:cubicBezTo>
                  <a:pt x="28" y="7"/>
                  <a:pt x="28" y="7"/>
                  <a:pt x="27" y="7"/>
                </a:cubicBezTo>
                <a:cubicBezTo>
                  <a:pt x="26" y="6"/>
                  <a:pt x="22" y="6"/>
                  <a:pt x="18" y="6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1" y="4"/>
                  <a:pt x="22" y="4"/>
                  <a:pt x="22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1"/>
                  <a:pt x="21" y="0"/>
                  <a:pt x="2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7" y="0"/>
                  <a:pt x="16" y="1"/>
                  <a:pt x="16" y="2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3"/>
                  <a:pt x="16" y="4"/>
                  <a:pt x="17" y="4"/>
                </a:cubicBezTo>
                <a:cubicBezTo>
                  <a:pt x="16" y="5"/>
                  <a:pt x="16" y="5"/>
                  <a:pt x="16" y="5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3"/>
                  <a:pt x="15" y="3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1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0" y="0"/>
                  <a:pt x="10" y="1"/>
                  <a:pt x="10" y="2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4"/>
                  <a:pt x="10" y="4"/>
                  <a:pt x="11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3" y="6"/>
                  <a:pt x="13" y="6"/>
                  <a:pt x="13" y="6"/>
                </a:cubicBezTo>
                <a:cubicBezTo>
                  <a:pt x="9" y="6"/>
                  <a:pt x="5" y="6"/>
                  <a:pt x="3" y="7"/>
                </a:cubicBezTo>
                <a:cubicBezTo>
                  <a:pt x="3" y="7"/>
                  <a:pt x="3" y="7"/>
                  <a:pt x="3" y="7"/>
                </a:cubicBezTo>
                <a:close/>
                <a:moveTo>
                  <a:pt x="18" y="1"/>
                </a:moveTo>
                <a:cubicBezTo>
                  <a:pt x="20" y="1"/>
                  <a:pt x="20" y="1"/>
                  <a:pt x="20" y="1"/>
                </a:cubicBezTo>
                <a:cubicBezTo>
                  <a:pt x="20" y="1"/>
                  <a:pt x="21" y="1"/>
                  <a:pt x="21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2"/>
                  <a:pt x="20" y="2"/>
                  <a:pt x="20" y="2"/>
                </a:cubicBezTo>
                <a:cubicBezTo>
                  <a:pt x="18" y="2"/>
                  <a:pt x="18" y="2"/>
                  <a:pt x="18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1"/>
                  <a:pt x="17" y="1"/>
                  <a:pt x="18" y="1"/>
                </a:cubicBezTo>
                <a:close/>
                <a:moveTo>
                  <a:pt x="11" y="1"/>
                </a:move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1" y="2"/>
                  <a:pt x="11" y="2"/>
                  <a:pt x="11" y="2"/>
                </a:cubicBezTo>
                <a:cubicBezTo>
                  <a:pt x="11" y="2"/>
                  <a:pt x="10" y="2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1"/>
                  <a:pt x="11" y="1"/>
                  <a:pt x="11" y="1"/>
                </a:cubicBezTo>
                <a:close/>
                <a:moveTo>
                  <a:pt x="4" y="9"/>
                </a:moveTo>
                <a:cubicBezTo>
                  <a:pt x="4" y="8"/>
                  <a:pt x="4" y="8"/>
                  <a:pt x="5" y="8"/>
                </a:cubicBezTo>
                <a:cubicBezTo>
                  <a:pt x="9" y="7"/>
                  <a:pt x="22" y="7"/>
                  <a:pt x="26" y="8"/>
                </a:cubicBezTo>
                <a:cubicBezTo>
                  <a:pt x="26" y="8"/>
                  <a:pt x="26" y="8"/>
                  <a:pt x="26" y="9"/>
                </a:cubicBezTo>
                <a:cubicBezTo>
                  <a:pt x="27" y="9"/>
                  <a:pt x="27" y="9"/>
                  <a:pt x="27" y="10"/>
                </a:cubicBezTo>
                <a:cubicBezTo>
                  <a:pt x="27" y="10"/>
                  <a:pt x="27" y="10"/>
                  <a:pt x="26" y="10"/>
                </a:cubicBezTo>
                <a:cubicBezTo>
                  <a:pt x="26" y="10"/>
                  <a:pt x="26" y="11"/>
                  <a:pt x="26" y="11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4" y="10"/>
                  <a:pt x="4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9"/>
                  <a:pt x="4" y="9"/>
                  <a:pt x="4" y="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0" name="Freeform 222">
            <a:extLst>
              <a:ext uri="{FF2B5EF4-FFF2-40B4-BE49-F238E27FC236}">
                <a16:creationId xmlns:a16="http://schemas.microsoft.com/office/drawing/2014/main" id="{4726499A-EBAA-56CD-B545-6EF0D8EC5862}"/>
              </a:ext>
            </a:extLst>
          </p:cNvPr>
          <p:cNvSpPr>
            <a:spLocks noEditPoints="1"/>
          </p:cNvSpPr>
          <p:nvPr/>
        </p:nvSpPr>
        <p:spPr bwMode="auto">
          <a:xfrm>
            <a:off x="3742606" y="4357586"/>
            <a:ext cx="336619" cy="267847"/>
          </a:xfrm>
          <a:custGeom>
            <a:avLst/>
            <a:gdLst>
              <a:gd name="T0" fmla="*/ 26 w 35"/>
              <a:gd name="T1" fmla="*/ 1 h 28"/>
              <a:gd name="T2" fmla="*/ 16 w 35"/>
              <a:gd name="T3" fmla="*/ 9 h 28"/>
              <a:gd name="T4" fmla="*/ 16 w 35"/>
              <a:gd name="T5" fmla="*/ 12 h 28"/>
              <a:gd name="T6" fmla="*/ 26 w 35"/>
              <a:gd name="T7" fmla="*/ 3 h 28"/>
              <a:gd name="T8" fmla="*/ 8 w 35"/>
              <a:gd name="T9" fmla="*/ 16 h 28"/>
              <a:gd name="T10" fmla="*/ 8 w 35"/>
              <a:gd name="T11" fmla="*/ 24 h 28"/>
              <a:gd name="T12" fmla="*/ 10 w 35"/>
              <a:gd name="T13" fmla="*/ 24 h 28"/>
              <a:gd name="T14" fmla="*/ 10 w 35"/>
              <a:gd name="T15" fmla="*/ 16 h 28"/>
              <a:gd name="T16" fmla="*/ 8 w 35"/>
              <a:gd name="T17" fmla="*/ 16 h 28"/>
              <a:gd name="T18" fmla="*/ 14 w 35"/>
              <a:gd name="T19" fmla="*/ 24 h 28"/>
              <a:gd name="T20" fmla="*/ 15 w 35"/>
              <a:gd name="T21" fmla="*/ 24 h 28"/>
              <a:gd name="T22" fmla="*/ 16 w 35"/>
              <a:gd name="T23" fmla="*/ 16 h 28"/>
              <a:gd name="T24" fmla="*/ 14 w 35"/>
              <a:gd name="T25" fmla="*/ 16 h 28"/>
              <a:gd name="T26" fmla="*/ 27 w 35"/>
              <a:gd name="T27" fmla="*/ 16 h 28"/>
              <a:gd name="T28" fmla="*/ 27 w 35"/>
              <a:gd name="T29" fmla="*/ 24 h 28"/>
              <a:gd name="T30" fmla="*/ 25 w 35"/>
              <a:gd name="T31" fmla="*/ 24 h 28"/>
              <a:gd name="T32" fmla="*/ 25 w 35"/>
              <a:gd name="T33" fmla="*/ 16 h 28"/>
              <a:gd name="T34" fmla="*/ 27 w 35"/>
              <a:gd name="T35" fmla="*/ 16 h 28"/>
              <a:gd name="T36" fmla="*/ 21 w 35"/>
              <a:gd name="T37" fmla="*/ 24 h 28"/>
              <a:gd name="T38" fmla="*/ 20 w 35"/>
              <a:gd name="T39" fmla="*/ 24 h 28"/>
              <a:gd name="T40" fmla="*/ 19 w 35"/>
              <a:gd name="T41" fmla="*/ 16 h 28"/>
              <a:gd name="T42" fmla="*/ 21 w 35"/>
              <a:gd name="T43" fmla="*/ 16 h 28"/>
              <a:gd name="T44" fmla="*/ 32 w 35"/>
              <a:gd name="T45" fmla="*/ 26 h 28"/>
              <a:gd name="T46" fmla="*/ 6 w 35"/>
              <a:gd name="T47" fmla="*/ 28 h 28"/>
              <a:gd name="T48" fmla="*/ 2 w 35"/>
              <a:gd name="T49" fmla="*/ 15 h 28"/>
              <a:gd name="T50" fmla="*/ 0 w 35"/>
              <a:gd name="T51" fmla="*/ 12 h 28"/>
              <a:gd name="T52" fmla="*/ 14 w 35"/>
              <a:gd name="T53" fmla="*/ 10 h 28"/>
              <a:gd name="T54" fmla="*/ 15 w 35"/>
              <a:gd name="T55" fmla="*/ 13 h 28"/>
              <a:gd name="T56" fmla="*/ 15 w 35"/>
              <a:gd name="T57" fmla="*/ 13 h 28"/>
              <a:gd name="T58" fmla="*/ 19 w 35"/>
              <a:gd name="T59" fmla="*/ 13 h 28"/>
              <a:gd name="T60" fmla="*/ 22 w 35"/>
              <a:gd name="T61" fmla="*/ 10 h 28"/>
              <a:gd name="T62" fmla="*/ 35 w 35"/>
              <a:gd name="T63" fmla="*/ 12 h 28"/>
              <a:gd name="T64" fmla="*/ 33 w 35"/>
              <a:gd name="T65" fmla="*/ 1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5" h="28">
                <a:moveTo>
                  <a:pt x="26" y="1"/>
                </a:moveTo>
                <a:cubicBezTo>
                  <a:pt x="26" y="1"/>
                  <a:pt x="26" y="1"/>
                  <a:pt x="26" y="1"/>
                </a:cubicBezTo>
                <a:cubicBezTo>
                  <a:pt x="26" y="0"/>
                  <a:pt x="25" y="0"/>
                  <a:pt x="24" y="1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10"/>
                  <a:pt x="15" y="11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8" y="12"/>
                  <a:pt x="18" y="12"/>
                </a:cubicBezTo>
                <a:cubicBezTo>
                  <a:pt x="26" y="3"/>
                  <a:pt x="26" y="3"/>
                  <a:pt x="26" y="3"/>
                </a:cubicBezTo>
                <a:cubicBezTo>
                  <a:pt x="27" y="3"/>
                  <a:pt x="27" y="2"/>
                  <a:pt x="26" y="1"/>
                </a:cubicBezTo>
                <a:close/>
                <a:moveTo>
                  <a:pt x="8" y="16"/>
                </a:move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6"/>
                  <a:pt x="10" y="16"/>
                  <a:pt x="10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lose/>
                <a:moveTo>
                  <a:pt x="14" y="16"/>
                </a:move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5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lose/>
                <a:moveTo>
                  <a:pt x="27" y="16"/>
                </a:move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16"/>
                  <a:pt x="25" y="16"/>
                  <a:pt x="25" y="16"/>
                </a:cubicBezTo>
                <a:cubicBezTo>
                  <a:pt x="25" y="16"/>
                  <a:pt x="25" y="16"/>
                  <a:pt x="25" y="16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16"/>
                  <a:pt x="27" y="16"/>
                  <a:pt x="27" y="16"/>
                </a:cubicBezTo>
                <a:close/>
                <a:moveTo>
                  <a:pt x="21" y="16"/>
                </a:move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20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1" y="16"/>
                  <a:pt x="21" y="16"/>
                </a:cubicBezTo>
                <a:close/>
                <a:moveTo>
                  <a:pt x="32" y="26"/>
                </a:moveTo>
                <a:cubicBezTo>
                  <a:pt x="32" y="27"/>
                  <a:pt x="31" y="28"/>
                  <a:pt x="29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5" y="28"/>
                  <a:pt x="4" y="27"/>
                  <a:pt x="3" y="26"/>
                </a:cubicBezTo>
                <a:cubicBezTo>
                  <a:pt x="2" y="15"/>
                  <a:pt x="2" y="15"/>
                  <a:pt x="2" y="15"/>
                </a:cubicBezTo>
                <a:cubicBezTo>
                  <a:pt x="1" y="15"/>
                  <a:pt x="0" y="14"/>
                  <a:pt x="0" y="13"/>
                </a:cubicBezTo>
                <a:cubicBezTo>
                  <a:pt x="0" y="7"/>
                  <a:pt x="0" y="18"/>
                  <a:pt x="0" y="12"/>
                </a:cubicBezTo>
                <a:cubicBezTo>
                  <a:pt x="0" y="11"/>
                  <a:pt x="1" y="10"/>
                  <a:pt x="3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1"/>
                  <a:pt x="14" y="12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6" y="13"/>
                  <a:pt x="17" y="13"/>
                </a:cubicBezTo>
                <a:cubicBezTo>
                  <a:pt x="18" y="13"/>
                  <a:pt x="19" y="13"/>
                  <a:pt x="19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22" y="10"/>
                  <a:pt x="22" y="10"/>
                  <a:pt x="22" y="10"/>
                </a:cubicBezTo>
                <a:cubicBezTo>
                  <a:pt x="32" y="10"/>
                  <a:pt x="32" y="10"/>
                  <a:pt x="32" y="10"/>
                </a:cubicBezTo>
                <a:cubicBezTo>
                  <a:pt x="34" y="10"/>
                  <a:pt x="35" y="11"/>
                  <a:pt x="35" y="12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4"/>
                  <a:pt x="34" y="15"/>
                  <a:pt x="33" y="15"/>
                </a:cubicBezTo>
                <a:lnTo>
                  <a:pt x="32" y="2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Freeform 223">
            <a:extLst>
              <a:ext uri="{FF2B5EF4-FFF2-40B4-BE49-F238E27FC236}">
                <a16:creationId xmlns:a16="http://schemas.microsoft.com/office/drawing/2014/main" id="{B357A24F-8EB2-CD43-28C5-3323AC657513}"/>
              </a:ext>
            </a:extLst>
          </p:cNvPr>
          <p:cNvSpPr>
            <a:spLocks noEditPoints="1"/>
          </p:cNvSpPr>
          <p:nvPr/>
        </p:nvSpPr>
        <p:spPr bwMode="auto">
          <a:xfrm>
            <a:off x="1891201" y="4404640"/>
            <a:ext cx="316712" cy="220793"/>
          </a:xfrm>
          <a:custGeom>
            <a:avLst/>
            <a:gdLst>
              <a:gd name="T0" fmla="*/ 11 w 33"/>
              <a:gd name="T1" fmla="*/ 20 h 23"/>
              <a:gd name="T2" fmla="*/ 11 w 33"/>
              <a:gd name="T3" fmla="*/ 23 h 23"/>
              <a:gd name="T4" fmla="*/ 14 w 33"/>
              <a:gd name="T5" fmla="*/ 23 h 23"/>
              <a:gd name="T6" fmla="*/ 14 w 33"/>
              <a:gd name="T7" fmla="*/ 20 h 23"/>
              <a:gd name="T8" fmla="*/ 27 w 33"/>
              <a:gd name="T9" fmla="*/ 14 h 23"/>
              <a:gd name="T10" fmla="*/ 28 w 33"/>
              <a:gd name="T11" fmla="*/ 13 h 23"/>
              <a:gd name="T12" fmla="*/ 26 w 33"/>
              <a:gd name="T13" fmla="*/ 11 h 23"/>
              <a:gd name="T14" fmla="*/ 26 w 33"/>
              <a:gd name="T15" fmla="*/ 15 h 23"/>
              <a:gd name="T16" fmla="*/ 17 w 33"/>
              <a:gd name="T17" fmla="*/ 15 h 23"/>
              <a:gd name="T18" fmla="*/ 13 w 33"/>
              <a:gd name="T19" fmla="*/ 15 h 23"/>
              <a:gd name="T20" fmla="*/ 10 w 33"/>
              <a:gd name="T21" fmla="*/ 13 h 23"/>
              <a:gd name="T22" fmla="*/ 11 w 33"/>
              <a:gd name="T23" fmla="*/ 11 h 23"/>
              <a:gd name="T24" fmla="*/ 8 w 33"/>
              <a:gd name="T25" fmla="*/ 6 h 23"/>
              <a:gd name="T26" fmla="*/ 16 w 33"/>
              <a:gd name="T27" fmla="*/ 10 h 23"/>
              <a:gd name="T28" fmla="*/ 21 w 33"/>
              <a:gd name="T29" fmla="*/ 10 h 23"/>
              <a:gd name="T30" fmla="*/ 26 w 33"/>
              <a:gd name="T31" fmla="*/ 10 h 23"/>
              <a:gd name="T32" fmla="*/ 30 w 33"/>
              <a:gd name="T33" fmla="*/ 10 h 23"/>
              <a:gd name="T34" fmla="*/ 27 w 33"/>
              <a:gd name="T35" fmla="*/ 10 h 23"/>
              <a:gd name="T36" fmla="*/ 22 w 33"/>
              <a:gd name="T37" fmla="*/ 21 h 23"/>
              <a:gd name="T38" fmla="*/ 15 w 33"/>
              <a:gd name="T39" fmla="*/ 19 h 23"/>
              <a:gd name="T40" fmla="*/ 0 w 33"/>
              <a:gd name="T41" fmla="*/ 2 h 23"/>
              <a:gd name="T42" fmla="*/ 0 w 33"/>
              <a:gd name="T43" fmla="*/ 1 h 23"/>
              <a:gd name="T44" fmla="*/ 2 w 33"/>
              <a:gd name="T45" fmla="*/ 0 h 23"/>
              <a:gd name="T46" fmla="*/ 7 w 33"/>
              <a:gd name="T47" fmla="*/ 4 h 23"/>
              <a:gd name="T48" fmla="*/ 33 w 33"/>
              <a:gd name="T49" fmla="*/ 4 h 23"/>
              <a:gd name="T50" fmla="*/ 33 w 33"/>
              <a:gd name="T51" fmla="*/ 4 h 23"/>
              <a:gd name="T52" fmla="*/ 31 w 33"/>
              <a:gd name="T53" fmla="*/ 14 h 23"/>
              <a:gd name="T54" fmla="*/ 27 w 33"/>
              <a:gd name="T55" fmla="*/ 17 h 23"/>
              <a:gd name="T56" fmla="*/ 11 w 33"/>
              <a:gd name="T57" fmla="*/ 17 h 23"/>
              <a:gd name="T58" fmla="*/ 9 w 33"/>
              <a:gd name="T59" fmla="*/ 18 h 23"/>
              <a:gd name="T60" fmla="*/ 10 w 33"/>
              <a:gd name="T61" fmla="*/ 18 h 23"/>
              <a:gd name="T62" fmla="*/ 11 w 33"/>
              <a:gd name="T63" fmla="*/ 19 h 23"/>
              <a:gd name="T64" fmla="*/ 10 w 33"/>
              <a:gd name="T65" fmla="*/ 21 h 23"/>
              <a:gd name="T66" fmla="*/ 10 w 33"/>
              <a:gd name="T67" fmla="*/ 21 h 23"/>
              <a:gd name="T68" fmla="*/ 10 w 33"/>
              <a:gd name="T69" fmla="*/ 21 h 23"/>
              <a:gd name="T70" fmla="*/ 8 w 33"/>
              <a:gd name="T71" fmla="*/ 21 h 23"/>
              <a:gd name="T72" fmla="*/ 7 w 33"/>
              <a:gd name="T73" fmla="*/ 20 h 23"/>
              <a:gd name="T74" fmla="*/ 7 w 33"/>
              <a:gd name="T75" fmla="*/ 17 h 23"/>
              <a:gd name="T76" fmla="*/ 8 w 33"/>
              <a:gd name="T77" fmla="*/ 16 h 23"/>
              <a:gd name="T78" fmla="*/ 6 w 33"/>
              <a:gd name="T79" fmla="*/ 11 h 23"/>
              <a:gd name="T80" fmla="*/ 3 w 33"/>
              <a:gd name="T81" fmla="*/ 4 h 23"/>
              <a:gd name="T82" fmla="*/ 27 w 33"/>
              <a:gd name="T83" fmla="*/ 18 h 23"/>
              <a:gd name="T84" fmla="*/ 27 w 33"/>
              <a:gd name="T85" fmla="*/ 19 h 23"/>
              <a:gd name="T86" fmla="*/ 28 w 33"/>
              <a:gd name="T87" fmla="*/ 21 h 23"/>
              <a:gd name="T88" fmla="*/ 28 w 33"/>
              <a:gd name="T89" fmla="*/ 21 h 23"/>
              <a:gd name="T90" fmla="*/ 28 w 33"/>
              <a:gd name="T91" fmla="*/ 21 h 23"/>
              <a:gd name="T92" fmla="*/ 30 w 33"/>
              <a:gd name="T93" fmla="*/ 19 h 23"/>
              <a:gd name="T94" fmla="*/ 24 w 33"/>
              <a:gd name="T95" fmla="*/ 19 h 23"/>
              <a:gd name="T96" fmla="*/ 23 w 33"/>
              <a:gd name="T97" fmla="*/ 23 h 23"/>
              <a:gd name="T98" fmla="*/ 26 w 33"/>
              <a:gd name="T99" fmla="*/ 23 h 23"/>
              <a:gd name="T100" fmla="*/ 26 w 33"/>
              <a:gd name="T101" fmla="*/ 2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" h="23">
                <a:moveTo>
                  <a:pt x="13" y="19"/>
                </a:moveTo>
                <a:cubicBezTo>
                  <a:pt x="13" y="19"/>
                  <a:pt x="12" y="19"/>
                  <a:pt x="12" y="19"/>
                </a:cubicBezTo>
                <a:cubicBezTo>
                  <a:pt x="12" y="19"/>
                  <a:pt x="12" y="19"/>
                  <a:pt x="11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0"/>
                  <a:pt x="11" y="21"/>
                  <a:pt x="11" y="21"/>
                </a:cubicBezTo>
                <a:cubicBezTo>
                  <a:pt x="11" y="21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3"/>
                  <a:pt x="11" y="23"/>
                  <a:pt x="11" y="23"/>
                </a:cubicBezTo>
                <a:cubicBezTo>
                  <a:pt x="12" y="23"/>
                  <a:pt x="12" y="23"/>
                  <a:pt x="13" y="23"/>
                </a:cubicBezTo>
                <a:cubicBezTo>
                  <a:pt x="13" y="23"/>
                  <a:pt x="13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2"/>
                  <a:pt x="15" y="21"/>
                  <a:pt x="15" y="21"/>
                </a:cubicBezTo>
                <a:cubicBezTo>
                  <a:pt x="15" y="21"/>
                  <a:pt x="15" y="20"/>
                  <a:pt x="15" y="20"/>
                </a:cubicBezTo>
                <a:cubicBezTo>
                  <a:pt x="15" y="20"/>
                  <a:pt x="15" y="20"/>
                  <a:pt x="14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4" y="19"/>
                  <a:pt x="14" y="19"/>
                  <a:pt x="14" y="19"/>
                </a:cubicBezTo>
                <a:cubicBezTo>
                  <a:pt x="13" y="19"/>
                  <a:pt x="13" y="19"/>
                  <a:pt x="13" y="19"/>
                </a:cubicBezTo>
                <a:close/>
                <a:moveTo>
                  <a:pt x="29" y="11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3"/>
                  <a:pt x="28" y="13"/>
                  <a:pt x="29" y="13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29" y="12"/>
                  <a:pt x="29" y="12"/>
                </a:cubicBezTo>
                <a:cubicBezTo>
                  <a:pt x="29" y="11"/>
                  <a:pt x="29" y="11"/>
                  <a:pt x="29" y="11"/>
                </a:cubicBezTo>
                <a:close/>
                <a:moveTo>
                  <a:pt x="26" y="11"/>
                </a:moveTo>
                <a:cubicBezTo>
                  <a:pt x="22" y="11"/>
                  <a:pt x="22" y="11"/>
                  <a:pt x="22" y="11"/>
                </a:cubicBezTo>
                <a:cubicBezTo>
                  <a:pt x="22" y="15"/>
                  <a:pt x="22" y="15"/>
                  <a:pt x="22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1"/>
                  <a:pt x="26" y="11"/>
                  <a:pt x="26" y="11"/>
                </a:cubicBezTo>
                <a:close/>
                <a:moveTo>
                  <a:pt x="21" y="11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5"/>
                  <a:pt x="17" y="15"/>
                  <a:pt x="17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1"/>
                  <a:pt x="21" y="11"/>
                  <a:pt x="21" y="11"/>
                </a:cubicBezTo>
                <a:close/>
                <a:moveTo>
                  <a:pt x="16" y="11"/>
                </a:moveTo>
                <a:cubicBezTo>
                  <a:pt x="13" y="11"/>
                  <a:pt x="13" y="11"/>
                  <a:pt x="13" y="11"/>
                </a:cubicBezTo>
                <a:cubicBezTo>
                  <a:pt x="13" y="15"/>
                  <a:pt x="13" y="15"/>
                  <a:pt x="13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1"/>
                  <a:pt x="16" y="11"/>
                  <a:pt x="16" y="11"/>
                </a:cubicBezTo>
                <a:close/>
                <a:moveTo>
                  <a:pt x="11" y="11"/>
                </a:moveTo>
                <a:cubicBezTo>
                  <a:pt x="9" y="11"/>
                  <a:pt x="9" y="11"/>
                  <a:pt x="9" y="11"/>
                </a:cubicBezTo>
                <a:cubicBezTo>
                  <a:pt x="9" y="12"/>
                  <a:pt x="10" y="12"/>
                  <a:pt x="10" y="13"/>
                </a:cubicBezTo>
                <a:cubicBezTo>
                  <a:pt x="10" y="13"/>
                  <a:pt x="10" y="14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1"/>
                  <a:pt x="11" y="11"/>
                  <a:pt x="11" y="11"/>
                </a:cubicBezTo>
                <a:close/>
                <a:moveTo>
                  <a:pt x="9" y="10"/>
                </a:moveTo>
                <a:cubicBezTo>
                  <a:pt x="11" y="10"/>
                  <a:pt x="11" y="10"/>
                  <a:pt x="11" y="10"/>
                </a:cubicBezTo>
                <a:cubicBezTo>
                  <a:pt x="11" y="6"/>
                  <a:pt x="11" y="6"/>
                  <a:pt x="11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7"/>
                  <a:pt x="8" y="7"/>
                  <a:pt x="8" y="8"/>
                </a:cubicBezTo>
                <a:cubicBezTo>
                  <a:pt x="9" y="8"/>
                  <a:pt x="9" y="9"/>
                  <a:pt x="9" y="10"/>
                </a:cubicBezTo>
                <a:close/>
                <a:moveTo>
                  <a:pt x="13" y="10"/>
                </a:moveTo>
                <a:cubicBezTo>
                  <a:pt x="16" y="10"/>
                  <a:pt x="16" y="10"/>
                  <a:pt x="16" y="10"/>
                </a:cubicBezTo>
                <a:cubicBezTo>
                  <a:pt x="16" y="6"/>
                  <a:pt x="16" y="6"/>
                  <a:pt x="16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10"/>
                  <a:pt x="13" y="10"/>
                  <a:pt x="13" y="10"/>
                </a:cubicBezTo>
                <a:close/>
                <a:moveTo>
                  <a:pt x="17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1" y="6"/>
                  <a:pt x="21" y="6"/>
                  <a:pt x="2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10"/>
                  <a:pt x="17" y="10"/>
                  <a:pt x="17" y="10"/>
                </a:cubicBezTo>
                <a:close/>
                <a:moveTo>
                  <a:pt x="22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6"/>
                  <a:pt x="26" y="6"/>
                  <a:pt x="26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10"/>
                  <a:pt x="22" y="10"/>
                  <a:pt x="22" y="10"/>
                </a:cubicBezTo>
                <a:close/>
                <a:moveTo>
                  <a:pt x="27" y="10"/>
                </a:moveTo>
                <a:cubicBezTo>
                  <a:pt x="30" y="10"/>
                  <a:pt x="30" y="10"/>
                  <a:pt x="30" y="10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6"/>
                  <a:pt x="31" y="6"/>
                  <a:pt x="31" y="6"/>
                </a:cubicBezTo>
                <a:cubicBezTo>
                  <a:pt x="31" y="6"/>
                  <a:pt x="31" y="6"/>
                  <a:pt x="31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10"/>
                  <a:pt x="27" y="10"/>
                  <a:pt x="27" y="10"/>
                </a:cubicBezTo>
                <a:close/>
                <a:moveTo>
                  <a:pt x="15" y="18"/>
                </a:moveTo>
                <a:cubicBezTo>
                  <a:pt x="23" y="18"/>
                  <a:pt x="23" y="18"/>
                  <a:pt x="23" y="18"/>
                </a:cubicBezTo>
                <a:cubicBezTo>
                  <a:pt x="23" y="18"/>
                  <a:pt x="23" y="18"/>
                  <a:pt x="23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2" y="19"/>
                  <a:pt x="22" y="20"/>
                  <a:pt x="22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0"/>
                  <a:pt x="15" y="20"/>
                  <a:pt x="15" y="19"/>
                </a:cubicBezTo>
                <a:cubicBezTo>
                  <a:pt x="15" y="19"/>
                  <a:pt x="15" y="19"/>
                  <a:pt x="15" y="19"/>
                </a:cubicBezTo>
                <a:cubicBezTo>
                  <a:pt x="15" y="18"/>
                  <a:pt x="15" y="18"/>
                  <a:pt x="15" y="18"/>
                </a:cubicBezTo>
                <a:close/>
                <a:moveTo>
                  <a:pt x="1" y="3"/>
                </a:moveTo>
                <a:cubicBezTo>
                  <a:pt x="1" y="3"/>
                  <a:pt x="0" y="3"/>
                  <a:pt x="0" y="3"/>
                </a:cubicBezTo>
                <a:cubicBezTo>
                  <a:pt x="0" y="3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3" y="1"/>
                  <a:pt x="3" y="1"/>
                  <a:pt x="4" y="1"/>
                </a:cubicBezTo>
                <a:cubicBezTo>
                  <a:pt x="4" y="1"/>
                  <a:pt x="4" y="2"/>
                  <a:pt x="5" y="2"/>
                </a:cubicBezTo>
                <a:cubicBezTo>
                  <a:pt x="5" y="2"/>
                  <a:pt x="5" y="2"/>
                  <a:pt x="6" y="3"/>
                </a:cubicBezTo>
                <a:cubicBezTo>
                  <a:pt x="6" y="3"/>
                  <a:pt x="6" y="3"/>
                  <a:pt x="7" y="4"/>
                </a:cubicBezTo>
                <a:cubicBezTo>
                  <a:pt x="7" y="4"/>
                  <a:pt x="7" y="4"/>
                  <a:pt x="7" y="4"/>
                </a:cubicBezTo>
                <a:cubicBezTo>
                  <a:pt x="7" y="4"/>
                  <a:pt x="7" y="4"/>
                  <a:pt x="7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4"/>
                  <a:pt x="33" y="4"/>
                </a:cubicBezTo>
                <a:cubicBezTo>
                  <a:pt x="33" y="4"/>
                  <a:pt x="33" y="5"/>
                  <a:pt x="33" y="5"/>
                </a:cubicBezTo>
                <a:cubicBezTo>
                  <a:pt x="33" y="5"/>
                  <a:pt x="33" y="5"/>
                  <a:pt x="33" y="5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3"/>
                  <a:pt x="31" y="14"/>
                </a:cubicBezTo>
                <a:cubicBezTo>
                  <a:pt x="30" y="14"/>
                  <a:pt x="30" y="14"/>
                  <a:pt x="30" y="14"/>
                </a:cubicBezTo>
                <a:cubicBezTo>
                  <a:pt x="30" y="15"/>
                  <a:pt x="30" y="15"/>
                  <a:pt x="29" y="15"/>
                </a:cubicBezTo>
                <a:cubicBezTo>
                  <a:pt x="29" y="15"/>
                  <a:pt x="29" y="16"/>
                  <a:pt x="29" y="16"/>
                </a:cubicBezTo>
                <a:cubicBezTo>
                  <a:pt x="28" y="16"/>
                  <a:pt x="28" y="16"/>
                  <a:pt x="28" y="16"/>
                </a:cubicBezTo>
                <a:cubicBezTo>
                  <a:pt x="28" y="16"/>
                  <a:pt x="27" y="17"/>
                  <a:pt x="27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7"/>
                  <a:pt x="26" y="17"/>
                  <a:pt x="26" y="17"/>
                </a:cubicBezTo>
                <a:cubicBezTo>
                  <a:pt x="26" y="17"/>
                  <a:pt x="25" y="17"/>
                  <a:pt x="25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10" y="18"/>
                  <a:pt x="10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1" y="18"/>
                  <a:pt x="11" y="18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0" y="19"/>
                  <a:pt x="10" y="20"/>
                  <a:pt x="10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0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9" y="21"/>
                  <a:pt x="8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8" y="21"/>
                  <a:pt x="8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5"/>
                  <a:pt x="7" y="15"/>
                  <a:pt x="7" y="14"/>
                </a:cubicBezTo>
                <a:cubicBezTo>
                  <a:pt x="7" y="14"/>
                  <a:pt x="7" y="13"/>
                  <a:pt x="7" y="13"/>
                </a:cubicBezTo>
                <a:cubicBezTo>
                  <a:pt x="7" y="13"/>
                  <a:pt x="6" y="12"/>
                  <a:pt x="6" y="12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0"/>
                  <a:pt x="6" y="9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5" y="7"/>
                  <a:pt x="5" y="7"/>
                  <a:pt x="4" y="6"/>
                </a:cubicBezTo>
                <a:cubicBezTo>
                  <a:pt x="4" y="5"/>
                  <a:pt x="4" y="5"/>
                  <a:pt x="3" y="4"/>
                </a:cubicBezTo>
                <a:cubicBezTo>
                  <a:pt x="2" y="4"/>
                  <a:pt x="2" y="4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lose/>
                <a:moveTo>
                  <a:pt x="28" y="18"/>
                </a:moveTo>
                <a:cubicBezTo>
                  <a:pt x="27" y="18"/>
                  <a:pt x="27" y="18"/>
                  <a:pt x="27" y="18"/>
                </a:cubicBezTo>
                <a:cubicBezTo>
                  <a:pt x="27" y="18"/>
                  <a:pt x="27" y="18"/>
                  <a:pt x="27" y="18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8" y="20"/>
                  <a:pt x="28" y="20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8" y="21"/>
                  <a:pt x="28" y="21"/>
                </a:cubicBezTo>
                <a:cubicBezTo>
                  <a:pt x="28" y="21"/>
                  <a:pt x="29" y="21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30" y="21"/>
                  <a:pt x="30" y="21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20"/>
                  <a:pt x="30" y="19"/>
                </a:cubicBezTo>
                <a:cubicBezTo>
                  <a:pt x="30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8"/>
                  <a:pt x="28" y="18"/>
                  <a:pt x="28" y="18"/>
                </a:cubicBezTo>
                <a:close/>
                <a:moveTo>
                  <a:pt x="25" y="19"/>
                </a:move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3" y="19"/>
                  <a:pt x="23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3" y="20"/>
                  <a:pt x="23" y="20"/>
                  <a:pt x="23" y="21"/>
                </a:cubicBezTo>
                <a:cubicBezTo>
                  <a:pt x="23" y="21"/>
                  <a:pt x="23" y="22"/>
                  <a:pt x="23" y="22"/>
                </a:cubicBezTo>
                <a:cubicBezTo>
                  <a:pt x="23" y="22"/>
                  <a:pt x="23" y="22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4" y="23"/>
                  <a:pt x="24" y="23"/>
                </a:cubicBezTo>
                <a:cubicBezTo>
                  <a:pt x="24" y="23"/>
                  <a:pt x="24" y="23"/>
                  <a:pt x="25" y="23"/>
                </a:cubicBezTo>
                <a:cubicBezTo>
                  <a:pt x="25" y="23"/>
                  <a:pt x="25" y="23"/>
                  <a:pt x="26" y="23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2"/>
                  <a:pt x="27" y="22"/>
                  <a:pt x="27" y="22"/>
                </a:cubicBezTo>
                <a:cubicBezTo>
                  <a:pt x="27" y="22"/>
                  <a:pt x="27" y="21"/>
                  <a:pt x="27" y="21"/>
                </a:cubicBezTo>
                <a:cubicBezTo>
                  <a:pt x="27" y="21"/>
                  <a:pt x="27" y="20"/>
                  <a:pt x="27" y="20"/>
                </a:cubicBezTo>
                <a:cubicBezTo>
                  <a:pt x="27" y="20"/>
                  <a:pt x="26" y="20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19"/>
                  <a:pt x="26" y="19"/>
                  <a:pt x="26" y="19"/>
                </a:cubicBezTo>
                <a:cubicBezTo>
                  <a:pt x="25" y="19"/>
                  <a:pt x="25" y="19"/>
                  <a:pt x="25" y="1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4" name="Freeform 224">
            <a:extLst>
              <a:ext uri="{FF2B5EF4-FFF2-40B4-BE49-F238E27FC236}">
                <a16:creationId xmlns:a16="http://schemas.microsoft.com/office/drawing/2014/main" id="{5982E4E9-E2E6-B176-B7EC-A27602B9FF1A}"/>
              </a:ext>
            </a:extLst>
          </p:cNvPr>
          <p:cNvSpPr>
            <a:spLocks noEditPoints="1"/>
          </p:cNvSpPr>
          <p:nvPr/>
        </p:nvSpPr>
        <p:spPr bwMode="auto">
          <a:xfrm>
            <a:off x="2515575" y="4366636"/>
            <a:ext cx="334810" cy="278706"/>
          </a:xfrm>
          <a:custGeom>
            <a:avLst/>
            <a:gdLst>
              <a:gd name="T0" fmla="*/ 11 w 35"/>
              <a:gd name="T1" fmla="*/ 26 h 29"/>
              <a:gd name="T2" fmla="*/ 11 w 35"/>
              <a:gd name="T3" fmla="*/ 28 h 29"/>
              <a:gd name="T4" fmla="*/ 14 w 35"/>
              <a:gd name="T5" fmla="*/ 28 h 29"/>
              <a:gd name="T6" fmla="*/ 14 w 35"/>
              <a:gd name="T7" fmla="*/ 25 h 29"/>
              <a:gd name="T8" fmla="*/ 26 w 35"/>
              <a:gd name="T9" fmla="*/ 0 h 29"/>
              <a:gd name="T10" fmla="*/ 22 w 35"/>
              <a:gd name="T11" fmla="*/ 10 h 29"/>
              <a:gd name="T12" fmla="*/ 25 w 35"/>
              <a:gd name="T13" fmla="*/ 4 h 29"/>
              <a:gd name="T14" fmla="*/ 31 w 35"/>
              <a:gd name="T15" fmla="*/ 7 h 29"/>
              <a:gd name="T16" fmla="*/ 28 w 35"/>
              <a:gd name="T17" fmla="*/ 13 h 29"/>
              <a:gd name="T18" fmla="*/ 27 w 35"/>
              <a:gd name="T19" fmla="*/ 20 h 29"/>
              <a:gd name="T20" fmla="*/ 28 w 35"/>
              <a:gd name="T21" fmla="*/ 19 h 29"/>
              <a:gd name="T22" fmla="*/ 31 w 35"/>
              <a:gd name="T23" fmla="*/ 19 h 29"/>
              <a:gd name="T24" fmla="*/ 27 w 35"/>
              <a:gd name="T25" fmla="*/ 22 h 29"/>
              <a:gd name="T26" fmla="*/ 10 w 35"/>
              <a:gd name="T27" fmla="*/ 23 h 29"/>
              <a:gd name="T28" fmla="*/ 9 w 35"/>
              <a:gd name="T29" fmla="*/ 23 h 29"/>
              <a:gd name="T30" fmla="*/ 9 w 35"/>
              <a:gd name="T31" fmla="*/ 24 h 29"/>
              <a:gd name="T32" fmla="*/ 10 w 35"/>
              <a:gd name="T33" fmla="*/ 25 h 29"/>
              <a:gd name="T34" fmla="*/ 10 w 35"/>
              <a:gd name="T35" fmla="*/ 27 h 29"/>
              <a:gd name="T36" fmla="*/ 10 w 35"/>
              <a:gd name="T37" fmla="*/ 27 h 29"/>
              <a:gd name="T38" fmla="*/ 10 w 35"/>
              <a:gd name="T39" fmla="*/ 27 h 29"/>
              <a:gd name="T40" fmla="*/ 8 w 35"/>
              <a:gd name="T41" fmla="*/ 27 h 29"/>
              <a:gd name="T42" fmla="*/ 7 w 35"/>
              <a:gd name="T43" fmla="*/ 25 h 29"/>
              <a:gd name="T44" fmla="*/ 6 w 35"/>
              <a:gd name="T45" fmla="*/ 23 h 29"/>
              <a:gd name="T46" fmla="*/ 7 w 35"/>
              <a:gd name="T47" fmla="*/ 22 h 29"/>
              <a:gd name="T48" fmla="*/ 6 w 35"/>
              <a:gd name="T49" fmla="*/ 18 h 29"/>
              <a:gd name="T50" fmla="*/ 4 w 35"/>
              <a:gd name="T51" fmla="*/ 12 h 29"/>
              <a:gd name="T52" fmla="*/ 0 w 35"/>
              <a:gd name="T53" fmla="*/ 9 h 29"/>
              <a:gd name="T54" fmla="*/ 0 w 35"/>
              <a:gd name="T55" fmla="*/ 7 h 29"/>
              <a:gd name="T56" fmla="*/ 0 w 35"/>
              <a:gd name="T57" fmla="*/ 6 h 29"/>
              <a:gd name="T58" fmla="*/ 4 w 35"/>
              <a:gd name="T59" fmla="*/ 8 h 29"/>
              <a:gd name="T60" fmla="*/ 17 w 35"/>
              <a:gd name="T61" fmla="*/ 10 h 29"/>
              <a:gd name="T62" fmla="*/ 19 w 35"/>
              <a:gd name="T63" fmla="*/ 16 h 29"/>
              <a:gd name="T64" fmla="*/ 25 w 35"/>
              <a:gd name="T65" fmla="*/ 21 h 29"/>
              <a:gd name="T66" fmla="*/ 21 w 35"/>
              <a:gd name="T67" fmla="*/ 17 h 29"/>
              <a:gd name="T68" fmla="*/ 16 w 35"/>
              <a:gd name="T69" fmla="*/ 17 h 29"/>
              <a:gd name="T70" fmla="*/ 11 w 35"/>
              <a:gd name="T71" fmla="*/ 17 h 29"/>
              <a:gd name="T72" fmla="*/ 10 w 35"/>
              <a:gd name="T73" fmla="*/ 21 h 29"/>
              <a:gd name="T74" fmla="*/ 11 w 35"/>
              <a:gd name="T75" fmla="*/ 12 h 29"/>
              <a:gd name="T76" fmla="*/ 9 w 35"/>
              <a:gd name="T77" fmla="*/ 15 h 29"/>
              <a:gd name="T78" fmla="*/ 12 w 35"/>
              <a:gd name="T79" fmla="*/ 15 h 29"/>
              <a:gd name="T80" fmla="*/ 22 w 35"/>
              <a:gd name="T81" fmla="*/ 27 h 29"/>
              <a:gd name="T82" fmla="*/ 15 w 35"/>
              <a:gd name="T83" fmla="*/ 24 h 29"/>
              <a:gd name="T84" fmla="*/ 26 w 35"/>
              <a:gd name="T85" fmla="*/ 25 h 29"/>
              <a:gd name="T86" fmla="*/ 27 w 35"/>
              <a:gd name="T87" fmla="*/ 26 h 29"/>
              <a:gd name="T88" fmla="*/ 27 w 35"/>
              <a:gd name="T89" fmla="*/ 27 h 29"/>
              <a:gd name="T90" fmla="*/ 27 w 35"/>
              <a:gd name="T91" fmla="*/ 27 h 29"/>
              <a:gd name="T92" fmla="*/ 29 w 35"/>
              <a:gd name="T93" fmla="*/ 27 h 29"/>
              <a:gd name="T94" fmla="*/ 28 w 35"/>
              <a:gd name="T95" fmla="*/ 24 h 29"/>
              <a:gd name="T96" fmla="*/ 23 w 35"/>
              <a:gd name="T97" fmla="*/ 25 h 29"/>
              <a:gd name="T98" fmla="*/ 24 w 35"/>
              <a:gd name="T99" fmla="*/ 29 h 29"/>
              <a:gd name="T100" fmla="*/ 26 w 35"/>
              <a:gd name="T101" fmla="*/ 28 h 29"/>
              <a:gd name="T102" fmla="*/ 25 w 35"/>
              <a:gd name="T103" fmla="*/ 2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5" h="29">
                <a:moveTo>
                  <a:pt x="13" y="25"/>
                </a:move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6"/>
                  <a:pt x="10" y="27"/>
                  <a:pt x="10" y="27"/>
                </a:cubicBezTo>
                <a:cubicBezTo>
                  <a:pt x="10" y="27"/>
                  <a:pt x="11" y="27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9"/>
                  <a:pt x="12" y="29"/>
                  <a:pt x="13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4" y="29"/>
                  <a:pt x="14" y="29"/>
                  <a:pt x="14" y="28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4" y="28"/>
                  <a:pt x="15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6"/>
                  <a:pt x="15" y="26"/>
                </a:cubicBezTo>
                <a:cubicBezTo>
                  <a:pt x="14" y="26"/>
                  <a:pt x="14" y="26"/>
                  <a:pt x="14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5"/>
                  <a:pt x="13" y="25"/>
                </a:cubicBezTo>
                <a:cubicBezTo>
                  <a:pt x="13" y="25"/>
                  <a:pt x="13" y="25"/>
                  <a:pt x="13" y="25"/>
                </a:cubicBezTo>
                <a:close/>
                <a:moveTo>
                  <a:pt x="26" y="17"/>
                </a:moveTo>
                <a:cubicBezTo>
                  <a:pt x="31" y="17"/>
                  <a:pt x="35" y="13"/>
                  <a:pt x="35" y="9"/>
                </a:cubicBezTo>
                <a:cubicBezTo>
                  <a:pt x="35" y="4"/>
                  <a:pt x="31" y="0"/>
                  <a:pt x="26" y="0"/>
                </a:cubicBezTo>
                <a:cubicBezTo>
                  <a:pt x="22" y="0"/>
                  <a:pt x="18" y="4"/>
                  <a:pt x="18" y="9"/>
                </a:cubicBezTo>
                <a:cubicBezTo>
                  <a:pt x="18" y="13"/>
                  <a:pt x="22" y="17"/>
                  <a:pt x="26" y="17"/>
                </a:cubicBezTo>
                <a:close/>
                <a:moveTo>
                  <a:pt x="25" y="13"/>
                </a:moveTo>
                <a:cubicBezTo>
                  <a:pt x="25" y="10"/>
                  <a:pt x="25" y="10"/>
                  <a:pt x="25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1" y="10"/>
                  <a:pt x="20" y="9"/>
                  <a:pt x="20" y="9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8"/>
                  <a:pt x="21" y="7"/>
                  <a:pt x="22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3"/>
                  <a:pt x="26" y="3"/>
                  <a:pt x="26" y="3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8" y="3"/>
                  <a:pt x="28" y="4"/>
                </a:cubicBezTo>
                <a:cubicBezTo>
                  <a:pt x="28" y="7"/>
                  <a:pt x="28" y="7"/>
                  <a:pt x="28" y="7"/>
                </a:cubicBezTo>
                <a:cubicBezTo>
                  <a:pt x="31" y="7"/>
                  <a:pt x="31" y="7"/>
                  <a:pt x="31" y="7"/>
                </a:cubicBezTo>
                <a:cubicBezTo>
                  <a:pt x="32" y="7"/>
                  <a:pt x="32" y="8"/>
                  <a:pt x="32" y="8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9"/>
                  <a:pt x="32" y="10"/>
                  <a:pt x="31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7" y="15"/>
                  <a:pt x="27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5" y="14"/>
                  <a:pt x="25" y="13"/>
                </a:cubicBezTo>
                <a:close/>
                <a:moveTo>
                  <a:pt x="27" y="18"/>
                </a:move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7" y="20"/>
                  <a:pt x="27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8" y="19"/>
                  <a:pt x="28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18"/>
                  <a:pt x="30" y="18"/>
                  <a:pt x="31" y="17"/>
                </a:cubicBezTo>
                <a:cubicBezTo>
                  <a:pt x="31" y="19"/>
                  <a:pt x="31" y="19"/>
                  <a:pt x="31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20"/>
                  <a:pt x="30" y="20"/>
                  <a:pt x="30" y="20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1"/>
                  <a:pt x="28" y="22"/>
                </a:cubicBezTo>
                <a:cubicBezTo>
                  <a:pt x="28" y="22"/>
                  <a:pt x="28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6" y="23"/>
                  <a:pt x="26" y="23"/>
                  <a:pt x="26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5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0" y="25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7" y="27"/>
                  <a:pt x="7" y="26"/>
                  <a:pt x="7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6"/>
                  <a:pt x="7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5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4"/>
                  <a:pt x="6" y="24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0"/>
                </a:cubicBezTo>
                <a:cubicBezTo>
                  <a:pt x="7" y="20"/>
                  <a:pt x="6" y="19"/>
                  <a:pt x="6" y="19"/>
                </a:cubicBezTo>
                <a:cubicBezTo>
                  <a:pt x="6" y="19"/>
                  <a:pt x="6" y="18"/>
                  <a:pt x="6" y="18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5" y="16"/>
                  <a:pt x="5" y="15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3"/>
                  <a:pt x="4" y="12"/>
                  <a:pt x="4" y="12"/>
                </a:cubicBezTo>
                <a:cubicBezTo>
                  <a:pt x="4" y="11"/>
                  <a:pt x="3" y="11"/>
                  <a:pt x="3" y="10"/>
                </a:cubicBezTo>
                <a:cubicBezTo>
                  <a:pt x="2" y="10"/>
                  <a:pt x="1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6"/>
                  <a:pt x="0" y="6"/>
                  <a:pt x="0" y="6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3" y="7"/>
                  <a:pt x="3" y="7"/>
                </a:cubicBezTo>
                <a:cubicBezTo>
                  <a:pt x="4" y="7"/>
                  <a:pt x="4" y="7"/>
                  <a:pt x="4" y="8"/>
                </a:cubicBezTo>
                <a:cubicBezTo>
                  <a:pt x="5" y="8"/>
                  <a:pt x="5" y="8"/>
                  <a:pt x="5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7" y="11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5"/>
                  <a:pt x="17" y="15"/>
                  <a:pt x="17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6"/>
                  <a:pt x="19" y="16"/>
                  <a:pt x="19" y="16"/>
                </a:cubicBezTo>
                <a:cubicBezTo>
                  <a:pt x="20" y="16"/>
                  <a:pt x="21" y="17"/>
                  <a:pt x="22" y="17"/>
                </a:cubicBezTo>
                <a:cubicBezTo>
                  <a:pt x="22" y="21"/>
                  <a:pt x="22" y="21"/>
                  <a:pt x="22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18"/>
                  <a:pt x="25" y="18"/>
                  <a:pt x="25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7" y="18"/>
                  <a:pt x="27" y="18"/>
                  <a:pt x="27" y="18"/>
                </a:cubicBezTo>
                <a:close/>
                <a:moveTo>
                  <a:pt x="21" y="17"/>
                </a:moveTo>
                <a:cubicBezTo>
                  <a:pt x="21" y="21"/>
                  <a:pt x="21" y="21"/>
                  <a:pt x="21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7" y="17"/>
                  <a:pt x="17" y="17"/>
                  <a:pt x="17" y="17"/>
                </a:cubicBezTo>
                <a:cubicBezTo>
                  <a:pt x="21" y="17"/>
                  <a:pt x="21" y="17"/>
                  <a:pt x="21" y="17"/>
                </a:cubicBezTo>
                <a:close/>
                <a:moveTo>
                  <a:pt x="16" y="17"/>
                </a:moveTo>
                <a:cubicBezTo>
                  <a:pt x="12" y="17"/>
                  <a:pt x="12" y="17"/>
                  <a:pt x="12" y="17"/>
                </a:cubicBezTo>
                <a:cubicBezTo>
                  <a:pt x="12" y="21"/>
                  <a:pt x="12" y="21"/>
                  <a:pt x="12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17"/>
                  <a:pt x="16" y="17"/>
                  <a:pt x="16" y="17"/>
                </a:cubicBezTo>
                <a:close/>
                <a:moveTo>
                  <a:pt x="11" y="17"/>
                </a:moveTo>
                <a:cubicBezTo>
                  <a:pt x="9" y="17"/>
                  <a:pt x="9" y="17"/>
                  <a:pt x="9" y="17"/>
                </a:cubicBezTo>
                <a:cubicBezTo>
                  <a:pt x="9" y="17"/>
                  <a:pt x="9" y="18"/>
                  <a:pt x="9" y="19"/>
                </a:cubicBezTo>
                <a:cubicBezTo>
                  <a:pt x="10" y="19"/>
                  <a:pt x="10" y="20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7"/>
                  <a:pt x="11" y="17"/>
                  <a:pt x="11" y="17"/>
                </a:cubicBezTo>
                <a:close/>
                <a:moveTo>
                  <a:pt x="9" y="15"/>
                </a:moveTo>
                <a:cubicBezTo>
                  <a:pt x="11" y="15"/>
                  <a:pt x="11" y="15"/>
                  <a:pt x="11" y="15"/>
                </a:cubicBezTo>
                <a:cubicBezTo>
                  <a:pt x="11" y="12"/>
                  <a:pt x="11" y="12"/>
                  <a:pt x="11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2"/>
                  <a:pt x="8" y="13"/>
                  <a:pt x="8" y="14"/>
                </a:cubicBezTo>
                <a:cubicBezTo>
                  <a:pt x="8" y="14"/>
                  <a:pt x="8" y="15"/>
                  <a:pt x="9" y="15"/>
                </a:cubicBezTo>
                <a:close/>
                <a:moveTo>
                  <a:pt x="12" y="15"/>
                </a:moveTo>
                <a:cubicBezTo>
                  <a:pt x="16" y="15"/>
                  <a:pt x="16" y="15"/>
                  <a:pt x="16" y="15"/>
                </a:cubicBezTo>
                <a:cubicBezTo>
                  <a:pt x="16" y="12"/>
                  <a:pt x="16" y="12"/>
                  <a:pt x="16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5"/>
                  <a:pt x="12" y="15"/>
                  <a:pt x="12" y="15"/>
                </a:cubicBezTo>
                <a:close/>
                <a:moveTo>
                  <a:pt x="15" y="24"/>
                </a:moveTo>
                <a:cubicBezTo>
                  <a:pt x="22" y="24"/>
                  <a:pt x="22" y="24"/>
                  <a:pt x="22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5"/>
                  <a:pt x="22" y="26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6"/>
                  <a:pt x="15" y="25"/>
                  <a:pt x="15" y="25"/>
                </a:cubicBezTo>
                <a:cubicBezTo>
                  <a:pt x="15" y="25"/>
                  <a:pt x="14" y="25"/>
                  <a:pt x="15" y="24"/>
                </a:cubicBezTo>
                <a:cubicBezTo>
                  <a:pt x="15" y="24"/>
                  <a:pt x="15" y="24"/>
                  <a:pt x="15" y="24"/>
                </a:cubicBezTo>
                <a:close/>
                <a:moveTo>
                  <a:pt x="28" y="24"/>
                </a:move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6" y="24"/>
                  <a:pt x="26" y="24"/>
                  <a:pt x="26" y="25"/>
                </a:cubicBezTo>
                <a:cubicBezTo>
                  <a:pt x="26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7" y="26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5"/>
                  <a:pt x="29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25"/>
                  <a:pt x="29" y="24"/>
                  <a:pt x="28" y="24"/>
                </a:cubicBezTo>
                <a:cubicBezTo>
                  <a:pt x="28" y="24"/>
                  <a:pt x="28" y="24"/>
                  <a:pt x="28" y="24"/>
                </a:cubicBezTo>
                <a:close/>
                <a:moveTo>
                  <a:pt x="24" y="25"/>
                </a:moveTo>
                <a:cubicBezTo>
                  <a:pt x="24" y="25"/>
                  <a:pt x="24" y="25"/>
                  <a:pt x="24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2" y="26"/>
                  <a:pt x="22" y="26"/>
                  <a:pt x="22" y="27"/>
                </a:cubicBezTo>
                <a:cubicBezTo>
                  <a:pt x="22" y="27"/>
                  <a:pt x="22" y="27"/>
                  <a:pt x="22" y="28"/>
                </a:cubicBezTo>
                <a:cubicBezTo>
                  <a:pt x="22" y="28"/>
                  <a:pt x="23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9"/>
                  <a:pt x="23" y="29"/>
                  <a:pt x="24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29"/>
                  <a:pt x="26" y="29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7"/>
                  <a:pt x="26" y="27"/>
                  <a:pt x="26" y="27"/>
                </a:cubicBezTo>
                <a:cubicBezTo>
                  <a:pt x="26" y="27"/>
                  <a:pt x="26" y="26"/>
                  <a:pt x="26" y="26"/>
                </a:cubicBezTo>
                <a:cubicBezTo>
                  <a:pt x="26" y="26"/>
                  <a:pt x="26" y="26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5" y="25"/>
                  <a:pt x="25" y="25"/>
                </a:cubicBezTo>
                <a:cubicBezTo>
                  <a:pt x="25" y="25"/>
                  <a:pt x="25" y="25"/>
                  <a:pt x="24" y="2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6" name="Freeform 225">
            <a:extLst>
              <a:ext uri="{FF2B5EF4-FFF2-40B4-BE49-F238E27FC236}">
                <a16:creationId xmlns:a16="http://schemas.microsoft.com/office/drawing/2014/main" id="{236CD491-F566-70FB-9A1F-589C52A62EDA}"/>
              </a:ext>
            </a:extLst>
          </p:cNvPr>
          <p:cNvSpPr>
            <a:spLocks noEditPoints="1"/>
          </p:cNvSpPr>
          <p:nvPr/>
        </p:nvSpPr>
        <p:spPr bwMode="auto">
          <a:xfrm>
            <a:off x="3129090" y="4366636"/>
            <a:ext cx="336619" cy="278706"/>
          </a:xfrm>
          <a:custGeom>
            <a:avLst/>
            <a:gdLst>
              <a:gd name="T0" fmla="*/ 12 w 35"/>
              <a:gd name="T1" fmla="*/ 25 h 29"/>
              <a:gd name="T2" fmla="*/ 12 w 35"/>
              <a:gd name="T3" fmla="*/ 28 h 29"/>
              <a:gd name="T4" fmla="*/ 14 w 35"/>
              <a:gd name="T5" fmla="*/ 29 h 29"/>
              <a:gd name="T6" fmla="*/ 15 w 35"/>
              <a:gd name="T7" fmla="*/ 28 h 29"/>
              <a:gd name="T8" fmla="*/ 15 w 35"/>
              <a:gd name="T9" fmla="*/ 25 h 29"/>
              <a:gd name="T10" fmla="*/ 35 w 35"/>
              <a:gd name="T11" fmla="*/ 9 h 29"/>
              <a:gd name="T12" fmla="*/ 22 w 35"/>
              <a:gd name="T13" fmla="*/ 10 h 29"/>
              <a:gd name="T14" fmla="*/ 32 w 35"/>
              <a:gd name="T15" fmla="*/ 7 h 29"/>
              <a:gd name="T16" fmla="*/ 22 w 35"/>
              <a:gd name="T17" fmla="*/ 10 h 29"/>
              <a:gd name="T18" fmla="*/ 28 w 35"/>
              <a:gd name="T19" fmla="*/ 20 h 29"/>
              <a:gd name="T20" fmla="*/ 29 w 35"/>
              <a:gd name="T21" fmla="*/ 18 h 29"/>
              <a:gd name="T22" fmla="*/ 31 w 35"/>
              <a:gd name="T23" fmla="*/ 19 h 29"/>
              <a:gd name="T24" fmla="*/ 29 w 35"/>
              <a:gd name="T25" fmla="*/ 22 h 29"/>
              <a:gd name="T26" fmla="*/ 26 w 35"/>
              <a:gd name="T27" fmla="*/ 23 h 29"/>
              <a:gd name="T28" fmla="*/ 11 w 35"/>
              <a:gd name="T29" fmla="*/ 23 h 29"/>
              <a:gd name="T30" fmla="*/ 10 w 35"/>
              <a:gd name="T31" fmla="*/ 23 h 29"/>
              <a:gd name="T32" fmla="*/ 10 w 35"/>
              <a:gd name="T33" fmla="*/ 24 h 29"/>
              <a:gd name="T34" fmla="*/ 11 w 35"/>
              <a:gd name="T35" fmla="*/ 24 h 29"/>
              <a:gd name="T36" fmla="*/ 10 w 35"/>
              <a:gd name="T37" fmla="*/ 26 h 29"/>
              <a:gd name="T38" fmla="*/ 10 w 35"/>
              <a:gd name="T39" fmla="*/ 27 h 29"/>
              <a:gd name="T40" fmla="*/ 10 w 35"/>
              <a:gd name="T41" fmla="*/ 27 h 29"/>
              <a:gd name="T42" fmla="*/ 10 w 35"/>
              <a:gd name="T43" fmla="*/ 27 h 29"/>
              <a:gd name="T44" fmla="*/ 9 w 35"/>
              <a:gd name="T45" fmla="*/ 27 h 29"/>
              <a:gd name="T46" fmla="*/ 8 w 35"/>
              <a:gd name="T47" fmla="*/ 26 h 29"/>
              <a:gd name="T48" fmla="*/ 7 w 35"/>
              <a:gd name="T49" fmla="*/ 25 h 29"/>
              <a:gd name="T50" fmla="*/ 7 w 35"/>
              <a:gd name="T51" fmla="*/ 23 h 29"/>
              <a:gd name="T52" fmla="*/ 8 w 35"/>
              <a:gd name="T53" fmla="*/ 22 h 29"/>
              <a:gd name="T54" fmla="*/ 7 w 35"/>
              <a:gd name="T55" fmla="*/ 19 h 29"/>
              <a:gd name="T56" fmla="*/ 5 w 35"/>
              <a:gd name="T57" fmla="*/ 14 h 29"/>
              <a:gd name="T58" fmla="*/ 1 w 35"/>
              <a:gd name="T59" fmla="*/ 9 h 29"/>
              <a:gd name="T60" fmla="*/ 0 w 35"/>
              <a:gd name="T61" fmla="*/ 8 h 29"/>
              <a:gd name="T62" fmla="*/ 0 w 35"/>
              <a:gd name="T63" fmla="*/ 7 h 29"/>
              <a:gd name="T64" fmla="*/ 1 w 35"/>
              <a:gd name="T65" fmla="*/ 7 h 29"/>
              <a:gd name="T66" fmla="*/ 2 w 35"/>
              <a:gd name="T67" fmla="*/ 6 h 29"/>
              <a:gd name="T68" fmla="*/ 7 w 35"/>
              <a:gd name="T69" fmla="*/ 9 h 29"/>
              <a:gd name="T70" fmla="*/ 18 w 35"/>
              <a:gd name="T71" fmla="*/ 12 h 29"/>
              <a:gd name="T72" fmla="*/ 20 w 35"/>
              <a:gd name="T73" fmla="*/ 16 h 29"/>
              <a:gd name="T74" fmla="*/ 25 w 35"/>
              <a:gd name="T75" fmla="*/ 21 h 29"/>
              <a:gd name="T76" fmla="*/ 27 w 35"/>
              <a:gd name="T77" fmla="*/ 18 h 29"/>
              <a:gd name="T78" fmla="*/ 18 w 35"/>
              <a:gd name="T79" fmla="*/ 21 h 29"/>
              <a:gd name="T80" fmla="*/ 13 w 35"/>
              <a:gd name="T81" fmla="*/ 17 h 29"/>
              <a:gd name="T82" fmla="*/ 11 w 35"/>
              <a:gd name="T83" fmla="*/ 17 h 29"/>
              <a:gd name="T84" fmla="*/ 11 w 35"/>
              <a:gd name="T85" fmla="*/ 21 h 29"/>
              <a:gd name="T86" fmla="*/ 9 w 35"/>
              <a:gd name="T87" fmla="*/ 15 h 29"/>
              <a:gd name="T88" fmla="*/ 8 w 35"/>
              <a:gd name="T89" fmla="*/ 12 h 29"/>
              <a:gd name="T90" fmla="*/ 13 w 35"/>
              <a:gd name="T91" fmla="*/ 15 h 29"/>
              <a:gd name="T92" fmla="*/ 13 w 35"/>
              <a:gd name="T93" fmla="*/ 15 h 29"/>
              <a:gd name="T94" fmla="*/ 23 w 35"/>
              <a:gd name="T95" fmla="*/ 25 h 29"/>
              <a:gd name="T96" fmla="*/ 16 w 35"/>
              <a:gd name="T97" fmla="*/ 27 h 29"/>
              <a:gd name="T98" fmla="*/ 28 w 35"/>
              <a:gd name="T99" fmla="*/ 24 h 29"/>
              <a:gd name="T100" fmla="*/ 27 w 35"/>
              <a:gd name="T101" fmla="*/ 25 h 29"/>
              <a:gd name="T102" fmla="*/ 28 w 35"/>
              <a:gd name="T103" fmla="*/ 26 h 29"/>
              <a:gd name="T104" fmla="*/ 28 w 35"/>
              <a:gd name="T105" fmla="*/ 27 h 29"/>
              <a:gd name="T106" fmla="*/ 28 w 35"/>
              <a:gd name="T107" fmla="*/ 27 h 29"/>
              <a:gd name="T108" fmla="*/ 28 w 35"/>
              <a:gd name="T109" fmla="*/ 27 h 29"/>
              <a:gd name="T110" fmla="*/ 30 w 35"/>
              <a:gd name="T111" fmla="*/ 26 h 29"/>
              <a:gd name="T112" fmla="*/ 29 w 35"/>
              <a:gd name="T113" fmla="*/ 24 h 29"/>
              <a:gd name="T114" fmla="*/ 23 w 35"/>
              <a:gd name="T115" fmla="*/ 25 h 29"/>
              <a:gd name="T116" fmla="*/ 23 w 35"/>
              <a:gd name="T117" fmla="*/ 28 h 29"/>
              <a:gd name="T118" fmla="*/ 26 w 35"/>
              <a:gd name="T119" fmla="*/ 29 h 29"/>
              <a:gd name="T120" fmla="*/ 27 w 35"/>
              <a:gd name="T121" fmla="*/ 27 h 29"/>
              <a:gd name="T122" fmla="*/ 26 w 35"/>
              <a:gd name="T123" fmla="*/ 2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" h="29">
                <a:moveTo>
                  <a:pt x="13" y="25"/>
                </a:moveTo>
                <a:cubicBezTo>
                  <a:pt x="13" y="25"/>
                  <a:pt x="13" y="25"/>
                  <a:pt x="12" y="25"/>
                </a:cubicBezTo>
                <a:cubicBezTo>
                  <a:pt x="12" y="25"/>
                  <a:pt x="12" y="25"/>
                  <a:pt x="12" y="25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6"/>
                  <a:pt x="11" y="27"/>
                  <a:pt x="11" y="27"/>
                </a:cubicBezTo>
                <a:cubicBezTo>
                  <a:pt x="11" y="27"/>
                  <a:pt x="11" y="27"/>
                  <a:pt x="11" y="28"/>
                </a:cubicBezTo>
                <a:cubicBezTo>
                  <a:pt x="11" y="28"/>
                  <a:pt x="11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29"/>
                  <a:pt x="13" y="29"/>
                  <a:pt x="13" y="29"/>
                </a:cubicBezTo>
                <a:cubicBezTo>
                  <a:pt x="13" y="29"/>
                  <a:pt x="14" y="29"/>
                  <a:pt x="14" y="29"/>
                </a:cubicBezTo>
                <a:cubicBezTo>
                  <a:pt x="14" y="29"/>
                  <a:pt x="14" y="29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5" y="26"/>
                  <a:pt x="15" y="26"/>
                </a:cubicBezTo>
                <a:cubicBezTo>
                  <a:pt x="15" y="26"/>
                  <a:pt x="15" y="26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3" y="25"/>
                  <a:pt x="13" y="25"/>
                </a:cubicBezTo>
                <a:close/>
                <a:moveTo>
                  <a:pt x="27" y="17"/>
                </a:moveTo>
                <a:cubicBezTo>
                  <a:pt x="32" y="17"/>
                  <a:pt x="35" y="13"/>
                  <a:pt x="35" y="9"/>
                </a:cubicBezTo>
                <a:cubicBezTo>
                  <a:pt x="35" y="4"/>
                  <a:pt x="32" y="0"/>
                  <a:pt x="27" y="0"/>
                </a:cubicBezTo>
                <a:cubicBezTo>
                  <a:pt x="22" y="0"/>
                  <a:pt x="19" y="4"/>
                  <a:pt x="19" y="9"/>
                </a:cubicBezTo>
                <a:cubicBezTo>
                  <a:pt x="19" y="13"/>
                  <a:pt x="22" y="17"/>
                  <a:pt x="27" y="17"/>
                </a:cubicBezTo>
                <a:close/>
                <a:moveTo>
                  <a:pt x="22" y="10"/>
                </a:moveTo>
                <a:cubicBezTo>
                  <a:pt x="21" y="10"/>
                  <a:pt x="21" y="9"/>
                  <a:pt x="21" y="9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8"/>
                  <a:pt x="21" y="7"/>
                  <a:pt x="22" y="7"/>
                </a:cubicBezTo>
                <a:cubicBezTo>
                  <a:pt x="28" y="7"/>
                  <a:pt x="26" y="7"/>
                  <a:pt x="32" y="7"/>
                </a:cubicBezTo>
                <a:cubicBezTo>
                  <a:pt x="33" y="7"/>
                  <a:pt x="33" y="8"/>
                  <a:pt x="33" y="8"/>
                </a:cubicBezTo>
                <a:cubicBezTo>
                  <a:pt x="33" y="9"/>
                  <a:pt x="33" y="9"/>
                  <a:pt x="33" y="9"/>
                </a:cubicBezTo>
                <a:cubicBezTo>
                  <a:pt x="33" y="9"/>
                  <a:pt x="33" y="10"/>
                  <a:pt x="32" y="10"/>
                </a:cubicBezTo>
                <a:cubicBezTo>
                  <a:pt x="26" y="10"/>
                  <a:pt x="28" y="10"/>
                  <a:pt x="22" y="10"/>
                </a:cubicBezTo>
                <a:close/>
                <a:moveTo>
                  <a:pt x="27" y="18"/>
                </a:moveTo>
                <a:cubicBezTo>
                  <a:pt x="27" y="20"/>
                  <a:pt x="27" y="20"/>
                  <a:pt x="27" y="20"/>
                </a:cubicBezTo>
                <a:cubicBezTo>
                  <a:pt x="27" y="20"/>
                  <a:pt x="28" y="20"/>
                  <a:pt x="28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8" y="20"/>
                  <a:pt x="28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9" y="19"/>
                  <a:pt x="29" y="19"/>
                  <a:pt x="29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30" y="18"/>
                  <a:pt x="31" y="18"/>
                  <a:pt x="31" y="17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20"/>
                  <a:pt x="30" y="20"/>
                  <a:pt x="30" y="20"/>
                </a:cubicBezTo>
                <a:cubicBezTo>
                  <a:pt x="30" y="21"/>
                  <a:pt x="30" y="21"/>
                  <a:pt x="30" y="21"/>
                </a:cubicBezTo>
                <a:cubicBezTo>
                  <a:pt x="29" y="21"/>
                  <a:pt x="29" y="21"/>
                  <a:pt x="29" y="22"/>
                </a:cubicBezTo>
                <a:cubicBezTo>
                  <a:pt x="29" y="22"/>
                  <a:pt x="28" y="22"/>
                  <a:pt x="28" y="22"/>
                </a:cubicBezTo>
                <a:cubicBezTo>
                  <a:pt x="28" y="22"/>
                  <a:pt x="27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3"/>
                  <a:pt x="27" y="23"/>
                  <a:pt x="26" y="23"/>
                </a:cubicBezTo>
                <a:cubicBezTo>
                  <a:pt x="26" y="23"/>
                  <a:pt x="26" y="23"/>
                  <a:pt x="25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25"/>
                  <a:pt x="10" y="25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0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8" y="26"/>
                  <a:pt x="8" y="26"/>
                  <a:pt x="7" y="26"/>
                </a:cubicBezTo>
                <a:cubicBezTo>
                  <a:pt x="7" y="26"/>
                  <a:pt x="7" y="26"/>
                  <a:pt x="7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5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1"/>
                  <a:pt x="7" y="21"/>
                  <a:pt x="7" y="20"/>
                </a:cubicBezTo>
                <a:cubicBezTo>
                  <a:pt x="7" y="20"/>
                  <a:pt x="7" y="19"/>
                  <a:pt x="7" y="19"/>
                </a:cubicBezTo>
                <a:cubicBezTo>
                  <a:pt x="7" y="19"/>
                  <a:pt x="7" y="18"/>
                  <a:pt x="7" y="18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6"/>
                  <a:pt x="6" y="15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5" y="13"/>
                  <a:pt x="5" y="12"/>
                  <a:pt x="5" y="12"/>
                </a:cubicBezTo>
                <a:cubicBezTo>
                  <a:pt x="4" y="11"/>
                  <a:pt x="4" y="11"/>
                  <a:pt x="3" y="10"/>
                </a:cubicBezTo>
                <a:cubicBezTo>
                  <a:pt x="3" y="10"/>
                  <a:pt x="2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1" y="9"/>
                  <a:pt x="1" y="9"/>
                  <a:pt x="1" y="9"/>
                </a:cubicBezTo>
                <a:cubicBezTo>
                  <a:pt x="0" y="9"/>
                  <a:pt x="0" y="8"/>
                  <a:pt x="0" y="8"/>
                </a:cubicBezTo>
                <a:cubicBezTo>
                  <a:pt x="0" y="8"/>
                  <a:pt x="0" y="8"/>
                  <a:pt x="0" y="8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0" y="7"/>
                  <a:pt x="1" y="7"/>
                </a:cubicBezTo>
                <a:cubicBezTo>
                  <a:pt x="1" y="7"/>
                  <a:pt x="1" y="7"/>
                  <a:pt x="1" y="7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3" y="6"/>
                  <a:pt x="3" y="7"/>
                  <a:pt x="4" y="7"/>
                </a:cubicBezTo>
                <a:cubicBezTo>
                  <a:pt x="4" y="7"/>
                  <a:pt x="5" y="7"/>
                  <a:pt x="5" y="8"/>
                </a:cubicBezTo>
                <a:cubicBezTo>
                  <a:pt x="5" y="8"/>
                  <a:pt x="6" y="8"/>
                  <a:pt x="6" y="9"/>
                </a:cubicBezTo>
                <a:cubicBezTo>
                  <a:pt x="6" y="9"/>
                  <a:pt x="6" y="9"/>
                  <a:pt x="7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7" y="11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5"/>
                  <a:pt x="18" y="15"/>
                  <a:pt x="18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20" y="16"/>
                  <a:pt x="20" y="16"/>
                  <a:pt x="20" y="16"/>
                </a:cubicBezTo>
                <a:cubicBezTo>
                  <a:pt x="21" y="16"/>
                  <a:pt x="22" y="17"/>
                  <a:pt x="22" y="17"/>
                </a:cubicBezTo>
                <a:cubicBezTo>
                  <a:pt x="22" y="21"/>
                  <a:pt x="22" y="21"/>
                  <a:pt x="22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6" y="21"/>
                  <a:pt x="2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8"/>
                  <a:pt x="27" y="18"/>
                  <a:pt x="27" y="18"/>
                </a:cubicBezTo>
                <a:cubicBezTo>
                  <a:pt x="27" y="18"/>
                  <a:pt x="27" y="18"/>
                  <a:pt x="27" y="18"/>
                </a:cubicBezTo>
                <a:close/>
                <a:moveTo>
                  <a:pt x="21" y="17"/>
                </a:moveTo>
                <a:cubicBezTo>
                  <a:pt x="21" y="21"/>
                  <a:pt x="21" y="21"/>
                  <a:pt x="21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17"/>
                  <a:pt x="18" y="17"/>
                  <a:pt x="18" y="17"/>
                </a:cubicBezTo>
                <a:cubicBezTo>
                  <a:pt x="21" y="17"/>
                  <a:pt x="21" y="17"/>
                  <a:pt x="21" y="17"/>
                </a:cubicBezTo>
                <a:close/>
                <a:moveTo>
                  <a:pt x="16" y="17"/>
                </a:moveTo>
                <a:cubicBezTo>
                  <a:pt x="13" y="17"/>
                  <a:pt x="13" y="17"/>
                  <a:pt x="13" y="17"/>
                </a:cubicBezTo>
                <a:cubicBezTo>
                  <a:pt x="13" y="21"/>
                  <a:pt x="13" y="21"/>
                  <a:pt x="13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17"/>
                  <a:pt x="16" y="17"/>
                  <a:pt x="16" y="17"/>
                </a:cubicBezTo>
                <a:close/>
                <a:moveTo>
                  <a:pt x="11" y="17"/>
                </a:moveTo>
                <a:cubicBezTo>
                  <a:pt x="9" y="17"/>
                  <a:pt x="9" y="17"/>
                  <a:pt x="9" y="17"/>
                </a:cubicBezTo>
                <a:cubicBezTo>
                  <a:pt x="10" y="17"/>
                  <a:pt x="10" y="18"/>
                  <a:pt x="10" y="19"/>
                </a:cubicBezTo>
                <a:cubicBezTo>
                  <a:pt x="10" y="19"/>
                  <a:pt x="10" y="20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17"/>
                  <a:pt x="11" y="17"/>
                  <a:pt x="11" y="17"/>
                </a:cubicBezTo>
                <a:close/>
                <a:moveTo>
                  <a:pt x="9" y="15"/>
                </a:moveTo>
                <a:cubicBezTo>
                  <a:pt x="11" y="15"/>
                  <a:pt x="11" y="15"/>
                  <a:pt x="11" y="15"/>
                </a:cubicBezTo>
                <a:cubicBezTo>
                  <a:pt x="11" y="12"/>
                  <a:pt x="11" y="12"/>
                  <a:pt x="11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2"/>
                  <a:pt x="8" y="13"/>
                  <a:pt x="9" y="14"/>
                </a:cubicBezTo>
                <a:cubicBezTo>
                  <a:pt x="9" y="14"/>
                  <a:pt x="9" y="15"/>
                  <a:pt x="9" y="15"/>
                </a:cubicBezTo>
                <a:close/>
                <a:moveTo>
                  <a:pt x="13" y="15"/>
                </a:moveTo>
                <a:cubicBezTo>
                  <a:pt x="16" y="15"/>
                  <a:pt x="16" y="15"/>
                  <a:pt x="16" y="15"/>
                </a:cubicBezTo>
                <a:cubicBezTo>
                  <a:pt x="16" y="12"/>
                  <a:pt x="16" y="12"/>
                  <a:pt x="16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5"/>
                  <a:pt x="13" y="15"/>
                  <a:pt x="13" y="15"/>
                </a:cubicBezTo>
                <a:close/>
                <a:moveTo>
                  <a:pt x="15" y="24"/>
                </a:moveTo>
                <a:cubicBezTo>
                  <a:pt x="23" y="24"/>
                  <a:pt x="23" y="24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25"/>
                  <a:pt x="23" y="25"/>
                  <a:pt x="23" y="25"/>
                </a:cubicBezTo>
                <a:cubicBezTo>
                  <a:pt x="22" y="25"/>
                  <a:pt x="22" y="26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6"/>
                  <a:pt x="16" y="25"/>
                  <a:pt x="15" y="25"/>
                </a:cubicBezTo>
                <a:cubicBezTo>
                  <a:pt x="15" y="25"/>
                  <a:pt x="15" y="25"/>
                  <a:pt x="15" y="24"/>
                </a:cubicBezTo>
                <a:cubicBezTo>
                  <a:pt x="15" y="24"/>
                  <a:pt x="15" y="24"/>
                  <a:pt x="15" y="24"/>
                </a:cubicBezTo>
                <a:close/>
                <a:moveTo>
                  <a:pt x="28" y="24"/>
                </a:move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4"/>
                </a:cubicBezTo>
                <a:cubicBezTo>
                  <a:pt x="27" y="24"/>
                  <a:pt x="27" y="24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5"/>
                  <a:pt x="28" y="25"/>
                  <a:pt x="28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6"/>
                  <a:pt x="28" y="26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30" y="27"/>
                </a:cubicBezTo>
                <a:cubicBezTo>
                  <a:pt x="30" y="27"/>
                  <a:pt x="30" y="27"/>
                  <a:pt x="30" y="26"/>
                </a:cubicBezTo>
                <a:cubicBezTo>
                  <a:pt x="30" y="26"/>
                  <a:pt x="30" y="26"/>
                  <a:pt x="30" y="26"/>
                </a:cubicBezTo>
                <a:cubicBezTo>
                  <a:pt x="30" y="26"/>
                  <a:pt x="30" y="25"/>
                  <a:pt x="30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29" y="25"/>
                  <a:pt x="29" y="24"/>
                  <a:pt x="29" y="24"/>
                </a:cubicBezTo>
                <a:cubicBezTo>
                  <a:pt x="29" y="24"/>
                  <a:pt x="29" y="24"/>
                  <a:pt x="28" y="24"/>
                </a:cubicBezTo>
                <a:close/>
                <a:moveTo>
                  <a:pt x="25" y="25"/>
                </a:moveTo>
                <a:cubicBezTo>
                  <a:pt x="25" y="25"/>
                  <a:pt x="24" y="25"/>
                  <a:pt x="24" y="25"/>
                </a:cubicBezTo>
                <a:cubicBezTo>
                  <a:pt x="24" y="25"/>
                  <a:pt x="24" y="25"/>
                  <a:pt x="23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6"/>
                  <a:pt x="23" y="26"/>
                  <a:pt x="23" y="27"/>
                </a:cubicBezTo>
                <a:cubicBezTo>
                  <a:pt x="23" y="27"/>
                  <a:pt x="23" y="27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5" y="29"/>
                  <a:pt x="25" y="29"/>
                </a:cubicBezTo>
                <a:cubicBezTo>
                  <a:pt x="25" y="29"/>
                  <a:pt x="25" y="29"/>
                  <a:pt x="26" y="29"/>
                </a:cubicBezTo>
                <a:cubicBezTo>
                  <a:pt x="26" y="29"/>
                  <a:pt x="26" y="29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6"/>
                  <a:pt x="27" y="26"/>
                </a:cubicBezTo>
                <a:cubicBezTo>
                  <a:pt x="27" y="26"/>
                  <a:pt x="27" y="26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5" y="25"/>
                  <a:pt x="25" y="25"/>
                  <a:pt x="25" y="2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8" name="Freeform 226">
            <a:extLst>
              <a:ext uri="{FF2B5EF4-FFF2-40B4-BE49-F238E27FC236}">
                <a16:creationId xmlns:a16="http://schemas.microsoft.com/office/drawing/2014/main" id="{318DBD80-6744-1C68-2024-749BB8B4C2B7}"/>
              </a:ext>
            </a:extLst>
          </p:cNvPr>
          <p:cNvSpPr>
            <a:spLocks noEditPoints="1"/>
          </p:cNvSpPr>
          <p:nvPr/>
        </p:nvSpPr>
        <p:spPr bwMode="auto">
          <a:xfrm>
            <a:off x="4404985" y="5000059"/>
            <a:ext cx="249750" cy="269658"/>
          </a:xfrm>
          <a:custGeom>
            <a:avLst/>
            <a:gdLst>
              <a:gd name="T0" fmla="*/ 24 w 26"/>
              <a:gd name="T1" fmla="*/ 18 h 28"/>
              <a:gd name="T2" fmla="*/ 21 w 26"/>
              <a:gd name="T3" fmla="*/ 17 h 28"/>
              <a:gd name="T4" fmla="*/ 24 w 26"/>
              <a:gd name="T5" fmla="*/ 12 h 28"/>
              <a:gd name="T6" fmla="*/ 24 w 26"/>
              <a:gd name="T7" fmla="*/ 4 h 28"/>
              <a:gd name="T8" fmla="*/ 4 w 26"/>
              <a:gd name="T9" fmla="*/ 2 h 28"/>
              <a:gd name="T10" fmla="*/ 5 w 26"/>
              <a:gd name="T11" fmla="*/ 4 h 28"/>
              <a:gd name="T12" fmla="*/ 6 w 26"/>
              <a:gd name="T13" fmla="*/ 6 h 28"/>
              <a:gd name="T14" fmla="*/ 2 w 26"/>
              <a:gd name="T15" fmla="*/ 7 h 28"/>
              <a:gd name="T16" fmla="*/ 5 w 26"/>
              <a:gd name="T17" fmla="*/ 23 h 28"/>
              <a:gd name="T18" fmla="*/ 6 w 26"/>
              <a:gd name="T19" fmla="*/ 25 h 28"/>
              <a:gd name="T20" fmla="*/ 2 w 26"/>
              <a:gd name="T21" fmla="*/ 26 h 28"/>
              <a:gd name="T22" fmla="*/ 4 w 26"/>
              <a:gd name="T23" fmla="*/ 28 h 28"/>
              <a:gd name="T24" fmla="*/ 24 w 26"/>
              <a:gd name="T25" fmla="*/ 26 h 28"/>
              <a:gd name="T26" fmla="*/ 8 w 26"/>
              <a:gd name="T27" fmla="*/ 9 h 28"/>
              <a:gd name="T28" fmla="*/ 12 w 26"/>
              <a:gd name="T29" fmla="*/ 8 h 28"/>
              <a:gd name="T30" fmla="*/ 13 w 26"/>
              <a:gd name="T31" fmla="*/ 11 h 28"/>
              <a:gd name="T32" fmla="*/ 11 w 26"/>
              <a:gd name="T33" fmla="*/ 12 h 28"/>
              <a:gd name="T34" fmla="*/ 15 w 26"/>
              <a:gd name="T35" fmla="*/ 17 h 28"/>
              <a:gd name="T36" fmla="*/ 16 w 26"/>
              <a:gd name="T37" fmla="*/ 17 h 28"/>
              <a:gd name="T38" fmla="*/ 18 w 26"/>
              <a:gd name="T39" fmla="*/ 20 h 28"/>
              <a:gd name="T40" fmla="*/ 13 w 26"/>
              <a:gd name="T41" fmla="*/ 21 h 28"/>
              <a:gd name="T42" fmla="*/ 5 w 26"/>
              <a:gd name="T43" fmla="*/ 25 h 28"/>
              <a:gd name="T44" fmla="*/ 0 w 26"/>
              <a:gd name="T45" fmla="*/ 24 h 28"/>
              <a:gd name="T46" fmla="*/ 1 w 26"/>
              <a:gd name="T47" fmla="*/ 23 h 28"/>
              <a:gd name="T48" fmla="*/ 5 w 26"/>
              <a:gd name="T49" fmla="*/ 23 h 28"/>
              <a:gd name="T50" fmla="*/ 6 w 26"/>
              <a:gd name="T51" fmla="*/ 24 h 28"/>
              <a:gd name="T52" fmla="*/ 26 w 26"/>
              <a:gd name="T53" fmla="*/ 25 h 28"/>
              <a:gd name="T54" fmla="*/ 25 w 26"/>
              <a:gd name="T55" fmla="*/ 17 h 28"/>
              <a:gd name="T56" fmla="*/ 25 w 26"/>
              <a:gd name="T57" fmla="*/ 27 h 28"/>
              <a:gd name="T58" fmla="*/ 26 w 26"/>
              <a:gd name="T59" fmla="*/ 12 h 28"/>
              <a:gd name="T60" fmla="*/ 25 w 26"/>
              <a:gd name="T61" fmla="*/ 4 h 28"/>
              <a:gd name="T62" fmla="*/ 5 w 26"/>
              <a:gd name="T63" fmla="*/ 1 h 28"/>
              <a:gd name="T64" fmla="*/ 5 w 26"/>
              <a:gd name="T65" fmla="*/ 0 h 28"/>
              <a:gd name="T66" fmla="*/ 26 w 26"/>
              <a:gd name="T67" fmla="*/ 3 h 28"/>
              <a:gd name="T68" fmla="*/ 26 w 26"/>
              <a:gd name="T69" fmla="*/ 12 h 28"/>
              <a:gd name="T70" fmla="*/ 2 w 26"/>
              <a:gd name="T71" fmla="*/ 6 h 28"/>
              <a:gd name="T72" fmla="*/ 0 w 26"/>
              <a:gd name="T73" fmla="*/ 5 h 28"/>
              <a:gd name="T74" fmla="*/ 2 w 26"/>
              <a:gd name="T75" fmla="*/ 5 h 28"/>
              <a:gd name="T76" fmla="*/ 6 w 26"/>
              <a:gd name="T77" fmla="*/ 6 h 28"/>
              <a:gd name="T78" fmla="*/ 5 w 26"/>
              <a:gd name="T79" fmla="*/ 6 h 28"/>
              <a:gd name="T80" fmla="*/ 21 w 26"/>
              <a:gd name="T81" fmla="*/ 16 h 28"/>
              <a:gd name="T82" fmla="*/ 25 w 26"/>
              <a:gd name="T83" fmla="*/ 13 h 28"/>
              <a:gd name="T84" fmla="*/ 26 w 26"/>
              <a:gd name="T85" fmla="*/ 13 h 28"/>
              <a:gd name="T86" fmla="*/ 26 w 26"/>
              <a:gd name="T87" fmla="*/ 15 h 28"/>
              <a:gd name="T88" fmla="*/ 25 w 26"/>
              <a:gd name="T89" fmla="*/ 16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" h="28">
                <a:moveTo>
                  <a:pt x="24" y="26"/>
                </a:moveTo>
                <a:cubicBezTo>
                  <a:pt x="24" y="23"/>
                  <a:pt x="24" y="20"/>
                  <a:pt x="24" y="18"/>
                </a:cubicBezTo>
                <a:cubicBezTo>
                  <a:pt x="24" y="17"/>
                  <a:pt x="24" y="17"/>
                  <a:pt x="24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19" y="17"/>
                  <a:pt x="19" y="12"/>
                  <a:pt x="21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9"/>
                  <a:pt x="24" y="7"/>
                  <a:pt x="24" y="4"/>
                </a:cubicBezTo>
                <a:cubicBezTo>
                  <a:pt x="24" y="3"/>
                  <a:pt x="23" y="2"/>
                  <a:pt x="22" y="2"/>
                </a:cubicBezTo>
                <a:cubicBezTo>
                  <a:pt x="16" y="2"/>
                  <a:pt x="10" y="2"/>
                  <a:pt x="4" y="2"/>
                </a:cubicBezTo>
                <a:cubicBezTo>
                  <a:pt x="3" y="2"/>
                  <a:pt x="2" y="3"/>
                  <a:pt x="2" y="4"/>
                </a:cubicBezTo>
                <a:cubicBezTo>
                  <a:pt x="3" y="4"/>
                  <a:pt x="4" y="4"/>
                  <a:pt x="5" y="4"/>
                </a:cubicBezTo>
                <a:cubicBezTo>
                  <a:pt x="6" y="4"/>
                  <a:pt x="6" y="4"/>
                  <a:pt x="6" y="5"/>
                </a:cubicBezTo>
                <a:cubicBezTo>
                  <a:pt x="6" y="6"/>
                  <a:pt x="6" y="6"/>
                  <a:pt x="6" y="6"/>
                </a:cubicBezTo>
                <a:cubicBezTo>
                  <a:pt x="6" y="7"/>
                  <a:pt x="6" y="7"/>
                  <a:pt x="5" y="7"/>
                </a:cubicBezTo>
                <a:cubicBezTo>
                  <a:pt x="4" y="7"/>
                  <a:pt x="3" y="7"/>
                  <a:pt x="2" y="7"/>
                </a:cubicBezTo>
                <a:cubicBezTo>
                  <a:pt x="2" y="23"/>
                  <a:pt x="2" y="23"/>
                  <a:pt x="2" y="23"/>
                </a:cubicBezTo>
                <a:cubicBezTo>
                  <a:pt x="3" y="23"/>
                  <a:pt x="4" y="23"/>
                  <a:pt x="5" y="23"/>
                </a:cubicBezTo>
                <a:cubicBezTo>
                  <a:pt x="6" y="23"/>
                  <a:pt x="6" y="23"/>
                  <a:pt x="6" y="24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6"/>
                  <a:pt x="5" y="26"/>
                </a:cubicBezTo>
                <a:cubicBezTo>
                  <a:pt x="4" y="26"/>
                  <a:pt x="3" y="26"/>
                  <a:pt x="2" y="26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7"/>
                  <a:pt x="3" y="28"/>
                  <a:pt x="4" y="28"/>
                </a:cubicBezTo>
                <a:cubicBezTo>
                  <a:pt x="10" y="28"/>
                  <a:pt x="16" y="28"/>
                  <a:pt x="22" y="28"/>
                </a:cubicBezTo>
                <a:cubicBezTo>
                  <a:pt x="23" y="28"/>
                  <a:pt x="24" y="27"/>
                  <a:pt x="24" y="26"/>
                </a:cubicBezTo>
                <a:close/>
                <a:moveTo>
                  <a:pt x="8" y="11"/>
                </a:moveTo>
                <a:cubicBezTo>
                  <a:pt x="7" y="10"/>
                  <a:pt x="8" y="9"/>
                  <a:pt x="8" y="9"/>
                </a:cubicBezTo>
                <a:cubicBezTo>
                  <a:pt x="9" y="9"/>
                  <a:pt x="10" y="8"/>
                  <a:pt x="11" y="8"/>
                </a:cubicBezTo>
                <a:cubicBezTo>
                  <a:pt x="11" y="8"/>
                  <a:pt x="12" y="8"/>
                  <a:pt x="12" y="8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2" y="11"/>
                  <a:pt x="12" y="11"/>
                  <a:pt x="12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12" y="14"/>
                  <a:pt x="13" y="16"/>
                  <a:pt x="14" y="18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6" y="17"/>
                </a:cubicBezTo>
                <a:cubicBezTo>
                  <a:pt x="16" y="17"/>
                  <a:pt x="16" y="17"/>
                  <a:pt x="16" y="17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20"/>
                  <a:pt x="18" y="20"/>
                </a:cubicBezTo>
                <a:cubicBezTo>
                  <a:pt x="17" y="20"/>
                  <a:pt x="16" y="21"/>
                  <a:pt x="16" y="21"/>
                </a:cubicBezTo>
                <a:cubicBezTo>
                  <a:pt x="15" y="22"/>
                  <a:pt x="14" y="22"/>
                  <a:pt x="13" y="21"/>
                </a:cubicBezTo>
                <a:cubicBezTo>
                  <a:pt x="11" y="18"/>
                  <a:pt x="9" y="14"/>
                  <a:pt x="8" y="11"/>
                </a:cubicBezTo>
                <a:close/>
                <a:moveTo>
                  <a:pt x="5" y="25"/>
                </a:moveTo>
                <a:cubicBezTo>
                  <a:pt x="2" y="25"/>
                  <a:pt x="2" y="25"/>
                  <a:pt x="2" y="25"/>
                </a:cubicBezTo>
                <a:cubicBezTo>
                  <a:pt x="1" y="25"/>
                  <a:pt x="0" y="25"/>
                  <a:pt x="0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3"/>
                  <a:pt x="1" y="23"/>
                  <a:pt x="1" y="23"/>
                </a:cubicBezTo>
                <a:cubicBezTo>
                  <a:pt x="1" y="23"/>
                  <a:pt x="2" y="23"/>
                  <a:pt x="2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6" y="24"/>
                  <a:pt x="6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25"/>
                  <a:pt x="5" y="25"/>
                  <a:pt x="5" y="25"/>
                </a:cubicBezTo>
                <a:close/>
                <a:moveTo>
                  <a:pt x="26" y="25"/>
                </a:moveTo>
                <a:cubicBezTo>
                  <a:pt x="26" y="17"/>
                  <a:pt x="26" y="17"/>
                  <a:pt x="26" y="17"/>
                </a:cubicBezTo>
                <a:cubicBezTo>
                  <a:pt x="26" y="17"/>
                  <a:pt x="25" y="17"/>
                  <a:pt x="25" y="17"/>
                </a:cubicBezTo>
                <a:cubicBezTo>
                  <a:pt x="25" y="20"/>
                  <a:pt x="25" y="23"/>
                  <a:pt x="25" y="25"/>
                </a:cubicBezTo>
                <a:cubicBezTo>
                  <a:pt x="25" y="26"/>
                  <a:pt x="25" y="26"/>
                  <a:pt x="25" y="27"/>
                </a:cubicBezTo>
                <a:cubicBezTo>
                  <a:pt x="25" y="26"/>
                  <a:pt x="26" y="26"/>
                  <a:pt x="26" y="25"/>
                </a:cubicBezTo>
                <a:close/>
                <a:moveTo>
                  <a:pt x="26" y="12"/>
                </a:moveTo>
                <a:cubicBezTo>
                  <a:pt x="26" y="12"/>
                  <a:pt x="25" y="12"/>
                  <a:pt x="25" y="12"/>
                </a:cubicBezTo>
                <a:cubicBezTo>
                  <a:pt x="25" y="9"/>
                  <a:pt x="25" y="6"/>
                  <a:pt x="25" y="4"/>
                </a:cubicBezTo>
                <a:cubicBezTo>
                  <a:pt x="25" y="2"/>
                  <a:pt x="24" y="1"/>
                  <a:pt x="23" y="1"/>
                </a:cubicBezTo>
                <a:cubicBezTo>
                  <a:pt x="17" y="1"/>
                  <a:pt x="11" y="1"/>
                  <a:pt x="5" y="1"/>
                </a:cubicBezTo>
                <a:cubicBezTo>
                  <a:pt x="5" y="1"/>
                  <a:pt x="4" y="1"/>
                  <a:pt x="4" y="1"/>
                </a:cubicBezTo>
                <a:cubicBezTo>
                  <a:pt x="4" y="1"/>
                  <a:pt x="5" y="0"/>
                  <a:pt x="5" y="0"/>
                </a:cubicBezTo>
                <a:cubicBezTo>
                  <a:pt x="11" y="0"/>
                  <a:pt x="17" y="0"/>
                  <a:pt x="23" y="0"/>
                </a:cubicBezTo>
                <a:cubicBezTo>
                  <a:pt x="25" y="0"/>
                  <a:pt x="26" y="2"/>
                  <a:pt x="26" y="3"/>
                </a:cubicBezTo>
                <a:cubicBezTo>
                  <a:pt x="26" y="7"/>
                  <a:pt x="26" y="7"/>
                  <a:pt x="26" y="11"/>
                </a:cubicBezTo>
                <a:cubicBezTo>
                  <a:pt x="26" y="12"/>
                  <a:pt x="26" y="12"/>
                  <a:pt x="26" y="12"/>
                </a:cubicBezTo>
                <a:close/>
                <a:moveTo>
                  <a:pt x="5" y="6"/>
                </a:moveTo>
                <a:cubicBezTo>
                  <a:pt x="2" y="6"/>
                  <a:pt x="2" y="6"/>
                  <a:pt x="2" y="6"/>
                </a:cubicBezTo>
                <a:cubicBezTo>
                  <a:pt x="1" y="6"/>
                  <a:pt x="0" y="6"/>
                  <a:pt x="0" y="5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1" y="4"/>
                  <a:pt x="1" y="4"/>
                </a:cubicBezTo>
                <a:cubicBezTo>
                  <a:pt x="1" y="5"/>
                  <a:pt x="2" y="5"/>
                  <a:pt x="2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5"/>
                  <a:pt x="6" y="5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5" y="6"/>
                  <a:pt x="5" y="6"/>
                </a:cubicBezTo>
                <a:close/>
                <a:moveTo>
                  <a:pt x="25" y="16"/>
                </a:moveTo>
                <a:cubicBezTo>
                  <a:pt x="21" y="16"/>
                  <a:pt x="21" y="16"/>
                  <a:pt x="21" y="16"/>
                </a:cubicBezTo>
                <a:cubicBezTo>
                  <a:pt x="20" y="16"/>
                  <a:pt x="21" y="13"/>
                  <a:pt x="21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6"/>
                  <a:pt x="26" y="16"/>
                  <a:pt x="26" y="16"/>
                </a:cubicBezTo>
                <a:cubicBezTo>
                  <a:pt x="26" y="16"/>
                  <a:pt x="25" y="16"/>
                  <a:pt x="25" y="1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0" name="Freeform 227">
            <a:extLst>
              <a:ext uri="{FF2B5EF4-FFF2-40B4-BE49-F238E27FC236}">
                <a16:creationId xmlns:a16="http://schemas.microsoft.com/office/drawing/2014/main" id="{D747E143-5F1E-B86B-7FC0-0D46A3C2656C}"/>
              </a:ext>
            </a:extLst>
          </p:cNvPr>
          <p:cNvSpPr>
            <a:spLocks noEditPoints="1"/>
          </p:cNvSpPr>
          <p:nvPr/>
        </p:nvSpPr>
        <p:spPr bwMode="auto">
          <a:xfrm>
            <a:off x="5009451" y="4375684"/>
            <a:ext cx="278706" cy="278706"/>
          </a:xfrm>
          <a:custGeom>
            <a:avLst/>
            <a:gdLst>
              <a:gd name="T0" fmla="*/ 15 w 29"/>
              <a:gd name="T1" fmla="*/ 0 h 29"/>
              <a:gd name="T2" fmla="*/ 13 w 29"/>
              <a:gd name="T3" fmla="*/ 14 h 29"/>
              <a:gd name="T4" fmla="*/ 13 w 29"/>
              <a:gd name="T5" fmla="*/ 15 h 29"/>
              <a:gd name="T6" fmla="*/ 12 w 29"/>
              <a:gd name="T7" fmla="*/ 15 h 29"/>
              <a:gd name="T8" fmla="*/ 10 w 29"/>
              <a:gd name="T9" fmla="*/ 15 h 29"/>
              <a:gd name="T10" fmla="*/ 9 w 29"/>
              <a:gd name="T11" fmla="*/ 15 h 29"/>
              <a:gd name="T12" fmla="*/ 8 w 29"/>
              <a:gd name="T13" fmla="*/ 14 h 29"/>
              <a:gd name="T14" fmla="*/ 8 w 29"/>
              <a:gd name="T15" fmla="*/ 11 h 29"/>
              <a:gd name="T16" fmla="*/ 8 w 29"/>
              <a:gd name="T17" fmla="*/ 10 h 29"/>
              <a:gd name="T18" fmla="*/ 9 w 29"/>
              <a:gd name="T19" fmla="*/ 9 h 29"/>
              <a:gd name="T20" fmla="*/ 9 w 29"/>
              <a:gd name="T21" fmla="*/ 9 h 29"/>
              <a:gd name="T22" fmla="*/ 9 w 29"/>
              <a:gd name="T23" fmla="*/ 9 h 29"/>
              <a:gd name="T24" fmla="*/ 10 w 29"/>
              <a:gd name="T25" fmla="*/ 9 h 29"/>
              <a:gd name="T26" fmla="*/ 12 w 29"/>
              <a:gd name="T27" fmla="*/ 9 h 29"/>
              <a:gd name="T28" fmla="*/ 13 w 29"/>
              <a:gd name="T29" fmla="*/ 10 h 29"/>
              <a:gd name="T30" fmla="*/ 13 w 29"/>
              <a:gd name="T31" fmla="*/ 10 h 29"/>
              <a:gd name="T32" fmla="*/ 10 w 29"/>
              <a:gd name="T33" fmla="*/ 13 h 29"/>
              <a:gd name="T34" fmla="*/ 10 w 29"/>
              <a:gd name="T35" fmla="*/ 13 h 29"/>
              <a:gd name="T36" fmla="*/ 10 w 29"/>
              <a:gd name="T37" fmla="*/ 13 h 29"/>
              <a:gd name="T38" fmla="*/ 10 w 29"/>
              <a:gd name="T39" fmla="*/ 13 h 29"/>
              <a:gd name="T40" fmla="*/ 10 w 29"/>
              <a:gd name="T41" fmla="*/ 13 h 29"/>
              <a:gd name="T42" fmla="*/ 10 w 29"/>
              <a:gd name="T43" fmla="*/ 11 h 29"/>
              <a:gd name="T44" fmla="*/ 10 w 29"/>
              <a:gd name="T45" fmla="*/ 10 h 29"/>
              <a:gd name="T46" fmla="*/ 10 w 29"/>
              <a:gd name="T47" fmla="*/ 10 h 29"/>
              <a:gd name="T48" fmla="*/ 11 w 29"/>
              <a:gd name="T49" fmla="*/ 10 h 29"/>
              <a:gd name="T50" fmla="*/ 12 w 29"/>
              <a:gd name="T51" fmla="*/ 10 h 29"/>
              <a:gd name="T52" fmla="*/ 12 w 29"/>
              <a:gd name="T53" fmla="*/ 11 h 29"/>
              <a:gd name="T54" fmla="*/ 12 w 29"/>
              <a:gd name="T55" fmla="*/ 11 h 29"/>
              <a:gd name="T56" fmla="*/ 12 w 29"/>
              <a:gd name="T57" fmla="*/ 13 h 29"/>
              <a:gd name="T58" fmla="*/ 12 w 29"/>
              <a:gd name="T59" fmla="*/ 13 h 29"/>
              <a:gd name="T60" fmla="*/ 11 w 29"/>
              <a:gd name="T61" fmla="*/ 13 h 29"/>
              <a:gd name="T62" fmla="*/ 19 w 29"/>
              <a:gd name="T63" fmla="*/ 9 h 29"/>
              <a:gd name="T64" fmla="*/ 12 w 29"/>
              <a:gd name="T65" fmla="*/ 21 h 29"/>
              <a:gd name="T66" fmla="*/ 10 w 29"/>
              <a:gd name="T67" fmla="*/ 20 h 29"/>
              <a:gd name="T68" fmla="*/ 18 w 29"/>
              <a:gd name="T69" fmla="*/ 9 h 29"/>
              <a:gd name="T70" fmla="*/ 19 w 29"/>
              <a:gd name="T71" fmla="*/ 9 h 29"/>
              <a:gd name="T72" fmla="*/ 22 w 29"/>
              <a:gd name="T73" fmla="*/ 19 h 29"/>
              <a:gd name="T74" fmla="*/ 21 w 29"/>
              <a:gd name="T75" fmla="*/ 20 h 29"/>
              <a:gd name="T76" fmla="*/ 21 w 29"/>
              <a:gd name="T77" fmla="*/ 20 h 29"/>
              <a:gd name="T78" fmla="*/ 20 w 29"/>
              <a:gd name="T79" fmla="*/ 21 h 29"/>
              <a:gd name="T80" fmla="*/ 18 w 29"/>
              <a:gd name="T81" fmla="*/ 21 h 29"/>
              <a:gd name="T82" fmla="*/ 17 w 29"/>
              <a:gd name="T83" fmla="*/ 20 h 29"/>
              <a:gd name="T84" fmla="*/ 16 w 29"/>
              <a:gd name="T85" fmla="*/ 20 h 29"/>
              <a:gd name="T86" fmla="*/ 16 w 29"/>
              <a:gd name="T87" fmla="*/ 17 h 29"/>
              <a:gd name="T88" fmla="*/ 16 w 29"/>
              <a:gd name="T89" fmla="*/ 15 h 29"/>
              <a:gd name="T90" fmla="*/ 17 w 29"/>
              <a:gd name="T91" fmla="*/ 15 h 29"/>
              <a:gd name="T92" fmla="*/ 19 w 29"/>
              <a:gd name="T93" fmla="*/ 14 h 29"/>
              <a:gd name="T94" fmla="*/ 20 w 29"/>
              <a:gd name="T95" fmla="*/ 14 h 29"/>
              <a:gd name="T96" fmla="*/ 21 w 29"/>
              <a:gd name="T97" fmla="*/ 15 h 29"/>
              <a:gd name="T98" fmla="*/ 22 w 29"/>
              <a:gd name="T99" fmla="*/ 16 h 29"/>
              <a:gd name="T100" fmla="*/ 18 w 29"/>
              <a:gd name="T101" fmla="*/ 19 h 29"/>
              <a:gd name="T102" fmla="*/ 18 w 29"/>
              <a:gd name="T103" fmla="*/ 18 h 29"/>
              <a:gd name="T104" fmla="*/ 18 w 29"/>
              <a:gd name="T105" fmla="*/ 16 h 29"/>
              <a:gd name="T106" fmla="*/ 19 w 29"/>
              <a:gd name="T107" fmla="*/ 16 h 29"/>
              <a:gd name="T108" fmla="*/ 20 w 29"/>
              <a:gd name="T109" fmla="*/ 16 h 29"/>
              <a:gd name="T110" fmla="*/ 20 w 29"/>
              <a:gd name="T111" fmla="*/ 19 h 29"/>
              <a:gd name="T112" fmla="*/ 15 w 29"/>
              <a:gd name="T113" fmla="*/ 4 h 29"/>
              <a:gd name="T114" fmla="*/ 15 w 29"/>
              <a:gd name="T115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9" h="29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cubicBezTo>
                  <a:pt x="0" y="23"/>
                  <a:pt x="7" y="29"/>
                  <a:pt x="15" y="29"/>
                </a:cubicBezTo>
                <a:cubicBezTo>
                  <a:pt x="23" y="29"/>
                  <a:pt x="29" y="23"/>
                  <a:pt x="29" y="15"/>
                </a:cubicBezTo>
                <a:cubicBezTo>
                  <a:pt x="29" y="7"/>
                  <a:pt x="23" y="0"/>
                  <a:pt x="15" y="0"/>
                </a:cubicBezTo>
                <a:close/>
                <a:moveTo>
                  <a:pt x="14" y="11"/>
                </a:moveTo>
                <a:cubicBezTo>
                  <a:pt x="14" y="12"/>
                  <a:pt x="14" y="12"/>
                  <a:pt x="14" y="12"/>
                </a:cubicBezTo>
                <a:cubicBezTo>
                  <a:pt x="14" y="13"/>
                  <a:pt x="14" y="13"/>
                  <a:pt x="14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5"/>
                  <a:pt x="13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3"/>
                  <a:pt x="8" y="13"/>
                </a:cubicBezTo>
                <a:cubicBezTo>
                  <a:pt x="8" y="13"/>
                  <a:pt x="8" y="13"/>
                  <a:pt x="8" y="13"/>
                </a:cubicBezTo>
                <a:cubicBezTo>
                  <a:pt x="8" y="13"/>
                  <a:pt x="8" y="13"/>
                  <a:pt x="8" y="12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8" y="10"/>
                  <a:pt x="8" y="9"/>
                  <a:pt x="8" y="9"/>
                </a:cubicBezTo>
                <a:cubicBezTo>
                  <a:pt x="8" y="9"/>
                  <a:pt x="8" y="9"/>
                  <a:pt x="8" y="9"/>
                </a:cubicBezTo>
                <a:cubicBezTo>
                  <a:pt x="8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9"/>
                  <a:pt x="9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1" y="9"/>
                  <a:pt x="11" y="9"/>
                </a:cubicBezTo>
                <a:cubicBezTo>
                  <a:pt x="11" y="9"/>
                  <a:pt x="11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1"/>
                  <a:pt x="13" y="11"/>
                  <a:pt x="14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1"/>
                  <a:pt x="14" y="11"/>
                  <a:pt x="14" y="11"/>
                </a:cubicBezTo>
                <a:close/>
                <a:moveTo>
                  <a:pt x="11" y="13"/>
                </a:moveTo>
                <a:cubicBezTo>
                  <a:pt x="11" y="13"/>
                  <a:pt x="11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1"/>
                  <a:pt x="12" y="11"/>
                  <a:pt x="12" y="11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3"/>
                  <a:pt x="11" y="13"/>
                  <a:pt x="11" y="13"/>
                </a:cubicBezTo>
                <a:close/>
                <a:moveTo>
                  <a:pt x="19" y="9"/>
                </a:move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2" y="21"/>
                  <a:pt x="12" y="21"/>
                  <a:pt x="12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lose/>
                <a:moveTo>
                  <a:pt x="22" y="17"/>
                </a:move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8"/>
                  <a:pt x="22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7" y="21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0"/>
                  <a:pt x="17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19"/>
                  <a:pt x="16" y="19"/>
                </a:cubicBezTo>
                <a:cubicBezTo>
                  <a:pt x="16" y="19"/>
                  <a:pt x="16" y="19"/>
                  <a:pt x="16" y="19"/>
                </a:cubicBezTo>
                <a:cubicBezTo>
                  <a:pt x="16" y="19"/>
                  <a:pt x="16" y="19"/>
                  <a:pt x="16" y="19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17"/>
                  <a:pt x="16" y="17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4"/>
                  <a:pt x="18" y="14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15"/>
                  <a:pt x="21" y="16"/>
                  <a:pt x="21" y="16"/>
                </a:cubicBezTo>
                <a:cubicBezTo>
                  <a:pt x="21" y="16"/>
                  <a:pt x="21" y="16"/>
                  <a:pt x="2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7"/>
                  <a:pt x="22" y="17"/>
                  <a:pt x="22" y="17"/>
                </a:cubicBezTo>
                <a:close/>
                <a:moveTo>
                  <a:pt x="19" y="19"/>
                </a:moveTo>
                <a:cubicBezTo>
                  <a:pt x="19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7"/>
                  <a:pt x="18" y="17"/>
                  <a:pt x="18" y="17"/>
                </a:cubicBezTo>
                <a:cubicBezTo>
                  <a:pt x="18" y="17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7"/>
                  <a:pt x="20" y="17"/>
                </a:cubicBezTo>
                <a:cubicBezTo>
                  <a:pt x="20" y="18"/>
                  <a:pt x="20" y="18"/>
                  <a:pt x="20" y="18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lose/>
                <a:moveTo>
                  <a:pt x="15" y="4"/>
                </a:moveTo>
                <a:cubicBezTo>
                  <a:pt x="21" y="4"/>
                  <a:pt x="26" y="9"/>
                  <a:pt x="26" y="15"/>
                </a:cubicBezTo>
                <a:cubicBezTo>
                  <a:pt x="26" y="21"/>
                  <a:pt x="21" y="26"/>
                  <a:pt x="15" y="26"/>
                </a:cubicBezTo>
                <a:cubicBezTo>
                  <a:pt x="9" y="26"/>
                  <a:pt x="4" y="21"/>
                  <a:pt x="4" y="15"/>
                </a:cubicBezTo>
                <a:cubicBezTo>
                  <a:pt x="4" y="9"/>
                  <a:pt x="9" y="4"/>
                  <a:pt x="15" y="4"/>
                </a:cubicBezTo>
                <a:close/>
                <a:moveTo>
                  <a:pt x="15" y="2"/>
                </a:moveTo>
                <a:cubicBezTo>
                  <a:pt x="22" y="2"/>
                  <a:pt x="27" y="8"/>
                  <a:pt x="27" y="15"/>
                </a:cubicBezTo>
                <a:cubicBezTo>
                  <a:pt x="27" y="22"/>
                  <a:pt x="22" y="27"/>
                  <a:pt x="15" y="27"/>
                </a:cubicBezTo>
                <a:cubicBezTo>
                  <a:pt x="8" y="27"/>
                  <a:pt x="2" y="22"/>
                  <a:pt x="2" y="15"/>
                </a:cubicBezTo>
                <a:cubicBezTo>
                  <a:pt x="2" y="8"/>
                  <a:pt x="8" y="2"/>
                  <a:pt x="15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2" name="Freeform 228">
            <a:extLst>
              <a:ext uri="{FF2B5EF4-FFF2-40B4-BE49-F238E27FC236}">
                <a16:creationId xmlns:a16="http://schemas.microsoft.com/office/drawing/2014/main" id="{55D4DE97-E46E-85A2-6A85-AD8EA0A97E29}"/>
              </a:ext>
            </a:extLst>
          </p:cNvPr>
          <p:cNvSpPr>
            <a:spLocks noEditPoints="1"/>
          </p:cNvSpPr>
          <p:nvPr/>
        </p:nvSpPr>
        <p:spPr bwMode="auto">
          <a:xfrm>
            <a:off x="5604868" y="4357586"/>
            <a:ext cx="325761" cy="316712"/>
          </a:xfrm>
          <a:custGeom>
            <a:avLst/>
            <a:gdLst>
              <a:gd name="T0" fmla="*/ 34 w 34"/>
              <a:gd name="T1" fmla="*/ 24 h 33"/>
              <a:gd name="T2" fmla="*/ 16 w 34"/>
              <a:gd name="T3" fmla="*/ 24 h 33"/>
              <a:gd name="T4" fmla="*/ 15 w 34"/>
              <a:gd name="T5" fmla="*/ 13 h 33"/>
              <a:gd name="T6" fmla="*/ 10 w 34"/>
              <a:gd name="T7" fmla="*/ 10 h 33"/>
              <a:gd name="T8" fmla="*/ 9 w 34"/>
              <a:gd name="T9" fmla="*/ 10 h 33"/>
              <a:gd name="T10" fmla="*/ 9 w 34"/>
              <a:gd name="T11" fmla="*/ 11 h 33"/>
              <a:gd name="T12" fmla="*/ 13 w 34"/>
              <a:gd name="T13" fmla="*/ 15 h 33"/>
              <a:gd name="T14" fmla="*/ 13 w 34"/>
              <a:gd name="T15" fmla="*/ 16 h 33"/>
              <a:gd name="T16" fmla="*/ 14 w 34"/>
              <a:gd name="T17" fmla="*/ 16 h 33"/>
              <a:gd name="T18" fmla="*/ 11 w 34"/>
              <a:gd name="T19" fmla="*/ 24 h 33"/>
              <a:gd name="T20" fmla="*/ 12 w 34"/>
              <a:gd name="T21" fmla="*/ 23 h 33"/>
              <a:gd name="T22" fmla="*/ 16 w 34"/>
              <a:gd name="T23" fmla="*/ 16 h 33"/>
              <a:gd name="T24" fmla="*/ 17 w 34"/>
              <a:gd name="T25" fmla="*/ 16 h 33"/>
              <a:gd name="T26" fmla="*/ 17 w 34"/>
              <a:gd name="T27" fmla="*/ 16 h 33"/>
              <a:gd name="T28" fmla="*/ 17 w 34"/>
              <a:gd name="T29" fmla="*/ 15 h 33"/>
              <a:gd name="T30" fmla="*/ 22 w 34"/>
              <a:gd name="T31" fmla="*/ 8 h 33"/>
              <a:gd name="T32" fmla="*/ 22 w 34"/>
              <a:gd name="T33" fmla="*/ 7 h 33"/>
              <a:gd name="T34" fmla="*/ 21 w 34"/>
              <a:gd name="T35" fmla="*/ 7 h 33"/>
              <a:gd name="T36" fmla="*/ 16 w 34"/>
              <a:gd name="T37" fmla="*/ 13 h 33"/>
              <a:gd name="T38" fmla="*/ 15 w 34"/>
              <a:gd name="T39" fmla="*/ 12 h 33"/>
              <a:gd name="T40" fmla="*/ 23 w 34"/>
              <a:gd name="T41" fmla="*/ 7 h 33"/>
              <a:gd name="T42" fmla="*/ 26 w 34"/>
              <a:gd name="T43" fmla="*/ 13 h 33"/>
              <a:gd name="T44" fmla="*/ 25 w 34"/>
              <a:gd name="T45" fmla="*/ 4 h 33"/>
              <a:gd name="T46" fmla="*/ 5 w 34"/>
              <a:gd name="T47" fmla="*/ 4 h 33"/>
              <a:gd name="T48" fmla="*/ 5 w 34"/>
              <a:gd name="T49" fmla="*/ 25 h 33"/>
              <a:gd name="T50" fmla="*/ 14 w 34"/>
              <a:gd name="T51" fmla="*/ 25 h 33"/>
              <a:gd name="T52" fmla="*/ 7 w 34"/>
              <a:gd name="T53" fmla="*/ 22 h 33"/>
              <a:gd name="T54" fmla="*/ 4 w 34"/>
              <a:gd name="T55" fmla="*/ 14 h 33"/>
              <a:gd name="T56" fmla="*/ 7 w 34"/>
              <a:gd name="T57" fmla="*/ 7 h 33"/>
              <a:gd name="T58" fmla="*/ 15 w 34"/>
              <a:gd name="T59" fmla="*/ 3 h 33"/>
              <a:gd name="T60" fmla="*/ 23 w 34"/>
              <a:gd name="T61" fmla="*/ 7 h 33"/>
              <a:gd name="T62" fmla="*/ 9 w 34"/>
              <a:gd name="T63" fmla="*/ 14 h 33"/>
              <a:gd name="T64" fmla="*/ 5 w 34"/>
              <a:gd name="T65" fmla="*/ 15 h 33"/>
              <a:gd name="T66" fmla="*/ 5 w 34"/>
              <a:gd name="T67" fmla="*/ 14 h 33"/>
              <a:gd name="T68" fmla="*/ 16 w 34"/>
              <a:gd name="T69" fmla="*/ 8 h 33"/>
              <a:gd name="T70" fmla="*/ 14 w 34"/>
              <a:gd name="T71" fmla="*/ 8 h 33"/>
              <a:gd name="T72" fmla="*/ 15 w 34"/>
              <a:gd name="T73" fmla="*/ 4 h 33"/>
              <a:gd name="T74" fmla="*/ 16 w 34"/>
              <a:gd name="T75" fmla="*/ 8 h 33"/>
              <a:gd name="T76" fmla="*/ 20 w 34"/>
              <a:gd name="T77" fmla="*/ 27 h 33"/>
              <a:gd name="T78" fmla="*/ 20 w 34"/>
              <a:gd name="T79" fmla="*/ 26 h 33"/>
              <a:gd name="T80" fmla="*/ 24 w 34"/>
              <a:gd name="T81" fmla="*/ 25 h 33"/>
              <a:gd name="T82" fmla="*/ 24 w 34"/>
              <a:gd name="T83" fmla="*/ 21 h 33"/>
              <a:gd name="T84" fmla="*/ 19 w 34"/>
              <a:gd name="T85" fmla="*/ 21 h 33"/>
              <a:gd name="T86" fmla="*/ 18 w 34"/>
              <a:gd name="T87" fmla="*/ 23 h 33"/>
              <a:gd name="T88" fmla="*/ 20 w 34"/>
              <a:gd name="T89" fmla="*/ 23 h 33"/>
              <a:gd name="T90" fmla="*/ 21 w 34"/>
              <a:gd name="T91" fmla="*/ 21 h 33"/>
              <a:gd name="T92" fmla="*/ 23 w 34"/>
              <a:gd name="T93" fmla="*/ 23 h 33"/>
              <a:gd name="T94" fmla="*/ 21 w 34"/>
              <a:gd name="T95" fmla="*/ 24 h 33"/>
              <a:gd name="T96" fmla="*/ 18 w 34"/>
              <a:gd name="T97" fmla="*/ 26 h 33"/>
              <a:gd name="T98" fmla="*/ 24 w 34"/>
              <a:gd name="T99" fmla="*/ 28 h 33"/>
              <a:gd name="T100" fmla="*/ 31 w 34"/>
              <a:gd name="T101" fmla="*/ 20 h 33"/>
              <a:gd name="T102" fmla="*/ 25 w 34"/>
              <a:gd name="T103" fmla="*/ 25 h 33"/>
              <a:gd name="T104" fmla="*/ 29 w 34"/>
              <a:gd name="T105" fmla="*/ 26 h 33"/>
              <a:gd name="T106" fmla="*/ 31 w 34"/>
              <a:gd name="T107" fmla="*/ 28 h 33"/>
              <a:gd name="T108" fmla="*/ 32 w 34"/>
              <a:gd name="T109" fmla="*/ 26 h 33"/>
              <a:gd name="T110" fmla="*/ 31 w 34"/>
              <a:gd name="T111" fmla="*/ 25 h 33"/>
              <a:gd name="T112" fmla="*/ 29 w 34"/>
              <a:gd name="T113" fmla="*/ 25 h 33"/>
              <a:gd name="T114" fmla="*/ 29 w 34"/>
              <a:gd name="T115" fmla="*/ 21 h 33"/>
              <a:gd name="T116" fmla="*/ 29 w 34"/>
              <a:gd name="T117" fmla="*/ 2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" h="33">
                <a:moveTo>
                  <a:pt x="25" y="15"/>
                </a:moveTo>
                <a:cubicBezTo>
                  <a:pt x="30" y="15"/>
                  <a:pt x="34" y="19"/>
                  <a:pt x="34" y="24"/>
                </a:cubicBezTo>
                <a:cubicBezTo>
                  <a:pt x="34" y="29"/>
                  <a:pt x="30" y="33"/>
                  <a:pt x="25" y="33"/>
                </a:cubicBezTo>
                <a:cubicBezTo>
                  <a:pt x="20" y="33"/>
                  <a:pt x="16" y="29"/>
                  <a:pt x="16" y="24"/>
                </a:cubicBezTo>
                <a:cubicBezTo>
                  <a:pt x="16" y="19"/>
                  <a:pt x="20" y="15"/>
                  <a:pt x="25" y="15"/>
                </a:cubicBezTo>
                <a:close/>
                <a:moveTo>
                  <a:pt x="15" y="13"/>
                </a:moveTo>
                <a:cubicBezTo>
                  <a:pt x="15" y="13"/>
                  <a:pt x="15" y="13"/>
                  <a:pt x="15" y="13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9"/>
                  <a:pt x="10" y="9"/>
                  <a:pt x="9" y="9"/>
                </a:cubicBezTo>
                <a:cubicBezTo>
                  <a:pt x="9" y="9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1"/>
                  <a:pt x="9" y="11"/>
                  <a:pt x="9" y="11"/>
                </a:cubicBezTo>
                <a:cubicBezTo>
                  <a:pt x="14" y="15"/>
                  <a:pt x="14" y="15"/>
                  <a:pt x="14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5"/>
                  <a:pt x="13" y="16"/>
                  <a:pt x="13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2" y="24"/>
                  <a:pt x="12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22" y="8"/>
                  <a:pt x="22" y="8"/>
                  <a:pt x="22" y="8"/>
                </a:cubicBezTo>
                <a:cubicBezTo>
                  <a:pt x="22" y="8"/>
                  <a:pt x="22" y="8"/>
                  <a:pt x="22" y="8"/>
                </a:cubicBezTo>
                <a:cubicBezTo>
                  <a:pt x="22" y="8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1" y="7"/>
                  <a:pt x="21" y="7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5" y="12"/>
                  <a:pt x="15" y="12"/>
                </a:cubicBezTo>
                <a:cubicBezTo>
                  <a:pt x="15" y="12"/>
                  <a:pt x="15" y="12"/>
                  <a:pt x="15" y="13"/>
                </a:cubicBezTo>
                <a:close/>
                <a:moveTo>
                  <a:pt x="23" y="7"/>
                </a:moveTo>
                <a:cubicBezTo>
                  <a:pt x="24" y="8"/>
                  <a:pt x="25" y="9"/>
                  <a:pt x="25" y="10"/>
                </a:cubicBezTo>
                <a:cubicBezTo>
                  <a:pt x="26" y="11"/>
                  <a:pt x="26" y="12"/>
                  <a:pt x="26" y="13"/>
                </a:cubicBezTo>
                <a:cubicBezTo>
                  <a:pt x="27" y="13"/>
                  <a:pt x="28" y="13"/>
                  <a:pt x="29" y="14"/>
                </a:cubicBezTo>
                <a:cubicBezTo>
                  <a:pt x="29" y="10"/>
                  <a:pt x="28" y="7"/>
                  <a:pt x="25" y="4"/>
                </a:cubicBezTo>
                <a:cubicBezTo>
                  <a:pt x="23" y="2"/>
                  <a:pt x="19" y="0"/>
                  <a:pt x="15" y="0"/>
                </a:cubicBezTo>
                <a:cubicBezTo>
                  <a:pt x="11" y="0"/>
                  <a:pt x="7" y="2"/>
                  <a:pt x="5" y="4"/>
                </a:cubicBezTo>
                <a:cubicBezTo>
                  <a:pt x="2" y="7"/>
                  <a:pt x="0" y="10"/>
                  <a:pt x="0" y="14"/>
                </a:cubicBezTo>
                <a:cubicBezTo>
                  <a:pt x="0" y="18"/>
                  <a:pt x="2" y="22"/>
                  <a:pt x="5" y="25"/>
                </a:cubicBezTo>
                <a:cubicBezTo>
                  <a:pt x="7" y="27"/>
                  <a:pt x="11" y="29"/>
                  <a:pt x="15" y="29"/>
                </a:cubicBezTo>
                <a:cubicBezTo>
                  <a:pt x="14" y="28"/>
                  <a:pt x="14" y="27"/>
                  <a:pt x="14" y="25"/>
                </a:cubicBezTo>
                <a:cubicBezTo>
                  <a:pt x="13" y="25"/>
                  <a:pt x="12" y="25"/>
                  <a:pt x="11" y="25"/>
                </a:cubicBezTo>
                <a:cubicBezTo>
                  <a:pt x="9" y="24"/>
                  <a:pt x="8" y="23"/>
                  <a:pt x="7" y="22"/>
                </a:cubicBezTo>
                <a:cubicBezTo>
                  <a:pt x="6" y="21"/>
                  <a:pt x="5" y="20"/>
                  <a:pt x="5" y="19"/>
                </a:cubicBezTo>
                <a:cubicBezTo>
                  <a:pt x="4" y="17"/>
                  <a:pt x="4" y="16"/>
                  <a:pt x="4" y="14"/>
                </a:cubicBezTo>
                <a:cubicBezTo>
                  <a:pt x="4" y="13"/>
                  <a:pt x="4" y="11"/>
                  <a:pt x="5" y="10"/>
                </a:cubicBezTo>
                <a:cubicBezTo>
                  <a:pt x="5" y="9"/>
                  <a:pt x="6" y="8"/>
                  <a:pt x="7" y="7"/>
                </a:cubicBezTo>
                <a:cubicBezTo>
                  <a:pt x="8" y="6"/>
                  <a:pt x="9" y="5"/>
                  <a:pt x="11" y="4"/>
                </a:cubicBezTo>
                <a:cubicBezTo>
                  <a:pt x="12" y="4"/>
                  <a:pt x="13" y="3"/>
                  <a:pt x="15" y="3"/>
                </a:cubicBezTo>
                <a:cubicBezTo>
                  <a:pt x="16" y="3"/>
                  <a:pt x="18" y="4"/>
                  <a:pt x="19" y="4"/>
                </a:cubicBezTo>
                <a:cubicBezTo>
                  <a:pt x="21" y="5"/>
                  <a:pt x="22" y="6"/>
                  <a:pt x="23" y="7"/>
                </a:cubicBezTo>
                <a:close/>
                <a:moveTo>
                  <a:pt x="9" y="14"/>
                </a:moveTo>
                <a:cubicBezTo>
                  <a:pt x="9" y="14"/>
                  <a:pt x="9" y="14"/>
                  <a:pt x="9" y="14"/>
                </a:cubicBezTo>
                <a:cubicBezTo>
                  <a:pt x="9" y="15"/>
                  <a:pt x="9" y="15"/>
                  <a:pt x="9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5"/>
                  <a:pt x="5" y="15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16" y="8"/>
                </a:moveTo>
                <a:cubicBezTo>
                  <a:pt x="16" y="8"/>
                  <a:pt x="15" y="9"/>
                  <a:pt x="15" y="9"/>
                </a:cubicBezTo>
                <a:cubicBezTo>
                  <a:pt x="15" y="9"/>
                  <a:pt x="14" y="8"/>
                  <a:pt x="14" y="8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5" y="4"/>
                  <a:pt x="15" y="4"/>
                </a:cubicBezTo>
                <a:cubicBezTo>
                  <a:pt x="15" y="4"/>
                  <a:pt x="16" y="5"/>
                  <a:pt x="16" y="5"/>
                </a:cubicBezTo>
                <a:cubicBezTo>
                  <a:pt x="16" y="8"/>
                  <a:pt x="16" y="8"/>
                  <a:pt x="16" y="8"/>
                </a:cubicBezTo>
                <a:close/>
                <a:moveTo>
                  <a:pt x="24" y="27"/>
                </a:moveTo>
                <a:cubicBezTo>
                  <a:pt x="20" y="27"/>
                  <a:pt x="20" y="27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1" y="25"/>
                  <a:pt x="22" y="25"/>
                </a:cubicBezTo>
                <a:cubicBezTo>
                  <a:pt x="23" y="25"/>
                  <a:pt x="23" y="25"/>
                  <a:pt x="24" y="25"/>
                </a:cubicBezTo>
                <a:cubicBezTo>
                  <a:pt x="24" y="24"/>
                  <a:pt x="24" y="24"/>
                  <a:pt x="24" y="23"/>
                </a:cubicBezTo>
                <a:cubicBezTo>
                  <a:pt x="24" y="22"/>
                  <a:pt x="24" y="21"/>
                  <a:pt x="24" y="21"/>
                </a:cubicBezTo>
                <a:cubicBezTo>
                  <a:pt x="23" y="20"/>
                  <a:pt x="22" y="20"/>
                  <a:pt x="21" y="20"/>
                </a:cubicBezTo>
                <a:cubicBezTo>
                  <a:pt x="20" y="20"/>
                  <a:pt x="19" y="20"/>
                  <a:pt x="19" y="21"/>
                </a:cubicBezTo>
                <a:cubicBezTo>
                  <a:pt x="19" y="21"/>
                  <a:pt x="18" y="22"/>
                  <a:pt x="18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2"/>
                  <a:pt x="21" y="21"/>
                  <a:pt x="21" y="21"/>
                </a:cubicBezTo>
                <a:cubicBezTo>
                  <a:pt x="22" y="21"/>
                  <a:pt x="22" y="22"/>
                  <a:pt x="22" y="22"/>
                </a:cubicBezTo>
                <a:cubicBezTo>
                  <a:pt x="23" y="22"/>
                  <a:pt x="23" y="22"/>
                  <a:pt x="23" y="23"/>
                </a:cubicBezTo>
                <a:cubicBezTo>
                  <a:pt x="23" y="23"/>
                  <a:pt x="23" y="24"/>
                  <a:pt x="22" y="24"/>
                </a:cubicBezTo>
                <a:cubicBezTo>
                  <a:pt x="22" y="24"/>
                  <a:pt x="22" y="24"/>
                  <a:pt x="21" y="24"/>
                </a:cubicBezTo>
                <a:cubicBezTo>
                  <a:pt x="20" y="24"/>
                  <a:pt x="19" y="25"/>
                  <a:pt x="19" y="25"/>
                </a:cubicBezTo>
                <a:cubicBezTo>
                  <a:pt x="18" y="25"/>
                  <a:pt x="18" y="26"/>
                  <a:pt x="18" y="26"/>
                </a:cubicBezTo>
                <a:cubicBezTo>
                  <a:pt x="18" y="28"/>
                  <a:pt x="18" y="28"/>
                  <a:pt x="18" y="28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7"/>
                  <a:pt x="24" y="27"/>
                  <a:pt x="24" y="27"/>
                </a:cubicBezTo>
                <a:close/>
                <a:moveTo>
                  <a:pt x="31" y="20"/>
                </a:moveTo>
                <a:cubicBezTo>
                  <a:pt x="29" y="20"/>
                  <a:pt x="29" y="20"/>
                  <a:pt x="29" y="20"/>
                </a:cubicBezTo>
                <a:cubicBezTo>
                  <a:pt x="25" y="25"/>
                  <a:pt x="25" y="25"/>
                  <a:pt x="25" y="25"/>
                </a:cubicBezTo>
                <a:cubicBezTo>
                  <a:pt x="25" y="26"/>
                  <a:pt x="25" y="26"/>
                  <a:pt x="25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8"/>
                  <a:pt x="29" y="28"/>
                  <a:pt x="29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6"/>
                  <a:pt x="31" y="26"/>
                  <a:pt x="31" y="26"/>
                </a:cubicBezTo>
                <a:cubicBezTo>
                  <a:pt x="32" y="26"/>
                  <a:pt x="32" y="26"/>
                  <a:pt x="32" y="26"/>
                </a:cubicBezTo>
                <a:cubicBezTo>
                  <a:pt x="32" y="25"/>
                  <a:pt x="32" y="25"/>
                  <a:pt x="32" y="25"/>
                </a:cubicBezTo>
                <a:cubicBezTo>
                  <a:pt x="31" y="25"/>
                  <a:pt x="31" y="25"/>
                  <a:pt x="31" y="25"/>
                </a:cubicBezTo>
                <a:cubicBezTo>
                  <a:pt x="31" y="20"/>
                  <a:pt x="31" y="20"/>
                  <a:pt x="31" y="20"/>
                </a:cubicBezTo>
                <a:close/>
                <a:moveTo>
                  <a:pt x="29" y="25"/>
                </a:moveTo>
                <a:cubicBezTo>
                  <a:pt x="29" y="21"/>
                  <a:pt x="29" y="21"/>
                  <a:pt x="29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6" y="25"/>
                  <a:pt x="26" y="25"/>
                  <a:pt x="26" y="25"/>
                </a:cubicBezTo>
                <a:lnTo>
                  <a:pt x="29" y="2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4" name="Freeform 229">
            <a:extLst>
              <a:ext uri="{FF2B5EF4-FFF2-40B4-BE49-F238E27FC236}">
                <a16:creationId xmlns:a16="http://schemas.microsoft.com/office/drawing/2014/main" id="{740C3AF7-66C7-0BA1-48D8-304E7691D990}"/>
              </a:ext>
            </a:extLst>
          </p:cNvPr>
          <p:cNvSpPr>
            <a:spLocks noEditPoints="1"/>
          </p:cNvSpPr>
          <p:nvPr/>
        </p:nvSpPr>
        <p:spPr bwMode="auto">
          <a:xfrm>
            <a:off x="3762513" y="3762170"/>
            <a:ext cx="278706" cy="278706"/>
          </a:xfrm>
          <a:custGeom>
            <a:avLst/>
            <a:gdLst>
              <a:gd name="T0" fmla="*/ 15 w 29"/>
              <a:gd name="T1" fmla="*/ 3 h 29"/>
              <a:gd name="T2" fmla="*/ 4 w 29"/>
              <a:gd name="T3" fmla="*/ 14 h 29"/>
              <a:gd name="T4" fmla="*/ 15 w 29"/>
              <a:gd name="T5" fmla="*/ 25 h 29"/>
              <a:gd name="T6" fmla="*/ 26 w 29"/>
              <a:gd name="T7" fmla="*/ 14 h 29"/>
              <a:gd name="T8" fmla="*/ 15 w 29"/>
              <a:gd name="T9" fmla="*/ 3 h 29"/>
              <a:gd name="T10" fmla="*/ 15 w 29"/>
              <a:gd name="T11" fmla="*/ 9 h 29"/>
              <a:gd name="T12" fmla="*/ 15 w 29"/>
              <a:gd name="T13" fmla="*/ 8 h 29"/>
              <a:gd name="T14" fmla="*/ 16 w 29"/>
              <a:gd name="T15" fmla="*/ 7 h 29"/>
              <a:gd name="T16" fmla="*/ 17 w 29"/>
              <a:gd name="T17" fmla="*/ 7 h 29"/>
              <a:gd name="T18" fmla="*/ 17 w 29"/>
              <a:gd name="T19" fmla="*/ 8 h 29"/>
              <a:gd name="T20" fmla="*/ 17 w 29"/>
              <a:gd name="T21" fmla="*/ 9 h 29"/>
              <a:gd name="T22" fmla="*/ 16 w 29"/>
              <a:gd name="T23" fmla="*/ 10 h 29"/>
              <a:gd name="T24" fmla="*/ 15 w 29"/>
              <a:gd name="T25" fmla="*/ 9 h 29"/>
              <a:gd name="T26" fmla="*/ 15 w 29"/>
              <a:gd name="T27" fmla="*/ 9 h 29"/>
              <a:gd name="T28" fmla="*/ 12 w 29"/>
              <a:gd name="T29" fmla="*/ 14 h 29"/>
              <a:gd name="T30" fmla="*/ 12 w 29"/>
              <a:gd name="T31" fmla="*/ 14 h 29"/>
              <a:gd name="T32" fmla="*/ 15 w 29"/>
              <a:gd name="T33" fmla="*/ 12 h 29"/>
              <a:gd name="T34" fmla="*/ 16 w 29"/>
              <a:gd name="T35" fmla="*/ 11 h 29"/>
              <a:gd name="T36" fmla="*/ 16 w 29"/>
              <a:gd name="T37" fmla="*/ 12 h 29"/>
              <a:gd name="T38" fmla="*/ 16 w 29"/>
              <a:gd name="T39" fmla="*/ 12 h 29"/>
              <a:gd name="T40" fmla="*/ 16 w 29"/>
              <a:gd name="T41" fmla="*/ 15 h 29"/>
              <a:gd name="T42" fmla="*/ 15 w 29"/>
              <a:gd name="T43" fmla="*/ 16 h 29"/>
              <a:gd name="T44" fmla="*/ 15 w 29"/>
              <a:gd name="T45" fmla="*/ 19 h 29"/>
              <a:gd name="T46" fmla="*/ 15 w 29"/>
              <a:gd name="T47" fmla="*/ 19 h 29"/>
              <a:gd name="T48" fmla="*/ 17 w 29"/>
              <a:gd name="T49" fmla="*/ 18 h 29"/>
              <a:gd name="T50" fmla="*/ 17 w 29"/>
              <a:gd name="T51" fmla="*/ 19 h 29"/>
              <a:gd name="T52" fmla="*/ 15 w 29"/>
              <a:gd name="T53" fmla="*/ 20 h 29"/>
              <a:gd name="T54" fmla="*/ 14 w 29"/>
              <a:gd name="T55" fmla="*/ 21 h 29"/>
              <a:gd name="T56" fmla="*/ 13 w 29"/>
              <a:gd name="T57" fmla="*/ 21 h 29"/>
              <a:gd name="T58" fmla="*/ 13 w 29"/>
              <a:gd name="T59" fmla="*/ 20 h 29"/>
              <a:gd name="T60" fmla="*/ 12 w 29"/>
              <a:gd name="T61" fmla="*/ 20 h 29"/>
              <a:gd name="T62" fmla="*/ 13 w 29"/>
              <a:gd name="T63" fmla="*/ 18 h 29"/>
              <a:gd name="T64" fmla="*/ 13 w 29"/>
              <a:gd name="T65" fmla="*/ 16 h 29"/>
              <a:gd name="T66" fmla="*/ 14 w 29"/>
              <a:gd name="T67" fmla="*/ 13 h 29"/>
              <a:gd name="T68" fmla="*/ 14 w 29"/>
              <a:gd name="T69" fmla="*/ 13 h 29"/>
              <a:gd name="T70" fmla="*/ 13 w 29"/>
              <a:gd name="T71" fmla="*/ 13 h 29"/>
              <a:gd name="T72" fmla="*/ 12 w 29"/>
              <a:gd name="T73" fmla="*/ 14 h 29"/>
              <a:gd name="T74" fmla="*/ 15 w 29"/>
              <a:gd name="T75" fmla="*/ 0 h 29"/>
              <a:gd name="T76" fmla="*/ 29 w 29"/>
              <a:gd name="T77" fmla="*/ 14 h 29"/>
              <a:gd name="T78" fmla="*/ 15 w 29"/>
              <a:gd name="T79" fmla="*/ 29 h 29"/>
              <a:gd name="T80" fmla="*/ 0 w 29"/>
              <a:gd name="T81" fmla="*/ 14 h 29"/>
              <a:gd name="T82" fmla="*/ 15 w 29"/>
              <a:gd name="T83" fmla="*/ 0 h 29"/>
              <a:gd name="T84" fmla="*/ 15 w 29"/>
              <a:gd name="T85" fmla="*/ 2 h 29"/>
              <a:gd name="T86" fmla="*/ 27 w 29"/>
              <a:gd name="T87" fmla="*/ 14 h 29"/>
              <a:gd name="T88" fmla="*/ 15 w 29"/>
              <a:gd name="T89" fmla="*/ 27 h 29"/>
              <a:gd name="T90" fmla="*/ 2 w 29"/>
              <a:gd name="T91" fmla="*/ 14 h 29"/>
              <a:gd name="T92" fmla="*/ 15 w 29"/>
              <a:gd name="T93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9" h="29">
                <a:moveTo>
                  <a:pt x="15" y="3"/>
                </a:moveTo>
                <a:cubicBezTo>
                  <a:pt x="9" y="3"/>
                  <a:pt x="4" y="8"/>
                  <a:pt x="4" y="14"/>
                </a:cubicBezTo>
                <a:cubicBezTo>
                  <a:pt x="4" y="20"/>
                  <a:pt x="9" y="25"/>
                  <a:pt x="15" y="25"/>
                </a:cubicBezTo>
                <a:cubicBezTo>
                  <a:pt x="21" y="25"/>
                  <a:pt x="26" y="20"/>
                  <a:pt x="26" y="14"/>
                </a:cubicBezTo>
                <a:cubicBezTo>
                  <a:pt x="26" y="8"/>
                  <a:pt x="21" y="3"/>
                  <a:pt x="15" y="3"/>
                </a:cubicBezTo>
                <a:close/>
                <a:moveTo>
                  <a:pt x="15" y="9"/>
                </a:moveTo>
                <a:cubicBezTo>
                  <a:pt x="15" y="8"/>
                  <a:pt x="15" y="8"/>
                  <a:pt x="15" y="8"/>
                </a:cubicBezTo>
                <a:cubicBezTo>
                  <a:pt x="15" y="7"/>
                  <a:pt x="16" y="7"/>
                  <a:pt x="16" y="7"/>
                </a:cubicBezTo>
                <a:cubicBezTo>
                  <a:pt x="16" y="7"/>
                  <a:pt x="17" y="7"/>
                  <a:pt x="17" y="7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9"/>
                  <a:pt x="16" y="10"/>
                  <a:pt x="16" y="10"/>
                </a:cubicBezTo>
                <a:cubicBezTo>
                  <a:pt x="16" y="10"/>
                  <a:pt x="15" y="10"/>
                  <a:pt x="15" y="9"/>
                </a:cubicBezTo>
                <a:cubicBezTo>
                  <a:pt x="15" y="9"/>
                  <a:pt x="15" y="9"/>
                  <a:pt x="15" y="9"/>
                </a:cubicBezTo>
                <a:close/>
                <a:moveTo>
                  <a:pt x="12" y="14"/>
                </a:moveTo>
                <a:cubicBezTo>
                  <a:pt x="12" y="14"/>
                  <a:pt x="12" y="14"/>
                  <a:pt x="12" y="14"/>
                </a:cubicBezTo>
                <a:cubicBezTo>
                  <a:pt x="13" y="13"/>
                  <a:pt x="14" y="12"/>
                  <a:pt x="15" y="12"/>
                </a:cubicBezTo>
                <a:cubicBezTo>
                  <a:pt x="15" y="11"/>
                  <a:pt x="15" y="11"/>
                  <a:pt x="16" y="11"/>
                </a:cubicBezTo>
                <a:cubicBezTo>
                  <a:pt x="16" y="11"/>
                  <a:pt x="16" y="11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3"/>
                  <a:pt x="16" y="13"/>
                  <a:pt x="16" y="15"/>
                </a:cubicBezTo>
                <a:cubicBezTo>
                  <a:pt x="15" y="16"/>
                  <a:pt x="15" y="16"/>
                  <a:pt x="15" y="16"/>
                </a:cubicBezTo>
                <a:cubicBezTo>
                  <a:pt x="15" y="17"/>
                  <a:pt x="15" y="18"/>
                  <a:pt x="15" y="19"/>
                </a:cubicBezTo>
                <a:cubicBezTo>
                  <a:pt x="15" y="19"/>
                  <a:pt x="15" y="19"/>
                  <a:pt x="15" y="19"/>
                </a:cubicBezTo>
                <a:cubicBezTo>
                  <a:pt x="15" y="19"/>
                  <a:pt x="16" y="19"/>
                  <a:pt x="17" y="18"/>
                </a:cubicBezTo>
                <a:cubicBezTo>
                  <a:pt x="17" y="19"/>
                  <a:pt x="17" y="19"/>
                  <a:pt x="17" y="19"/>
                </a:cubicBezTo>
                <a:cubicBezTo>
                  <a:pt x="15" y="20"/>
                  <a:pt x="15" y="20"/>
                  <a:pt x="15" y="20"/>
                </a:cubicBezTo>
                <a:cubicBezTo>
                  <a:pt x="14" y="20"/>
                  <a:pt x="14" y="20"/>
                  <a:pt x="14" y="21"/>
                </a:cubicBezTo>
                <a:cubicBezTo>
                  <a:pt x="14" y="21"/>
                  <a:pt x="13" y="21"/>
                  <a:pt x="13" y="21"/>
                </a:cubicBezTo>
                <a:cubicBezTo>
                  <a:pt x="13" y="21"/>
                  <a:pt x="13" y="21"/>
                  <a:pt x="13" y="20"/>
                </a:cubicBezTo>
                <a:cubicBezTo>
                  <a:pt x="13" y="20"/>
                  <a:pt x="12" y="20"/>
                  <a:pt x="12" y="20"/>
                </a:cubicBezTo>
                <a:cubicBezTo>
                  <a:pt x="12" y="19"/>
                  <a:pt x="13" y="19"/>
                  <a:pt x="13" y="18"/>
                </a:cubicBezTo>
                <a:cubicBezTo>
                  <a:pt x="13" y="16"/>
                  <a:pt x="13" y="16"/>
                  <a:pt x="13" y="16"/>
                </a:cubicBezTo>
                <a:cubicBezTo>
                  <a:pt x="14" y="15"/>
                  <a:pt x="14" y="14"/>
                  <a:pt x="14" y="13"/>
                </a:cubicBezTo>
                <a:cubicBezTo>
                  <a:pt x="14" y="13"/>
                  <a:pt x="14" y="13"/>
                  <a:pt x="14" y="13"/>
                </a:cubicBezTo>
                <a:cubicBezTo>
                  <a:pt x="14" y="13"/>
                  <a:pt x="13" y="13"/>
                  <a:pt x="13" y="13"/>
                </a:cubicBezTo>
                <a:cubicBezTo>
                  <a:pt x="13" y="14"/>
                  <a:pt x="12" y="14"/>
                  <a:pt x="12" y="14"/>
                </a:cubicBezTo>
                <a:close/>
                <a:moveTo>
                  <a:pt x="15" y="0"/>
                </a:moveTo>
                <a:cubicBezTo>
                  <a:pt x="23" y="0"/>
                  <a:pt x="29" y="6"/>
                  <a:pt x="29" y="14"/>
                </a:cubicBezTo>
                <a:cubicBezTo>
                  <a:pt x="29" y="22"/>
                  <a:pt x="23" y="29"/>
                  <a:pt x="15" y="29"/>
                </a:cubicBezTo>
                <a:cubicBezTo>
                  <a:pt x="7" y="29"/>
                  <a:pt x="0" y="22"/>
                  <a:pt x="0" y="14"/>
                </a:cubicBezTo>
                <a:cubicBezTo>
                  <a:pt x="0" y="6"/>
                  <a:pt x="7" y="0"/>
                  <a:pt x="15" y="0"/>
                </a:cubicBezTo>
                <a:close/>
                <a:moveTo>
                  <a:pt x="15" y="2"/>
                </a:moveTo>
                <a:cubicBezTo>
                  <a:pt x="22" y="2"/>
                  <a:pt x="27" y="7"/>
                  <a:pt x="27" y="14"/>
                </a:cubicBezTo>
                <a:cubicBezTo>
                  <a:pt x="27" y="21"/>
                  <a:pt x="22" y="27"/>
                  <a:pt x="15" y="27"/>
                </a:cubicBezTo>
                <a:cubicBezTo>
                  <a:pt x="8" y="27"/>
                  <a:pt x="2" y="21"/>
                  <a:pt x="2" y="14"/>
                </a:cubicBezTo>
                <a:cubicBezTo>
                  <a:pt x="2" y="7"/>
                  <a:pt x="8" y="2"/>
                  <a:pt x="15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6" name="Freeform 230">
            <a:extLst>
              <a:ext uri="{FF2B5EF4-FFF2-40B4-BE49-F238E27FC236}">
                <a16:creationId xmlns:a16="http://schemas.microsoft.com/office/drawing/2014/main" id="{E02E9943-B22A-1442-4A16-9274055A0DC7}"/>
              </a:ext>
            </a:extLst>
          </p:cNvPr>
          <p:cNvSpPr>
            <a:spLocks noEditPoints="1"/>
          </p:cNvSpPr>
          <p:nvPr/>
        </p:nvSpPr>
        <p:spPr bwMode="auto">
          <a:xfrm>
            <a:off x="2524624" y="3762170"/>
            <a:ext cx="278706" cy="278706"/>
          </a:xfrm>
          <a:custGeom>
            <a:avLst/>
            <a:gdLst>
              <a:gd name="T0" fmla="*/ 15 w 29"/>
              <a:gd name="T1" fmla="*/ 0 h 29"/>
              <a:gd name="T2" fmla="*/ 0 w 29"/>
              <a:gd name="T3" fmla="*/ 14 h 29"/>
              <a:gd name="T4" fmla="*/ 15 w 29"/>
              <a:gd name="T5" fmla="*/ 29 h 29"/>
              <a:gd name="T6" fmla="*/ 29 w 29"/>
              <a:gd name="T7" fmla="*/ 14 h 29"/>
              <a:gd name="T8" fmla="*/ 15 w 29"/>
              <a:gd name="T9" fmla="*/ 0 h 29"/>
              <a:gd name="T10" fmla="*/ 15 w 29"/>
              <a:gd name="T11" fmla="*/ 3 h 29"/>
              <a:gd name="T12" fmla="*/ 26 w 29"/>
              <a:gd name="T13" fmla="*/ 14 h 29"/>
              <a:gd name="T14" fmla="*/ 15 w 29"/>
              <a:gd name="T15" fmla="*/ 25 h 29"/>
              <a:gd name="T16" fmla="*/ 4 w 29"/>
              <a:gd name="T17" fmla="*/ 14 h 29"/>
              <a:gd name="T18" fmla="*/ 15 w 29"/>
              <a:gd name="T19" fmla="*/ 3 h 29"/>
              <a:gd name="T20" fmla="*/ 16 w 29"/>
              <a:gd name="T21" fmla="*/ 19 h 29"/>
              <a:gd name="T22" fmla="*/ 16 w 29"/>
              <a:gd name="T23" fmla="*/ 22 h 29"/>
              <a:gd name="T24" fmla="*/ 14 w 29"/>
              <a:gd name="T25" fmla="*/ 22 h 29"/>
              <a:gd name="T26" fmla="*/ 14 w 29"/>
              <a:gd name="T27" fmla="*/ 19 h 29"/>
              <a:gd name="T28" fmla="*/ 16 w 29"/>
              <a:gd name="T29" fmla="*/ 19 h 29"/>
              <a:gd name="T30" fmla="*/ 16 w 29"/>
              <a:gd name="T31" fmla="*/ 8 h 29"/>
              <a:gd name="T32" fmla="*/ 16 w 29"/>
              <a:gd name="T33" fmla="*/ 17 h 29"/>
              <a:gd name="T34" fmla="*/ 14 w 29"/>
              <a:gd name="T35" fmla="*/ 17 h 29"/>
              <a:gd name="T36" fmla="*/ 13 w 29"/>
              <a:gd name="T37" fmla="*/ 8 h 29"/>
              <a:gd name="T38" fmla="*/ 16 w 29"/>
              <a:gd name="T39" fmla="*/ 8 h 29"/>
              <a:gd name="T40" fmla="*/ 15 w 29"/>
              <a:gd name="T41" fmla="*/ 2 h 29"/>
              <a:gd name="T42" fmla="*/ 27 w 29"/>
              <a:gd name="T43" fmla="*/ 14 h 29"/>
              <a:gd name="T44" fmla="*/ 15 w 29"/>
              <a:gd name="T45" fmla="*/ 27 h 29"/>
              <a:gd name="T46" fmla="*/ 2 w 29"/>
              <a:gd name="T47" fmla="*/ 14 h 29"/>
              <a:gd name="T48" fmla="*/ 15 w 29"/>
              <a:gd name="T49" fmla="*/ 2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9" h="29">
                <a:moveTo>
                  <a:pt x="15" y="0"/>
                </a:moveTo>
                <a:cubicBezTo>
                  <a:pt x="7" y="0"/>
                  <a:pt x="0" y="6"/>
                  <a:pt x="0" y="14"/>
                </a:cubicBezTo>
                <a:cubicBezTo>
                  <a:pt x="0" y="22"/>
                  <a:pt x="7" y="29"/>
                  <a:pt x="15" y="29"/>
                </a:cubicBezTo>
                <a:cubicBezTo>
                  <a:pt x="23" y="29"/>
                  <a:pt x="29" y="22"/>
                  <a:pt x="29" y="14"/>
                </a:cubicBezTo>
                <a:cubicBezTo>
                  <a:pt x="29" y="6"/>
                  <a:pt x="23" y="0"/>
                  <a:pt x="15" y="0"/>
                </a:cubicBezTo>
                <a:close/>
                <a:moveTo>
                  <a:pt x="15" y="3"/>
                </a:moveTo>
                <a:cubicBezTo>
                  <a:pt x="21" y="3"/>
                  <a:pt x="26" y="8"/>
                  <a:pt x="26" y="14"/>
                </a:cubicBezTo>
                <a:cubicBezTo>
                  <a:pt x="26" y="20"/>
                  <a:pt x="21" y="25"/>
                  <a:pt x="15" y="25"/>
                </a:cubicBezTo>
                <a:cubicBezTo>
                  <a:pt x="9" y="25"/>
                  <a:pt x="4" y="20"/>
                  <a:pt x="4" y="14"/>
                </a:cubicBezTo>
                <a:cubicBezTo>
                  <a:pt x="4" y="8"/>
                  <a:pt x="9" y="3"/>
                  <a:pt x="15" y="3"/>
                </a:cubicBezTo>
                <a:close/>
                <a:moveTo>
                  <a:pt x="16" y="19"/>
                </a:moveTo>
                <a:cubicBezTo>
                  <a:pt x="16" y="22"/>
                  <a:pt x="16" y="22"/>
                  <a:pt x="16" y="22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19"/>
                  <a:pt x="14" y="19"/>
                  <a:pt x="14" y="19"/>
                </a:cubicBezTo>
                <a:cubicBezTo>
                  <a:pt x="16" y="19"/>
                  <a:pt x="16" y="19"/>
                  <a:pt x="16" y="19"/>
                </a:cubicBezTo>
                <a:close/>
                <a:moveTo>
                  <a:pt x="16" y="8"/>
                </a:moveTo>
                <a:cubicBezTo>
                  <a:pt x="16" y="17"/>
                  <a:pt x="16" y="17"/>
                  <a:pt x="16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3" y="8"/>
                  <a:pt x="13" y="8"/>
                  <a:pt x="13" y="8"/>
                </a:cubicBezTo>
                <a:cubicBezTo>
                  <a:pt x="16" y="8"/>
                  <a:pt x="16" y="8"/>
                  <a:pt x="16" y="8"/>
                </a:cubicBezTo>
                <a:close/>
                <a:moveTo>
                  <a:pt x="15" y="2"/>
                </a:moveTo>
                <a:cubicBezTo>
                  <a:pt x="22" y="2"/>
                  <a:pt x="27" y="7"/>
                  <a:pt x="27" y="14"/>
                </a:cubicBezTo>
                <a:cubicBezTo>
                  <a:pt x="27" y="21"/>
                  <a:pt x="22" y="27"/>
                  <a:pt x="15" y="27"/>
                </a:cubicBezTo>
                <a:cubicBezTo>
                  <a:pt x="8" y="27"/>
                  <a:pt x="2" y="21"/>
                  <a:pt x="2" y="14"/>
                </a:cubicBezTo>
                <a:cubicBezTo>
                  <a:pt x="2" y="7"/>
                  <a:pt x="8" y="2"/>
                  <a:pt x="15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8" name="Freeform 231">
            <a:extLst>
              <a:ext uri="{FF2B5EF4-FFF2-40B4-BE49-F238E27FC236}">
                <a16:creationId xmlns:a16="http://schemas.microsoft.com/office/drawing/2014/main" id="{4B877105-1677-B13D-E147-9FF8A56EC0D1}"/>
              </a:ext>
            </a:extLst>
          </p:cNvPr>
          <p:cNvSpPr>
            <a:spLocks noEditPoints="1"/>
          </p:cNvSpPr>
          <p:nvPr/>
        </p:nvSpPr>
        <p:spPr bwMode="auto">
          <a:xfrm>
            <a:off x="1900251" y="3762170"/>
            <a:ext cx="278706" cy="278706"/>
          </a:xfrm>
          <a:custGeom>
            <a:avLst/>
            <a:gdLst>
              <a:gd name="T0" fmla="*/ 15 w 29"/>
              <a:gd name="T1" fmla="*/ 3 h 29"/>
              <a:gd name="T2" fmla="*/ 4 w 29"/>
              <a:gd name="T3" fmla="*/ 14 h 29"/>
              <a:gd name="T4" fmla="*/ 15 w 29"/>
              <a:gd name="T5" fmla="*/ 25 h 29"/>
              <a:gd name="T6" fmla="*/ 26 w 29"/>
              <a:gd name="T7" fmla="*/ 14 h 29"/>
              <a:gd name="T8" fmla="*/ 15 w 29"/>
              <a:gd name="T9" fmla="*/ 3 h 29"/>
              <a:gd name="T10" fmla="*/ 15 w 29"/>
              <a:gd name="T11" fmla="*/ 0 h 29"/>
              <a:gd name="T12" fmla="*/ 29 w 29"/>
              <a:gd name="T13" fmla="*/ 14 h 29"/>
              <a:gd name="T14" fmla="*/ 15 w 29"/>
              <a:gd name="T15" fmla="*/ 29 h 29"/>
              <a:gd name="T16" fmla="*/ 0 w 29"/>
              <a:gd name="T17" fmla="*/ 14 h 29"/>
              <a:gd name="T18" fmla="*/ 15 w 29"/>
              <a:gd name="T19" fmla="*/ 0 h 29"/>
              <a:gd name="T20" fmla="*/ 15 w 29"/>
              <a:gd name="T21" fmla="*/ 2 h 29"/>
              <a:gd name="T22" fmla="*/ 27 w 29"/>
              <a:gd name="T23" fmla="*/ 14 h 29"/>
              <a:gd name="T24" fmla="*/ 15 w 29"/>
              <a:gd name="T25" fmla="*/ 27 h 29"/>
              <a:gd name="T26" fmla="*/ 2 w 29"/>
              <a:gd name="T27" fmla="*/ 14 h 29"/>
              <a:gd name="T28" fmla="*/ 15 w 29"/>
              <a:gd name="T29" fmla="*/ 2 h 29"/>
              <a:gd name="T30" fmla="*/ 15 w 29"/>
              <a:gd name="T31" fmla="*/ 19 h 29"/>
              <a:gd name="T32" fmla="*/ 15 w 29"/>
              <a:gd name="T33" fmla="*/ 22 h 29"/>
              <a:gd name="T34" fmla="*/ 13 w 29"/>
              <a:gd name="T35" fmla="*/ 22 h 29"/>
              <a:gd name="T36" fmla="*/ 13 w 29"/>
              <a:gd name="T37" fmla="*/ 19 h 29"/>
              <a:gd name="T38" fmla="*/ 15 w 29"/>
              <a:gd name="T39" fmla="*/ 19 h 29"/>
              <a:gd name="T40" fmla="*/ 15 w 29"/>
              <a:gd name="T41" fmla="*/ 17 h 29"/>
              <a:gd name="T42" fmla="*/ 13 w 29"/>
              <a:gd name="T43" fmla="*/ 17 h 29"/>
              <a:gd name="T44" fmla="*/ 13 w 29"/>
              <a:gd name="T45" fmla="*/ 16 h 29"/>
              <a:gd name="T46" fmla="*/ 14 w 29"/>
              <a:gd name="T47" fmla="*/ 15 h 29"/>
              <a:gd name="T48" fmla="*/ 15 w 29"/>
              <a:gd name="T49" fmla="*/ 14 h 29"/>
              <a:gd name="T50" fmla="*/ 16 w 29"/>
              <a:gd name="T51" fmla="*/ 14 h 29"/>
              <a:gd name="T52" fmla="*/ 17 w 29"/>
              <a:gd name="T53" fmla="*/ 13 h 29"/>
              <a:gd name="T54" fmla="*/ 17 w 29"/>
              <a:gd name="T55" fmla="*/ 12 h 29"/>
              <a:gd name="T56" fmla="*/ 17 w 29"/>
              <a:gd name="T57" fmla="*/ 11 h 29"/>
              <a:gd name="T58" fmla="*/ 16 w 29"/>
              <a:gd name="T59" fmla="*/ 10 h 29"/>
              <a:gd name="T60" fmla="*/ 15 w 29"/>
              <a:gd name="T61" fmla="*/ 10 h 29"/>
              <a:gd name="T62" fmla="*/ 13 w 29"/>
              <a:gd name="T63" fmla="*/ 10 h 29"/>
              <a:gd name="T64" fmla="*/ 13 w 29"/>
              <a:gd name="T65" fmla="*/ 11 h 29"/>
              <a:gd name="T66" fmla="*/ 13 w 29"/>
              <a:gd name="T67" fmla="*/ 12 h 29"/>
              <a:gd name="T68" fmla="*/ 13 w 29"/>
              <a:gd name="T69" fmla="*/ 12 h 29"/>
              <a:gd name="T70" fmla="*/ 10 w 29"/>
              <a:gd name="T71" fmla="*/ 12 h 29"/>
              <a:gd name="T72" fmla="*/ 10 w 29"/>
              <a:gd name="T73" fmla="*/ 12 h 29"/>
              <a:gd name="T74" fmla="*/ 11 w 29"/>
              <a:gd name="T75" fmla="*/ 10 h 29"/>
              <a:gd name="T76" fmla="*/ 12 w 29"/>
              <a:gd name="T77" fmla="*/ 8 h 29"/>
              <a:gd name="T78" fmla="*/ 15 w 29"/>
              <a:gd name="T79" fmla="*/ 8 h 29"/>
              <a:gd name="T80" fmla="*/ 17 w 29"/>
              <a:gd name="T81" fmla="*/ 8 h 29"/>
              <a:gd name="T82" fmla="*/ 19 w 29"/>
              <a:gd name="T83" fmla="*/ 9 h 29"/>
              <a:gd name="T84" fmla="*/ 19 w 29"/>
              <a:gd name="T85" fmla="*/ 12 h 29"/>
              <a:gd name="T86" fmla="*/ 19 w 29"/>
              <a:gd name="T87" fmla="*/ 13 h 29"/>
              <a:gd name="T88" fmla="*/ 18 w 29"/>
              <a:gd name="T89" fmla="*/ 14 h 29"/>
              <a:gd name="T90" fmla="*/ 17 w 29"/>
              <a:gd name="T91" fmla="*/ 15 h 29"/>
              <a:gd name="T92" fmla="*/ 16 w 29"/>
              <a:gd name="T93" fmla="*/ 16 h 29"/>
              <a:gd name="T94" fmla="*/ 16 w 29"/>
              <a:gd name="T95" fmla="*/ 16 h 29"/>
              <a:gd name="T96" fmla="*/ 16 w 29"/>
              <a:gd name="T97" fmla="*/ 16 h 29"/>
              <a:gd name="T98" fmla="*/ 15 w 29"/>
              <a:gd name="T99" fmla="*/ 17 h 29"/>
              <a:gd name="T100" fmla="*/ 15 w 29"/>
              <a:gd name="T101" fmla="*/ 17 h 29"/>
              <a:gd name="T102" fmla="*/ 15 w 29"/>
              <a:gd name="T103" fmla="*/ 17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9" h="29">
                <a:moveTo>
                  <a:pt x="15" y="3"/>
                </a:moveTo>
                <a:cubicBezTo>
                  <a:pt x="9" y="3"/>
                  <a:pt x="4" y="8"/>
                  <a:pt x="4" y="14"/>
                </a:cubicBezTo>
                <a:cubicBezTo>
                  <a:pt x="4" y="20"/>
                  <a:pt x="9" y="25"/>
                  <a:pt x="15" y="25"/>
                </a:cubicBezTo>
                <a:cubicBezTo>
                  <a:pt x="21" y="25"/>
                  <a:pt x="26" y="20"/>
                  <a:pt x="26" y="14"/>
                </a:cubicBezTo>
                <a:cubicBezTo>
                  <a:pt x="26" y="8"/>
                  <a:pt x="21" y="3"/>
                  <a:pt x="15" y="3"/>
                </a:cubicBezTo>
                <a:close/>
                <a:moveTo>
                  <a:pt x="15" y="0"/>
                </a:moveTo>
                <a:cubicBezTo>
                  <a:pt x="23" y="0"/>
                  <a:pt x="29" y="6"/>
                  <a:pt x="29" y="14"/>
                </a:cubicBezTo>
                <a:cubicBezTo>
                  <a:pt x="29" y="22"/>
                  <a:pt x="23" y="29"/>
                  <a:pt x="15" y="29"/>
                </a:cubicBezTo>
                <a:cubicBezTo>
                  <a:pt x="7" y="29"/>
                  <a:pt x="0" y="22"/>
                  <a:pt x="0" y="14"/>
                </a:cubicBezTo>
                <a:cubicBezTo>
                  <a:pt x="0" y="6"/>
                  <a:pt x="7" y="0"/>
                  <a:pt x="15" y="0"/>
                </a:cubicBezTo>
                <a:close/>
                <a:moveTo>
                  <a:pt x="15" y="2"/>
                </a:moveTo>
                <a:cubicBezTo>
                  <a:pt x="22" y="2"/>
                  <a:pt x="27" y="7"/>
                  <a:pt x="27" y="14"/>
                </a:cubicBezTo>
                <a:cubicBezTo>
                  <a:pt x="27" y="21"/>
                  <a:pt x="22" y="27"/>
                  <a:pt x="15" y="27"/>
                </a:cubicBezTo>
                <a:cubicBezTo>
                  <a:pt x="8" y="27"/>
                  <a:pt x="2" y="21"/>
                  <a:pt x="2" y="14"/>
                </a:cubicBezTo>
                <a:cubicBezTo>
                  <a:pt x="2" y="7"/>
                  <a:pt x="8" y="2"/>
                  <a:pt x="15" y="2"/>
                </a:cubicBezTo>
                <a:close/>
                <a:moveTo>
                  <a:pt x="15" y="19"/>
                </a:moveTo>
                <a:cubicBezTo>
                  <a:pt x="15" y="22"/>
                  <a:pt x="15" y="22"/>
                  <a:pt x="15" y="22"/>
                </a:cubicBezTo>
                <a:cubicBezTo>
                  <a:pt x="13" y="22"/>
                  <a:pt x="13" y="22"/>
                  <a:pt x="13" y="22"/>
                </a:cubicBezTo>
                <a:cubicBezTo>
                  <a:pt x="13" y="19"/>
                  <a:pt x="13" y="19"/>
                  <a:pt x="13" y="19"/>
                </a:cubicBezTo>
                <a:cubicBezTo>
                  <a:pt x="15" y="19"/>
                  <a:pt x="15" y="19"/>
                  <a:pt x="15" y="19"/>
                </a:cubicBezTo>
                <a:close/>
                <a:moveTo>
                  <a:pt x="15" y="17"/>
                </a:move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6"/>
                  <a:pt x="13" y="16"/>
                </a:cubicBezTo>
                <a:cubicBezTo>
                  <a:pt x="13" y="15"/>
                  <a:pt x="13" y="15"/>
                  <a:pt x="14" y="15"/>
                </a:cubicBezTo>
                <a:cubicBezTo>
                  <a:pt x="14" y="15"/>
                  <a:pt x="14" y="14"/>
                  <a:pt x="15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3"/>
                  <a:pt x="17" y="13"/>
                  <a:pt x="17" y="13"/>
                </a:cubicBezTo>
                <a:cubicBezTo>
                  <a:pt x="17" y="13"/>
                  <a:pt x="17" y="12"/>
                  <a:pt x="17" y="12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10"/>
                  <a:pt x="16" y="10"/>
                  <a:pt x="16" y="10"/>
                </a:cubicBezTo>
                <a:cubicBezTo>
                  <a:pt x="16" y="10"/>
                  <a:pt x="15" y="10"/>
                  <a:pt x="15" y="10"/>
                </a:cubicBezTo>
                <a:cubicBezTo>
                  <a:pt x="14" y="10"/>
                  <a:pt x="14" y="10"/>
                  <a:pt x="13" y="10"/>
                </a:cubicBezTo>
                <a:cubicBezTo>
                  <a:pt x="13" y="10"/>
                  <a:pt x="13" y="10"/>
                  <a:pt x="13" y="11"/>
                </a:cubicBezTo>
                <a:cubicBezTo>
                  <a:pt x="13" y="11"/>
                  <a:pt x="13" y="11"/>
                  <a:pt x="13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1"/>
                  <a:pt x="11" y="10"/>
                  <a:pt x="11" y="10"/>
                </a:cubicBezTo>
                <a:cubicBezTo>
                  <a:pt x="11" y="9"/>
                  <a:pt x="12" y="9"/>
                  <a:pt x="12" y="8"/>
                </a:cubicBezTo>
                <a:cubicBezTo>
                  <a:pt x="13" y="8"/>
                  <a:pt x="14" y="8"/>
                  <a:pt x="15" y="8"/>
                </a:cubicBezTo>
                <a:cubicBezTo>
                  <a:pt x="16" y="8"/>
                  <a:pt x="16" y="8"/>
                  <a:pt x="17" y="8"/>
                </a:cubicBezTo>
                <a:cubicBezTo>
                  <a:pt x="18" y="9"/>
                  <a:pt x="18" y="9"/>
                  <a:pt x="19" y="9"/>
                </a:cubicBezTo>
                <a:cubicBezTo>
                  <a:pt x="19" y="10"/>
                  <a:pt x="19" y="11"/>
                  <a:pt x="19" y="12"/>
                </a:cubicBezTo>
                <a:cubicBezTo>
                  <a:pt x="19" y="12"/>
                  <a:pt x="19" y="13"/>
                  <a:pt x="19" y="13"/>
                </a:cubicBezTo>
                <a:cubicBezTo>
                  <a:pt x="19" y="14"/>
                  <a:pt x="19" y="14"/>
                  <a:pt x="18" y="14"/>
                </a:cubicBezTo>
                <a:cubicBezTo>
                  <a:pt x="18" y="15"/>
                  <a:pt x="18" y="15"/>
                  <a:pt x="17" y="15"/>
                </a:cubicBezTo>
                <a:cubicBezTo>
                  <a:pt x="17" y="15"/>
                  <a:pt x="17" y="15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0" name="Freeform 232">
            <a:extLst>
              <a:ext uri="{FF2B5EF4-FFF2-40B4-BE49-F238E27FC236}">
                <a16:creationId xmlns:a16="http://schemas.microsoft.com/office/drawing/2014/main" id="{D0CA8D9A-6CB8-7378-A106-CB0D11838AAF}"/>
              </a:ext>
            </a:extLst>
          </p:cNvPr>
          <p:cNvSpPr>
            <a:spLocks noEditPoints="1"/>
          </p:cNvSpPr>
          <p:nvPr/>
        </p:nvSpPr>
        <p:spPr bwMode="auto">
          <a:xfrm>
            <a:off x="3129090" y="3762170"/>
            <a:ext cx="316712" cy="269658"/>
          </a:xfrm>
          <a:custGeom>
            <a:avLst/>
            <a:gdLst>
              <a:gd name="T0" fmla="*/ 16 w 33"/>
              <a:gd name="T1" fmla="*/ 5 h 28"/>
              <a:gd name="T2" fmla="*/ 22 w 33"/>
              <a:gd name="T3" fmla="*/ 15 h 28"/>
              <a:gd name="T4" fmla="*/ 28 w 33"/>
              <a:gd name="T5" fmla="*/ 25 h 28"/>
              <a:gd name="T6" fmla="*/ 16 w 33"/>
              <a:gd name="T7" fmla="*/ 25 h 28"/>
              <a:gd name="T8" fmla="*/ 5 w 33"/>
              <a:gd name="T9" fmla="*/ 25 h 28"/>
              <a:gd name="T10" fmla="*/ 11 w 33"/>
              <a:gd name="T11" fmla="*/ 15 h 28"/>
              <a:gd name="T12" fmla="*/ 16 w 33"/>
              <a:gd name="T13" fmla="*/ 5 h 28"/>
              <a:gd name="T14" fmla="*/ 17 w 33"/>
              <a:gd name="T15" fmla="*/ 0 h 28"/>
              <a:gd name="T16" fmla="*/ 17 w 33"/>
              <a:gd name="T17" fmla="*/ 0 h 28"/>
              <a:gd name="T18" fmla="*/ 15 w 33"/>
              <a:gd name="T19" fmla="*/ 0 h 28"/>
              <a:gd name="T20" fmla="*/ 8 w 33"/>
              <a:gd name="T21" fmla="*/ 14 h 28"/>
              <a:gd name="T22" fmla="*/ 8 w 33"/>
              <a:gd name="T23" fmla="*/ 14 h 28"/>
              <a:gd name="T24" fmla="*/ 8 w 33"/>
              <a:gd name="T25" fmla="*/ 14 h 28"/>
              <a:gd name="T26" fmla="*/ 0 w 33"/>
              <a:gd name="T27" fmla="*/ 27 h 28"/>
              <a:gd name="T28" fmla="*/ 0 w 33"/>
              <a:gd name="T29" fmla="*/ 28 h 28"/>
              <a:gd name="T30" fmla="*/ 1 w 33"/>
              <a:gd name="T31" fmla="*/ 28 h 28"/>
              <a:gd name="T32" fmla="*/ 16 w 33"/>
              <a:gd name="T33" fmla="*/ 28 h 28"/>
              <a:gd name="T34" fmla="*/ 32 w 33"/>
              <a:gd name="T35" fmla="*/ 28 h 28"/>
              <a:gd name="T36" fmla="*/ 32 w 33"/>
              <a:gd name="T37" fmla="*/ 28 h 28"/>
              <a:gd name="T38" fmla="*/ 32 w 33"/>
              <a:gd name="T39" fmla="*/ 28 h 28"/>
              <a:gd name="T40" fmla="*/ 33 w 33"/>
              <a:gd name="T41" fmla="*/ 27 h 28"/>
              <a:gd name="T42" fmla="*/ 25 w 33"/>
              <a:gd name="T43" fmla="*/ 14 h 28"/>
              <a:gd name="T44" fmla="*/ 17 w 33"/>
              <a:gd name="T45" fmla="*/ 0 h 28"/>
              <a:gd name="T46" fmla="*/ 23 w 33"/>
              <a:gd name="T47" fmla="*/ 15 h 28"/>
              <a:gd name="T48" fmla="*/ 16 w 33"/>
              <a:gd name="T49" fmla="*/ 3 h 28"/>
              <a:gd name="T50" fmla="*/ 9 w 33"/>
              <a:gd name="T51" fmla="*/ 15 h 28"/>
              <a:gd name="T52" fmla="*/ 9 w 33"/>
              <a:gd name="T53" fmla="*/ 15 h 28"/>
              <a:gd name="T54" fmla="*/ 2 w 33"/>
              <a:gd name="T55" fmla="*/ 27 h 28"/>
              <a:gd name="T56" fmla="*/ 16 w 33"/>
              <a:gd name="T57" fmla="*/ 27 h 28"/>
              <a:gd name="T58" fmla="*/ 30 w 33"/>
              <a:gd name="T59" fmla="*/ 27 h 28"/>
              <a:gd name="T60" fmla="*/ 23 w 33"/>
              <a:gd name="T61" fmla="*/ 15 h 28"/>
              <a:gd name="T62" fmla="*/ 17 w 33"/>
              <a:gd name="T63" fmla="*/ 21 h 28"/>
              <a:gd name="T64" fmla="*/ 15 w 33"/>
              <a:gd name="T65" fmla="*/ 21 h 28"/>
              <a:gd name="T66" fmla="*/ 15 w 33"/>
              <a:gd name="T67" fmla="*/ 24 h 28"/>
              <a:gd name="T68" fmla="*/ 17 w 33"/>
              <a:gd name="T69" fmla="*/ 24 h 28"/>
              <a:gd name="T70" fmla="*/ 17 w 33"/>
              <a:gd name="T71" fmla="*/ 21 h 28"/>
              <a:gd name="T72" fmla="*/ 18 w 33"/>
              <a:gd name="T73" fmla="*/ 10 h 28"/>
              <a:gd name="T74" fmla="*/ 15 w 33"/>
              <a:gd name="T75" fmla="*/ 10 h 28"/>
              <a:gd name="T76" fmla="*/ 15 w 33"/>
              <a:gd name="T77" fmla="*/ 19 h 28"/>
              <a:gd name="T78" fmla="*/ 17 w 33"/>
              <a:gd name="T79" fmla="*/ 19 h 28"/>
              <a:gd name="T80" fmla="*/ 18 w 33"/>
              <a:gd name="T81" fmla="*/ 1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3" h="28">
                <a:moveTo>
                  <a:pt x="16" y="5"/>
                </a:moveTo>
                <a:cubicBezTo>
                  <a:pt x="22" y="15"/>
                  <a:pt x="22" y="15"/>
                  <a:pt x="22" y="15"/>
                </a:cubicBezTo>
                <a:cubicBezTo>
                  <a:pt x="28" y="25"/>
                  <a:pt x="28" y="25"/>
                  <a:pt x="28" y="25"/>
                </a:cubicBezTo>
                <a:cubicBezTo>
                  <a:pt x="16" y="25"/>
                  <a:pt x="16" y="25"/>
                  <a:pt x="16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11" y="15"/>
                  <a:pt x="11" y="15"/>
                  <a:pt x="11" y="15"/>
                </a:cubicBezTo>
                <a:cubicBezTo>
                  <a:pt x="16" y="5"/>
                  <a:pt x="16" y="5"/>
                  <a:pt x="16" y="5"/>
                </a:cubicBezTo>
                <a:close/>
                <a:moveTo>
                  <a:pt x="17" y="0"/>
                </a:moveTo>
                <a:cubicBezTo>
                  <a:pt x="17" y="0"/>
                  <a:pt x="17" y="0"/>
                  <a:pt x="17" y="0"/>
                </a:cubicBezTo>
                <a:cubicBezTo>
                  <a:pt x="16" y="0"/>
                  <a:pt x="16" y="0"/>
                  <a:pt x="15" y="0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8"/>
                </a:cubicBezTo>
                <a:cubicBezTo>
                  <a:pt x="0" y="28"/>
                  <a:pt x="0" y="28"/>
                  <a:pt x="1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33" y="28"/>
                  <a:pt x="33" y="27"/>
                  <a:pt x="33" y="27"/>
                </a:cubicBezTo>
                <a:cubicBezTo>
                  <a:pt x="25" y="14"/>
                  <a:pt x="25" y="14"/>
                  <a:pt x="25" y="14"/>
                </a:cubicBezTo>
                <a:cubicBezTo>
                  <a:pt x="17" y="0"/>
                  <a:pt x="17" y="0"/>
                  <a:pt x="17" y="0"/>
                </a:cubicBezTo>
                <a:close/>
                <a:moveTo>
                  <a:pt x="23" y="15"/>
                </a:moveTo>
                <a:cubicBezTo>
                  <a:pt x="16" y="3"/>
                  <a:pt x="16" y="3"/>
                  <a:pt x="16" y="3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2" y="27"/>
                  <a:pt x="2" y="27"/>
                  <a:pt x="2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30" y="27"/>
                  <a:pt x="30" y="27"/>
                  <a:pt x="30" y="27"/>
                </a:cubicBezTo>
                <a:cubicBezTo>
                  <a:pt x="23" y="15"/>
                  <a:pt x="23" y="15"/>
                  <a:pt x="23" y="15"/>
                </a:cubicBezTo>
                <a:close/>
                <a:moveTo>
                  <a:pt x="17" y="21"/>
                </a:moveTo>
                <a:cubicBezTo>
                  <a:pt x="15" y="21"/>
                  <a:pt x="15" y="21"/>
                  <a:pt x="15" y="21"/>
                </a:cubicBezTo>
                <a:cubicBezTo>
                  <a:pt x="15" y="24"/>
                  <a:pt x="15" y="24"/>
                  <a:pt x="15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7" y="21"/>
                  <a:pt x="17" y="21"/>
                  <a:pt x="17" y="21"/>
                </a:cubicBezTo>
                <a:close/>
                <a:moveTo>
                  <a:pt x="18" y="10"/>
                </a:moveTo>
                <a:cubicBezTo>
                  <a:pt x="15" y="10"/>
                  <a:pt x="15" y="10"/>
                  <a:pt x="15" y="10"/>
                </a:cubicBezTo>
                <a:cubicBezTo>
                  <a:pt x="15" y="19"/>
                  <a:pt x="15" y="19"/>
                  <a:pt x="15" y="19"/>
                </a:cubicBezTo>
                <a:cubicBezTo>
                  <a:pt x="17" y="19"/>
                  <a:pt x="17" y="19"/>
                  <a:pt x="17" y="19"/>
                </a:cubicBezTo>
                <a:lnTo>
                  <a:pt x="18" y="1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2" name="Freeform 233">
            <a:extLst>
              <a:ext uri="{FF2B5EF4-FFF2-40B4-BE49-F238E27FC236}">
                <a16:creationId xmlns:a16="http://schemas.microsoft.com/office/drawing/2014/main" id="{0D056A61-BBC2-9CA2-CF48-09E9C76E36C5}"/>
              </a:ext>
            </a:extLst>
          </p:cNvPr>
          <p:cNvSpPr>
            <a:spLocks noEditPoints="1"/>
          </p:cNvSpPr>
          <p:nvPr/>
        </p:nvSpPr>
        <p:spPr bwMode="auto">
          <a:xfrm>
            <a:off x="4971445" y="3744072"/>
            <a:ext cx="345668" cy="305853"/>
          </a:xfrm>
          <a:custGeom>
            <a:avLst/>
            <a:gdLst>
              <a:gd name="T0" fmla="*/ 28 w 36"/>
              <a:gd name="T1" fmla="*/ 4 h 32"/>
              <a:gd name="T2" fmla="*/ 27 w 36"/>
              <a:gd name="T3" fmla="*/ 2 h 32"/>
              <a:gd name="T4" fmla="*/ 2 w 36"/>
              <a:gd name="T5" fmla="*/ 8 h 32"/>
              <a:gd name="T6" fmla="*/ 2 w 36"/>
              <a:gd name="T7" fmla="*/ 6 h 32"/>
              <a:gd name="T8" fmla="*/ 29 w 36"/>
              <a:gd name="T9" fmla="*/ 2 h 32"/>
              <a:gd name="T10" fmla="*/ 30 w 36"/>
              <a:gd name="T11" fmla="*/ 13 h 32"/>
              <a:gd name="T12" fmla="*/ 3 w 36"/>
              <a:gd name="T13" fmla="*/ 14 h 32"/>
              <a:gd name="T14" fmla="*/ 5 w 36"/>
              <a:gd name="T15" fmla="*/ 22 h 32"/>
              <a:gd name="T16" fmla="*/ 6 w 36"/>
              <a:gd name="T17" fmla="*/ 22 h 32"/>
              <a:gd name="T18" fmla="*/ 6 w 36"/>
              <a:gd name="T19" fmla="*/ 23 h 32"/>
              <a:gd name="T20" fmla="*/ 0 w 36"/>
              <a:gd name="T21" fmla="*/ 8 h 32"/>
              <a:gd name="T22" fmla="*/ 2 w 36"/>
              <a:gd name="T23" fmla="*/ 6 h 32"/>
              <a:gd name="T24" fmla="*/ 6 w 36"/>
              <a:gd name="T25" fmla="*/ 16 h 32"/>
              <a:gd name="T26" fmla="*/ 9 w 36"/>
              <a:gd name="T27" fmla="*/ 32 h 32"/>
              <a:gd name="T28" fmla="*/ 36 w 36"/>
              <a:gd name="T29" fmla="*/ 30 h 32"/>
              <a:gd name="T30" fmla="*/ 34 w 36"/>
              <a:gd name="T31" fmla="*/ 14 h 32"/>
              <a:gd name="T32" fmla="*/ 33 w 36"/>
              <a:gd name="T33" fmla="*/ 20 h 32"/>
              <a:gd name="T34" fmla="*/ 33 w 36"/>
              <a:gd name="T35" fmla="*/ 17 h 32"/>
              <a:gd name="T36" fmla="*/ 26 w 36"/>
              <a:gd name="T37" fmla="*/ 17 h 32"/>
              <a:gd name="T38" fmla="*/ 26 w 36"/>
              <a:gd name="T39" fmla="*/ 20 h 32"/>
              <a:gd name="T40" fmla="*/ 33 w 36"/>
              <a:gd name="T41" fmla="*/ 20 h 32"/>
              <a:gd name="T42" fmla="*/ 28 w 36"/>
              <a:gd name="T43" fmla="*/ 28 h 32"/>
              <a:gd name="T44" fmla="*/ 28 w 36"/>
              <a:gd name="T45" fmla="*/ 27 h 32"/>
              <a:gd name="T46" fmla="*/ 33 w 36"/>
              <a:gd name="T47" fmla="*/ 28 h 32"/>
              <a:gd name="T48" fmla="*/ 33 w 36"/>
              <a:gd name="T49" fmla="*/ 29 h 32"/>
              <a:gd name="T50" fmla="*/ 22 w 36"/>
              <a:gd name="T51" fmla="*/ 29 h 32"/>
              <a:gd name="T52" fmla="*/ 22 w 36"/>
              <a:gd name="T53" fmla="*/ 28 h 32"/>
              <a:gd name="T54" fmla="*/ 27 w 36"/>
              <a:gd name="T55" fmla="*/ 27 h 32"/>
              <a:gd name="T56" fmla="*/ 27 w 36"/>
              <a:gd name="T57" fmla="*/ 28 h 32"/>
              <a:gd name="T58" fmla="*/ 22 w 36"/>
              <a:gd name="T59" fmla="*/ 29 h 32"/>
              <a:gd name="T60" fmla="*/ 16 w 36"/>
              <a:gd name="T61" fmla="*/ 28 h 32"/>
              <a:gd name="T62" fmla="*/ 16 w 36"/>
              <a:gd name="T63" fmla="*/ 27 h 32"/>
              <a:gd name="T64" fmla="*/ 21 w 36"/>
              <a:gd name="T65" fmla="*/ 28 h 32"/>
              <a:gd name="T66" fmla="*/ 21 w 36"/>
              <a:gd name="T67" fmla="*/ 29 h 32"/>
              <a:gd name="T68" fmla="*/ 10 w 36"/>
              <a:gd name="T69" fmla="*/ 29 h 32"/>
              <a:gd name="T70" fmla="*/ 10 w 36"/>
              <a:gd name="T71" fmla="*/ 28 h 32"/>
              <a:gd name="T72" fmla="*/ 14 w 36"/>
              <a:gd name="T73" fmla="*/ 27 h 32"/>
              <a:gd name="T74" fmla="*/ 15 w 36"/>
              <a:gd name="T75" fmla="*/ 28 h 32"/>
              <a:gd name="T76" fmla="*/ 10 w 36"/>
              <a:gd name="T77" fmla="*/ 29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6" h="32">
                <a:moveTo>
                  <a:pt x="2" y="10"/>
                </a:moveTo>
                <a:cubicBezTo>
                  <a:pt x="28" y="4"/>
                  <a:pt x="28" y="4"/>
                  <a:pt x="28" y="4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2"/>
                  <a:pt x="27" y="1"/>
                  <a:pt x="27" y="2"/>
                </a:cubicBezTo>
                <a:cubicBezTo>
                  <a:pt x="3" y="7"/>
                  <a:pt x="3" y="7"/>
                  <a:pt x="3" y="7"/>
                </a:cubicBezTo>
                <a:cubicBezTo>
                  <a:pt x="2" y="7"/>
                  <a:pt x="2" y="8"/>
                  <a:pt x="2" y="8"/>
                </a:cubicBezTo>
                <a:cubicBezTo>
                  <a:pt x="2" y="9"/>
                  <a:pt x="2" y="9"/>
                  <a:pt x="2" y="10"/>
                </a:cubicBezTo>
                <a:close/>
                <a:moveTo>
                  <a:pt x="2" y="6"/>
                </a:move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32" y="13"/>
                  <a:pt x="32" y="13"/>
                  <a:pt x="32" y="13"/>
                </a:cubicBezTo>
                <a:cubicBezTo>
                  <a:pt x="30" y="13"/>
                  <a:pt x="30" y="13"/>
                  <a:pt x="30" y="13"/>
                </a:cubicBezTo>
                <a:cubicBezTo>
                  <a:pt x="29" y="8"/>
                  <a:pt x="29" y="8"/>
                  <a:pt x="29" y="8"/>
                </a:cubicBezTo>
                <a:cubicBezTo>
                  <a:pt x="3" y="14"/>
                  <a:pt x="3" y="14"/>
                  <a:pt x="3" y="14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2"/>
                  <a:pt x="5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4"/>
                  <a:pt x="4" y="23"/>
                  <a:pt x="4" y="22"/>
                </a:cubicBezTo>
                <a:cubicBezTo>
                  <a:pt x="0" y="8"/>
                  <a:pt x="0" y="8"/>
                  <a:pt x="0" y="8"/>
                </a:cubicBezTo>
                <a:cubicBezTo>
                  <a:pt x="0" y="8"/>
                  <a:pt x="0" y="7"/>
                  <a:pt x="1" y="7"/>
                </a:cubicBezTo>
                <a:cubicBezTo>
                  <a:pt x="1" y="6"/>
                  <a:pt x="2" y="6"/>
                  <a:pt x="2" y="6"/>
                </a:cubicBezTo>
                <a:close/>
                <a:moveTo>
                  <a:pt x="9" y="14"/>
                </a:moveTo>
                <a:cubicBezTo>
                  <a:pt x="7" y="14"/>
                  <a:pt x="6" y="15"/>
                  <a:pt x="6" y="16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1"/>
                  <a:pt x="7" y="32"/>
                  <a:pt x="9" y="32"/>
                </a:cubicBezTo>
                <a:cubicBezTo>
                  <a:pt x="34" y="32"/>
                  <a:pt x="34" y="32"/>
                  <a:pt x="34" y="32"/>
                </a:cubicBezTo>
                <a:cubicBezTo>
                  <a:pt x="35" y="32"/>
                  <a:pt x="36" y="31"/>
                  <a:pt x="36" y="30"/>
                </a:cubicBezTo>
                <a:cubicBezTo>
                  <a:pt x="36" y="16"/>
                  <a:pt x="36" y="16"/>
                  <a:pt x="36" y="16"/>
                </a:cubicBezTo>
                <a:cubicBezTo>
                  <a:pt x="36" y="15"/>
                  <a:pt x="35" y="14"/>
                  <a:pt x="34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33" y="20"/>
                </a:moveTo>
                <a:cubicBezTo>
                  <a:pt x="33" y="19"/>
                  <a:pt x="33" y="18"/>
                  <a:pt x="33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1" y="17"/>
                  <a:pt x="29" y="17"/>
                  <a:pt x="26" y="17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8"/>
                  <a:pt x="26" y="19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9" y="20"/>
                  <a:pt x="31" y="20"/>
                  <a:pt x="33" y="20"/>
                </a:cubicBezTo>
                <a:cubicBezTo>
                  <a:pt x="33" y="20"/>
                  <a:pt x="33" y="20"/>
                  <a:pt x="33" y="20"/>
                </a:cubicBezTo>
                <a:close/>
                <a:moveTo>
                  <a:pt x="28" y="29"/>
                </a:moveTo>
                <a:cubicBezTo>
                  <a:pt x="28" y="29"/>
                  <a:pt x="28" y="29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7"/>
                  <a:pt x="28" y="27"/>
                  <a:pt x="28" y="27"/>
                </a:cubicBezTo>
                <a:cubicBezTo>
                  <a:pt x="33" y="27"/>
                  <a:pt x="33" y="27"/>
                  <a:pt x="33" y="27"/>
                </a:cubicBezTo>
                <a:cubicBezTo>
                  <a:pt x="33" y="27"/>
                  <a:pt x="33" y="27"/>
                  <a:pt x="33" y="28"/>
                </a:cubicBezTo>
                <a:cubicBezTo>
                  <a:pt x="33" y="28"/>
                  <a:pt x="33" y="28"/>
                  <a:pt x="33" y="28"/>
                </a:cubicBezTo>
                <a:cubicBezTo>
                  <a:pt x="33" y="29"/>
                  <a:pt x="33" y="29"/>
                  <a:pt x="33" y="29"/>
                </a:cubicBezTo>
                <a:cubicBezTo>
                  <a:pt x="28" y="29"/>
                  <a:pt x="28" y="29"/>
                  <a:pt x="28" y="29"/>
                </a:cubicBezTo>
                <a:close/>
                <a:moveTo>
                  <a:pt x="22" y="29"/>
                </a:moveTo>
                <a:cubicBezTo>
                  <a:pt x="22" y="29"/>
                  <a:pt x="22" y="29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7"/>
                  <a:pt x="22" y="27"/>
                  <a:pt x="22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9"/>
                  <a:pt x="27" y="29"/>
                  <a:pt x="27" y="29"/>
                </a:cubicBezTo>
                <a:cubicBezTo>
                  <a:pt x="22" y="29"/>
                  <a:pt x="22" y="29"/>
                  <a:pt x="22" y="29"/>
                </a:cubicBezTo>
                <a:close/>
                <a:moveTo>
                  <a:pt x="16" y="29"/>
                </a:moveTo>
                <a:cubicBezTo>
                  <a:pt x="16" y="29"/>
                  <a:pt x="16" y="29"/>
                  <a:pt x="16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7"/>
                  <a:pt x="16" y="27"/>
                  <a:pt x="16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1" y="27"/>
                  <a:pt x="21" y="27"/>
                  <a:pt x="21" y="28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9"/>
                  <a:pt x="21" y="29"/>
                  <a:pt x="21" y="29"/>
                </a:cubicBezTo>
                <a:cubicBezTo>
                  <a:pt x="16" y="29"/>
                  <a:pt x="16" y="29"/>
                  <a:pt x="16" y="29"/>
                </a:cubicBezTo>
                <a:close/>
                <a:moveTo>
                  <a:pt x="10" y="29"/>
                </a:moveTo>
                <a:cubicBezTo>
                  <a:pt x="10" y="29"/>
                  <a:pt x="10" y="29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0" y="27"/>
                  <a:pt x="10" y="27"/>
                  <a:pt x="10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15" y="27"/>
                  <a:pt x="15" y="27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9"/>
                  <a:pt x="15" y="29"/>
                  <a:pt x="14" y="29"/>
                </a:cubicBezTo>
                <a:lnTo>
                  <a:pt x="10" y="29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4" name="Freeform 234">
            <a:extLst>
              <a:ext uri="{FF2B5EF4-FFF2-40B4-BE49-F238E27FC236}">
                <a16:creationId xmlns:a16="http://schemas.microsoft.com/office/drawing/2014/main" id="{97A57D08-62D7-38EE-C30A-776ACC9EAD45}"/>
              </a:ext>
            </a:extLst>
          </p:cNvPr>
          <p:cNvSpPr>
            <a:spLocks noEditPoints="1"/>
          </p:cNvSpPr>
          <p:nvPr/>
        </p:nvSpPr>
        <p:spPr bwMode="auto">
          <a:xfrm>
            <a:off x="6229243" y="3791126"/>
            <a:ext cx="316712" cy="211745"/>
          </a:xfrm>
          <a:custGeom>
            <a:avLst/>
            <a:gdLst>
              <a:gd name="T0" fmla="*/ 13 w 33"/>
              <a:gd name="T1" fmla="*/ 21 h 22"/>
              <a:gd name="T2" fmla="*/ 2 w 33"/>
              <a:gd name="T3" fmla="*/ 21 h 22"/>
              <a:gd name="T4" fmla="*/ 13 w 33"/>
              <a:gd name="T5" fmla="*/ 19 h 22"/>
              <a:gd name="T6" fmla="*/ 2 w 33"/>
              <a:gd name="T7" fmla="*/ 19 h 22"/>
              <a:gd name="T8" fmla="*/ 13 w 33"/>
              <a:gd name="T9" fmla="*/ 16 h 22"/>
              <a:gd name="T10" fmla="*/ 2 w 33"/>
              <a:gd name="T11" fmla="*/ 3 h 22"/>
              <a:gd name="T12" fmla="*/ 13 w 33"/>
              <a:gd name="T13" fmla="*/ 0 h 22"/>
              <a:gd name="T14" fmla="*/ 0 w 33"/>
              <a:gd name="T15" fmla="*/ 19 h 22"/>
              <a:gd name="T16" fmla="*/ 19 w 33"/>
              <a:gd name="T17" fmla="*/ 22 h 22"/>
              <a:gd name="T18" fmla="*/ 19 w 33"/>
              <a:gd name="T19" fmla="*/ 21 h 22"/>
              <a:gd name="T20" fmla="*/ 19 w 33"/>
              <a:gd name="T21" fmla="*/ 19 h 22"/>
              <a:gd name="T22" fmla="*/ 19 w 33"/>
              <a:gd name="T23" fmla="*/ 16 h 22"/>
              <a:gd name="T24" fmla="*/ 19 w 33"/>
              <a:gd name="T25" fmla="*/ 14 h 22"/>
              <a:gd name="T26" fmla="*/ 19 w 33"/>
              <a:gd name="T27" fmla="*/ 3 h 22"/>
              <a:gd name="T28" fmla="*/ 14 w 33"/>
              <a:gd name="T29" fmla="*/ 0 h 22"/>
              <a:gd name="T30" fmla="*/ 14 w 33"/>
              <a:gd name="T31" fmla="*/ 5 h 22"/>
              <a:gd name="T32" fmla="*/ 14 w 33"/>
              <a:gd name="T33" fmla="*/ 16 h 22"/>
              <a:gd name="T34" fmla="*/ 14 w 33"/>
              <a:gd name="T35" fmla="*/ 19 h 22"/>
              <a:gd name="T36" fmla="*/ 14 w 33"/>
              <a:gd name="T37" fmla="*/ 21 h 22"/>
              <a:gd name="T38" fmla="*/ 14 w 33"/>
              <a:gd name="T39" fmla="*/ 21 h 22"/>
              <a:gd name="T40" fmla="*/ 31 w 33"/>
              <a:gd name="T41" fmla="*/ 22 h 22"/>
              <a:gd name="T42" fmla="*/ 31 w 33"/>
              <a:gd name="T43" fmla="*/ 0 h 22"/>
              <a:gd name="T44" fmla="*/ 31 w 33"/>
              <a:gd name="T45" fmla="*/ 2 h 22"/>
              <a:gd name="T46" fmla="*/ 31 w 33"/>
              <a:gd name="T47" fmla="*/ 16 h 22"/>
              <a:gd name="T48" fmla="*/ 31 w 33"/>
              <a:gd name="T49" fmla="*/ 19 h 22"/>
              <a:gd name="T50" fmla="*/ 31 w 33"/>
              <a:gd name="T51" fmla="*/ 19 h 22"/>
              <a:gd name="T52" fmla="*/ 31 w 33"/>
              <a:gd name="T53" fmla="*/ 20 h 22"/>
              <a:gd name="T54" fmla="*/ 31 w 33"/>
              <a:gd name="T55" fmla="*/ 21 h 22"/>
              <a:gd name="T56" fmla="*/ 13 w 33"/>
              <a:gd name="T57" fmla="*/ 4 h 22"/>
              <a:gd name="T58" fmla="*/ 13 w 33"/>
              <a:gd name="T59" fmla="*/ 12 h 22"/>
              <a:gd name="T60" fmla="*/ 13 w 33"/>
              <a:gd name="T61" fmla="*/ 4 h 22"/>
              <a:gd name="T62" fmla="*/ 21 w 33"/>
              <a:gd name="T63" fmla="*/ 6 h 22"/>
              <a:gd name="T64" fmla="*/ 21 w 33"/>
              <a:gd name="T65" fmla="*/ 15 h 22"/>
              <a:gd name="T66" fmla="*/ 30 w 33"/>
              <a:gd name="T67" fmla="*/ 9 h 22"/>
              <a:gd name="T68" fmla="*/ 29 w 33"/>
              <a:gd name="T69" fmla="*/ 8 h 22"/>
              <a:gd name="T70" fmla="*/ 31 w 33"/>
              <a:gd name="T71" fmla="*/ 15 h 22"/>
              <a:gd name="T72" fmla="*/ 27 w 33"/>
              <a:gd name="T73" fmla="*/ 16 h 22"/>
              <a:gd name="T74" fmla="*/ 27 w 33"/>
              <a:gd name="T75" fmla="*/ 15 h 22"/>
              <a:gd name="T76" fmla="*/ 31 w 33"/>
              <a:gd name="T77" fmla="*/ 3 h 22"/>
              <a:gd name="T78" fmla="*/ 27 w 33"/>
              <a:gd name="T79" fmla="*/ 4 h 22"/>
              <a:gd name="T80" fmla="*/ 27 w 33"/>
              <a:gd name="T81" fmla="*/ 3 h 22"/>
              <a:gd name="T82" fmla="*/ 5 w 33"/>
              <a:gd name="T83" fmla="*/ 8 h 22"/>
              <a:gd name="T84" fmla="*/ 3 w 33"/>
              <a:gd name="T85" fmla="*/ 9 h 22"/>
              <a:gd name="T86" fmla="*/ 7 w 33"/>
              <a:gd name="T87" fmla="*/ 15 h 22"/>
              <a:gd name="T88" fmla="*/ 3 w 33"/>
              <a:gd name="T89" fmla="*/ 16 h 22"/>
              <a:gd name="T90" fmla="*/ 3 w 33"/>
              <a:gd name="T91" fmla="*/ 15 h 22"/>
              <a:gd name="T92" fmla="*/ 7 w 33"/>
              <a:gd name="T93" fmla="*/ 3 h 22"/>
              <a:gd name="T94" fmla="*/ 3 w 33"/>
              <a:gd name="T95" fmla="*/ 4 h 22"/>
              <a:gd name="T96" fmla="*/ 3 w 33"/>
              <a:gd name="T97" fmla="*/ 3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3" h="22">
                <a:moveTo>
                  <a:pt x="3" y="22"/>
                </a:moveTo>
                <a:cubicBezTo>
                  <a:pt x="13" y="22"/>
                  <a:pt x="13" y="22"/>
                  <a:pt x="13" y="22"/>
                </a:cubicBezTo>
                <a:cubicBezTo>
                  <a:pt x="13" y="21"/>
                  <a:pt x="13" y="21"/>
                  <a:pt x="13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1"/>
                  <a:pt x="2" y="21"/>
                  <a:pt x="2" y="21"/>
                </a:cubicBezTo>
                <a:cubicBezTo>
                  <a:pt x="2" y="20"/>
                  <a:pt x="2" y="20"/>
                  <a:pt x="2" y="20"/>
                </a:cubicBezTo>
                <a:cubicBezTo>
                  <a:pt x="13" y="20"/>
                  <a:pt x="13" y="20"/>
                  <a:pt x="13" y="20"/>
                </a:cubicBezTo>
                <a:cubicBezTo>
                  <a:pt x="13" y="19"/>
                  <a:pt x="13" y="19"/>
                  <a:pt x="13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3" y="16"/>
                  <a:pt x="13" y="16"/>
                  <a:pt x="13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2" y="16"/>
                  <a:pt x="2" y="16"/>
                  <a:pt x="2" y="15"/>
                </a:cubicBezTo>
                <a:cubicBezTo>
                  <a:pt x="2" y="11"/>
                  <a:pt x="2" y="7"/>
                  <a:pt x="2" y="3"/>
                </a:cubicBezTo>
                <a:cubicBezTo>
                  <a:pt x="2" y="3"/>
                  <a:pt x="2" y="2"/>
                  <a:pt x="3" y="2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0"/>
                  <a:pt x="13" y="0"/>
                  <a:pt x="13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1"/>
                  <a:pt x="1" y="22"/>
                  <a:pt x="3" y="22"/>
                </a:cubicBezTo>
                <a:close/>
                <a:moveTo>
                  <a:pt x="14" y="22"/>
                </a:move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21"/>
                  <a:pt x="19" y="21"/>
                  <a:pt x="19" y="21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3"/>
                  <a:pt x="19" y="3"/>
                  <a:pt x="19" y="3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0"/>
                  <a:pt x="19" y="0"/>
                  <a:pt x="1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4" y="22"/>
                  <a:pt x="14" y="22"/>
                  <a:pt x="14" y="22"/>
                </a:cubicBezTo>
                <a:close/>
                <a:moveTo>
                  <a:pt x="21" y="22"/>
                </a:moveTo>
                <a:cubicBezTo>
                  <a:pt x="31" y="22"/>
                  <a:pt x="31" y="22"/>
                  <a:pt x="31" y="22"/>
                </a:cubicBezTo>
                <a:cubicBezTo>
                  <a:pt x="32" y="22"/>
                  <a:pt x="33" y="21"/>
                  <a:pt x="33" y="19"/>
                </a:cubicBezTo>
                <a:cubicBezTo>
                  <a:pt x="33" y="3"/>
                  <a:pt x="33" y="3"/>
                  <a:pt x="33" y="3"/>
                </a:cubicBezTo>
                <a:cubicBezTo>
                  <a:pt x="33" y="1"/>
                  <a:pt x="32" y="0"/>
                  <a:pt x="3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2"/>
                  <a:pt x="21" y="2"/>
                  <a:pt x="21" y="2"/>
                </a:cubicBezTo>
                <a:cubicBezTo>
                  <a:pt x="31" y="2"/>
                  <a:pt x="31" y="2"/>
                  <a:pt x="31" y="2"/>
                </a:cubicBezTo>
                <a:cubicBezTo>
                  <a:pt x="31" y="2"/>
                  <a:pt x="32" y="3"/>
                  <a:pt x="32" y="3"/>
                </a:cubicBezTo>
                <a:cubicBezTo>
                  <a:pt x="32" y="7"/>
                  <a:pt x="32" y="11"/>
                  <a:pt x="32" y="15"/>
                </a:cubicBezTo>
                <a:cubicBezTo>
                  <a:pt x="32" y="16"/>
                  <a:pt x="31" y="16"/>
                  <a:pt x="3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9"/>
                  <a:pt x="21" y="19"/>
                  <a:pt x="21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2" y="19"/>
                  <a:pt x="3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20"/>
                  <a:pt x="21" y="20"/>
                  <a:pt x="21" y="20"/>
                </a:cubicBezTo>
                <a:cubicBezTo>
                  <a:pt x="31" y="20"/>
                  <a:pt x="31" y="20"/>
                  <a:pt x="31" y="20"/>
                </a:cubicBezTo>
                <a:cubicBezTo>
                  <a:pt x="32" y="20"/>
                  <a:pt x="32" y="20"/>
                  <a:pt x="32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1"/>
                  <a:pt x="32" y="21"/>
                  <a:pt x="31" y="21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22"/>
                  <a:pt x="21" y="22"/>
                  <a:pt x="21" y="22"/>
                </a:cubicBezTo>
                <a:close/>
                <a:moveTo>
                  <a:pt x="13" y="4"/>
                </a:moveTo>
                <a:cubicBezTo>
                  <a:pt x="13" y="6"/>
                  <a:pt x="13" y="6"/>
                  <a:pt x="13" y="6"/>
                </a:cubicBezTo>
                <a:cubicBezTo>
                  <a:pt x="13" y="7"/>
                  <a:pt x="12" y="8"/>
                  <a:pt x="12" y="9"/>
                </a:cubicBezTo>
                <a:cubicBezTo>
                  <a:pt x="12" y="10"/>
                  <a:pt x="13" y="11"/>
                  <a:pt x="13" y="12"/>
                </a:cubicBezTo>
                <a:cubicBezTo>
                  <a:pt x="13" y="15"/>
                  <a:pt x="13" y="15"/>
                  <a:pt x="13" y="15"/>
                </a:cubicBezTo>
                <a:cubicBezTo>
                  <a:pt x="12" y="14"/>
                  <a:pt x="11" y="12"/>
                  <a:pt x="11" y="9"/>
                </a:cubicBezTo>
                <a:cubicBezTo>
                  <a:pt x="11" y="7"/>
                  <a:pt x="12" y="5"/>
                  <a:pt x="13" y="4"/>
                </a:cubicBezTo>
                <a:close/>
                <a:moveTo>
                  <a:pt x="21" y="12"/>
                </a:moveTo>
                <a:cubicBezTo>
                  <a:pt x="21" y="11"/>
                  <a:pt x="21" y="10"/>
                  <a:pt x="21" y="9"/>
                </a:cubicBezTo>
                <a:cubicBezTo>
                  <a:pt x="21" y="8"/>
                  <a:pt x="21" y="7"/>
                  <a:pt x="21" y="6"/>
                </a:cubicBezTo>
                <a:cubicBezTo>
                  <a:pt x="21" y="4"/>
                  <a:pt x="21" y="4"/>
                  <a:pt x="21" y="4"/>
                </a:cubicBezTo>
                <a:cubicBezTo>
                  <a:pt x="22" y="5"/>
                  <a:pt x="23" y="7"/>
                  <a:pt x="23" y="9"/>
                </a:cubicBezTo>
                <a:cubicBezTo>
                  <a:pt x="23" y="12"/>
                  <a:pt x="22" y="14"/>
                  <a:pt x="21" y="15"/>
                </a:cubicBezTo>
                <a:cubicBezTo>
                  <a:pt x="21" y="12"/>
                  <a:pt x="21" y="12"/>
                  <a:pt x="21" y="12"/>
                </a:cubicBezTo>
                <a:close/>
                <a:moveTo>
                  <a:pt x="29" y="8"/>
                </a:moveTo>
                <a:cubicBezTo>
                  <a:pt x="30" y="8"/>
                  <a:pt x="30" y="9"/>
                  <a:pt x="30" y="9"/>
                </a:cubicBezTo>
                <a:cubicBezTo>
                  <a:pt x="30" y="10"/>
                  <a:pt x="30" y="11"/>
                  <a:pt x="29" y="11"/>
                </a:cubicBezTo>
                <a:cubicBezTo>
                  <a:pt x="28" y="11"/>
                  <a:pt x="28" y="10"/>
                  <a:pt x="28" y="9"/>
                </a:cubicBezTo>
                <a:cubicBezTo>
                  <a:pt x="28" y="9"/>
                  <a:pt x="28" y="8"/>
                  <a:pt x="29" y="8"/>
                </a:cubicBezTo>
                <a:close/>
                <a:moveTo>
                  <a:pt x="27" y="15"/>
                </a:move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6"/>
                  <a:pt x="31" y="16"/>
                  <a:pt x="31" y="16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16"/>
                  <a:pt x="27" y="16"/>
                  <a:pt x="27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7" y="15"/>
                </a:cubicBezTo>
                <a:close/>
                <a:moveTo>
                  <a:pt x="27" y="3"/>
                </a:moveTo>
                <a:cubicBezTo>
                  <a:pt x="31" y="3"/>
                  <a:pt x="31" y="3"/>
                  <a:pt x="31" y="3"/>
                </a:cubicBezTo>
                <a:cubicBezTo>
                  <a:pt x="31" y="3"/>
                  <a:pt x="31" y="3"/>
                  <a:pt x="31" y="3"/>
                </a:cubicBezTo>
                <a:cubicBezTo>
                  <a:pt x="31" y="4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7" y="3"/>
                </a:cubicBezTo>
                <a:close/>
                <a:moveTo>
                  <a:pt x="14" y="14"/>
                </a:moveTo>
                <a:cubicBezTo>
                  <a:pt x="14" y="14"/>
                  <a:pt x="14" y="14"/>
                  <a:pt x="14" y="14"/>
                </a:cubicBezTo>
                <a:close/>
                <a:moveTo>
                  <a:pt x="5" y="8"/>
                </a:moveTo>
                <a:cubicBezTo>
                  <a:pt x="5" y="8"/>
                  <a:pt x="6" y="9"/>
                  <a:pt x="6" y="9"/>
                </a:cubicBezTo>
                <a:cubicBezTo>
                  <a:pt x="6" y="10"/>
                  <a:pt x="5" y="11"/>
                  <a:pt x="5" y="11"/>
                </a:cubicBezTo>
                <a:cubicBezTo>
                  <a:pt x="4" y="11"/>
                  <a:pt x="3" y="10"/>
                  <a:pt x="3" y="9"/>
                </a:cubicBezTo>
                <a:cubicBezTo>
                  <a:pt x="3" y="9"/>
                  <a:pt x="4" y="8"/>
                  <a:pt x="5" y="8"/>
                </a:cubicBezTo>
                <a:close/>
                <a:moveTo>
                  <a:pt x="7" y="15"/>
                </a:moveTo>
                <a:cubicBezTo>
                  <a:pt x="7" y="15"/>
                  <a:pt x="7" y="15"/>
                  <a:pt x="7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7" y="16"/>
                  <a:pt x="7" y="16"/>
                  <a:pt x="7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3" y="16"/>
                  <a:pt x="3" y="16"/>
                  <a:pt x="3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7" y="15"/>
                  <a:pt x="7" y="15"/>
                  <a:pt x="7" y="15"/>
                </a:cubicBezTo>
                <a:close/>
                <a:moveTo>
                  <a:pt x="7" y="3"/>
                </a:moveTo>
                <a:cubicBezTo>
                  <a:pt x="7" y="3"/>
                  <a:pt x="7" y="3"/>
                  <a:pt x="7" y="3"/>
                </a:cubicBezTo>
                <a:cubicBezTo>
                  <a:pt x="7" y="4"/>
                  <a:pt x="7" y="4"/>
                  <a:pt x="7" y="4"/>
                </a:cubicBezTo>
                <a:cubicBezTo>
                  <a:pt x="7" y="4"/>
                  <a:pt x="7" y="4"/>
                  <a:pt x="7" y="4"/>
                </a:cubicBezTo>
                <a:cubicBezTo>
                  <a:pt x="3" y="4"/>
                  <a:pt x="3" y="4"/>
                  <a:pt x="3" y="4"/>
                </a:cubicBezTo>
                <a:cubicBezTo>
                  <a:pt x="3" y="4"/>
                  <a:pt x="3" y="4"/>
                  <a:pt x="3" y="4"/>
                </a:cubicBez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lnTo>
                  <a:pt x="7" y="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6" name="Freeform 235">
            <a:extLst>
              <a:ext uri="{FF2B5EF4-FFF2-40B4-BE49-F238E27FC236}">
                <a16:creationId xmlns:a16="http://schemas.microsoft.com/office/drawing/2014/main" id="{535AA265-FA96-2A2C-D6D1-DCF81B495729}"/>
              </a:ext>
            </a:extLst>
          </p:cNvPr>
          <p:cNvSpPr>
            <a:spLocks noEditPoints="1"/>
          </p:cNvSpPr>
          <p:nvPr/>
        </p:nvSpPr>
        <p:spPr bwMode="auto">
          <a:xfrm>
            <a:off x="6851806" y="3753120"/>
            <a:ext cx="327571" cy="325761"/>
          </a:xfrm>
          <a:custGeom>
            <a:avLst/>
            <a:gdLst>
              <a:gd name="T0" fmla="*/ 21 w 34"/>
              <a:gd name="T1" fmla="*/ 26 h 34"/>
              <a:gd name="T2" fmla="*/ 21 w 34"/>
              <a:gd name="T3" fmla="*/ 20 h 34"/>
              <a:gd name="T4" fmla="*/ 31 w 34"/>
              <a:gd name="T5" fmla="*/ 19 h 34"/>
              <a:gd name="T6" fmla="*/ 34 w 34"/>
              <a:gd name="T7" fmla="*/ 24 h 34"/>
              <a:gd name="T8" fmla="*/ 31 w 34"/>
              <a:gd name="T9" fmla="*/ 20 h 34"/>
              <a:gd name="T10" fmla="*/ 22 w 34"/>
              <a:gd name="T11" fmla="*/ 20 h 34"/>
              <a:gd name="T12" fmla="*/ 29 w 34"/>
              <a:gd name="T13" fmla="*/ 32 h 34"/>
              <a:gd name="T14" fmla="*/ 27 w 34"/>
              <a:gd name="T15" fmla="*/ 29 h 34"/>
              <a:gd name="T16" fmla="*/ 23 w 34"/>
              <a:gd name="T17" fmla="*/ 32 h 34"/>
              <a:gd name="T18" fmla="*/ 23 w 34"/>
              <a:gd name="T19" fmla="*/ 30 h 34"/>
              <a:gd name="T20" fmla="*/ 24 w 34"/>
              <a:gd name="T21" fmla="*/ 29 h 34"/>
              <a:gd name="T22" fmla="*/ 23 w 34"/>
              <a:gd name="T23" fmla="*/ 27 h 34"/>
              <a:gd name="T24" fmla="*/ 24 w 34"/>
              <a:gd name="T25" fmla="*/ 26 h 34"/>
              <a:gd name="T26" fmla="*/ 23 w 34"/>
              <a:gd name="T27" fmla="*/ 21 h 34"/>
              <a:gd name="T28" fmla="*/ 24 w 34"/>
              <a:gd name="T29" fmla="*/ 23 h 34"/>
              <a:gd name="T30" fmla="*/ 17 w 34"/>
              <a:gd name="T31" fmla="*/ 12 h 34"/>
              <a:gd name="T32" fmla="*/ 11 w 34"/>
              <a:gd name="T33" fmla="*/ 11 h 34"/>
              <a:gd name="T34" fmla="*/ 12 w 34"/>
              <a:gd name="T35" fmla="*/ 15 h 34"/>
              <a:gd name="T36" fmla="*/ 10 w 34"/>
              <a:gd name="T37" fmla="*/ 15 h 34"/>
              <a:gd name="T38" fmla="*/ 8 w 34"/>
              <a:gd name="T39" fmla="*/ 13 h 34"/>
              <a:gd name="T40" fmla="*/ 10 w 34"/>
              <a:gd name="T41" fmla="*/ 14 h 34"/>
              <a:gd name="T42" fmla="*/ 8 w 34"/>
              <a:gd name="T43" fmla="*/ 10 h 34"/>
              <a:gd name="T44" fmla="*/ 11 w 34"/>
              <a:gd name="T45" fmla="*/ 8 h 34"/>
              <a:gd name="T46" fmla="*/ 12 w 34"/>
              <a:gd name="T47" fmla="*/ 10 h 34"/>
              <a:gd name="T48" fmla="*/ 10 w 34"/>
              <a:gd name="T49" fmla="*/ 10 h 34"/>
              <a:gd name="T50" fmla="*/ 10 w 34"/>
              <a:gd name="T51" fmla="*/ 10 h 34"/>
              <a:gd name="T52" fmla="*/ 12 w 34"/>
              <a:gd name="T53" fmla="*/ 12 h 34"/>
              <a:gd name="T54" fmla="*/ 11 w 34"/>
              <a:gd name="T55" fmla="*/ 12 h 34"/>
              <a:gd name="T56" fmla="*/ 11 w 34"/>
              <a:gd name="T57" fmla="*/ 7 h 34"/>
              <a:gd name="T58" fmla="*/ 14 w 34"/>
              <a:gd name="T59" fmla="*/ 16 h 34"/>
              <a:gd name="T60" fmla="*/ 11 w 34"/>
              <a:gd name="T61" fmla="*/ 6 h 34"/>
              <a:gd name="T62" fmla="*/ 3 w 34"/>
              <a:gd name="T63" fmla="*/ 4 h 34"/>
              <a:gd name="T64" fmla="*/ 3 w 34"/>
              <a:gd name="T65" fmla="*/ 19 h 34"/>
              <a:gd name="T66" fmla="*/ 31 w 34"/>
              <a:gd name="T67" fmla="*/ 17 h 34"/>
              <a:gd name="T68" fmla="*/ 21 w 34"/>
              <a:gd name="T69" fmla="*/ 17 h 34"/>
              <a:gd name="T70" fmla="*/ 30 w 34"/>
              <a:gd name="T71" fmla="*/ 7 h 34"/>
              <a:gd name="T72" fmla="*/ 30 w 34"/>
              <a:gd name="T73" fmla="*/ 4 h 34"/>
              <a:gd name="T74" fmla="*/ 21 w 34"/>
              <a:gd name="T75" fmla="*/ 13 h 34"/>
              <a:gd name="T76" fmla="*/ 27 w 34"/>
              <a:gd name="T77" fmla="*/ 11 h 34"/>
              <a:gd name="T78" fmla="*/ 24 w 34"/>
              <a:gd name="T79" fmla="*/ 13 h 34"/>
              <a:gd name="T80" fmla="*/ 31 w 34"/>
              <a:gd name="T81" fmla="*/ 11 h 34"/>
              <a:gd name="T82" fmla="*/ 28 w 34"/>
              <a:gd name="T83" fmla="*/ 11 h 34"/>
              <a:gd name="T84" fmla="*/ 24 w 34"/>
              <a:gd name="T85" fmla="*/ 10 h 34"/>
              <a:gd name="T86" fmla="*/ 21 w 34"/>
              <a:gd name="T87" fmla="*/ 8 h 34"/>
              <a:gd name="T88" fmla="*/ 27 w 34"/>
              <a:gd name="T89" fmla="*/ 10 h 34"/>
              <a:gd name="T90" fmla="*/ 27 w 34"/>
              <a:gd name="T91" fmla="*/ 8 h 34"/>
              <a:gd name="T92" fmla="*/ 28 w 34"/>
              <a:gd name="T93" fmla="*/ 10 h 34"/>
              <a:gd name="T94" fmla="*/ 24 w 34"/>
              <a:gd name="T95" fmla="*/ 4 h 34"/>
              <a:gd name="T96" fmla="*/ 21 w 34"/>
              <a:gd name="T97" fmla="*/ 7 h 34"/>
              <a:gd name="T98" fmla="*/ 27 w 34"/>
              <a:gd name="T99" fmla="*/ 5 h 34"/>
              <a:gd name="T100" fmla="*/ 24 w 34"/>
              <a:gd name="T101" fmla="*/ 5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4" h="34">
                <a:moveTo>
                  <a:pt x="2" y="0"/>
                </a:moveTo>
                <a:cubicBezTo>
                  <a:pt x="1" y="0"/>
                  <a:pt x="0" y="1"/>
                  <a:pt x="0" y="2"/>
                </a:cubicBezTo>
                <a:cubicBezTo>
                  <a:pt x="0" y="11"/>
                  <a:pt x="0" y="15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4"/>
                  <a:pt x="21" y="24"/>
                  <a:pt x="21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3"/>
                  <a:pt x="7" y="23"/>
                  <a:pt x="7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2" y="19"/>
                  <a:pt x="22" y="18"/>
                  <a:pt x="23" y="18"/>
                </a:cubicBezTo>
                <a:cubicBezTo>
                  <a:pt x="29" y="18"/>
                  <a:pt x="29" y="18"/>
                  <a:pt x="29" y="18"/>
                </a:cubicBezTo>
                <a:cubicBezTo>
                  <a:pt x="30" y="18"/>
                  <a:pt x="31" y="19"/>
                  <a:pt x="31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1" y="19"/>
                  <a:pt x="32" y="20"/>
                  <a:pt x="32" y="20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33" y="26"/>
                  <a:pt x="34" y="25"/>
                  <a:pt x="34" y="24"/>
                </a:cubicBezTo>
                <a:cubicBezTo>
                  <a:pt x="34" y="15"/>
                  <a:pt x="34" y="11"/>
                  <a:pt x="34" y="2"/>
                </a:cubicBezTo>
                <a:cubicBezTo>
                  <a:pt x="34" y="1"/>
                  <a:pt x="32" y="0"/>
                  <a:pt x="31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2" y="0"/>
                  <a:pt x="2" y="0"/>
                  <a:pt x="2" y="0"/>
                </a:cubicBezTo>
                <a:close/>
                <a:moveTo>
                  <a:pt x="31" y="20"/>
                </a:move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0" y="34"/>
                  <a:pt x="29" y="34"/>
                </a:cubicBezTo>
                <a:cubicBezTo>
                  <a:pt x="23" y="34"/>
                  <a:pt x="23" y="34"/>
                  <a:pt x="23" y="34"/>
                </a:cubicBezTo>
                <a:cubicBezTo>
                  <a:pt x="22" y="34"/>
                  <a:pt x="22" y="33"/>
                  <a:pt x="22" y="33"/>
                </a:cubicBezTo>
                <a:cubicBezTo>
                  <a:pt x="22" y="20"/>
                  <a:pt x="22" y="20"/>
                  <a:pt x="22" y="20"/>
                </a:cubicBezTo>
                <a:cubicBezTo>
                  <a:pt x="22" y="20"/>
                  <a:pt x="22" y="19"/>
                  <a:pt x="23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30" y="19"/>
                  <a:pt x="31" y="20"/>
                  <a:pt x="31" y="20"/>
                </a:cubicBezTo>
                <a:close/>
                <a:moveTo>
                  <a:pt x="27" y="32"/>
                </a:moveTo>
                <a:cubicBezTo>
                  <a:pt x="28" y="32"/>
                  <a:pt x="28" y="32"/>
                  <a:pt x="29" y="32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1"/>
                  <a:pt x="29" y="30"/>
                  <a:pt x="29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8" y="29"/>
                  <a:pt x="28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30"/>
                  <a:pt x="27" y="31"/>
                  <a:pt x="27" y="32"/>
                </a:cubicBezTo>
                <a:cubicBezTo>
                  <a:pt x="27" y="32"/>
                  <a:pt x="27" y="32"/>
                  <a:pt x="27" y="32"/>
                </a:cubicBezTo>
                <a:close/>
                <a:moveTo>
                  <a:pt x="23" y="30"/>
                </a:moveTo>
                <a:cubicBezTo>
                  <a:pt x="23" y="32"/>
                  <a:pt x="23" y="32"/>
                  <a:pt x="23" y="32"/>
                </a:cubicBezTo>
                <a:cubicBezTo>
                  <a:pt x="23" y="32"/>
                  <a:pt x="23" y="32"/>
                  <a:pt x="2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30"/>
                  <a:pt x="23" y="30"/>
                  <a:pt x="23" y="30"/>
                </a:cubicBezTo>
                <a:close/>
                <a:moveTo>
                  <a:pt x="23" y="27"/>
                </a:moveTo>
                <a:cubicBezTo>
                  <a:pt x="23" y="29"/>
                  <a:pt x="23" y="29"/>
                  <a:pt x="23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27"/>
                  <a:pt x="23" y="27"/>
                  <a:pt x="23" y="27"/>
                </a:cubicBezTo>
                <a:close/>
                <a:moveTo>
                  <a:pt x="23" y="24"/>
                </a:moveTo>
                <a:cubicBezTo>
                  <a:pt x="23" y="24"/>
                  <a:pt x="23" y="24"/>
                  <a:pt x="23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lose/>
                <a:moveTo>
                  <a:pt x="23" y="21"/>
                </a:moveTo>
                <a:cubicBezTo>
                  <a:pt x="23" y="21"/>
                  <a:pt x="23" y="21"/>
                  <a:pt x="23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3"/>
                  <a:pt x="24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1"/>
                  <a:pt x="23" y="21"/>
                  <a:pt x="23" y="21"/>
                </a:cubicBezTo>
                <a:close/>
                <a:moveTo>
                  <a:pt x="11" y="5"/>
                </a:moveTo>
                <a:cubicBezTo>
                  <a:pt x="14" y="5"/>
                  <a:pt x="17" y="8"/>
                  <a:pt x="17" y="12"/>
                </a:cubicBezTo>
                <a:cubicBezTo>
                  <a:pt x="17" y="15"/>
                  <a:pt x="14" y="18"/>
                  <a:pt x="11" y="18"/>
                </a:cubicBezTo>
                <a:cubicBezTo>
                  <a:pt x="7" y="18"/>
                  <a:pt x="4" y="15"/>
                  <a:pt x="4" y="12"/>
                </a:cubicBezTo>
                <a:cubicBezTo>
                  <a:pt x="4" y="8"/>
                  <a:pt x="7" y="5"/>
                  <a:pt x="11" y="5"/>
                </a:cubicBezTo>
                <a:close/>
                <a:moveTo>
                  <a:pt x="11" y="10"/>
                </a:move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2" y="11"/>
                  <a:pt x="12" y="11"/>
                </a:cubicBezTo>
                <a:cubicBezTo>
                  <a:pt x="13" y="11"/>
                  <a:pt x="13" y="12"/>
                  <a:pt x="13" y="12"/>
                </a:cubicBezTo>
                <a:cubicBezTo>
                  <a:pt x="13" y="12"/>
                  <a:pt x="13" y="12"/>
                  <a:pt x="13" y="13"/>
                </a:cubicBezTo>
                <a:cubicBezTo>
                  <a:pt x="13" y="13"/>
                  <a:pt x="13" y="14"/>
                  <a:pt x="13" y="14"/>
                </a:cubicBezTo>
                <a:cubicBezTo>
                  <a:pt x="13" y="14"/>
                  <a:pt x="13" y="15"/>
                  <a:pt x="12" y="15"/>
                </a:cubicBezTo>
                <a:cubicBezTo>
                  <a:pt x="12" y="15"/>
                  <a:pt x="12" y="15"/>
                  <a:pt x="11" y="15"/>
                </a:cubicBezTo>
                <a:cubicBezTo>
                  <a:pt x="11" y="15"/>
                  <a:pt x="11" y="15"/>
                  <a:pt x="11" y="15"/>
                </a:cubicBezTo>
                <a:cubicBezTo>
                  <a:pt x="11" y="16"/>
                  <a:pt x="11" y="16"/>
                  <a:pt x="11" y="16"/>
                </a:cubicBezTo>
                <a:cubicBezTo>
                  <a:pt x="10" y="16"/>
                  <a:pt x="10" y="16"/>
                  <a:pt x="10" y="16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4"/>
                  <a:pt x="8" y="13"/>
                  <a:pt x="8" y="13"/>
                </a:cubicBezTo>
                <a:cubicBezTo>
                  <a:pt x="8" y="13"/>
                  <a:pt x="8" y="13"/>
                  <a:pt x="8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8" y="12"/>
                  <a:pt x="8" y="11"/>
                  <a:pt x="8" y="11"/>
                </a:cubicBezTo>
                <a:cubicBezTo>
                  <a:pt x="8" y="11"/>
                  <a:pt x="8" y="11"/>
                  <a:pt x="8" y="10"/>
                </a:cubicBezTo>
                <a:cubicBezTo>
                  <a:pt x="8" y="10"/>
                  <a:pt x="8" y="9"/>
                  <a:pt x="8" y="9"/>
                </a:cubicBezTo>
                <a:cubicBezTo>
                  <a:pt x="8" y="9"/>
                  <a:pt x="9" y="9"/>
                  <a:pt x="9" y="9"/>
                </a:cubicBezTo>
                <a:cubicBezTo>
                  <a:pt x="9" y="9"/>
                  <a:pt x="10" y="9"/>
                  <a:pt x="10" y="9"/>
                </a:cubicBezTo>
                <a:cubicBezTo>
                  <a:pt x="10" y="8"/>
                  <a:pt x="10" y="8"/>
                  <a:pt x="10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2" y="9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1" y="10"/>
                </a:cubicBezTo>
                <a:cubicBezTo>
                  <a:pt x="11" y="10"/>
                  <a:pt x="11" y="10"/>
                  <a:pt x="11" y="10"/>
                </a:cubicBezTo>
                <a:close/>
                <a:moveTo>
                  <a:pt x="10" y="10"/>
                </a:moveTo>
                <a:cubicBezTo>
                  <a:pt x="10" y="11"/>
                  <a:pt x="10" y="11"/>
                  <a:pt x="10" y="11"/>
                </a:cubicBezTo>
                <a:cubicBezTo>
                  <a:pt x="10" y="11"/>
                  <a:pt x="10" y="11"/>
                  <a:pt x="9" y="11"/>
                </a:cubicBezTo>
                <a:cubicBezTo>
                  <a:pt x="9" y="11"/>
                  <a:pt x="9" y="11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lose/>
                <a:moveTo>
                  <a:pt x="11" y="12"/>
                </a:moveTo>
                <a:cubicBezTo>
                  <a:pt x="11" y="12"/>
                  <a:pt x="12" y="12"/>
                  <a:pt x="12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4"/>
                  <a:pt x="12" y="14"/>
                </a:cubicBezTo>
                <a:cubicBezTo>
                  <a:pt x="12" y="14"/>
                  <a:pt x="11" y="14"/>
                  <a:pt x="11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2"/>
                  <a:pt x="11" y="12"/>
                  <a:pt x="11" y="12"/>
                </a:cubicBezTo>
                <a:close/>
                <a:moveTo>
                  <a:pt x="11" y="16"/>
                </a:moveTo>
                <a:cubicBezTo>
                  <a:pt x="9" y="16"/>
                  <a:pt x="8" y="16"/>
                  <a:pt x="7" y="15"/>
                </a:cubicBezTo>
                <a:cubicBezTo>
                  <a:pt x="7" y="14"/>
                  <a:pt x="6" y="13"/>
                  <a:pt x="6" y="12"/>
                </a:cubicBezTo>
                <a:cubicBezTo>
                  <a:pt x="6" y="11"/>
                  <a:pt x="7" y="9"/>
                  <a:pt x="7" y="9"/>
                </a:cubicBezTo>
                <a:cubicBezTo>
                  <a:pt x="8" y="8"/>
                  <a:pt x="9" y="7"/>
                  <a:pt x="11" y="7"/>
                </a:cubicBezTo>
                <a:cubicBezTo>
                  <a:pt x="12" y="7"/>
                  <a:pt x="13" y="8"/>
                  <a:pt x="14" y="9"/>
                </a:cubicBezTo>
                <a:cubicBezTo>
                  <a:pt x="15" y="9"/>
                  <a:pt x="15" y="11"/>
                  <a:pt x="15" y="12"/>
                </a:cubicBezTo>
                <a:cubicBezTo>
                  <a:pt x="15" y="13"/>
                  <a:pt x="15" y="14"/>
                  <a:pt x="14" y="15"/>
                </a:cubicBezTo>
                <a:cubicBezTo>
                  <a:pt x="13" y="16"/>
                  <a:pt x="12" y="16"/>
                  <a:pt x="11" y="16"/>
                </a:cubicBezTo>
                <a:close/>
                <a:moveTo>
                  <a:pt x="14" y="16"/>
                </a:moveTo>
                <a:cubicBezTo>
                  <a:pt x="13" y="17"/>
                  <a:pt x="12" y="17"/>
                  <a:pt x="11" y="17"/>
                </a:cubicBezTo>
                <a:cubicBezTo>
                  <a:pt x="9" y="17"/>
                  <a:pt x="8" y="17"/>
                  <a:pt x="7" y="16"/>
                </a:cubicBezTo>
                <a:cubicBezTo>
                  <a:pt x="6" y="15"/>
                  <a:pt x="5" y="13"/>
                  <a:pt x="5" y="12"/>
                </a:cubicBezTo>
                <a:cubicBezTo>
                  <a:pt x="5" y="10"/>
                  <a:pt x="6" y="9"/>
                  <a:pt x="7" y="8"/>
                </a:cubicBezTo>
                <a:cubicBezTo>
                  <a:pt x="8" y="7"/>
                  <a:pt x="9" y="6"/>
                  <a:pt x="11" y="6"/>
                </a:cubicBezTo>
                <a:cubicBezTo>
                  <a:pt x="12" y="6"/>
                  <a:pt x="13" y="7"/>
                  <a:pt x="14" y="8"/>
                </a:cubicBezTo>
                <a:cubicBezTo>
                  <a:pt x="15" y="9"/>
                  <a:pt x="16" y="10"/>
                  <a:pt x="16" y="12"/>
                </a:cubicBezTo>
                <a:cubicBezTo>
                  <a:pt x="16" y="13"/>
                  <a:pt x="15" y="15"/>
                  <a:pt x="14" y="16"/>
                </a:cubicBezTo>
                <a:close/>
                <a:moveTo>
                  <a:pt x="3" y="5"/>
                </a:moveTo>
                <a:cubicBezTo>
                  <a:pt x="3" y="5"/>
                  <a:pt x="3" y="4"/>
                  <a:pt x="3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5"/>
                  <a:pt x="18" y="5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7"/>
                  <a:pt x="3" y="6"/>
                  <a:pt x="3" y="5"/>
                </a:cubicBezTo>
                <a:close/>
                <a:moveTo>
                  <a:pt x="21" y="15"/>
                </a:moveTo>
                <a:cubicBezTo>
                  <a:pt x="31" y="15"/>
                  <a:pt x="31" y="15"/>
                  <a:pt x="31" y="15"/>
                </a:cubicBezTo>
                <a:cubicBezTo>
                  <a:pt x="31" y="17"/>
                  <a:pt x="31" y="17"/>
                  <a:pt x="31" y="17"/>
                </a:cubicBezTo>
                <a:cubicBezTo>
                  <a:pt x="29" y="17"/>
                  <a:pt x="29" y="17"/>
                  <a:pt x="29" y="17"/>
                </a:cubicBezTo>
                <a:cubicBezTo>
                  <a:pt x="29" y="17"/>
                  <a:pt x="29" y="17"/>
                  <a:pt x="29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5"/>
                  <a:pt x="21" y="15"/>
                  <a:pt x="21" y="15"/>
                </a:cubicBezTo>
                <a:close/>
                <a:moveTo>
                  <a:pt x="30" y="4"/>
                </a:moveTo>
                <a:cubicBezTo>
                  <a:pt x="30" y="4"/>
                  <a:pt x="31" y="5"/>
                  <a:pt x="31" y="5"/>
                </a:cubicBezTo>
                <a:cubicBezTo>
                  <a:pt x="31" y="7"/>
                  <a:pt x="31" y="7"/>
                  <a:pt x="31" y="7"/>
                </a:cubicBezTo>
                <a:cubicBezTo>
                  <a:pt x="31" y="7"/>
                  <a:pt x="30" y="7"/>
                  <a:pt x="30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5"/>
                  <a:pt x="28" y="5"/>
                  <a:pt x="28" y="5"/>
                </a:cubicBezTo>
                <a:cubicBezTo>
                  <a:pt x="28" y="5"/>
                  <a:pt x="28" y="4"/>
                  <a:pt x="28" y="4"/>
                </a:cubicBezTo>
                <a:cubicBezTo>
                  <a:pt x="30" y="4"/>
                  <a:pt x="30" y="4"/>
                  <a:pt x="30" y="4"/>
                </a:cubicBezTo>
                <a:close/>
                <a:moveTo>
                  <a:pt x="24" y="11"/>
                </a:moveTo>
                <a:cubicBezTo>
                  <a:pt x="24" y="11"/>
                  <a:pt x="24" y="11"/>
                  <a:pt x="24" y="11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3"/>
                  <a:pt x="24" y="13"/>
                  <a:pt x="24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4" y="11"/>
                  <a:pt x="24" y="11"/>
                  <a:pt x="24" y="11"/>
                </a:cubicBezTo>
                <a:close/>
                <a:moveTo>
                  <a:pt x="27" y="11"/>
                </a:moveTo>
                <a:cubicBezTo>
                  <a:pt x="27" y="11"/>
                  <a:pt x="27" y="11"/>
                  <a:pt x="27" y="11"/>
                </a:cubicBezTo>
                <a:cubicBezTo>
                  <a:pt x="27" y="13"/>
                  <a:pt x="27" y="13"/>
                  <a:pt x="27" y="13"/>
                </a:cubicBezTo>
                <a:cubicBezTo>
                  <a:pt x="27" y="13"/>
                  <a:pt x="27" y="13"/>
                  <a:pt x="27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4" y="13"/>
                  <a:pt x="24" y="13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5" y="11"/>
                  <a:pt x="25" y="11"/>
                </a:cubicBezTo>
                <a:cubicBezTo>
                  <a:pt x="27" y="11"/>
                  <a:pt x="27" y="11"/>
                  <a:pt x="27" y="11"/>
                </a:cubicBezTo>
                <a:close/>
                <a:moveTo>
                  <a:pt x="30" y="11"/>
                </a:moveTo>
                <a:cubicBezTo>
                  <a:pt x="30" y="11"/>
                  <a:pt x="31" y="11"/>
                  <a:pt x="31" y="11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0" y="13"/>
                  <a:pt x="30" y="13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30" y="11"/>
                  <a:pt x="30" y="11"/>
                  <a:pt x="30" y="11"/>
                </a:cubicBezTo>
                <a:close/>
                <a:moveTo>
                  <a:pt x="24" y="8"/>
                </a:moveTo>
                <a:cubicBezTo>
                  <a:pt x="24" y="8"/>
                  <a:pt x="24" y="8"/>
                  <a:pt x="24" y="8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4" y="8"/>
                  <a:pt x="24" y="8"/>
                  <a:pt x="24" y="8"/>
                </a:cubicBezTo>
                <a:close/>
                <a:moveTo>
                  <a:pt x="27" y="8"/>
                </a:moveTo>
                <a:cubicBezTo>
                  <a:pt x="27" y="8"/>
                  <a:pt x="27" y="8"/>
                  <a:pt x="27" y="8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5" y="10"/>
                  <a:pt x="25" y="10"/>
                  <a:pt x="25" y="10"/>
                </a:cubicBezTo>
                <a:cubicBezTo>
                  <a:pt x="25" y="10"/>
                  <a:pt x="24" y="10"/>
                  <a:pt x="24" y="10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8"/>
                  <a:pt x="25" y="8"/>
                  <a:pt x="25" y="8"/>
                </a:cubicBezTo>
                <a:cubicBezTo>
                  <a:pt x="27" y="8"/>
                  <a:pt x="27" y="8"/>
                  <a:pt x="27" y="8"/>
                </a:cubicBezTo>
                <a:close/>
                <a:moveTo>
                  <a:pt x="30" y="8"/>
                </a:moveTo>
                <a:cubicBezTo>
                  <a:pt x="30" y="8"/>
                  <a:pt x="31" y="8"/>
                  <a:pt x="31" y="8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10"/>
                  <a:pt x="30" y="10"/>
                  <a:pt x="30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8"/>
                  <a:pt x="28" y="8"/>
                  <a:pt x="28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30" y="8"/>
                  <a:pt x="30" y="8"/>
                  <a:pt x="30" y="8"/>
                </a:cubicBezTo>
                <a:close/>
                <a:moveTo>
                  <a:pt x="24" y="4"/>
                </a:moveTo>
                <a:cubicBezTo>
                  <a:pt x="24" y="4"/>
                  <a:pt x="24" y="5"/>
                  <a:pt x="24" y="5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7"/>
                  <a:pt x="24" y="7"/>
                  <a:pt x="24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4"/>
                  <a:pt x="21" y="4"/>
                </a:cubicBezTo>
                <a:cubicBezTo>
                  <a:pt x="24" y="4"/>
                  <a:pt x="24" y="4"/>
                  <a:pt x="24" y="4"/>
                </a:cubicBezTo>
                <a:close/>
                <a:moveTo>
                  <a:pt x="27" y="4"/>
                </a:moveTo>
                <a:cubicBezTo>
                  <a:pt x="27" y="4"/>
                  <a:pt x="27" y="5"/>
                  <a:pt x="27" y="5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7"/>
                  <a:pt x="24" y="7"/>
                  <a:pt x="24" y="7"/>
                </a:cubicBezTo>
                <a:cubicBezTo>
                  <a:pt x="24" y="5"/>
                  <a:pt x="24" y="5"/>
                  <a:pt x="24" y="5"/>
                </a:cubicBezTo>
                <a:cubicBezTo>
                  <a:pt x="24" y="5"/>
                  <a:pt x="25" y="4"/>
                  <a:pt x="25" y="4"/>
                </a:cubicBezTo>
                <a:lnTo>
                  <a:pt x="27" y="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8" name="Freeform 236">
            <a:extLst>
              <a:ext uri="{FF2B5EF4-FFF2-40B4-BE49-F238E27FC236}">
                <a16:creationId xmlns:a16="http://schemas.microsoft.com/office/drawing/2014/main" id="{A309234D-17D2-F29C-27F6-661AC006305A}"/>
              </a:ext>
            </a:extLst>
          </p:cNvPr>
          <p:cNvSpPr>
            <a:spLocks noEditPoints="1"/>
          </p:cNvSpPr>
          <p:nvPr/>
        </p:nvSpPr>
        <p:spPr bwMode="auto">
          <a:xfrm>
            <a:off x="5624776" y="3762170"/>
            <a:ext cx="276897" cy="269658"/>
          </a:xfrm>
          <a:custGeom>
            <a:avLst/>
            <a:gdLst>
              <a:gd name="T0" fmla="*/ 20 w 29"/>
              <a:gd name="T1" fmla="*/ 21 h 28"/>
              <a:gd name="T2" fmla="*/ 27 w 29"/>
              <a:gd name="T3" fmla="*/ 15 h 28"/>
              <a:gd name="T4" fmla="*/ 29 w 29"/>
              <a:gd name="T5" fmla="*/ 15 h 28"/>
              <a:gd name="T6" fmla="*/ 29 w 29"/>
              <a:gd name="T7" fmla="*/ 15 h 28"/>
              <a:gd name="T8" fmla="*/ 29 w 29"/>
              <a:gd name="T9" fmla="*/ 20 h 28"/>
              <a:gd name="T10" fmla="*/ 26 w 29"/>
              <a:gd name="T11" fmla="*/ 21 h 28"/>
              <a:gd name="T12" fmla="*/ 27 w 29"/>
              <a:gd name="T13" fmla="*/ 7 h 28"/>
              <a:gd name="T14" fmla="*/ 24 w 29"/>
              <a:gd name="T15" fmla="*/ 4 h 28"/>
              <a:gd name="T16" fmla="*/ 16 w 29"/>
              <a:gd name="T17" fmla="*/ 4 h 28"/>
              <a:gd name="T18" fmla="*/ 10 w 29"/>
              <a:gd name="T19" fmla="*/ 1 h 28"/>
              <a:gd name="T20" fmla="*/ 3 w 29"/>
              <a:gd name="T21" fmla="*/ 6 h 28"/>
              <a:gd name="T22" fmla="*/ 0 w 29"/>
              <a:gd name="T23" fmla="*/ 11 h 28"/>
              <a:gd name="T24" fmla="*/ 2 w 29"/>
              <a:gd name="T25" fmla="*/ 28 h 28"/>
              <a:gd name="T26" fmla="*/ 28 w 29"/>
              <a:gd name="T27" fmla="*/ 26 h 28"/>
              <a:gd name="T28" fmla="*/ 20 w 29"/>
              <a:gd name="T29" fmla="*/ 21 h 28"/>
              <a:gd name="T30" fmla="*/ 28 w 29"/>
              <a:gd name="T31" fmla="*/ 15 h 28"/>
              <a:gd name="T32" fmla="*/ 25 w 29"/>
              <a:gd name="T33" fmla="*/ 8 h 28"/>
              <a:gd name="T34" fmla="*/ 2 w 29"/>
              <a:gd name="T35" fmla="*/ 8 h 28"/>
              <a:gd name="T36" fmla="*/ 2 w 29"/>
              <a:gd name="T37" fmla="*/ 7 h 28"/>
              <a:gd name="T38" fmla="*/ 2 w 29"/>
              <a:gd name="T39" fmla="*/ 8 h 28"/>
              <a:gd name="T40" fmla="*/ 6 w 29"/>
              <a:gd name="T41" fmla="*/ 8 h 28"/>
              <a:gd name="T42" fmla="*/ 22 w 29"/>
              <a:gd name="T43" fmla="*/ 5 h 28"/>
              <a:gd name="T44" fmla="*/ 24 w 29"/>
              <a:gd name="T45" fmla="*/ 8 h 28"/>
              <a:gd name="T46" fmla="*/ 25 w 29"/>
              <a:gd name="T47" fmla="*/ 7 h 28"/>
              <a:gd name="T48" fmla="*/ 28 w 29"/>
              <a:gd name="T49" fmla="*/ 10 h 28"/>
              <a:gd name="T50" fmla="*/ 29 w 29"/>
              <a:gd name="T51" fmla="*/ 14 h 28"/>
              <a:gd name="T52" fmla="*/ 6 w 29"/>
              <a:gd name="T53" fmla="*/ 7 h 28"/>
              <a:gd name="T54" fmla="*/ 13 w 29"/>
              <a:gd name="T55" fmla="*/ 3 h 28"/>
              <a:gd name="T56" fmla="*/ 11 w 29"/>
              <a:gd name="T57" fmla="*/ 6 h 28"/>
              <a:gd name="T58" fmla="*/ 13 w 29"/>
              <a:gd name="T59" fmla="*/ 4 h 28"/>
              <a:gd name="T60" fmla="*/ 12 w 29"/>
              <a:gd name="T61" fmla="*/ 4 h 28"/>
              <a:gd name="T62" fmla="*/ 9 w 29"/>
              <a:gd name="T63" fmla="*/ 7 h 28"/>
              <a:gd name="T64" fmla="*/ 18 w 29"/>
              <a:gd name="T65" fmla="*/ 7 h 28"/>
              <a:gd name="T66" fmla="*/ 22 w 29"/>
              <a:gd name="T67" fmla="*/ 6 h 28"/>
              <a:gd name="T68" fmla="*/ 22 w 29"/>
              <a:gd name="T69" fmla="*/ 7 h 28"/>
              <a:gd name="T70" fmla="*/ 18 w 29"/>
              <a:gd name="T71" fmla="*/ 8 h 28"/>
              <a:gd name="T72" fmla="*/ 18 w 29"/>
              <a:gd name="T73" fmla="*/ 7 h 28"/>
              <a:gd name="T74" fmla="*/ 28 w 29"/>
              <a:gd name="T75" fmla="*/ 21 h 28"/>
              <a:gd name="T76" fmla="*/ 29 w 29"/>
              <a:gd name="T77" fmla="*/ 25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28">
                <a:moveTo>
                  <a:pt x="26" y="21"/>
                </a:moveTo>
                <a:cubicBezTo>
                  <a:pt x="20" y="21"/>
                  <a:pt x="20" y="21"/>
                  <a:pt x="20" y="21"/>
                </a:cubicBezTo>
                <a:cubicBezTo>
                  <a:pt x="19" y="21"/>
                  <a:pt x="19" y="15"/>
                  <a:pt x="20" y="15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5"/>
                  <a:pt x="27" y="15"/>
                  <a:pt x="28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20"/>
                  <a:pt x="29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7" y="20"/>
                  <a:pt x="27" y="21"/>
                  <a:pt x="26" y="21"/>
                </a:cubicBezTo>
                <a:close/>
                <a:moveTo>
                  <a:pt x="29" y="9"/>
                </a:moveTo>
                <a:cubicBezTo>
                  <a:pt x="29" y="8"/>
                  <a:pt x="28" y="7"/>
                  <a:pt x="27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3"/>
                  <a:pt x="22" y="2"/>
                  <a:pt x="21" y="2"/>
                </a:cubicBezTo>
                <a:cubicBezTo>
                  <a:pt x="16" y="4"/>
                  <a:pt x="16" y="4"/>
                  <a:pt x="16" y="4"/>
                </a:cubicBezTo>
                <a:cubicBezTo>
                  <a:pt x="14" y="1"/>
                  <a:pt x="14" y="1"/>
                  <a:pt x="14" y="1"/>
                </a:cubicBezTo>
                <a:cubicBezTo>
                  <a:pt x="13" y="0"/>
                  <a:pt x="11" y="0"/>
                  <a:pt x="10" y="1"/>
                </a:cubicBezTo>
                <a:cubicBezTo>
                  <a:pt x="4" y="6"/>
                  <a:pt x="4" y="6"/>
                  <a:pt x="4" y="6"/>
                </a:cubicBezTo>
                <a:cubicBezTo>
                  <a:pt x="3" y="6"/>
                  <a:pt x="3" y="6"/>
                  <a:pt x="3" y="6"/>
                </a:cubicBezTo>
                <a:cubicBezTo>
                  <a:pt x="1" y="6"/>
                  <a:pt x="0" y="7"/>
                  <a:pt x="0" y="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5"/>
                  <a:pt x="0" y="19"/>
                  <a:pt x="0" y="26"/>
                </a:cubicBezTo>
                <a:cubicBezTo>
                  <a:pt x="0" y="27"/>
                  <a:pt x="1" y="28"/>
                  <a:pt x="2" y="28"/>
                </a:cubicBezTo>
                <a:cubicBezTo>
                  <a:pt x="8" y="28"/>
                  <a:pt x="20" y="28"/>
                  <a:pt x="25" y="28"/>
                </a:cubicBezTo>
                <a:cubicBezTo>
                  <a:pt x="27" y="28"/>
                  <a:pt x="28" y="27"/>
                  <a:pt x="28" y="26"/>
                </a:cubicBezTo>
                <a:cubicBezTo>
                  <a:pt x="28" y="21"/>
                  <a:pt x="28" y="21"/>
                  <a:pt x="28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17" y="21"/>
                  <a:pt x="17" y="15"/>
                  <a:pt x="20" y="15"/>
                </a:cubicBezTo>
                <a:cubicBezTo>
                  <a:pt x="28" y="15"/>
                  <a:pt x="28" y="15"/>
                  <a:pt x="28" y="15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9"/>
                  <a:pt x="27" y="8"/>
                  <a:pt x="25" y="8"/>
                </a:cubicBezTo>
                <a:cubicBezTo>
                  <a:pt x="18" y="8"/>
                  <a:pt x="10" y="8"/>
                  <a:pt x="2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7"/>
                  <a:pt x="2" y="7"/>
                  <a:pt x="2" y="7"/>
                </a:cubicBezTo>
                <a:cubicBezTo>
                  <a:pt x="3" y="7"/>
                  <a:pt x="3" y="7"/>
                  <a:pt x="3" y="7"/>
                </a:cubicBezTo>
                <a:cubicBezTo>
                  <a:pt x="2" y="8"/>
                  <a:pt x="2" y="8"/>
                  <a:pt x="2" y="8"/>
                </a:cubicBezTo>
                <a:cubicBezTo>
                  <a:pt x="6" y="8"/>
                  <a:pt x="6" y="8"/>
                  <a:pt x="6" y="8"/>
                </a:cubicBezTo>
                <a:cubicBezTo>
                  <a:pt x="6" y="8"/>
                  <a:pt x="6" y="8"/>
                  <a:pt x="6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5"/>
                  <a:pt x="23" y="5"/>
                  <a:pt x="23" y="5"/>
                </a:cubicBezTo>
                <a:cubicBezTo>
                  <a:pt x="24" y="8"/>
                  <a:pt x="24" y="8"/>
                  <a:pt x="24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5" y="7"/>
                  <a:pt x="25" y="7"/>
                  <a:pt x="25" y="7"/>
                </a:cubicBezTo>
                <a:cubicBezTo>
                  <a:pt x="26" y="7"/>
                  <a:pt x="26" y="7"/>
                  <a:pt x="26" y="7"/>
                </a:cubicBezTo>
                <a:cubicBezTo>
                  <a:pt x="27" y="7"/>
                  <a:pt x="28" y="8"/>
                  <a:pt x="28" y="10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6" y="7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3" y="3"/>
                  <a:pt x="13" y="3"/>
                </a:cubicBezTo>
                <a:cubicBezTo>
                  <a:pt x="15" y="5"/>
                  <a:pt x="15" y="5"/>
                  <a:pt x="15" y="5"/>
                </a:cubicBezTo>
                <a:cubicBezTo>
                  <a:pt x="11" y="6"/>
                  <a:pt x="11" y="6"/>
                  <a:pt x="11" y="6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9" y="6"/>
                  <a:pt x="9" y="6"/>
                  <a:pt x="9" y="6"/>
                </a:cubicBezTo>
                <a:cubicBezTo>
                  <a:pt x="9" y="6"/>
                  <a:pt x="9" y="6"/>
                  <a:pt x="9" y="7"/>
                </a:cubicBezTo>
                <a:cubicBezTo>
                  <a:pt x="6" y="7"/>
                  <a:pt x="6" y="7"/>
                  <a:pt x="6" y="7"/>
                </a:cubicBezTo>
                <a:close/>
                <a:moveTo>
                  <a:pt x="18" y="7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7"/>
                  <a:pt x="22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8" y="7"/>
                  <a:pt x="18" y="7"/>
                </a:cubicBezTo>
                <a:close/>
                <a:moveTo>
                  <a:pt x="29" y="21"/>
                </a:moveTo>
                <a:cubicBezTo>
                  <a:pt x="28" y="21"/>
                  <a:pt x="28" y="21"/>
                  <a:pt x="28" y="21"/>
                </a:cubicBezTo>
                <a:cubicBezTo>
                  <a:pt x="28" y="26"/>
                  <a:pt x="28" y="26"/>
                  <a:pt x="28" y="26"/>
                </a:cubicBezTo>
                <a:cubicBezTo>
                  <a:pt x="29" y="26"/>
                  <a:pt x="29" y="25"/>
                  <a:pt x="29" y="25"/>
                </a:cubicBezTo>
                <a:lnTo>
                  <a:pt x="29" y="2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0" name="Freeform 237">
            <a:extLst>
              <a:ext uri="{FF2B5EF4-FFF2-40B4-BE49-F238E27FC236}">
                <a16:creationId xmlns:a16="http://schemas.microsoft.com/office/drawing/2014/main" id="{FB645B40-F5A8-133C-D644-4C0247B440E6}"/>
              </a:ext>
            </a:extLst>
          </p:cNvPr>
          <p:cNvSpPr>
            <a:spLocks noEditPoints="1"/>
          </p:cNvSpPr>
          <p:nvPr/>
        </p:nvSpPr>
        <p:spPr bwMode="auto">
          <a:xfrm>
            <a:off x="8752075" y="3753120"/>
            <a:ext cx="229843" cy="287756"/>
          </a:xfrm>
          <a:custGeom>
            <a:avLst/>
            <a:gdLst>
              <a:gd name="T0" fmla="*/ 24 w 24"/>
              <a:gd name="T1" fmla="*/ 2 h 30"/>
              <a:gd name="T2" fmla="*/ 2 w 24"/>
              <a:gd name="T3" fmla="*/ 30 h 30"/>
              <a:gd name="T4" fmla="*/ 2 w 24"/>
              <a:gd name="T5" fmla="*/ 0 h 30"/>
              <a:gd name="T6" fmla="*/ 2 w 24"/>
              <a:gd name="T7" fmla="*/ 28 h 30"/>
              <a:gd name="T8" fmla="*/ 22 w 24"/>
              <a:gd name="T9" fmla="*/ 24 h 30"/>
              <a:gd name="T10" fmla="*/ 20 w 24"/>
              <a:gd name="T11" fmla="*/ 25 h 30"/>
              <a:gd name="T12" fmla="*/ 19 w 24"/>
              <a:gd name="T13" fmla="*/ 24 h 30"/>
              <a:gd name="T14" fmla="*/ 18 w 24"/>
              <a:gd name="T15" fmla="*/ 25 h 30"/>
              <a:gd name="T16" fmla="*/ 17 w 24"/>
              <a:gd name="T17" fmla="*/ 24 h 30"/>
              <a:gd name="T18" fmla="*/ 9 w 24"/>
              <a:gd name="T19" fmla="*/ 25 h 30"/>
              <a:gd name="T20" fmla="*/ 8 w 24"/>
              <a:gd name="T21" fmla="*/ 24 h 30"/>
              <a:gd name="T22" fmla="*/ 6 w 24"/>
              <a:gd name="T23" fmla="*/ 25 h 30"/>
              <a:gd name="T24" fmla="*/ 5 w 24"/>
              <a:gd name="T25" fmla="*/ 24 h 30"/>
              <a:gd name="T26" fmla="*/ 22 w 24"/>
              <a:gd name="T27" fmla="*/ 16 h 30"/>
              <a:gd name="T28" fmla="*/ 20 w 24"/>
              <a:gd name="T29" fmla="*/ 17 h 30"/>
              <a:gd name="T30" fmla="*/ 19 w 24"/>
              <a:gd name="T31" fmla="*/ 16 h 30"/>
              <a:gd name="T32" fmla="*/ 18 w 24"/>
              <a:gd name="T33" fmla="*/ 17 h 30"/>
              <a:gd name="T34" fmla="*/ 17 w 24"/>
              <a:gd name="T35" fmla="*/ 16 h 30"/>
              <a:gd name="T36" fmla="*/ 15 w 24"/>
              <a:gd name="T37" fmla="*/ 17 h 30"/>
              <a:gd name="T38" fmla="*/ 14 w 24"/>
              <a:gd name="T39" fmla="*/ 16 h 30"/>
              <a:gd name="T40" fmla="*/ 13 w 24"/>
              <a:gd name="T41" fmla="*/ 17 h 30"/>
              <a:gd name="T42" fmla="*/ 12 w 24"/>
              <a:gd name="T43" fmla="*/ 16 h 30"/>
              <a:gd name="T44" fmla="*/ 5 w 24"/>
              <a:gd name="T45" fmla="*/ 22 h 30"/>
              <a:gd name="T46" fmla="*/ 6 w 24"/>
              <a:gd name="T47" fmla="*/ 21 h 30"/>
              <a:gd name="T48" fmla="*/ 8 w 24"/>
              <a:gd name="T49" fmla="*/ 22 h 30"/>
              <a:gd name="T50" fmla="*/ 9 w 24"/>
              <a:gd name="T51" fmla="*/ 21 h 30"/>
              <a:gd name="T52" fmla="*/ 17 w 24"/>
              <a:gd name="T53" fmla="*/ 22 h 30"/>
              <a:gd name="T54" fmla="*/ 18 w 24"/>
              <a:gd name="T55" fmla="*/ 21 h 30"/>
              <a:gd name="T56" fmla="*/ 19 w 24"/>
              <a:gd name="T57" fmla="*/ 22 h 30"/>
              <a:gd name="T58" fmla="*/ 20 w 24"/>
              <a:gd name="T59" fmla="*/ 21 h 30"/>
              <a:gd name="T60" fmla="*/ 22 w 24"/>
              <a:gd name="T61" fmla="*/ 22 h 30"/>
              <a:gd name="T62" fmla="*/ 21 w 24"/>
              <a:gd name="T63" fmla="*/ 8 h 30"/>
              <a:gd name="T64" fmla="*/ 20 w 24"/>
              <a:gd name="T65" fmla="*/ 9 h 30"/>
              <a:gd name="T66" fmla="*/ 19 w 24"/>
              <a:gd name="T67" fmla="*/ 8 h 30"/>
              <a:gd name="T68" fmla="*/ 18 w 24"/>
              <a:gd name="T69" fmla="*/ 9 h 30"/>
              <a:gd name="T70" fmla="*/ 16 w 24"/>
              <a:gd name="T71" fmla="*/ 8 h 30"/>
              <a:gd name="T72" fmla="*/ 15 w 24"/>
              <a:gd name="T73" fmla="*/ 9 h 30"/>
              <a:gd name="T74" fmla="*/ 13 w 24"/>
              <a:gd name="T75" fmla="*/ 8 h 30"/>
              <a:gd name="T76" fmla="*/ 13 w 24"/>
              <a:gd name="T77" fmla="*/ 9 h 30"/>
              <a:gd name="T78" fmla="*/ 2 w 24"/>
              <a:gd name="T79" fmla="*/ 8 h 30"/>
              <a:gd name="T80" fmla="*/ 12 w 24"/>
              <a:gd name="T81" fmla="*/ 14 h 30"/>
              <a:gd name="T82" fmla="*/ 13 w 24"/>
              <a:gd name="T83" fmla="*/ 14 h 30"/>
              <a:gd name="T84" fmla="*/ 14 w 24"/>
              <a:gd name="T85" fmla="*/ 14 h 30"/>
              <a:gd name="T86" fmla="*/ 16 w 24"/>
              <a:gd name="T87" fmla="*/ 14 h 30"/>
              <a:gd name="T88" fmla="*/ 17 w 24"/>
              <a:gd name="T89" fmla="*/ 14 h 30"/>
              <a:gd name="T90" fmla="*/ 19 w 24"/>
              <a:gd name="T91" fmla="*/ 14 h 30"/>
              <a:gd name="T92" fmla="*/ 19 w 24"/>
              <a:gd name="T93" fmla="*/ 14 h 30"/>
              <a:gd name="T94" fmla="*/ 21 w 24"/>
              <a:gd name="T95" fmla="*/ 14 h 30"/>
              <a:gd name="T96" fmla="*/ 22 w 24"/>
              <a:gd name="T97" fmla="*/ 7 h 30"/>
              <a:gd name="T98" fmla="*/ 2 w 24"/>
              <a:gd name="T99" fmla="*/ 2 h 30"/>
              <a:gd name="T100" fmla="*/ 12 w 24"/>
              <a:gd name="T101" fmla="*/ 7 h 30"/>
              <a:gd name="T102" fmla="*/ 13 w 24"/>
              <a:gd name="T103" fmla="*/ 5 h 30"/>
              <a:gd name="T104" fmla="*/ 14 w 24"/>
              <a:gd name="T105" fmla="*/ 7 h 30"/>
              <a:gd name="T106" fmla="*/ 15 w 24"/>
              <a:gd name="T107" fmla="*/ 5 h 30"/>
              <a:gd name="T108" fmla="*/ 17 w 24"/>
              <a:gd name="T109" fmla="*/ 7 h 30"/>
              <a:gd name="T110" fmla="*/ 18 w 24"/>
              <a:gd name="T111" fmla="*/ 5 h 30"/>
              <a:gd name="T112" fmla="*/ 19 w 24"/>
              <a:gd name="T113" fmla="*/ 7 h 30"/>
              <a:gd name="T114" fmla="*/ 20 w 24"/>
              <a:gd name="T115" fmla="*/ 5 h 30"/>
              <a:gd name="T116" fmla="*/ 22 w 24"/>
              <a:gd name="T117" fmla="*/ 7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4" h="30">
                <a:moveTo>
                  <a:pt x="2" y="0"/>
                </a:move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30"/>
                  <a:pt x="23" y="30"/>
                  <a:pt x="22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30"/>
                  <a:pt x="0" y="2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2" y="24"/>
                </a:moveTo>
                <a:cubicBezTo>
                  <a:pt x="2" y="28"/>
                  <a:pt x="2" y="28"/>
                  <a:pt x="2" y="28"/>
                </a:cubicBezTo>
                <a:cubicBezTo>
                  <a:pt x="2" y="28"/>
                  <a:pt x="2" y="28"/>
                  <a:pt x="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4"/>
                  <a:pt x="22" y="24"/>
                  <a:pt x="22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5"/>
                  <a:pt x="21" y="25"/>
                  <a:pt x="20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19" y="25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5"/>
                  <a:pt x="18" y="25"/>
                  <a:pt x="18" y="25"/>
                </a:cubicBezTo>
                <a:cubicBezTo>
                  <a:pt x="18" y="25"/>
                  <a:pt x="18" y="25"/>
                  <a:pt x="18" y="25"/>
                </a:cubicBezTo>
                <a:cubicBezTo>
                  <a:pt x="17" y="25"/>
                  <a:pt x="17" y="25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25"/>
                  <a:pt x="9" y="25"/>
                  <a:pt x="9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8" y="25"/>
                  <a:pt x="8" y="25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5"/>
                  <a:pt x="7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5" y="25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2" y="24"/>
                  <a:pt x="2" y="24"/>
                </a:cubicBezTo>
                <a:close/>
                <a:moveTo>
                  <a:pt x="22" y="22"/>
                </a:moveTo>
                <a:cubicBezTo>
                  <a:pt x="22" y="16"/>
                  <a:pt x="22" y="16"/>
                  <a:pt x="22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7"/>
                  <a:pt x="21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19" y="17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7"/>
                  <a:pt x="18" y="17"/>
                  <a:pt x="18" y="17"/>
                </a:cubicBezTo>
                <a:cubicBezTo>
                  <a:pt x="18" y="17"/>
                  <a:pt x="18" y="17"/>
                  <a:pt x="18" y="17"/>
                </a:cubicBezTo>
                <a:cubicBezTo>
                  <a:pt x="17" y="17"/>
                  <a:pt x="17" y="17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7"/>
                  <a:pt x="16" y="17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7"/>
                  <a:pt x="14" y="17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2" y="17"/>
                  <a:pt x="12" y="17"/>
                  <a:pt x="12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22"/>
                  <a:pt x="2" y="22"/>
                  <a:pt x="2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7" y="21"/>
                  <a:pt x="7" y="21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8" y="21"/>
                  <a:pt x="9" y="21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21"/>
                  <a:pt x="10" y="21"/>
                  <a:pt x="10" y="22"/>
                </a:cubicBezTo>
                <a:cubicBezTo>
                  <a:pt x="10" y="22"/>
                  <a:pt x="10" y="22"/>
                  <a:pt x="10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1"/>
                  <a:pt x="17" y="21"/>
                  <a:pt x="18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9" y="21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20" y="21"/>
                  <a:pt x="20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1" y="21"/>
                  <a:pt x="21" y="21"/>
                  <a:pt x="21" y="22"/>
                </a:cubicBezTo>
                <a:cubicBezTo>
                  <a:pt x="21" y="22"/>
                  <a:pt x="21" y="22"/>
                  <a:pt x="21" y="22"/>
                </a:cubicBezTo>
                <a:cubicBezTo>
                  <a:pt x="22" y="22"/>
                  <a:pt x="22" y="22"/>
                  <a:pt x="22" y="22"/>
                </a:cubicBezTo>
                <a:close/>
                <a:moveTo>
                  <a:pt x="22" y="14"/>
                </a:moveTo>
                <a:cubicBezTo>
                  <a:pt x="22" y="8"/>
                  <a:pt x="22" y="8"/>
                  <a:pt x="22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8"/>
                  <a:pt x="17" y="8"/>
                  <a:pt x="17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6" y="9"/>
                  <a:pt x="15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9"/>
                  <a:pt x="14" y="9"/>
                  <a:pt x="14" y="9"/>
                </a:cubicBezTo>
                <a:cubicBezTo>
                  <a:pt x="14" y="8"/>
                  <a:pt x="14" y="8"/>
                  <a:pt x="14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8"/>
                  <a:pt x="12" y="8"/>
                  <a:pt x="12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14"/>
                  <a:pt x="2" y="14"/>
                  <a:pt x="2" y="14"/>
                </a:cubicBezTo>
                <a:cubicBezTo>
                  <a:pt x="12" y="14"/>
                  <a:pt x="12" y="14"/>
                  <a:pt x="12" y="14"/>
                </a:cubicBezTo>
                <a:cubicBezTo>
                  <a:pt x="12" y="14"/>
                  <a:pt x="12" y="14"/>
                  <a:pt x="12" y="14"/>
                </a:cubicBezTo>
                <a:cubicBezTo>
                  <a:pt x="12" y="13"/>
                  <a:pt x="12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6" y="13"/>
                  <a:pt x="16" y="13"/>
                  <a:pt x="16" y="14"/>
                </a:cubicBezTo>
                <a:cubicBezTo>
                  <a:pt x="16" y="14"/>
                  <a:pt x="16" y="14"/>
                  <a:pt x="16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3"/>
                  <a:pt x="17" y="13"/>
                  <a:pt x="18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3"/>
                  <a:pt x="19" y="13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1" y="13"/>
                  <a:pt x="21" y="13"/>
                  <a:pt x="21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7"/>
                </a:move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7"/>
                  <a:pt x="2" y="7"/>
                  <a:pt x="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6"/>
                  <a:pt x="12" y="6"/>
                  <a:pt x="12" y="6"/>
                </a:cubicBezTo>
                <a:cubicBezTo>
                  <a:pt x="12" y="5"/>
                  <a:pt x="12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6"/>
                </a:cubicBezTo>
                <a:cubicBezTo>
                  <a:pt x="13" y="7"/>
                  <a:pt x="13" y="7"/>
                  <a:pt x="13" y="7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6"/>
                  <a:pt x="14" y="6"/>
                  <a:pt x="14" y="6"/>
                </a:cubicBezTo>
                <a:cubicBezTo>
                  <a:pt x="14" y="5"/>
                  <a:pt x="15" y="5"/>
                  <a:pt x="15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6" y="5"/>
                  <a:pt x="16" y="5"/>
                  <a:pt x="16" y="6"/>
                </a:cubicBezTo>
                <a:cubicBezTo>
                  <a:pt x="16" y="7"/>
                  <a:pt x="16" y="7"/>
                  <a:pt x="1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6"/>
                  <a:pt x="17" y="6"/>
                  <a:pt x="17" y="6"/>
                </a:cubicBezTo>
                <a:cubicBezTo>
                  <a:pt x="17" y="5"/>
                  <a:pt x="17" y="5"/>
                  <a:pt x="18" y="5"/>
                </a:cubicBezTo>
                <a:cubicBezTo>
                  <a:pt x="18" y="5"/>
                  <a:pt x="18" y="5"/>
                  <a:pt x="18" y="5"/>
                </a:cubicBezTo>
                <a:cubicBezTo>
                  <a:pt x="18" y="5"/>
                  <a:pt x="19" y="5"/>
                  <a:pt x="19" y="6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5"/>
                  <a:pt x="20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1" y="5"/>
                  <a:pt x="21" y="5"/>
                  <a:pt x="21" y="6"/>
                </a:cubicBezTo>
                <a:cubicBezTo>
                  <a:pt x="21" y="7"/>
                  <a:pt x="21" y="7"/>
                  <a:pt x="21" y="7"/>
                </a:cubicBezTo>
                <a:lnTo>
                  <a:pt x="22" y="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2" name="Freeform 238">
            <a:extLst>
              <a:ext uri="{FF2B5EF4-FFF2-40B4-BE49-F238E27FC236}">
                <a16:creationId xmlns:a16="http://schemas.microsoft.com/office/drawing/2014/main" id="{07533776-51EF-EDCD-18CF-92F42611F461}"/>
              </a:ext>
            </a:extLst>
          </p:cNvPr>
          <p:cNvSpPr>
            <a:spLocks noEditPoints="1"/>
          </p:cNvSpPr>
          <p:nvPr/>
        </p:nvSpPr>
        <p:spPr bwMode="auto">
          <a:xfrm>
            <a:off x="7427316" y="3724164"/>
            <a:ext cx="394532" cy="325761"/>
          </a:xfrm>
          <a:custGeom>
            <a:avLst/>
            <a:gdLst>
              <a:gd name="T0" fmla="*/ 6 w 41"/>
              <a:gd name="T1" fmla="*/ 13 h 34"/>
              <a:gd name="T2" fmla="*/ 0 w 41"/>
              <a:gd name="T3" fmla="*/ 2 h 34"/>
              <a:gd name="T4" fmla="*/ 16 w 41"/>
              <a:gd name="T5" fmla="*/ 31 h 34"/>
              <a:gd name="T6" fmla="*/ 27 w 41"/>
              <a:gd name="T7" fmla="*/ 32 h 34"/>
              <a:gd name="T8" fmla="*/ 35 w 41"/>
              <a:gd name="T9" fmla="*/ 31 h 34"/>
              <a:gd name="T10" fmla="*/ 36 w 41"/>
              <a:gd name="T11" fmla="*/ 29 h 34"/>
              <a:gd name="T12" fmla="*/ 36 w 41"/>
              <a:gd name="T13" fmla="*/ 12 h 34"/>
              <a:gd name="T14" fmla="*/ 39 w 41"/>
              <a:gd name="T15" fmla="*/ 6 h 34"/>
              <a:gd name="T16" fmla="*/ 27 w 41"/>
              <a:gd name="T17" fmla="*/ 2 h 34"/>
              <a:gd name="T18" fmla="*/ 22 w 41"/>
              <a:gd name="T19" fmla="*/ 29 h 34"/>
              <a:gd name="T20" fmla="*/ 21 w 41"/>
              <a:gd name="T21" fmla="*/ 28 h 34"/>
              <a:gd name="T22" fmla="*/ 22 w 41"/>
              <a:gd name="T23" fmla="*/ 28 h 34"/>
              <a:gd name="T24" fmla="*/ 29 w 41"/>
              <a:gd name="T25" fmla="*/ 23 h 34"/>
              <a:gd name="T26" fmla="*/ 29 w 41"/>
              <a:gd name="T27" fmla="*/ 28 h 34"/>
              <a:gd name="T28" fmla="*/ 34 w 41"/>
              <a:gd name="T29" fmla="*/ 24 h 34"/>
              <a:gd name="T30" fmla="*/ 33 w 41"/>
              <a:gd name="T31" fmla="*/ 27 h 34"/>
              <a:gd name="T32" fmla="*/ 33 w 41"/>
              <a:gd name="T33" fmla="*/ 22 h 34"/>
              <a:gd name="T34" fmla="*/ 34 w 41"/>
              <a:gd name="T35" fmla="*/ 22 h 34"/>
              <a:gd name="T36" fmla="*/ 27 w 41"/>
              <a:gd name="T37" fmla="*/ 27 h 34"/>
              <a:gd name="T38" fmla="*/ 22 w 41"/>
              <a:gd name="T39" fmla="*/ 27 h 34"/>
              <a:gd name="T40" fmla="*/ 24 w 41"/>
              <a:gd name="T41" fmla="*/ 27 h 34"/>
              <a:gd name="T42" fmla="*/ 24 w 41"/>
              <a:gd name="T43" fmla="*/ 22 h 34"/>
              <a:gd name="T44" fmla="*/ 19 w 41"/>
              <a:gd name="T45" fmla="*/ 21 h 34"/>
              <a:gd name="T46" fmla="*/ 7 w 41"/>
              <a:gd name="T47" fmla="*/ 22 h 34"/>
              <a:gd name="T48" fmla="*/ 12 w 41"/>
              <a:gd name="T49" fmla="*/ 22 h 34"/>
              <a:gd name="T50" fmla="*/ 14 w 41"/>
              <a:gd name="T51" fmla="*/ 22 h 34"/>
              <a:gd name="T52" fmla="*/ 19 w 41"/>
              <a:gd name="T53" fmla="*/ 22 h 34"/>
              <a:gd name="T54" fmla="*/ 19 w 41"/>
              <a:gd name="T55" fmla="*/ 24 h 34"/>
              <a:gd name="T56" fmla="*/ 19 w 41"/>
              <a:gd name="T57" fmla="*/ 27 h 34"/>
              <a:gd name="T58" fmla="*/ 19 w 41"/>
              <a:gd name="T59" fmla="*/ 22 h 34"/>
              <a:gd name="T60" fmla="*/ 12 w 41"/>
              <a:gd name="T61" fmla="*/ 23 h 34"/>
              <a:gd name="T62" fmla="*/ 9 w 41"/>
              <a:gd name="T63" fmla="*/ 25 h 34"/>
              <a:gd name="T64" fmla="*/ 9 w 41"/>
              <a:gd name="T65" fmla="*/ 27 h 34"/>
              <a:gd name="T66" fmla="*/ 7 w 41"/>
              <a:gd name="T67" fmla="*/ 22 h 34"/>
              <a:gd name="T68" fmla="*/ 34 w 41"/>
              <a:gd name="T69" fmla="*/ 20 h 34"/>
              <a:gd name="T70" fmla="*/ 22 w 41"/>
              <a:gd name="T71" fmla="*/ 20 h 34"/>
              <a:gd name="T72" fmla="*/ 27 w 41"/>
              <a:gd name="T73" fmla="*/ 19 h 34"/>
              <a:gd name="T74" fmla="*/ 29 w 41"/>
              <a:gd name="T75" fmla="*/ 14 h 34"/>
              <a:gd name="T76" fmla="*/ 34 w 41"/>
              <a:gd name="T77" fmla="*/ 19 h 34"/>
              <a:gd name="T78" fmla="*/ 33 w 41"/>
              <a:gd name="T79" fmla="*/ 16 h 34"/>
              <a:gd name="T80" fmla="*/ 33 w 41"/>
              <a:gd name="T81" fmla="*/ 19 h 34"/>
              <a:gd name="T82" fmla="*/ 33 w 41"/>
              <a:gd name="T83" fmla="*/ 13 h 34"/>
              <a:gd name="T84" fmla="*/ 33 w 41"/>
              <a:gd name="T85" fmla="*/ 13 h 34"/>
              <a:gd name="T86" fmla="*/ 23 w 41"/>
              <a:gd name="T87" fmla="*/ 15 h 34"/>
              <a:gd name="T88" fmla="*/ 22 w 41"/>
              <a:gd name="T89" fmla="*/ 18 h 34"/>
              <a:gd name="T90" fmla="*/ 24 w 41"/>
              <a:gd name="T91" fmla="*/ 13 h 34"/>
              <a:gd name="T92" fmla="*/ 24 w 41"/>
              <a:gd name="T93" fmla="*/ 13 h 34"/>
              <a:gd name="T94" fmla="*/ 7 w 41"/>
              <a:gd name="T95" fmla="*/ 18 h 34"/>
              <a:gd name="T96" fmla="*/ 14 w 41"/>
              <a:gd name="T97" fmla="*/ 14 h 34"/>
              <a:gd name="T98" fmla="*/ 20 w 41"/>
              <a:gd name="T99" fmla="*/ 13 h 34"/>
              <a:gd name="T100" fmla="*/ 19 w 41"/>
              <a:gd name="T101" fmla="*/ 15 h 34"/>
              <a:gd name="T102" fmla="*/ 19 w 41"/>
              <a:gd name="T103" fmla="*/ 18 h 34"/>
              <a:gd name="T104" fmla="*/ 18 w 41"/>
              <a:gd name="T105" fmla="*/ 13 h 34"/>
              <a:gd name="T106" fmla="*/ 18 w 41"/>
              <a:gd name="T107" fmla="*/ 13 h 34"/>
              <a:gd name="T108" fmla="*/ 12 w 41"/>
              <a:gd name="T109" fmla="*/ 18 h 34"/>
              <a:gd name="T110" fmla="*/ 9 w 41"/>
              <a:gd name="T111" fmla="*/ 18 h 34"/>
              <a:gd name="T112" fmla="*/ 9 w 41"/>
              <a:gd name="T113" fmla="*/ 18 h 34"/>
              <a:gd name="T114" fmla="*/ 7 w 41"/>
              <a:gd name="T115" fmla="*/ 1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1" h="34">
                <a:moveTo>
                  <a:pt x="7" y="20"/>
                </a:move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9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2"/>
                  <a:pt x="20" y="12"/>
                  <a:pt x="19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6" y="12"/>
                  <a:pt x="6" y="12"/>
                  <a:pt x="6" y="13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9"/>
                  <a:pt x="6" y="20"/>
                  <a:pt x="7" y="20"/>
                </a:cubicBezTo>
                <a:close/>
                <a:moveTo>
                  <a:pt x="41" y="3"/>
                </a:moveTo>
                <a:cubicBezTo>
                  <a:pt x="41" y="3"/>
                  <a:pt x="41" y="2"/>
                  <a:pt x="41" y="2"/>
                </a:cubicBezTo>
                <a:cubicBezTo>
                  <a:pt x="41" y="1"/>
                  <a:pt x="40" y="0"/>
                  <a:pt x="39" y="0"/>
                </a:cubicBezTo>
                <a:cubicBezTo>
                  <a:pt x="26" y="0"/>
                  <a:pt x="15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2"/>
                  <a:pt x="0" y="3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15" y="5"/>
                  <a:pt x="26" y="5"/>
                  <a:pt x="39" y="5"/>
                </a:cubicBezTo>
                <a:cubicBezTo>
                  <a:pt x="40" y="5"/>
                  <a:pt x="41" y="4"/>
                  <a:pt x="41" y="3"/>
                </a:cubicBezTo>
                <a:close/>
                <a:moveTo>
                  <a:pt x="14" y="32"/>
                </a:moveTo>
                <a:cubicBezTo>
                  <a:pt x="14" y="32"/>
                  <a:pt x="14" y="31"/>
                  <a:pt x="14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33"/>
                  <a:pt x="16" y="33"/>
                  <a:pt x="16" y="33"/>
                </a:cubicBezTo>
                <a:cubicBezTo>
                  <a:pt x="19" y="33"/>
                  <a:pt x="22" y="33"/>
                  <a:pt x="25" y="33"/>
                </a:cubicBezTo>
                <a:cubicBezTo>
                  <a:pt x="25" y="33"/>
                  <a:pt x="26" y="33"/>
                  <a:pt x="26" y="32"/>
                </a:cubicBezTo>
                <a:cubicBezTo>
                  <a:pt x="26" y="31"/>
                  <a:pt x="26" y="31"/>
                  <a:pt x="26" y="31"/>
                </a:cubicBezTo>
                <a:cubicBezTo>
                  <a:pt x="27" y="31"/>
                  <a:pt x="27" y="31"/>
                  <a:pt x="27" y="31"/>
                </a:cubicBezTo>
                <a:cubicBezTo>
                  <a:pt x="27" y="32"/>
                  <a:pt x="27" y="32"/>
                  <a:pt x="27" y="32"/>
                </a:cubicBezTo>
                <a:cubicBezTo>
                  <a:pt x="27" y="33"/>
                  <a:pt x="26" y="34"/>
                  <a:pt x="25" y="34"/>
                </a:cubicBezTo>
                <a:cubicBezTo>
                  <a:pt x="22" y="34"/>
                  <a:pt x="19" y="34"/>
                  <a:pt x="16" y="34"/>
                </a:cubicBezTo>
                <a:cubicBezTo>
                  <a:pt x="15" y="34"/>
                  <a:pt x="14" y="33"/>
                  <a:pt x="14" y="32"/>
                </a:cubicBezTo>
                <a:close/>
                <a:moveTo>
                  <a:pt x="35" y="10"/>
                </a:moveTo>
                <a:cubicBezTo>
                  <a:pt x="36" y="10"/>
                  <a:pt x="37" y="11"/>
                  <a:pt x="37" y="12"/>
                </a:cubicBezTo>
                <a:cubicBezTo>
                  <a:pt x="37" y="28"/>
                  <a:pt x="37" y="28"/>
                  <a:pt x="37" y="28"/>
                </a:cubicBezTo>
                <a:cubicBezTo>
                  <a:pt x="37" y="30"/>
                  <a:pt x="36" y="31"/>
                  <a:pt x="35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5" y="31"/>
                  <a:pt x="4" y="30"/>
                  <a:pt x="4" y="28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11"/>
                  <a:pt x="5" y="10"/>
                  <a:pt x="6" y="10"/>
                </a:cubicBezTo>
                <a:cubicBezTo>
                  <a:pt x="35" y="10"/>
                  <a:pt x="35" y="10"/>
                  <a:pt x="35" y="10"/>
                </a:cubicBezTo>
                <a:close/>
                <a:moveTo>
                  <a:pt x="36" y="12"/>
                </a:moveTo>
                <a:cubicBezTo>
                  <a:pt x="36" y="29"/>
                  <a:pt x="36" y="29"/>
                  <a:pt x="36" y="29"/>
                </a:cubicBezTo>
                <a:cubicBezTo>
                  <a:pt x="36" y="29"/>
                  <a:pt x="36" y="30"/>
                  <a:pt x="35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5" y="29"/>
                  <a:pt x="5" y="29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1"/>
                  <a:pt x="6" y="11"/>
                  <a:pt x="6" y="11"/>
                </a:cubicBezTo>
                <a:cubicBezTo>
                  <a:pt x="35" y="11"/>
                  <a:pt x="35" y="11"/>
                  <a:pt x="35" y="11"/>
                </a:cubicBezTo>
                <a:cubicBezTo>
                  <a:pt x="36" y="11"/>
                  <a:pt x="36" y="11"/>
                  <a:pt x="36" y="12"/>
                </a:cubicBezTo>
                <a:close/>
                <a:moveTo>
                  <a:pt x="6" y="9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5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7" y="9"/>
                  <a:pt x="7" y="9"/>
                  <a:pt x="7" y="9"/>
                </a:cubicBezTo>
                <a:cubicBezTo>
                  <a:pt x="7" y="9"/>
                  <a:pt x="6" y="9"/>
                  <a:pt x="6" y="9"/>
                </a:cubicBezTo>
                <a:close/>
                <a:moveTo>
                  <a:pt x="15" y="2"/>
                </a:moveTo>
                <a:cubicBezTo>
                  <a:pt x="26" y="2"/>
                  <a:pt x="26" y="2"/>
                  <a:pt x="26" y="2"/>
                </a:cubicBezTo>
                <a:cubicBezTo>
                  <a:pt x="27" y="2"/>
                  <a:pt x="27" y="2"/>
                  <a:pt x="27" y="2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3"/>
                  <a:pt x="27" y="3"/>
                  <a:pt x="26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4" y="3"/>
                  <a:pt x="14" y="3"/>
                </a:cubicBezTo>
                <a:cubicBezTo>
                  <a:pt x="14" y="2"/>
                  <a:pt x="14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lose/>
                <a:moveTo>
                  <a:pt x="22" y="29"/>
                </a:moveTo>
                <a:cubicBezTo>
                  <a:pt x="34" y="29"/>
                  <a:pt x="34" y="29"/>
                  <a:pt x="34" y="29"/>
                </a:cubicBezTo>
                <a:cubicBezTo>
                  <a:pt x="35" y="29"/>
                  <a:pt x="36" y="28"/>
                  <a:pt x="36" y="28"/>
                </a:cubicBezTo>
                <a:cubicBezTo>
                  <a:pt x="36" y="22"/>
                  <a:pt x="36" y="22"/>
                  <a:pt x="36" y="22"/>
                </a:cubicBezTo>
                <a:cubicBezTo>
                  <a:pt x="36" y="21"/>
                  <a:pt x="35" y="21"/>
                  <a:pt x="34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2" y="21"/>
                  <a:pt x="21" y="21"/>
                  <a:pt x="21" y="22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8"/>
                  <a:pt x="22" y="29"/>
                  <a:pt x="22" y="29"/>
                </a:cubicBezTo>
                <a:close/>
                <a:moveTo>
                  <a:pt x="27" y="22"/>
                </a:moveTo>
                <a:cubicBezTo>
                  <a:pt x="27" y="22"/>
                  <a:pt x="27" y="22"/>
                  <a:pt x="27" y="22"/>
                </a:cubicBezTo>
                <a:cubicBezTo>
                  <a:pt x="25" y="22"/>
                  <a:pt x="24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4"/>
                  <a:pt x="22" y="26"/>
                  <a:pt x="22" y="27"/>
                </a:cubicBezTo>
                <a:cubicBezTo>
                  <a:pt x="22" y="27"/>
                  <a:pt x="22" y="28"/>
                  <a:pt x="22" y="28"/>
                </a:cubicBezTo>
                <a:cubicBezTo>
                  <a:pt x="24" y="28"/>
                  <a:pt x="25" y="28"/>
                  <a:pt x="27" y="28"/>
                </a:cubicBezTo>
                <a:cubicBezTo>
                  <a:pt x="27" y="27"/>
                  <a:pt x="27" y="27"/>
                  <a:pt x="27" y="27"/>
                </a:cubicBezTo>
                <a:cubicBezTo>
                  <a:pt x="26" y="27"/>
                  <a:pt x="26" y="26"/>
                  <a:pt x="26" y="25"/>
                </a:cubicBezTo>
                <a:cubicBezTo>
                  <a:pt x="26" y="23"/>
                  <a:pt x="26" y="22"/>
                  <a:pt x="27" y="22"/>
                </a:cubicBezTo>
                <a:close/>
                <a:moveTo>
                  <a:pt x="29" y="27"/>
                </a:moveTo>
                <a:cubicBezTo>
                  <a:pt x="30" y="26"/>
                  <a:pt x="30" y="25"/>
                  <a:pt x="30" y="25"/>
                </a:cubicBezTo>
                <a:cubicBezTo>
                  <a:pt x="30" y="24"/>
                  <a:pt x="30" y="23"/>
                  <a:pt x="29" y="23"/>
                </a:cubicBezTo>
                <a:cubicBezTo>
                  <a:pt x="29" y="23"/>
                  <a:pt x="29" y="23"/>
                  <a:pt x="29" y="23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9" y="27"/>
                  <a:pt x="29" y="27"/>
                </a:cubicBezTo>
                <a:close/>
                <a:moveTo>
                  <a:pt x="29" y="22"/>
                </a:moveTo>
                <a:cubicBezTo>
                  <a:pt x="30" y="22"/>
                  <a:pt x="31" y="23"/>
                  <a:pt x="31" y="25"/>
                </a:cubicBezTo>
                <a:cubicBezTo>
                  <a:pt x="31" y="26"/>
                  <a:pt x="30" y="27"/>
                  <a:pt x="29" y="27"/>
                </a:cubicBezTo>
                <a:cubicBezTo>
                  <a:pt x="29" y="28"/>
                  <a:pt x="29" y="28"/>
                  <a:pt x="29" y="28"/>
                </a:cubicBezTo>
                <a:cubicBezTo>
                  <a:pt x="31" y="28"/>
                  <a:pt x="33" y="28"/>
                  <a:pt x="34" y="28"/>
                </a:cubicBezTo>
                <a:cubicBezTo>
                  <a:pt x="35" y="28"/>
                  <a:pt x="35" y="27"/>
                  <a:pt x="35" y="27"/>
                </a:cubicBezTo>
                <a:cubicBezTo>
                  <a:pt x="35" y="26"/>
                  <a:pt x="35" y="24"/>
                  <a:pt x="35" y="22"/>
                </a:cubicBezTo>
                <a:cubicBezTo>
                  <a:pt x="35" y="22"/>
                  <a:pt x="35" y="22"/>
                  <a:pt x="34" y="22"/>
                </a:cubicBezTo>
                <a:cubicBezTo>
                  <a:pt x="33" y="22"/>
                  <a:pt x="31" y="22"/>
                  <a:pt x="29" y="22"/>
                </a:cubicBezTo>
                <a:cubicBezTo>
                  <a:pt x="29" y="22"/>
                  <a:pt x="29" y="22"/>
                  <a:pt x="29" y="22"/>
                </a:cubicBezTo>
                <a:close/>
                <a:moveTo>
                  <a:pt x="34" y="24"/>
                </a:moveTo>
                <a:cubicBezTo>
                  <a:pt x="33" y="24"/>
                  <a:pt x="33" y="24"/>
                  <a:pt x="33" y="25"/>
                </a:cubicBezTo>
                <a:cubicBezTo>
                  <a:pt x="33" y="25"/>
                  <a:pt x="33" y="25"/>
                  <a:pt x="34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4"/>
                  <a:pt x="34" y="24"/>
                  <a:pt x="34" y="24"/>
                </a:cubicBezTo>
                <a:close/>
                <a:moveTo>
                  <a:pt x="33" y="27"/>
                </a:moveTo>
                <a:cubicBezTo>
                  <a:pt x="33" y="27"/>
                  <a:pt x="33" y="27"/>
                  <a:pt x="33" y="27"/>
                </a:cubicBezTo>
                <a:cubicBezTo>
                  <a:pt x="33" y="27"/>
                  <a:pt x="33" y="27"/>
                  <a:pt x="33" y="27"/>
                </a:cubicBezTo>
                <a:cubicBezTo>
                  <a:pt x="33" y="27"/>
                  <a:pt x="33" y="27"/>
                  <a:pt x="33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7"/>
                  <a:pt x="34" y="27"/>
                  <a:pt x="34" y="27"/>
                </a:cubicBezTo>
                <a:cubicBezTo>
                  <a:pt x="33" y="27"/>
                  <a:pt x="33" y="27"/>
                  <a:pt x="33" y="27"/>
                </a:cubicBezTo>
                <a:close/>
                <a:moveTo>
                  <a:pt x="33" y="22"/>
                </a:moveTo>
                <a:cubicBezTo>
                  <a:pt x="33" y="22"/>
                  <a:pt x="33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2"/>
                  <a:pt x="34" y="22"/>
                  <a:pt x="34" y="22"/>
                </a:cubicBezTo>
                <a:cubicBezTo>
                  <a:pt x="33" y="22"/>
                  <a:pt x="33" y="22"/>
                  <a:pt x="33" y="22"/>
                </a:cubicBezTo>
                <a:close/>
                <a:moveTo>
                  <a:pt x="27" y="27"/>
                </a:moveTo>
                <a:cubicBezTo>
                  <a:pt x="27" y="27"/>
                  <a:pt x="27" y="27"/>
                  <a:pt x="27" y="27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3"/>
                  <a:pt x="26" y="24"/>
                  <a:pt x="26" y="25"/>
                </a:cubicBezTo>
                <a:cubicBezTo>
                  <a:pt x="26" y="25"/>
                  <a:pt x="27" y="26"/>
                  <a:pt x="27" y="27"/>
                </a:cubicBezTo>
                <a:close/>
                <a:moveTo>
                  <a:pt x="23" y="24"/>
                </a:moveTo>
                <a:cubicBezTo>
                  <a:pt x="23" y="24"/>
                  <a:pt x="22" y="24"/>
                  <a:pt x="22" y="25"/>
                </a:cubicBezTo>
                <a:cubicBezTo>
                  <a:pt x="22" y="25"/>
                  <a:pt x="23" y="25"/>
                  <a:pt x="23" y="25"/>
                </a:cubicBezTo>
                <a:cubicBezTo>
                  <a:pt x="23" y="25"/>
                  <a:pt x="24" y="25"/>
                  <a:pt x="24" y="25"/>
                </a:cubicBezTo>
                <a:cubicBezTo>
                  <a:pt x="24" y="24"/>
                  <a:pt x="23" y="24"/>
                  <a:pt x="23" y="24"/>
                </a:cubicBezTo>
                <a:close/>
                <a:moveTo>
                  <a:pt x="24" y="27"/>
                </a:moveTo>
                <a:cubicBezTo>
                  <a:pt x="22" y="27"/>
                  <a:pt x="22" y="27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7"/>
                  <a:pt x="24" y="27"/>
                  <a:pt x="24" y="27"/>
                </a:cubicBezTo>
                <a:close/>
                <a:moveTo>
                  <a:pt x="24" y="22"/>
                </a:move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2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2"/>
                  <a:pt x="24" y="22"/>
                  <a:pt x="24" y="22"/>
                </a:cubicBezTo>
                <a:close/>
                <a:moveTo>
                  <a:pt x="7" y="29"/>
                </a:moveTo>
                <a:cubicBezTo>
                  <a:pt x="19" y="29"/>
                  <a:pt x="19" y="29"/>
                  <a:pt x="19" y="29"/>
                </a:cubicBezTo>
                <a:cubicBezTo>
                  <a:pt x="20" y="29"/>
                  <a:pt x="20" y="28"/>
                  <a:pt x="20" y="28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1"/>
                  <a:pt x="20" y="21"/>
                  <a:pt x="19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6" y="21"/>
                  <a:pt x="6" y="21"/>
                  <a:pt x="6" y="22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9"/>
                  <a:pt x="7" y="29"/>
                </a:cubicBezTo>
                <a:close/>
                <a:moveTo>
                  <a:pt x="12" y="22"/>
                </a:moveTo>
                <a:cubicBezTo>
                  <a:pt x="12" y="22"/>
                  <a:pt x="12" y="22"/>
                  <a:pt x="12" y="22"/>
                </a:cubicBezTo>
                <a:cubicBezTo>
                  <a:pt x="10" y="22"/>
                  <a:pt x="9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4"/>
                  <a:pt x="7" y="26"/>
                  <a:pt x="7" y="27"/>
                </a:cubicBezTo>
                <a:cubicBezTo>
                  <a:pt x="7" y="27"/>
                  <a:pt x="7" y="28"/>
                  <a:pt x="7" y="28"/>
                </a:cubicBezTo>
                <a:cubicBezTo>
                  <a:pt x="9" y="28"/>
                  <a:pt x="10" y="28"/>
                  <a:pt x="12" y="28"/>
                </a:cubicBezTo>
                <a:cubicBezTo>
                  <a:pt x="12" y="27"/>
                  <a:pt x="12" y="27"/>
                  <a:pt x="12" y="27"/>
                </a:cubicBezTo>
                <a:cubicBezTo>
                  <a:pt x="11" y="27"/>
                  <a:pt x="11" y="26"/>
                  <a:pt x="11" y="25"/>
                </a:cubicBezTo>
                <a:cubicBezTo>
                  <a:pt x="11" y="23"/>
                  <a:pt x="11" y="22"/>
                  <a:pt x="12" y="22"/>
                </a:cubicBezTo>
                <a:close/>
                <a:moveTo>
                  <a:pt x="14" y="27"/>
                </a:moveTo>
                <a:cubicBezTo>
                  <a:pt x="15" y="26"/>
                  <a:pt x="15" y="25"/>
                  <a:pt x="15" y="25"/>
                </a:cubicBezTo>
                <a:cubicBezTo>
                  <a:pt x="15" y="24"/>
                  <a:pt x="15" y="23"/>
                  <a:pt x="1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7"/>
                  <a:pt x="14" y="27"/>
                  <a:pt x="14" y="27"/>
                </a:cubicBezTo>
                <a:cubicBezTo>
                  <a:pt x="14" y="27"/>
                  <a:pt x="14" y="27"/>
                  <a:pt x="14" y="27"/>
                </a:cubicBezTo>
                <a:close/>
                <a:moveTo>
                  <a:pt x="14" y="22"/>
                </a:moveTo>
                <a:cubicBezTo>
                  <a:pt x="15" y="22"/>
                  <a:pt x="16" y="23"/>
                  <a:pt x="16" y="25"/>
                </a:cubicBezTo>
                <a:cubicBezTo>
                  <a:pt x="16" y="26"/>
                  <a:pt x="15" y="27"/>
                  <a:pt x="14" y="27"/>
                </a:cubicBezTo>
                <a:cubicBezTo>
                  <a:pt x="14" y="28"/>
                  <a:pt x="14" y="28"/>
                  <a:pt x="14" y="28"/>
                </a:cubicBezTo>
                <a:cubicBezTo>
                  <a:pt x="16" y="28"/>
                  <a:pt x="18" y="28"/>
                  <a:pt x="19" y="28"/>
                </a:cubicBezTo>
                <a:cubicBezTo>
                  <a:pt x="20" y="28"/>
                  <a:pt x="20" y="27"/>
                  <a:pt x="20" y="27"/>
                </a:cubicBezTo>
                <a:cubicBezTo>
                  <a:pt x="20" y="26"/>
                  <a:pt x="20" y="24"/>
                  <a:pt x="20" y="22"/>
                </a:cubicBezTo>
                <a:cubicBezTo>
                  <a:pt x="20" y="22"/>
                  <a:pt x="20" y="22"/>
                  <a:pt x="19" y="22"/>
                </a:cubicBezTo>
                <a:cubicBezTo>
                  <a:pt x="18" y="22"/>
                  <a:pt x="16" y="22"/>
                  <a:pt x="14" y="22"/>
                </a:cubicBezTo>
                <a:cubicBezTo>
                  <a:pt x="14" y="22"/>
                  <a:pt x="14" y="22"/>
                  <a:pt x="14" y="22"/>
                </a:cubicBezTo>
                <a:close/>
                <a:moveTo>
                  <a:pt x="19" y="24"/>
                </a:moveTo>
                <a:cubicBezTo>
                  <a:pt x="18" y="24"/>
                  <a:pt x="18" y="24"/>
                  <a:pt x="18" y="25"/>
                </a:cubicBezTo>
                <a:cubicBezTo>
                  <a:pt x="18" y="25"/>
                  <a:pt x="18" y="25"/>
                  <a:pt x="19" y="25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lose/>
                <a:moveTo>
                  <a:pt x="18" y="27"/>
                </a:move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8" y="27"/>
                  <a:pt x="18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8" y="27"/>
                  <a:pt x="18" y="27"/>
                  <a:pt x="18" y="27"/>
                </a:cubicBezTo>
                <a:close/>
                <a:moveTo>
                  <a:pt x="18" y="22"/>
                </a:moveTo>
                <a:cubicBezTo>
                  <a:pt x="18" y="22"/>
                  <a:pt x="18" y="22"/>
                  <a:pt x="18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8" y="22"/>
                  <a:pt x="18" y="22"/>
                  <a:pt x="18" y="22"/>
                </a:cubicBezTo>
                <a:close/>
                <a:moveTo>
                  <a:pt x="12" y="27"/>
                </a:moveTo>
                <a:cubicBezTo>
                  <a:pt x="12" y="27"/>
                  <a:pt x="12" y="27"/>
                  <a:pt x="12" y="27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3"/>
                  <a:pt x="11" y="24"/>
                  <a:pt x="11" y="25"/>
                </a:cubicBezTo>
                <a:cubicBezTo>
                  <a:pt x="11" y="25"/>
                  <a:pt x="12" y="26"/>
                  <a:pt x="12" y="27"/>
                </a:cubicBezTo>
                <a:close/>
                <a:moveTo>
                  <a:pt x="8" y="24"/>
                </a:moveTo>
                <a:cubicBezTo>
                  <a:pt x="8" y="24"/>
                  <a:pt x="7" y="24"/>
                  <a:pt x="7" y="25"/>
                </a:cubicBezTo>
                <a:cubicBezTo>
                  <a:pt x="7" y="25"/>
                  <a:pt x="8" y="25"/>
                  <a:pt x="8" y="25"/>
                </a:cubicBezTo>
                <a:cubicBezTo>
                  <a:pt x="8" y="25"/>
                  <a:pt x="9" y="25"/>
                  <a:pt x="9" y="25"/>
                </a:cubicBezTo>
                <a:cubicBezTo>
                  <a:pt x="9" y="24"/>
                  <a:pt x="8" y="24"/>
                  <a:pt x="8" y="24"/>
                </a:cubicBezTo>
                <a:close/>
                <a:moveTo>
                  <a:pt x="9" y="27"/>
                </a:move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lose/>
                <a:moveTo>
                  <a:pt x="9" y="22"/>
                </a:move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lose/>
                <a:moveTo>
                  <a:pt x="22" y="20"/>
                </a:moveTo>
                <a:cubicBezTo>
                  <a:pt x="34" y="20"/>
                  <a:pt x="34" y="20"/>
                  <a:pt x="34" y="20"/>
                </a:cubicBezTo>
                <a:cubicBezTo>
                  <a:pt x="35" y="20"/>
                  <a:pt x="36" y="19"/>
                  <a:pt x="36" y="19"/>
                </a:cubicBezTo>
                <a:cubicBezTo>
                  <a:pt x="36" y="13"/>
                  <a:pt x="36" y="13"/>
                  <a:pt x="36" y="13"/>
                </a:cubicBezTo>
                <a:cubicBezTo>
                  <a:pt x="36" y="12"/>
                  <a:pt x="35" y="12"/>
                  <a:pt x="34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2"/>
                  <a:pt x="21" y="12"/>
                  <a:pt x="21" y="13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2" y="20"/>
                  <a:pt x="22" y="20"/>
                </a:cubicBezTo>
                <a:close/>
                <a:moveTo>
                  <a:pt x="27" y="13"/>
                </a:moveTo>
                <a:cubicBezTo>
                  <a:pt x="27" y="13"/>
                  <a:pt x="27" y="13"/>
                  <a:pt x="27" y="13"/>
                </a:cubicBezTo>
                <a:cubicBezTo>
                  <a:pt x="25" y="13"/>
                  <a:pt x="24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5"/>
                  <a:pt x="22" y="17"/>
                  <a:pt x="22" y="18"/>
                </a:cubicBezTo>
                <a:cubicBezTo>
                  <a:pt x="22" y="19"/>
                  <a:pt x="22" y="19"/>
                  <a:pt x="22" y="19"/>
                </a:cubicBezTo>
                <a:cubicBezTo>
                  <a:pt x="24" y="19"/>
                  <a:pt x="25" y="19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6" y="18"/>
                  <a:pt x="26" y="17"/>
                  <a:pt x="26" y="16"/>
                </a:cubicBezTo>
                <a:cubicBezTo>
                  <a:pt x="26" y="15"/>
                  <a:pt x="26" y="14"/>
                  <a:pt x="27" y="13"/>
                </a:cubicBezTo>
                <a:close/>
                <a:moveTo>
                  <a:pt x="29" y="18"/>
                </a:moveTo>
                <a:cubicBezTo>
                  <a:pt x="30" y="17"/>
                  <a:pt x="30" y="17"/>
                  <a:pt x="30" y="16"/>
                </a:cubicBezTo>
                <a:cubicBezTo>
                  <a:pt x="30" y="15"/>
                  <a:pt x="30" y="14"/>
                  <a:pt x="29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8"/>
                  <a:pt x="29" y="18"/>
                  <a:pt x="29" y="18"/>
                </a:cubicBezTo>
                <a:close/>
                <a:moveTo>
                  <a:pt x="29" y="13"/>
                </a:moveTo>
                <a:cubicBezTo>
                  <a:pt x="30" y="14"/>
                  <a:pt x="31" y="15"/>
                  <a:pt x="31" y="16"/>
                </a:cubicBezTo>
                <a:cubicBezTo>
                  <a:pt x="31" y="17"/>
                  <a:pt x="30" y="18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31" y="19"/>
                  <a:pt x="33" y="19"/>
                  <a:pt x="34" y="19"/>
                </a:cubicBezTo>
                <a:cubicBezTo>
                  <a:pt x="35" y="19"/>
                  <a:pt x="35" y="19"/>
                  <a:pt x="35" y="18"/>
                </a:cubicBezTo>
                <a:cubicBezTo>
                  <a:pt x="35" y="17"/>
                  <a:pt x="35" y="15"/>
                  <a:pt x="35" y="13"/>
                </a:cubicBezTo>
                <a:cubicBezTo>
                  <a:pt x="35" y="13"/>
                  <a:pt x="35" y="13"/>
                  <a:pt x="34" y="13"/>
                </a:cubicBezTo>
                <a:cubicBezTo>
                  <a:pt x="33" y="13"/>
                  <a:pt x="31" y="13"/>
                  <a:pt x="29" y="13"/>
                </a:cubicBezTo>
                <a:cubicBezTo>
                  <a:pt x="29" y="13"/>
                  <a:pt x="29" y="13"/>
                  <a:pt x="29" y="13"/>
                </a:cubicBezTo>
                <a:close/>
                <a:moveTo>
                  <a:pt x="34" y="15"/>
                </a:moveTo>
                <a:cubicBezTo>
                  <a:pt x="33" y="15"/>
                  <a:pt x="33" y="16"/>
                  <a:pt x="33" y="16"/>
                </a:cubicBezTo>
                <a:cubicBezTo>
                  <a:pt x="33" y="16"/>
                  <a:pt x="33" y="16"/>
                  <a:pt x="34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lose/>
                <a:moveTo>
                  <a:pt x="33" y="18"/>
                </a:moveTo>
                <a:cubicBezTo>
                  <a:pt x="33" y="18"/>
                  <a:pt x="33" y="18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3" y="19"/>
                  <a:pt x="33" y="19"/>
                  <a:pt x="33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19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3" y="18"/>
                  <a:pt x="33" y="18"/>
                  <a:pt x="33" y="18"/>
                </a:cubicBezTo>
                <a:close/>
                <a:moveTo>
                  <a:pt x="33" y="13"/>
                </a:moveTo>
                <a:cubicBezTo>
                  <a:pt x="33" y="13"/>
                  <a:pt x="33" y="13"/>
                  <a:pt x="33" y="13"/>
                </a:cubicBezTo>
                <a:cubicBezTo>
                  <a:pt x="33" y="13"/>
                  <a:pt x="33" y="13"/>
                  <a:pt x="33" y="13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4"/>
                  <a:pt x="34" y="14"/>
                  <a:pt x="34" y="14"/>
                </a:cubicBezTo>
                <a:cubicBezTo>
                  <a:pt x="34" y="14"/>
                  <a:pt x="34" y="14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33" y="13"/>
                  <a:pt x="33" y="13"/>
                  <a:pt x="33" y="13"/>
                </a:cubicBezTo>
                <a:close/>
                <a:moveTo>
                  <a:pt x="27" y="18"/>
                </a:moveTo>
                <a:cubicBezTo>
                  <a:pt x="27" y="18"/>
                  <a:pt x="27" y="18"/>
                  <a:pt x="27" y="18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6" y="15"/>
                  <a:pt x="26" y="16"/>
                </a:cubicBezTo>
                <a:cubicBezTo>
                  <a:pt x="26" y="17"/>
                  <a:pt x="27" y="17"/>
                  <a:pt x="27" y="18"/>
                </a:cubicBezTo>
                <a:close/>
                <a:moveTo>
                  <a:pt x="23" y="15"/>
                </a:moveTo>
                <a:cubicBezTo>
                  <a:pt x="23" y="15"/>
                  <a:pt x="22" y="16"/>
                  <a:pt x="22" y="16"/>
                </a:cubicBezTo>
                <a:cubicBezTo>
                  <a:pt x="22" y="16"/>
                  <a:pt x="23" y="16"/>
                  <a:pt x="23" y="16"/>
                </a:cubicBezTo>
                <a:cubicBezTo>
                  <a:pt x="23" y="16"/>
                  <a:pt x="24" y="16"/>
                  <a:pt x="24" y="16"/>
                </a:cubicBezTo>
                <a:cubicBezTo>
                  <a:pt x="24" y="16"/>
                  <a:pt x="23" y="15"/>
                  <a:pt x="23" y="15"/>
                </a:cubicBezTo>
                <a:close/>
                <a:moveTo>
                  <a:pt x="24" y="18"/>
                </a:move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9"/>
                  <a:pt x="22" y="19"/>
                  <a:pt x="22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4" y="19"/>
                  <a:pt x="24" y="18"/>
                </a:cubicBezTo>
                <a:cubicBezTo>
                  <a:pt x="24" y="18"/>
                  <a:pt x="24" y="18"/>
                  <a:pt x="24" y="18"/>
                </a:cubicBezTo>
                <a:cubicBezTo>
                  <a:pt x="24" y="18"/>
                  <a:pt x="24" y="18"/>
                  <a:pt x="24" y="18"/>
                </a:cubicBezTo>
                <a:close/>
                <a:moveTo>
                  <a:pt x="24" y="13"/>
                </a:moveTo>
                <a:cubicBezTo>
                  <a:pt x="22" y="13"/>
                  <a:pt x="22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3"/>
                  <a:pt x="22" y="13"/>
                  <a:pt x="22" y="13"/>
                </a:cubicBezTo>
                <a:cubicBezTo>
                  <a:pt x="22" y="14"/>
                  <a:pt x="22" y="14"/>
                  <a:pt x="22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4"/>
                  <a:pt x="24" y="14"/>
                  <a:pt x="24" y="13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3"/>
                  <a:pt x="24" y="13"/>
                  <a:pt x="24" y="13"/>
                </a:cubicBezTo>
                <a:close/>
                <a:moveTo>
                  <a:pt x="12" y="13"/>
                </a:moveTo>
                <a:cubicBezTo>
                  <a:pt x="11" y="14"/>
                  <a:pt x="11" y="15"/>
                  <a:pt x="11" y="16"/>
                </a:cubicBezTo>
                <a:cubicBezTo>
                  <a:pt x="11" y="17"/>
                  <a:pt x="11" y="18"/>
                  <a:pt x="12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0" y="19"/>
                  <a:pt x="9" y="19"/>
                  <a:pt x="7" y="19"/>
                </a:cubicBezTo>
                <a:cubicBezTo>
                  <a:pt x="7" y="19"/>
                  <a:pt x="7" y="19"/>
                  <a:pt x="7" y="18"/>
                </a:cubicBezTo>
                <a:cubicBezTo>
                  <a:pt x="7" y="17"/>
                  <a:pt x="7" y="15"/>
                  <a:pt x="7" y="13"/>
                </a:cubicBezTo>
                <a:cubicBezTo>
                  <a:pt x="7" y="13"/>
                  <a:pt x="7" y="13"/>
                  <a:pt x="7" y="13"/>
                </a:cubicBezTo>
                <a:cubicBezTo>
                  <a:pt x="9" y="13"/>
                  <a:pt x="10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lose/>
                <a:moveTo>
                  <a:pt x="14" y="18"/>
                </a:moveTo>
                <a:cubicBezTo>
                  <a:pt x="14" y="18"/>
                  <a:pt x="14" y="18"/>
                  <a:pt x="14" y="18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5" y="14"/>
                  <a:pt x="15" y="15"/>
                  <a:pt x="15" y="16"/>
                </a:cubicBezTo>
                <a:cubicBezTo>
                  <a:pt x="15" y="17"/>
                  <a:pt x="15" y="17"/>
                  <a:pt x="14" y="18"/>
                </a:cubicBezTo>
                <a:close/>
                <a:moveTo>
                  <a:pt x="14" y="13"/>
                </a:moveTo>
                <a:cubicBezTo>
                  <a:pt x="14" y="13"/>
                  <a:pt x="14" y="13"/>
                  <a:pt x="14" y="13"/>
                </a:cubicBezTo>
                <a:cubicBezTo>
                  <a:pt x="16" y="13"/>
                  <a:pt x="18" y="13"/>
                  <a:pt x="19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5"/>
                  <a:pt x="20" y="17"/>
                  <a:pt x="20" y="18"/>
                </a:cubicBezTo>
                <a:cubicBezTo>
                  <a:pt x="20" y="19"/>
                  <a:pt x="20" y="19"/>
                  <a:pt x="19" y="19"/>
                </a:cubicBezTo>
                <a:cubicBezTo>
                  <a:pt x="18" y="19"/>
                  <a:pt x="16" y="19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5" y="18"/>
                  <a:pt x="16" y="17"/>
                  <a:pt x="16" y="16"/>
                </a:cubicBezTo>
                <a:cubicBezTo>
                  <a:pt x="16" y="15"/>
                  <a:pt x="15" y="14"/>
                  <a:pt x="14" y="13"/>
                </a:cubicBezTo>
                <a:close/>
                <a:moveTo>
                  <a:pt x="19" y="15"/>
                </a:moveTo>
                <a:cubicBezTo>
                  <a:pt x="19" y="15"/>
                  <a:pt x="19" y="16"/>
                  <a:pt x="19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5"/>
                  <a:pt x="19" y="15"/>
                </a:cubicBezTo>
                <a:close/>
                <a:moveTo>
                  <a:pt x="18" y="18"/>
                </a:move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9"/>
                  <a:pt x="19" y="19"/>
                  <a:pt x="19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8"/>
                  <a:pt x="18" y="18"/>
                  <a:pt x="18" y="18"/>
                </a:cubicBezTo>
                <a:close/>
                <a:moveTo>
                  <a:pt x="18" y="13"/>
                </a:move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19" y="14"/>
                  <a:pt x="19" y="14"/>
                  <a:pt x="19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8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3"/>
                  <a:pt x="18" y="13"/>
                  <a:pt x="18" y="13"/>
                </a:cubicBezTo>
                <a:close/>
                <a:moveTo>
                  <a:pt x="12" y="18"/>
                </a:moveTo>
                <a:cubicBezTo>
                  <a:pt x="12" y="17"/>
                  <a:pt x="11" y="17"/>
                  <a:pt x="11" y="16"/>
                </a:cubicBezTo>
                <a:cubicBezTo>
                  <a:pt x="11" y="15"/>
                  <a:pt x="12" y="14"/>
                  <a:pt x="12" y="14"/>
                </a:cubicBezTo>
                <a:cubicBezTo>
                  <a:pt x="12" y="14"/>
                  <a:pt x="12" y="14"/>
                  <a:pt x="12" y="14"/>
                </a:cubicBezTo>
                <a:cubicBezTo>
                  <a:pt x="12" y="18"/>
                  <a:pt x="12" y="18"/>
                  <a:pt x="12" y="18"/>
                </a:cubicBezTo>
                <a:cubicBezTo>
                  <a:pt x="12" y="18"/>
                  <a:pt x="12" y="18"/>
                  <a:pt x="12" y="18"/>
                </a:cubicBezTo>
                <a:close/>
                <a:moveTo>
                  <a:pt x="8" y="15"/>
                </a:moveTo>
                <a:cubicBezTo>
                  <a:pt x="8" y="15"/>
                  <a:pt x="9" y="16"/>
                  <a:pt x="9" y="16"/>
                </a:cubicBezTo>
                <a:cubicBezTo>
                  <a:pt x="9" y="16"/>
                  <a:pt x="8" y="16"/>
                  <a:pt x="8" y="16"/>
                </a:cubicBezTo>
                <a:cubicBezTo>
                  <a:pt x="8" y="16"/>
                  <a:pt x="7" y="16"/>
                  <a:pt x="7" y="16"/>
                </a:cubicBezTo>
                <a:cubicBezTo>
                  <a:pt x="7" y="16"/>
                  <a:pt x="8" y="15"/>
                  <a:pt x="8" y="15"/>
                </a:cubicBezTo>
                <a:close/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9"/>
                  <a:pt x="9" y="19"/>
                  <a:pt x="9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9"/>
                  <a:pt x="7" y="19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9" y="18"/>
                  <a:pt x="9" y="18"/>
                  <a:pt x="9" y="18"/>
                </a:cubicBezTo>
                <a:close/>
                <a:moveTo>
                  <a:pt x="9" y="13"/>
                </a:move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4"/>
                  <a:pt x="9" y="14"/>
                  <a:pt x="9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4"/>
                  <a:pt x="7" y="14"/>
                  <a:pt x="7" y="13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3"/>
                  <a:pt x="7" y="13"/>
                  <a:pt x="7" y="13"/>
                </a:cubicBezTo>
                <a:lnTo>
                  <a:pt x="9" y="1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4" name="Freeform 239">
            <a:extLst>
              <a:ext uri="{FF2B5EF4-FFF2-40B4-BE49-F238E27FC236}">
                <a16:creationId xmlns:a16="http://schemas.microsoft.com/office/drawing/2014/main" id="{3BB4FA6C-2729-AD29-8E85-784982B46C07}"/>
              </a:ext>
            </a:extLst>
          </p:cNvPr>
          <p:cNvSpPr>
            <a:spLocks noEditPoints="1"/>
          </p:cNvSpPr>
          <p:nvPr/>
        </p:nvSpPr>
        <p:spPr bwMode="auto">
          <a:xfrm>
            <a:off x="4366979" y="3782077"/>
            <a:ext cx="316712" cy="258799"/>
          </a:xfrm>
          <a:custGeom>
            <a:avLst/>
            <a:gdLst>
              <a:gd name="T0" fmla="*/ 2 w 33"/>
              <a:gd name="T1" fmla="*/ 22 h 27"/>
              <a:gd name="T2" fmla="*/ 0 w 33"/>
              <a:gd name="T3" fmla="*/ 19 h 27"/>
              <a:gd name="T4" fmla="*/ 10 w 33"/>
              <a:gd name="T5" fmla="*/ 18 h 27"/>
              <a:gd name="T6" fmla="*/ 23 w 33"/>
              <a:gd name="T7" fmla="*/ 10 h 27"/>
              <a:gd name="T8" fmla="*/ 26 w 33"/>
              <a:gd name="T9" fmla="*/ 14 h 27"/>
              <a:gd name="T10" fmla="*/ 28 w 33"/>
              <a:gd name="T11" fmla="*/ 18 h 27"/>
              <a:gd name="T12" fmla="*/ 26 w 33"/>
              <a:gd name="T13" fmla="*/ 21 h 27"/>
              <a:gd name="T14" fmla="*/ 23 w 33"/>
              <a:gd name="T15" fmla="*/ 22 h 27"/>
              <a:gd name="T16" fmla="*/ 21 w 33"/>
              <a:gd name="T17" fmla="*/ 23 h 27"/>
              <a:gd name="T18" fmla="*/ 19 w 33"/>
              <a:gd name="T19" fmla="*/ 22 h 27"/>
              <a:gd name="T20" fmla="*/ 17 w 33"/>
              <a:gd name="T21" fmla="*/ 20 h 27"/>
              <a:gd name="T22" fmla="*/ 16 w 33"/>
              <a:gd name="T23" fmla="*/ 17 h 27"/>
              <a:gd name="T24" fmla="*/ 19 w 33"/>
              <a:gd name="T25" fmla="*/ 19 h 27"/>
              <a:gd name="T26" fmla="*/ 20 w 33"/>
              <a:gd name="T27" fmla="*/ 20 h 27"/>
              <a:gd name="T28" fmla="*/ 21 w 33"/>
              <a:gd name="T29" fmla="*/ 16 h 27"/>
              <a:gd name="T30" fmla="*/ 18 w 33"/>
              <a:gd name="T31" fmla="*/ 15 h 27"/>
              <a:gd name="T32" fmla="*/ 17 w 33"/>
              <a:gd name="T33" fmla="*/ 12 h 27"/>
              <a:gd name="T34" fmla="*/ 19 w 33"/>
              <a:gd name="T35" fmla="*/ 9 h 27"/>
              <a:gd name="T36" fmla="*/ 21 w 33"/>
              <a:gd name="T37" fmla="*/ 7 h 27"/>
              <a:gd name="T38" fmla="*/ 23 w 33"/>
              <a:gd name="T39" fmla="*/ 8 h 27"/>
              <a:gd name="T40" fmla="*/ 27 w 33"/>
              <a:gd name="T41" fmla="*/ 10 h 27"/>
              <a:gd name="T42" fmla="*/ 25 w 33"/>
              <a:gd name="T43" fmla="*/ 12 h 27"/>
              <a:gd name="T44" fmla="*/ 25 w 33"/>
              <a:gd name="T45" fmla="*/ 11 h 27"/>
              <a:gd name="T46" fmla="*/ 23 w 33"/>
              <a:gd name="T47" fmla="*/ 10 h 27"/>
              <a:gd name="T48" fmla="*/ 21 w 33"/>
              <a:gd name="T49" fmla="*/ 10 h 27"/>
              <a:gd name="T50" fmla="*/ 19 w 33"/>
              <a:gd name="T51" fmla="*/ 11 h 27"/>
              <a:gd name="T52" fmla="*/ 19 w 33"/>
              <a:gd name="T53" fmla="*/ 14 h 27"/>
              <a:gd name="T54" fmla="*/ 21 w 33"/>
              <a:gd name="T55" fmla="*/ 10 h 27"/>
              <a:gd name="T56" fmla="*/ 23 w 33"/>
              <a:gd name="T57" fmla="*/ 20 h 27"/>
              <a:gd name="T58" fmla="*/ 25 w 33"/>
              <a:gd name="T59" fmla="*/ 19 h 27"/>
              <a:gd name="T60" fmla="*/ 25 w 33"/>
              <a:gd name="T61" fmla="*/ 17 h 27"/>
              <a:gd name="T62" fmla="*/ 23 w 33"/>
              <a:gd name="T63" fmla="*/ 16 h 27"/>
              <a:gd name="T64" fmla="*/ 29 w 33"/>
              <a:gd name="T65" fmla="*/ 22 h 27"/>
              <a:gd name="T66" fmla="*/ 29 w 33"/>
              <a:gd name="T67" fmla="*/ 9 h 27"/>
              <a:gd name="T68" fmla="*/ 15 w 33"/>
              <a:gd name="T69" fmla="*/ 9 h 27"/>
              <a:gd name="T70" fmla="*/ 15 w 33"/>
              <a:gd name="T71" fmla="*/ 22 h 27"/>
              <a:gd name="T72" fmla="*/ 30 w 33"/>
              <a:gd name="T73" fmla="*/ 23 h 27"/>
              <a:gd name="T74" fmla="*/ 30 w 33"/>
              <a:gd name="T75" fmla="*/ 7 h 27"/>
              <a:gd name="T76" fmla="*/ 14 w 33"/>
              <a:gd name="T77" fmla="*/ 7 h 27"/>
              <a:gd name="T78" fmla="*/ 14 w 33"/>
              <a:gd name="T79" fmla="*/ 23 h 27"/>
              <a:gd name="T80" fmla="*/ 30 w 33"/>
              <a:gd name="T81" fmla="*/ 23 h 27"/>
              <a:gd name="T82" fmla="*/ 2 w 33"/>
              <a:gd name="T83" fmla="*/ 5 h 27"/>
              <a:gd name="T84" fmla="*/ 0 w 33"/>
              <a:gd name="T85" fmla="*/ 1 h 27"/>
              <a:gd name="T86" fmla="*/ 21 w 33"/>
              <a:gd name="T87" fmla="*/ 0 h 27"/>
              <a:gd name="T88" fmla="*/ 22 w 33"/>
              <a:gd name="T89" fmla="*/ 2 h 27"/>
              <a:gd name="T90" fmla="*/ 14 w 33"/>
              <a:gd name="T91" fmla="*/ 5 h 27"/>
              <a:gd name="T92" fmla="*/ 2 w 33"/>
              <a:gd name="T93" fmla="*/ 11 h 27"/>
              <a:gd name="T94" fmla="*/ 0 w 33"/>
              <a:gd name="T95" fmla="*/ 7 h 27"/>
              <a:gd name="T96" fmla="*/ 13 w 33"/>
              <a:gd name="T97" fmla="*/ 6 h 27"/>
              <a:gd name="T98" fmla="*/ 9 w 33"/>
              <a:gd name="T99" fmla="*/ 17 h 27"/>
              <a:gd name="T100" fmla="*/ 0 w 33"/>
              <a:gd name="T101" fmla="*/ 15 h 27"/>
              <a:gd name="T102" fmla="*/ 2 w 33"/>
              <a:gd name="T103" fmla="*/ 12 h 27"/>
              <a:gd name="T104" fmla="*/ 9 w 33"/>
              <a:gd name="T105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3" h="27">
                <a:moveTo>
                  <a:pt x="11" y="22"/>
                </a:move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0" y="22"/>
                  <a:pt x="0" y="21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1" y="18"/>
                  <a:pt x="2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9"/>
                  <a:pt x="11" y="21"/>
                  <a:pt x="11" y="22"/>
                </a:cubicBezTo>
                <a:close/>
                <a:moveTo>
                  <a:pt x="23" y="10"/>
                </a:moveTo>
                <a:cubicBezTo>
                  <a:pt x="23" y="14"/>
                  <a:pt x="23" y="14"/>
                  <a:pt x="23" y="14"/>
                </a:cubicBezTo>
                <a:cubicBezTo>
                  <a:pt x="24" y="14"/>
                  <a:pt x="25" y="14"/>
                  <a:pt x="26" y="14"/>
                </a:cubicBezTo>
                <a:cubicBezTo>
                  <a:pt x="26" y="14"/>
                  <a:pt x="27" y="15"/>
                  <a:pt x="27" y="15"/>
                </a:cubicBezTo>
                <a:cubicBezTo>
                  <a:pt x="28" y="16"/>
                  <a:pt x="28" y="17"/>
                  <a:pt x="28" y="18"/>
                </a:cubicBezTo>
                <a:cubicBezTo>
                  <a:pt x="28" y="19"/>
                  <a:pt x="28" y="19"/>
                  <a:pt x="27" y="20"/>
                </a:cubicBezTo>
                <a:cubicBezTo>
                  <a:pt x="27" y="21"/>
                  <a:pt x="27" y="21"/>
                  <a:pt x="26" y="21"/>
                </a:cubicBezTo>
                <a:cubicBezTo>
                  <a:pt x="25" y="22"/>
                  <a:pt x="24" y="22"/>
                  <a:pt x="23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3"/>
                  <a:pt x="23" y="23"/>
                  <a:pt x="23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2"/>
                  <a:pt x="21" y="22"/>
                  <a:pt x="21" y="22"/>
                </a:cubicBezTo>
                <a:cubicBezTo>
                  <a:pt x="21" y="22"/>
                  <a:pt x="20" y="22"/>
                  <a:pt x="19" y="22"/>
                </a:cubicBezTo>
                <a:cubicBezTo>
                  <a:pt x="19" y="22"/>
                  <a:pt x="18" y="21"/>
                  <a:pt x="18" y="21"/>
                </a:cubicBezTo>
                <a:cubicBezTo>
                  <a:pt x="17" y="21"/>
                  <a:pt x="17" y="20"/>
                  <a:pt x="17" y="20"/>
                </a:cubicBezTo>
                <a:cubicBezTo>
                  <a:pt x="17" y="19"/>
                  <a:pt x="16" y="19"/>
                  <a:pt x="16" y="18"/>
                </a:cubicBezTo>
                <a:cubicBezTo>
                  <a:pt x="16" y="17"/>
                  <a:pt x="16" y="17"/>
                  <a:pt x="16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8"/>
                  <a:pt x="19" y="18"/>
                  <a:pt x="19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20"/>
                  <a:pt x="20" y="20"/>
                  <a:pt x="20" y="20"/>
                </a:cubicBezTo>
                <a:cubicBezTo>
                  <a:pt x="20" y="20"/>
                  <a:pt x="21" y="20"/>
                  <a:pt x="21" y="20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0" y="16"/>
                  <a:pt x="19" y="16"/>
                </a:cubicBezTo>
                <a:cubicBezTo>
                  <a:pt x="19" y="16"/>
                  <a:pt x="18" y="15"/>
                  <a:pt x="18" y="15"/>
                </a:cubicBezTo>
                <a:cubicBezTo>
                  <a:pt x="17" y="15"/>
                  <a:pt x="17" y="15"/>
                  <a:pt x="17" y="14"/>
                </a:cubicBezTo>
                <a:cubicBezTo>
                  <a:pt x="17" y="14"/>
                  <a:pt x="17" y="13"/>
                  <a:pt x="17" y="12"/>
                </a:cubicBezTo>
                <a:cubicBezTo>
                  <a:pt x="17" y="11"/>
                  <a:pt x="17" y="10"/>
                  <a:pt x="17" y="10"/>
                </a:cubicBezTo>
                <a:cubicBezTo>
                  <a:pt x="18" y="9"/>
                  <a:pt x="18" y="9"/>
                  <a:pt x="19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7"/>
                  <a:pt x="21" y="7"/>
                  <a:pt x="21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8"/>
                  <a:pt x="25" y="9"/>
                  <a:pt x="26" y="9"/>
                </a:cubicBezTo>
                <a:cubicBezTo>
                  <a:pt x="26" y="9"/>
                  <a:pt x="27" y="9"/>
                  <a:pt x="27" y="10"/>
                </a:cubicBezTo>
                <a:cubicBezTo>
                  <a:pt x="27" y="10"/>
                  <a:pt x="28" y="11"/>
                  <a:pt x="28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10"/>
                  <a:pt x="24" y="10"/>
                  <a:pt x="23" y="10"/>
                </a:cubicBezTo>
                <a:cubicBezTo>
                  <a:pt x="23" y="10"/>
                  <a:pt x="23" y="10"/>
                  <a:pt x="23" y="10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0" y="10"/>
                  <a:pt x="20" y="10"/>
                </a:cubicBezTo>
                <a:cubicBezTo>
                  <a:pt x="20" y="11"/>
                  <a:pt x="19" y="11"/>
                  <a:pt x="19" y="11"/>
                </a:cubicBezTo>
                <a:cubicBezTo>
                  <a:pt x="19" y="11"/>
                  <a:pt x="19" y="12"/>
                  <a:pt x="19" y="12"/>
                </a:cubicBezTo>
                <a:cubicBezTo>
                  <a:pt x="19" y="13"/>
                  <a:pt x="19" y="13"/>
                  <a:pt x="19" y="14"/>
                </a:cubicBezTo>
                <a:cubicBezTo>
                  <a:pt x="20" y="14"/>
                  <a:pt x="21" y="14"/>
                  <a:pt x="21" y="14"/>
                </a:cubicBezTo>
                <a:cubicBezTo>
                  <a:pt x="21" y="10"/>
                  <a:pt x="21" y="10"/>
                  <a:pt x="21" y="10"/>
                </a:cubicBezTo>
                <a:close/>
                <a:moveTo>
                  <a:pt x="23" y="16"/>
                </a:moveTo>
                <a:cubicBezTo>
                  <a:pt x="23" y="20"/>
                  <a:pt x="23" y="20"/>
                  <a:pt x="23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4" y="20"/>
                  <a:pt x="25" y="20"/>
                  <a:pt x="25" y="19"/>
                </a:cubicBezTo>
                <a:cubicBezTo>
                  <a:pt x="25" y="19"/>
                  <a:pt x="26" y="19"/>
                  <a:pt x="26" y="18"/>
                </a:cubicBezTo>
                <a:cubicBezTo>
                  <a:pt x="26" y="17"/>
                  <a:pt x="25" y="17"/>
                  <a:pt x="25" y="17"/>
                </a:cubicBezTo>
                <a:cubicBezTo>
                  <a:pt x="25" y="16"/>
                  <a:pt x="25" y="16"/>
                  <a:pt x="24" y="16"/>
                </a:cubicBezTo>
                <a:cubicBezTo>
                  <a:pt x="24" y="16"/>
                  <a:pt x="24" y="16"/>
                  <a:pt x="23" y="16"/>
                </a:cubicBezTo>
                <a:close/>
                <a:moveTo>
                  <a:pt x="22" y="25"/>
                </a:moveTo>
                <a:cubicBezTo>
                  <a:pt x="25" y="25"/>
                  <a:pt x="27" y="24"/>
                  <a:pt x="29" y="22"/>
                </a:cubicBezTo>
                <a:cubicBezTo>
                  <a:pt x="30" y="20"/>
                  <a:pt x="32" y="18"/>
                  <a:pt x="32" y="15"/>
                </a:cubicBezTo>
                <a:cubicBezTo>
                  <a:pt x="32" y="13"/>
                  <a:pt x="30" y="10"/>
                  <a:pt x="29" y="9"/>
                </a:cubicBezTo>
                <a:cubicBezTo>
                  <a:pt x="27" y="7"/>
                  <a:pt x="25" y="6"/>
                  <a:pt x="22" y="6"/>
                </a:cubicBezTo>
                <a:cubicBezTo>
                  <a:pt x="20" y="6"/>
                  <a:pt x="17" y="7"/>
                  <a:pt x="15" y="9"/>
                </a:cubicBezTo>
                <a:cubicBezTo>
                  <a:pt x="14" y="10"/>
                  <a:pt x="13" y="13"/>
                  <a:pt x="13" y="15"/>
                </a:cubicBezTo>
                <a:cubicBezTo>
                  <a:pt x="13" y="18"/>
                  <a:pt x="14" y="20"/>
                  <a:pt x="15" y="22"/>
                </a:cubicBezTo>
                <a:cubicBezTo>
                  <a:pt x="17" y="24"/>
                  <a:pt x="20" y="25"/>
                  <a:pt x="22" y="25"/>
                </a:cubicBezTo>
                <a:close/>
                <a:moveTo>
                  <a:pt x="30" y="23"/>
                </a:moveTo>
                <a:cubicBezTo>
                  <a:pt x="32" y="21"/>
                  <a:pt x="33" y="18"/>
                  <a:pt x="33" y="15"/>
                </a:cubicBezTo>
                <a:cubicBezTo>
                  <a:pt x="33" y="12"/>
                  <a:pt x="32" y="9"/>
                  <a:pt x="30" y="7"/>
                </a:cubicBezTo>
                <a:cubicBezTo>
                  <a:pt x="28" y="5"/>
                  <a:pt x="25" y="4"/>
                  <a:pt x="22" y="4"/>
                </a:cubicBezTo>
                <a:cubicBezTo>
                  <a:pt x="19" y="4"/>
                  <a:pt x="16" y="5"/>
                  <a:pt x="14" y="7"/>
                </a:cubicBezTo>
                <a:cubicBezTo>
                  <a:pt x="12" y="9"/>
                  <a:pt x="11" y="12"/>
                  <a:pt x="11" y="15"/>
                </a:cubicBezTo>
                <a:cubicBezTo>
                  <a:pt x="11" y="18"/>
                  <a:pt x="12" y="21"/>
                  <a:pt x="14" y="23"/>
                </a:cubicBezTo>
                <a:cubicBezTo>
                  <a:pt x="16" y="25"/>
                  <a:pt x="19" y="27"/>
                  <a:pt x="22" y="27"/>
                </a:cubicBezTo>
                <a:cubicBezTo>
                  <a:pt x="25" y="27"/>
                  <a:pt x="28" y="25"/>
                  <a:pt x="30" y="23"/>
                </a:cubicBezTo>
                <a:close/>
                <a:moveTo>
                  <a:pt x="14" y="5"/>
                </a:move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0"/>
                  <a:pt x="2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2" y="0"/>
                  <a:pt x="22" y="1"/>
                  <a:pt x="22" y="1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19" y="2"/>
                  <a:pt x="17" y="3"/>
                  <a:pt x="14" y="5"/>
                </a:cubicBezTo>
                <a:close/>
                <a:moveTo>
                  <a:pt x="10" y="11"/>
                </a:moveTo>
                <a:cubicBezTo>
                  <a:pt x="2" y="11"/>
                  <a:pt x="2" y="11"/>
                  <a:pt x="2" y="11"/>
                </a:cubicBezTo>
                <a:cubicBezTo>
                  <a:pt x="1" y="11"/>
                  <a:pt x="0" y="10"/>
                  <a:pt x="0" y="9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6"/>
                  <a:pt x="2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2" y="7"/>
                  <a:pt x="11" y="9"/>
                  <a:pt x="10" y="11"/>
                </a:cubicBezTo>
                <a:close/>
                <a:moveTo>
                  <a:pt x="9" y="17"/>
                </a:moveTo>
                <a:cubicBezTo>
                  <a:pt x="2" y="17"/>
                  <a:pt x="2" y="17"/>
                  <a:pt x="2" y="17"/>
                </a:cubicBezTo>
                <a:cubicBezTo>
                  <a:pt x="1" y="17"/>
                  <a:pt x="0" y="16"/>
                  <a:pt x="0" y="15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2"/>
                  <a:pt x="1" y="12"/>
                  <a:pt x="2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9" y="13"/>
                  <a:pt x="9" y="14"/>
                  <a:pt x="9" y="15"/>
                </a:cubicBezTo>
                <a:cubicBezTo>
                  <a:pt x="9" y="16"/>
                  <a:pt x="9" y="16"/>
                  <a:pt x="9" y="1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6" name="Freeform 240">
            <a:extLst>
              <a:ext uri="{FF2B5EF4-FFF2-40B4-BE49-F238E27FC236}">
                <a16:creationId xmlns:a16="http://schemas.microsoft.com/office/drawing/2014/main" id="{FF44A46C-4AF5-14B6-6118-2104FC293FE1}"/>
              </a:ext>
            </a:extLst>
          </p:cNvPr>
          <p:cNvSpPr>
            <a:spLocks noEditPoints="1"/>
          </p:cNvSpPr>
          <p:nvPr/>
        </p:nvSpPr>
        <p:spPr bwMode="auto">
          <a:xfrm>
            <a:off x="8109603" y="3744072"/>
            <a:ext cx="278706" cy="305853"/>
          </a:xfrm>
          <a:custGeom>
            <a:avLst/>
            <a:gdLst>
              <a:gd name="T0" fmla="*/ 3 w 29"/>
              <a:gd name="T1" fmla="*/ 32 h 32"/>
              <a:gd name="T2" fmla="*/ 17 w 29"/>
              <a:gd name="T3" fmla="*/ 7 h 32"/>
              <a:gd name="T4" fmla="*/ 13 w 29"/>
              <a:gd name="T5" fmla="*/ 0 h 32"/>
              <a:gd name="T6" fmla="*/ 11 w 29"/>
              <a:gd name="T7" fmla="*/ 0 h 32"/>
              <a:gd name="T8" fmla="*/ 9 w 29"/>
              <a:gd name="T9" fmla="*/ 0 h 32"/>
              <a:gd name="T10" fmla="*/ 7 w 29"/>
              <a:gd name="T11" fmla="*/ 0 h 32"/>
              <a:gd name="T12" fmla="*/ 5 w 29"/>
              <a:gd name="T13" fmla="*/ 0 h 32"/>
              <a:gd name="T14" fmla="*/ 3 w 29"/>
              <a:gd name="T15" fmla="*/ 4 h 32"/>
              <a:gd name="T16" fmla="*/ 20 w 29"/>
              <a:gd name="T17" fmla="*/ 28 h 32"/>
              <a:gd name="T18" fmla="*/ 28 w 29"/>
              <a:gd name="T19" fmla="*/ 11 h 32"/>
              <a:gd name="T20" fmla="*/ 20 w 29"/>
              <a:gd name="T21" fmla="*/ 16 h 32"/>
              <a:gd name="T22" fmla="*/ 21 w 29"/>
              <a:gd name="T23" fmla="*/ 13 h 32"/>
              <a:gd name="T24" fmla="*/ 27 w 29"/>
              <a:gd name="T25" fmla="*/ 26 h 32"/>
              <a:gd name="T26" fmla="*/ 25 w 29"/>
              <a:gd name="T27" fmla="*/ 22 h 32"/>
              <a:gd name="T28" fmla="*/ 20 w 29"/>
              <a:gd name="T29" fmla="*/ 24 h 32"/>
              <a:gd name="T30" fmla="*/ 21 w 29"/>
              <a:gd name="T31" fmla="*/ 26 h 32"/>
              <a:gd name="T32" fmla="*/ 20 w 29"/>
              <a:gd name="T33" fmla="*/ 24 h 32"/>
              <a:gd name="T34" fmla="*/ 21 w 29"/>
              <a:gd name="T35" fmla="*/ 23 h 32"/>
              <a:gd name="T36" fmla="*/ 20 w 29"/>
              <a:gd name="T37" fmla="*/ 20 h 32"/>
              <a:gd name="T38" fmla="*/ 20 w 29"/>
              <a:gd name="T39" fmla="*/ 19 h 32"/>
              <a:gd name="T40" fmla="*/ 21 w 29"/>
              <a:gd name="T41" fmla="*/ 16 h 32"/>
              <a:gd name="T42" fmla="*/ 10 w 29"/>
              <a:gd name="T43" fmla="*/ 19 h 32"/>
              <a:gd name="T44" fmla="*/ 7 w 29"/>
              <a:gd name="T45" fmla="*/ 22 h 32"/>
              <a:gd name="T46" fmla="*/ 13 w 29"/>
              <a:gd name="T47" fmla="*/ 19 h 32"/>
              <a:gd name="T48" fmla="*/ 11 w 29"/>
              <a:gd name="T49" fmla="*/ 22 h 32"/>
              <a:gd name="T50" fmla="*/ 13 w 29"/>
              <a:gd name="T51" fmla="*/ 19 h 32"/>
              <a:gd name="T52" fmla="*/ 6 w 29"/>
              <a:gd name="T53" fmla="*/ 29 h 32"/>
              <a:gd name="T54" fmla="*/ 3 w 29"/>
              <a:gd name="T55" fmla="*/ 26 h 32"/>
              <a:gd name="T56" fmla="*/ 10 w 29"/>
              <a:gd name="T57" fmla="*/ 29 h 32"/>
              <a:gd name="T58" fmla="*/ 7 w 29"/>
              <a:gd name="T59" fmla="*/ 27 h 32"/>
              <a:gd name="T60" fmla="*/ 14 w 29"/>
              <a:gd name="T61" fmla="*/ 27 h 32"/>
              <a:gd name="T62" fmla="*/ 11 w 29"/>
              <a:gd name="T63" fmla="*/ 29 h 32"/>
              <a:gd name="T64" fmla="*/ 6 w 29"/>
              <a:gd name="T65" fmla="*/ 23 h 32"/>
              <a:gd name="T66" fmla="*/ 3 w 29"/>
              <a:gd name="T67" fmla="*/ 26 h 32"/>
              <a:gd name="T68" fmla="*/ 6 w 29"/>
              <a:gd name="T69" fmla="*/ 23 h 32"/>
              <a:gd name="T70" fmla="*/ 10 w 29"/>
              <a:gd name="T71" fmla="*/ 26 h 32"/>
              <a:gd name="T72" fmla="*/ 7 w 29"/>
              <a:gd name="T73" fmla="*/ 23 h 32"/>
              <a:gd name="T74" fmla="*/ 14 w 29"/>
              <a:gd name="T75" fmla="*/ 25 h 32"/>
              <a:gd name="T76" fmla="*/ 11 w 29"/>
              <a:gd name="T77" fmla="*/ 23 h 32"/>
              <a:gd name="T78" fmla="*/ 6 w 29"/>
              <a:gd name="T79" fmla="*/ 19 h 32"/>
              <a:gd name="T80" fmla="*/ 3 w 29"/>
              <a:gd name="T81" fmla="*/ 22 h 32"/>
              <a:gd name="T82" fmla="*/ 3 w 29"/>
              <a:gd name="T83" fmla="*/ 11 h 32"/>
              <a:gd name="T84" fmla="*/ 14 w 29"/>
              <a:gd name="T85" fmla="*/ 16 h 32"/>
              <a:gd name="T86" fmla="*/ 3 w 29"/>
              <a:gd name="T87" fmla="*/ 11 h 32"/>
              <a:gd name="T88" fmla="*/ 4 w 29"/>
              <a:gd name="T89" fmla="*/ 6 h 32"/>
              <a:gd name="T90" fmla="*/ 5 w 29"/>
              <a:gd name="T91" fmla="*/ 1 h 32"/>
              <a:gd name="T92" fmla="*/ 7 w 29"/>
              <a:gd name="T93" fmla="*/ 1 h 32"/>
              <a:gd name="T94" fmla="*/ 8 w 29"/>
              <a:gd name="T95" fmla="*/ 1 h 32"/>
              <a:gd name="T96" fmla="*/ 10 w 29"/>
              <a:gd name="T97" fmla="*/ 1 h 32"/>
              <a:gd name="T98" fmla="*/ 12 w 29"/>
              <a:gd name="T99" fmla="*/ 1 h 32"/>
              <a:gd name="T100" fmla="*/ 15 w 29"/>
              <a:gd name="T101" fmla="*/ 7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9" h="32">
                <a:moveTo>
                  <a:pt x="3" y="4"/>
                </a:moveTo>
                <a:cubicBezTo>
                  <a:pt x="1" y="4"/>
                  <a:pt x="0" y="5"/>
                  <a:pt x="0" y="7"/>
                </a:cubicBezTo>
                <a:cubicBezTo>
                  <a:pt x="0" y="17"/>
                  <a:pt x="0" y="19"/>
                  <a:pt x="0" y="29"/>
                </a:cubicBezTo>
                <a:cubicBezTo>
                  <a:pt x="0" y="31"/>
                  <a:pt x="1" y="32"/>
                  <a:pt x="3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14" y="32"/>
                  <a:pt x="14" y="32"/>
                  <a:pt x="14" y="32"/>
                </a:cubicBezTo>
                <a:cubicBezTo>
                  <a:pt x="15" y="32"/>
                  <a:pt x="17" y="31"/>
                  <a:pt x="17" y="30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5"/>
                  <a:pt x="15" y="4"/>
                  <a:pt x="14" y="4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9" y="0"/>
                  <a:pt x="9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0"/>
                  <a:pt x="6" y="0"/>
                  <a:pt x="6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4"/>
                  <a:pt x="4" y="4"/>
                  <a:pt x="4" y="4"/>
                </a:cubicBezTo>
                <a:cubicBezTo>
                  <a:pt x="3" y="4"/>
                  <a:pt x="3" y="4"/>
                  <a:pt x="3" y="4"/>
                </a:cubicBezTo>
                <a:close/>
                <a:moveTo>
                  <a:pt x="29" y="12"/>
                </a:moveTo>
                <a:cubicBezTo>
                  <a:pt x="29" y="27"/>
                  <a:pt x="29" y="27"/>
                  <a:pt x="29" y="27"/>
                </a:cubicBezTo>
                <a:cubicBezTo>
                  <a:pt x="29" y="27"/>
                  <a:pt x="28" y="28"/>
                  <a:pt x="28" y="28"/>
                </a:cubicBezTo>
                <a:cubicBezTo>
                  <a:pt x="20" y="28"/>
                  <a:pt x="20" y="28"/>
                  <a:pt x="20" y="28"/>
                </a:cubicBezTo>
                <a:cubicBezTo>
                  <a:pt x="19" y="28"/>
                  <a:pt x="18" y="27"/>
                  <a:pt x="18" y="27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2"/>
                  <a:pt x="19" y="11"/>
                  <a:pt x="20" y="11"/>
                </a:cubicBez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2"/>
                  <a:pt x="29" y="12"/>
                </a:cubicBezTo>
                <a:close/>
                <a:moveTo>
                  <a:pt x="20" y="13"/>
                </a:move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lose/>
                <a:moveTo>
                  <a:pt x="25" y="26"/>
                </a:moveTo>
                <a:cubicBezTo>
                  <a:pt x="26" y="26"/>
                  <a:pt x="26" y="26"/>
                  <a:pt x="27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5"/>
                  <a:pt x="27" y="24"/>
                  <a:pt x="27" y="23"/>
                </a:cubicBezTo>
                <a:cubicBezTo>
                  <a:pt x="27" y="22"/>
                  <a:pt x="27" y="22"/>
                  <a:pt x="27" y="22"/>
                </a:cubicBezTo>
                <a:cubicBezTo>
                  <a:pt x="26" y="22"/>
                  <a:pt x="26" y="22"/>
                  <a:pt x="25" y="22"/>
                </a:cubicBezTo>
                <a:cubicBezTo>
                  <a:pt x="25" y="22"/>
                  <a:pt x="25" y="22"/>
                  <a:pt x="25" y="23"/>
                </a:cubicBezTo>
                <a:cubicBezTo>
                  <a:pt x="25" y="24"/>
                  <a:pt x="25" y="25"/>
                  <a:pt x="25" y="26"/>
                </a:cubicBezTo>
                <a:cubicBezTo>
                  <a:pt x="25" y="26"/>
                  <a:pt x="25" y="26"/>
                  <a:pt x="25" y="26"/>
                </a:cubicBezTo>
                <a:close/>
                <a:moveTo>
                  <a:pt x="20" y="24"/>
                </a:moveTo>
                <a:cubicBezTo>
                  <a:pt x="20" y="26"/>
                  <a:pt x="20" y="26"/>
                  <a:pt x="20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24"/>
                  <a:pt x="21" y="24"/>
                  <a:pt x="21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0" y="24"/>
                  <a:pt x="20" y="24"/>
                </a:cubicBezTo>
                <a:close/>
                <a:moveTo>
                  <a:pt x="20" y="20"/>
                </a:moveTo>
                <a:cubicBezTo>
                  <a:pt x="20" y="23"/>
                  <a:pt x="20" y="23"/>
                  <a:pt x="20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20" y="20"/>
                  <a:pt x="20" y="20"/>
                </a:cubicBezTo>
                <a:close/>
                <a:moveTo>
                  <a:pt x="20" y="17"/>
                </a:move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9"/>
                  <a:pt x="21" y="19"/>
                  <a:pt x="21" y="19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7"/>
                  <a:pt x="21" y="16"/>
                  <a:pt x="21" y="16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6"/>
                  <a:pt x="20" y="17"/>
                  <a:pt x="20" y="17"/>
                </a:cubicBezTo>
                <a:close/>
                <a:moveTo>
                  <a:pt x="10" y="19"/>
                </a:moveTo>
                <a:cubicBezTo>
                  <a:pt x="10" y="19"/>
                  <a:pt x="10" y="19"/>
                  <a:pt x="10" y="19"/>
                </a:cubicBezTo>
                <a:cubicBezTo>
                  <a:pt x="10" y="22"/>
                  <a:pt x="10" y="22"/>
                  <a:pt x="10" y="22"/>
                </a:cubicBezTo>
                <a:cubicBezTo>
                  <a:pt x="10" y="22"/>
                  <a:pt x="10" y="22"/>
                  <a:pt x="10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9"/>
                  <a:pt x="7" y="19"/>
                  <a:pt x="7" y="19"/>
                </a:cubicBezTo>
                <a:cubicBezTo>
                  <a:pt x="10" y="19"/>
                  <a:pt x="10" y="19"/>
                  <a:pt x="10" y="19"/>
                </a:cubicBezTo>
                <a:close/>
                <a:moveTo>
                  <a:pt x="13" y="19"/>
                </a:moveTo>
                <a:cubicBezTo>
                  <a:pt x="14" y="19"/>
                  <a:pt x="14" y="19"/>
                  <a:pt x="14" y="19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2"/>
                  <a:pt x="14" y="22"/>
                  <a:pt x="13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3" y="19"/>
                  <a:pt x="13" y="19"/>
                  <a:pt x="13" y="19"/>
                </a:cubicBezTo>
                <a:close/>
                <a:moveTo>
                  <a:pt x="6" y="26"/>
                </a:moveTo>
                <a:cubicBezTo>
                  <a:pt x="6" y="26"/>
                  <a:pt x="6" y="26"/>
                  <a:pt x="6" y="27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6"/>
                  <a:pt x="3" y="26"/>
                  <a:pt x="3" y="26"/>
                </a:cubicBezTo>
                <a:cubicBezTo>
                  <a:pt x="6" y="26"/>
                  <a:pt x="6" y="26"/>
                  <a:pt x="6" y="26"/>
                </a:cubicBezTo>
                <a:close/>
                <a:moveTo>
                  <a:pt x="10" y="26"/>
                </a:moveTo>
                <a:cubicBezTo>
                  <a:pt x="10" y="26"/>
                  <a:pt x="10" y="26"/>
                  <a:pt x="10" y="27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6"/>
                  <a:pt x="7" y="26"/>
                  <a:pt x="7" y="26"/>
                </a:cubicBezTo>
                <a:cubicBezTo>
                  <a:pt x="10" y="26"/>
                  <a:pt x="10" y="26"/>
                  <a:pt x="10" y="26"/>
                </a:cubicBezTo>
                <a:close/>
                <a:moveTo>
                  <a:pt x="13" y="26"/>
                </a:moveTo>
                <a:cubicBezTo>
                  <a:pt x="14" y="26"/>
                  <a:pt x="14" y="26"/>
                  <a:pt x="14" y="27"/>
                </a:cubicBezTo>
                <a:cubicBezTo>
                  <a:pt x="14" y="29"/>
                  <a:pt x="14" y="29"/>
                  <a:pt x="14" y="29"/>
                </a:cubicBezTo>
                <a:cubicBezTo>
                  <a:pt x="14" y="29"/>
                  <a:pt x="14" y="29"/>
                  <a:pt x="13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1" y="27"/>
                  <a:pt x="11" y="27"/>
                  <a:pt x="11" y="27"/>
                </a:cubicBezTo>
                <a:cubicBezTo>
                  <a:pt x="11" y="26"/>
                  <a:pt x="11" y="26"/>
                  <a:pt x="11" y="26"/>
                </a:cubicBezTo>
                <a:cubicBezTo>
                  <a:pt x="13" y="26"/>
                  <a:pt x="13" y="26"/>
                  <a:pt x="13" y="26"/>
                </a:cubicBezTo>
                <a:close/>
                <a:moveTo>
                  <a:pt x="6" y="23"/>
                </a:moveTo>
                <a:cubicBezTo>
                  <a:pt x="6" y="23"/>
                  <a:pt x="6" y="23"/>
                  <a:pt x="6" y="23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6"/>
                  <a:pt x="6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6"/>
                  <a:pt x="3" y="25"/>
                  <a:pt x="3" y="25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6" y="23"/>
                  <a:pt x="6" y="23"/>
                  <a:pt x="6" y="23"/>
                </a:cubicBezTo>
                <a:close/>
                <a:moveTo>
                  <a:pt x="10" y="23"/>
                </a:moveTo>
                <a:cubicBezTo>
                  <a:pt x="10" y="23"/>
                  <a:pt x="10" y="23"/>
                  <a:pt x="10" y="23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0" y="26"/>
                  <a:pt x="10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6"/>
                  <a:pt x="7" y="25"/>
                  <a:pt x="7" y="25"/>
                </a:cubicBezTo>
                <a:cubicBezTo>
                  <a:pt x="7" y="23"/>
                  <a:pt x="7" y="23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10" y="23"/>
                  <a:pt x="10" y="23"/>
                  <a:pt x="10" y="23"/>
                </a:cubicBezTo>
                <a:close/>
                <a:moveTo>
                  <a:pt x="13" y="23"/>
                </a:moveTo>
                <a:cubicBezTo>
                  <a:pt x="14" y="23"/>
                  <a:pt x="14" y="23"/>
                  <a:pt x="14" y="23"/>
                </a:cubicBezTo>
                <a:cubicBezTo>
                  <a:pt x="14" y="25"/>
                  <a:pt x="14" y="25"/>
                  <a:pt x="14" y="25"/>
                </a:cubicBezTo>
                <a:cubicBezTo>
                  <a:pt x="14" y="25"/>
                  <a:pt x="14" y="26"/>
                  <a:pt x="13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6"/>
                  <a:pt x="11" y="25"/>
                  <a:pt x="11" y="25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3" y="23"/>
                  <a:pt x="13" y="23"/>
                  <a:pt x="13" y="23"/>
                </a:cubicBezTo>
                <a:close/>
                <a:moveTo>
                  <a:pt x="6" y="19"/>
                </a:moveTo>
                <a:cubicBezTo>
                  <a:pt x="6" y="19"/>
                  <a:pt x="6" y="19"/>
                  <a:pt x="6" y="19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6" y="19"/>
                  <a:pt x="6" y="19"/>
                  <a:pt x="6" y="19"/>
                </a:cubicBezTo>
                <a:close/>
                <a:moveTo>
                  <a:pt x="3" y="11"/>
                </a:moveTo>
                <a:cubicBezTo>
                  <a:pt x="3" y="11"/>
                  <a:pt x="3" y="11"/>
                  <a:pt x="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7"/>
                  <a:pt x="14" y="17"/>
                  <a:pt x="13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17"/>
                  <a:pt x="3" y="17"/>
                  <a:pt x="3" y="16"/>
                </a:cubicBezTo>
                <a:cubicBezTo>
                  <a:pt x="3" y="15"/>
                  <a:pt x="3" y="13"/>
                  <a:pt x="3" y="11"/>
                </a:cubicBezTo>
                <a:close/>
                <a:moveTo>
                  <a:pt x="13" y="4"/>
                </a:moveTo>
                <a:cubicBezTo>
                  <a:pt x="13" y="5"/>
                  <a:pt x="13" y="5"/>
                  <a:pt x="13" y="5"/>
                </a:cubicBezTo>
                <a:cubicBezTo>
                  <a:pt x="13" y="6"/>
                  <a:pt x="13" y="6"/>
                  <a:pt x="13" y="6"/>
                </a:cubicBezTo>
                <a:cubicBezTo>
                  <a:pt x="4" y="6"/>
                  <a:pt x="4" y="6"/>
                  <a:pt x="4" y="6"/>
                </a:cubicBezTo>
                <a:cubicBezTo>
                  <a:pt x="4" y="5"/>
                  <a:pt x="4" y="5"/>
                  <a:pt x="4" y="5"/>
                </a:cubicBezTo>
                <a:cubicBezTo>
                  <a:pt x="4" y="4"/>
                  <a:pt x="4" y="4"/>
                  <a:pt x="4" y="4"/>
                </a:cubicBezTo>
                <a:cubicBezTo>
                  <a:pt x="4" y="1"/>
                  <a:pt x="4" y="1"/>
                  <a:pt x="4" y="1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1"/>
                  <a:pt x="5" y="1"/>
                </a:cubicBezTo>
                <a:cubicBezTo>
                  <a:pt x="6" y="1"/>
                  <a:pt x="6" y="1"/>
                  <a:pt x="6" y="1"/>
                </a:cubicBezTo>
                <a:cubicBezTo>
                  <a:pt x="7" y="1"/>
                  <a:pt x="7" y="1"/>
                  <a:pt x="7" y="1"/>
                </a:cubicBezTo>
                <a:cubicBezTo>
                  <a:pt x="7" y="1"/>
                  <a:pt x="7" y="1"/>
                  <a:pt x="7" y="1"/>
                </a:cubicBezTo>
                <a:cubicBezTo>
                  <a:pt x="7" y="1"/>
                  <a:pt x="7" y="1"/>
                  <a:pt x="7" y="1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8" y="1"/>
                  <a:pt x="8" y="1"/>
                </a:cubicBezTo>
                <a:cubicBezTo>
                  <a:pt x="9" y="1"/>
                  <a:pt x="9" y="1"/>
                  <a:pt x="9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1"/>
                  <a:pt x="10" y="1"/>
                  <a:pt x="10" y="1"/>
                </a:cubicBezTo>
                <a:cubicBezTo>
                  <a:pt x="11" y="1"/>
                  <a:pt x="11" y="1"/>
                  <a:pt x="11" y="1"/>
                </a:cubicBezTo>
                <a:cubicBezTo>
                  <a:pt x="11" y="1"/>
                  <a:pt x="11" y="1"/>
                  <a:pt x="11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4"/>
                  <a:pt x="13" y="4"/>
                  <a:pt x="13" y="4"/>
                </a:cubicBezTo>
                <a:close/>
                <a:moveTo>
                  <a:pt x="2" y="7"/>
                </a:moveTo>
                <a:cubicBezTo>
                  <a:pt x="15" y="7"/>
                  <a:pt x="15" y="7"/>
                  <a:pt x="15" y="7"/>
                </a:cubicBezTo>
                <a:cubicBezTo>
                  <a:pt x="15" y="9"/>
                  <a:pt x="15" y="9"/>
                  <a:pt x="15" y="9"/>
                </a:cubicBezTo>
                <a:cubicBezTo>
                  <a:pt x="2" y="9"/>
                  <a:pt x="2" y="9"/>
                  <a:pt x="2" y="9"/>
                </a:cubicBezTo>
                <a:lnTo>
                  <a:pt x="2" y="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8" name="Freeform 241">
            <a:extLst>
              <a:ext uri="{FF2B5EF4-FFF2-40B4-BE49-F238E27FC236}">
                <a16:creationId xmlns:a16="http://schemas.microsoft.com/office/drawing/2014/main" id="{E508A1FB-5B2B-87D9-C8E1-535AC7B1E2C0}"/>
              </a:ext>
            </a:extLst>
          </p:cNvPr>
          <p:cNvSpPr>
            <a:spLocks noEditPoints="1"/>
          </p:cNvSpPr>
          <p:nvPr/>
        </p:nvSpPr>
        <p:spPr bwMode="auto">
          <a:xfrm>
            <a:off x="1266828" y="3744072"/>
            <a:ext cx="327571" cy="314902"/>
          </a:xfrm>
          <a:custGeom>
            <a:avLst/>
            <a:gdLst>
              <a:gd name="T0" fmla="*/ 34 w 34"/>
              <a:gd name="T1" fmla="*/ 24 h 33"/>
              <a:gd name="T2" fmla="*/ 16 w 34"/>
              <a:gd name="T3" fmla="*/ 24 h 33"/>
              <a:gd name="T4" fmla="*/ 23 w 34"/>
              <a:gd name="T5" fmla="*/ 20 h 33"/>
              <a:gd name="T6" fmla="*/ 18 w 34"/>
              <a:gd name="T7" fmla="*/ 22 h 33"/>
              <a:gd name="T8" fmla="*/ 21 w 34"/>
              <a:gd name="T9" fmla="*/ 21 h 33"/>
              <a:gd name="T10" fmla="*/ 23 w 34"/>
              <a:gd name="T11" fmla="*/ 28 h 33"/>
              <a:gd name="T12" fmla="*/ 31 w 34"/>
              <a:gd name="T13" fmla="*/ 27 h 33"/>
              <a:gd name="T14" fmla="*/ 27 w 34"/>
              <a:gd name="T15" fmla="*/ 26 h 33"/>
              <a:gd name="T16" fmla="*/ 29 w 34"/>
              <a:gd name="T17" fmla="*/ 25 h 33"/>
              <a:gd name="T18" fmla="*/ 31 w 34"/>
              <a:gd name="T19" fmla="*/ 22 h 33"/>
              <a:gd name="T20" fmla="*/ 28 w 34"/>
              <a:gd name="T21" fmla="*/ 20 h 33"/>
              <a:gd name="T22" fmla="*/ 25 w 34"/>
              <a:gd name="T23" fmla="*/ 22 h 33"/>
              <a:gd name="T24" fmla="*/ 27 w 34"/>
              <a:gd name="T25" fmla="*/ 23 h 33"/>
              <a:gd name="T26" fmla="*/ 27 w 34"/>
              <a:gd name="T27" fmla="*/ 21 h 33"/>
              <a:gd name="T28" fmla="*/ 30 w 34"/>
              <a:gd name="T29" fmla="*/ 21 h 33"/>
              <a:gd name="T30" fmla="*/ 30 w 34"/>
              <a:gd name="T31" fmla="*/ 23 h 33"/>
              <a:gd name="T32" fmla="*/ 26 w 34"/>
              <a:gd name="T33" fmla="*/ 25 h 33"/>
              <a:gd name="T34" fmla="*/ 25 w 34"/>
              <a:gd name="T35" fmla="*/ 28 h 33"/>
              <a:gd name="T36" fmla="*/ 31 w 34"/>
              <a:gd name="T37" fmla="*/ 27 h 33"/>
              <a:gd name="T38" fmla="*/ 15 w 34"/>
              <a:gd name="T39" fmla="*/ 13 h 33"/>
              <a:gd name="T40" fmla="*/ 9 w 34"/>
              <a:gd name="T41" fmla="*/ 9 h 33"/>
              <a:gd name="T42" fmla="*/ 9 w 34"/>
              <a:gd name="T43" fmla="*/ 10 h 33"/>
              <a:gd name="T44" fmla="*/ 14 w 34"/>
              <a:gd name="T45" fmla="*/ 14 h 33"/>
              <a:gd name="T46" fmla="*/ 13 w 34"/>
              <a:gd name="T47" fmla="*/ 15 h 33"/>
              <a:gd name="T48" fmla="*/ 14 w 34"/>
              <a:gd name="T49" fmla="*/ 16 h 33"/>
              <a:gd name="T50" fmla="*/ 11 w 34"/>
              <a:gd name="T51" fmla="*/ 23 h 33"/>
              <a:gd name="T52" fmla="*/ 12 w 34"/>
              <a:gd name="T53" fmla="*/ 23 h 33"/>
              <a:gd name="T54" fmla="*/ 15 w 34"/>
              <a:gd name="T55" fmla="*/ 15 h 33"/>
              <a:gd name="T56" fmla="*/ 16 w 34"/>
              <a:gd name="T57" fmla="*/ 16 h 33"/>
              <a:gd name="T58" fmla="*/ 17 w 34"/>
              <a:gd name="T59" fmla="*/ 16 h 33"/>
              <a:gd name="T60" fmla="*/ 17 w 34"/>
              <a:gd name="T61" fmla="*/ 15 h 33"/>
              <a:gd name="T62" fmla="*/ 16 w 34"/>
              <a:gd name="T63" fmla="*/ 14 h 33"/>
              <a:gd name="T64" fmla="*/ 22 w 34"/>
              <a:gd name="T65" fmla="*/ 7 h 33"/>
              <a:gd name="T66" fmla="*/ 22 w 34"/>
              <a:gd name="T67" fmla="*/ 7 h 33"/>
              <a:gd name="T68" fmla="*/ 16 w 34"/>
              <a:gd name="T69" fmla="*/ 12 h 33"/>
              <a:gd name="T70" fmla="*/ 16 w 34"/>
              <a:gd name="T71" fmla="*/ 12 h 33"/>
              <a:gd name="T72" fmla="*/ 15 w 34"/>
              <a:gd name="T73" fmla="*/ 12 h 33"/>
              <a:gd name="T74" fmla="*/ 25 w 34"/>
              <a:gd name="T75" fmla="*/ 10 h 33"/>
              <a:gd name="T76" fmla="*/ 29 w 34"/>
              <a:gd name="T77" fmla="*/ 13 h 33"/>
              <a:gd name="T78" fmla="*/ 15 w 34"/>
              <a:gd name="T79" fmla="*/ 0 h 33"/>
              <a:gd name="T80" fmla="*/ 0 w 34"/>
              <a:gd name="T81" fmla="*/ 14 h 33"/>
              <a:gd name="T82" fmla="*/ 15 w 34"/>
              <a:gd name="T83" fmla="*/ 29 h 33"/>
              <a:gd name="T84" fmla="*/ 11 w 34"/>
              <a:gd name="T85" fmla="*/ 24 h 33"/>
              <a:gd name="T86" fmla="*/ 5 w 34"/>
              <a:gd name="T87" fmla="*/ 18 h 33"/>
              <a:gd name="T88" fmla="*/ 5 w 34"/>
              <a:gd name="T89" fmla="*/ 10 h 33"/>
              <a:gd name="T90" fmla="*/ 11 w 34"/>
              <a:gd name="T91" fmla="*/ 4 h 33"/>
              <a:gd name="T92" fmla="*/ 19 w 34"/>
              <a:gd name="T93" fmla="*/ 4 h 33"/>
              <a:gd name="T94" fmla="*/ 9 w 34"/>
              <a:gd name="T95" fmla="*/ 14 h 33"/>
              <a:gd name="T96" fmla="*/ 9 w 34"/>
              <a:gd name="T97" fmla="*/ 15 h 33"/>
              <a:gd name="T98" fmla="*/ 5 w 34"/>
              <a:gd name="T99" fmla="*/ 14 h 33"/>
              <a:gd name="T100" fmla="*/ 9 w 34"/>
              <a:gd name="T101" fmla="*/ 14 h 33"/>
              <a:gd name="T102" fmla="*/ 15 w 34"/>
              <a:gd name="T103" fmla="*/ 8 h 33"/>
              <a:gd name="T104" fmla="*/ 14 w 34"/>
              <a:gd name="T105" fmla="*/ 5 h 33"/>
              <a:gd name="T106" fmla="*/ 15 w 34"/>
              <a:gd name="T107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" h="33">
                <a:moveTo>
                  <a:pt x="25" y="15"/>
                </a:moveTo>
                <a:cubicBezTo>
                  <a:pt x="30" y="15"/>
                  <a:pt x="34" y="19"/>
                  <a:pt x="34" y="24"/>
                </a:cubicBezTo>
                <a:cubicBezTo>
                  <a:pt x="34" y="29"/>
                  <a:pt x="30" y="33"/>
                  <a:pt x="25" y="33"/>
                </a:cubicBezTo>
                <a:cubicBezTo>
                  <a:pt x="20" y="33"/>
                  <a:pt x="16" y="29"/>
                  <a:pt x="16" y="24"/>
                </a:cubicBezTo>
                <a:cubicBezTo>
                  <a:pt x="16" y="19"/>
                  <a:pt x="20" y="15"/>
                  <a:pt x="25" y="15"/>
                </a:cubicBezTo>
                <a:close/>
                <a:moveTo>
                  <a:pt x="23" y="20"/>
                </a:moveTo>
                <a:cubicBezTo>
                  <a:pt x="21" y="20"/>
                  <a:pt x="21" y="20"/>
                  <a:pt x="21" y="20"/>
                </a:cubicBezTo>
                <a:cubicBezTo>
                  <a:pt x="18" y="22"/>
                  <a:pt x="18" y="22"/>
                  <a:pt x="18" y="22"/>
                </a:cubicBezTo>
                <a:cubicBezTo>
                  <a:pt x="19" y="23"/>
                  <a:pt x="19" y="23"/>
                  <a:pt x="19" y="23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28"/>
                  <a:pt x="21" y="28"/>
                  <a:pt x="21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3" y="20"/>
                  <a:pt x="23" y="20"/>
                  <a:pt x="23" y="20"/>
                </a:cubicBezTo>
                <a:close/>
                <a:moveTo>
                  <a:pt x="31" y="27"/>
                </a:moveTo>
                <a:cubicBezTo>
                  <a:pt x="27" y="27"/>
                  <a:pt x="27" y="27"/>
                  <a:pt x="27" y="27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7" y="26"/>
                  <a:pt x="27" y="25"/>
                </a:cubicBezTo>
                <a:cubicBezTo>
                  <a:pt x="27" y="25"/>
                  <a:pt x="28" y="25"/>
                  <a:pt x="29" y="25"/>
                </a:cubicBezTo>
                <a:cubicBezTo>
                  <a:pt x="30" y="25"/>
                  <a:pt x="30" y="25"/>
                  <a:pt x="31" y="24"/>
                </a:cubicBezTo>
                <a:cubicBezTo>
                  <a:pt x="31" y="24"/>
                  <a:pt x="31" y="23"/>
                  <a:pt x="31" y="22"/>
                </a:cubicBezTo>
                <a:cubicBezTo>
                  <a:pt x="31" y="21"/>
                  <a:pt x="31" y="21"/>
                  <a:pt x="31" y="20"/>
                </a:cubicBezTo>
                <a:cubicBezTo>
                  <a:pt x="30" y="20"/>
                  <a:pt x="29" y="20"/>
                  <a:pt x="28" y="20"/>
                </a:cubicBezTo>
                <a:cubicBezTo>
                  <a:pt x="27" y="20"/>
                  <a:pt x="26" y="20"/>
                  <a:pt x="26" y="20"/>
                </a:cubicBezTo>
                <a:cubicBezTo>
                  <a:pt x="26" y="21"/>
                  <a:pt x="25" y="21"/>
                  <a:pt x="25" y="22"/>
                </a:cubicBezTo>
                <a:cubicBezTo>
                  <a:pt x="25" y="23"/>
                  <a:pt x="25" y="23"/>
                  <a:pt x="25" y="23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2"/>
                  <a:pt x="27" y="22"/>
                  <a:pt x="27" y="21"/>
                </a:cubicBezTo>
                <a:cubicBezTo>
                  <a:pt x="27" y="21"/>
                  <a:pt x="28" y="21"/>
                  <a:pt x="28" y="21"/>
                </a:cubicBezTo>
                <a:cubicBezTo>
                  <a:pt x="29" y="21"/>
                  <a:pt x="29" y="21"/>
                  <a:pt x="30" y="21"/>
                </a:cubicBezTo>
                <a:cubicBezTo>
                  <a:pt x="30" y="22"/>
                  <a:pt x="30" y="22"/>
                  <a:pt x="30" y="22"/>
                </a:cubicBezTo>
                <a:cubicBezTo>
                  <a:pt x="30" y="23"/>
                  <a:pt x="30" y="23"/>
                  <a:pt x="30" y="23"/>
                </a:cubicBezTo>
                <a:cubicBezTo>
                  <a:pt x="29" y="24"/>
                  <a:pt x="29" y="24"/>
                  <a:pt x="28" y="24"/>
                </a:cubicBezTo>
                <a:cubicBezTo>
                  <a:pt x="27" y="24"/>
                  <a:pt x="26" y="24"/>
                  <a:pt x="26" y="25"/>
                </a:cubicBezTo>
                <a:cubicBezTo>
                  <a:pt x="25" y="25"/>
                  <a:pt x="25" y="25"/>
                  <a:pt x="25" y="26"/>
                </a:cubicBezTo>
                <a:cubicBezTo>
                  <a:pt x="25" y="28"/>
                  <a:pt x="25" y="28"/>
                  <a:pt x="25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7"/>
                  <a:pt x="31" y="27"/>
                  <a:pt x="31" y="27"/>
                </a:cubicBezTo>
                <a:close/>
                <a:moveTo>
                  <a:pt x="15" y="12"/>
                </a:moveTo>
                <a:cubicBezTo>
                  <a:pt x="15" y="13"/>
                  <a:pt x="15" y="13"/>
                  <a:pt x="15" y="13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9" y="9"/>
                  <a:pt x="9" y="9"/>
                </a:cubicBezTo>
                <a:cubicBezTo>
                  <a:pt x="9" y="9"/>
                  <a:pt x="9" y="9"/>
                  <a:pt x="9" y="10"/>
                </a:cubicBezTo>
                <a:cubicBezTo>
                  <a:pt x="9" y="10"/>
                  <a:pt x="8" y="10"/>
                  <a:pt x="9" y="10"/>
                </a:cubicBezTo>
                <a:cubicBezTo>
                  <a:pt x="9" y="10"/>
                  <a:pt x="9" y="11"/>
                  <a:pt x="9" y="11"/>
                </a:cubicBezTo>
                <a:cubicBezTo>
                  <a:pt x="14" y="14"/>
                  <a:pt x="14" y="14"/>
                  <a:pt x="14" y="14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5"/>
                  <a:pt x="13" y="15"/>
                  <a:pt x="13" y="15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3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2" y="24"/>
                  <a:pt x="12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22" y="8"/>
                  <a:pt x="22" y="8"/>
                  <a:pt x="22" y="8"/>
                </a:cubicBezTo>
                <a:cubicBezTo>
                  <a:pt x="22" y="8"/>
                  <a:pt x="22" y="8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6" y="12"/>
                  <a:pt x="16" y="12"/>
                  <a:pt x="16" y="12"/>
                </a:cubicBezTo>
                <a:cubicBezTo>
                  <a:pt x="15" y="12"/>
                  <a:pt x="15" y="12"/>
                  <a:pt x="15" y="12"/>
                </a:cubicBezTo>
                <a:cubicBezTo>
                  <a:pt x="15" y="12"/>
                  <a:pt x="15" y="12"/>
                  <a:pt x="15" y="12"/>
                </a:cubicBezTo>
                <a:close/>
                <a:moveTo>
                  <a:pt x="23" y="6"/>
                </a:moveTo>
                <a:cubicBezTo>
                  <a:pt x="24" y="7"/>
                  <a:pt x="25" y="9"/>
                  <a:pt x="25" y="10"/>
                </a:cubicBezTo>
                <a:cubicBezTo>
                  <a:pt x="25" y="11"/>
                  <a:pt x="26" y="12"/>
                  <a:pt x="26" y="13"/>
                </a:cubicBezTo>
                <a:cubicBezTo>
                  <a:pt x="27" y="13"/>
                  <a:pt x="28" y="13"/>
                  <a:pt x="29" y="13"/>
                </a:cubicBezTo>
                <a:cubicBezTo>
                  <a:pt x="29" y="10"/>
                  <a:pt x="28" y="6"/>
                  <a:pt x="25" y="4"/>
                </a:cubicBezTo>
                <a:cubicBezTo>
                  <a:pt x="22" y="1"/>
                  <a:pt x="19" y="0"/>
                  <a:pt x="15" y="0"/>
                </a:cubicBezTo>
                <a:cubicBezTo>
                  <a:pt x="11" y="0"/>
                  <a:pt x="7" y="1"/>
                  <a:pt x="5" y="4"/>
                </a:cubicBezTo>
                <a:cubicBezTo>
                  <a:pt x="2" y="7"/>
                  <a:pt x="0" y="10"/>
                  <a:pt x="0" y="14"/>
                </a:cubicBezTo>
                <a:cubicBezTo>
                  <a:pt x="0" y="18"/>
                  <a:pt x="2" y="22"/>
                  <a:pt x="5" y="24"/>
                </a:cubicBezTo>
                <a:cubicBezTo>
                  <a:pt x="7" y="27"/>
                  <a:pt x="11" y="29"/>
                  <a:pt x="15" y="29"/>
                </a:cubicBezTo>
                <a:cubicBezTo>
                  <a:pt x="14" y="28"/>
                  <a:pt x="14" y="26"/>
                  <a:pt x="14" y="25"/>
                </a:cubicBezTo>
                <a:cubicBezTo>
                  <a:pt x="13" y="25"/>
                  <a:pt x="12" y="25"/>
                  <a:pt x="11" y="24"/>
                </a:cubicBezTo>
                <a:cubicBezTo>
                  <a:pt x="9" y="24"/>
                  <a:pt x="8" y="23"/>
                  <a:pt x="7" y="22"/>
                </a:cubicBezTo>
                <a:cubicBezTo>
                  <a:pt x="6" y="21"/>
                  <a:pt x="5" y="20"/>
                  <a:pt x="5" y="18"/>
                </a:cubicBezTo>
                <a:cubicBezTo>
                  <a:pt x="4" y="17"/>
                  <a:pt x="4" y="16"/>
                  <a:pt x="4" y="14"/>
                </a:cubicBezTo>
                <a:cubicBezTo>
                  <a:pt x="4" y="13"/>
                  <a:pt x="4" y="11"/>
                  <a:pt x="5" y="10"/>
                </a:cubicBezTo>
                <a:cubicBezTo>
                  <a:pt x="5" y="9"/>
                  <a:pt x="6" y="7"/>
                  <a:pt x="7" y="6"/>
                </a:cubicBezTo>
                <a:cubicBezTo>
                  <a:pt x="8" y="5"/>
                  <a:pt x="9" y="4"/>
                  <a:pt x="11" y="4"/>
                </a:cubicBezTo>
                <a:cubicBezTo>
                  <a:pt x="12" y="3"/>
                  <a:pt x="13" y="3"/>
                  <a:pt x="15" y="3"/>
                </a:cubicBezTo>
                <a:cubicBezTo>
                  <a:pt x="16" y="3"/>
                  <a:pt x="18" y="3"/>
                  <a:pt x="19" y="4"/>
                </a:cubicBezTo>
                <a:cubicBezTo>
                  <a:pt x="20" y="4"/>
                  <a:pt x="22" y="5"/>
                  <a:pt x="23" y="6"/>
                </a:cubicBezTo>
                <a:close/>
                <a:moveTo>
                  <a:pt x="9" y="14"/>
                </a:moveTo>
                <a:cubicBezTo>
                  <a:pt x="9" y="14"/>
                  <a:pt x="9" y="14"/>
                  <a:pt x="9" y="14"/>
                </a:cubicBezTo>
                <a:cubicBezTo>
                  <a:pt x="9" y="14"/>
                  <a:pt x="9" y="15"/>
                  <a:pt x="9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5"/>
                  <a:pt x="5" y="14"/>
                  <a:pt x="5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15" y="8"/>
                </a:moveTo>
                <a:cubicBezTo>
                  <a:pt x="15" y="8"/>
                  <a:pt x="15" y="8"/>
                  <a:pt x="15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4"/>
                  <a:pt x="14" y="4"/>
                  <a:pt x="15" y="4"/>
                </a:cubicBezTo>
                <a:cubicBezTo>
                  <a:pt x="15" y="4"/>
                  <a:pt x="15" y="4"/>
                  <a:pt x="15" y="5"/>
                </a:cubicBezTo>
                <a:lnTo>
                  <a:pt x="15" y="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0" name="Freeform 242">
            <a:extLst>
              <a:ext uri="{FF2B5EF4-FFF2-40B4-BE49-F238E27FC236}">
                <a16:creationId xmlns:a16="http://schemas.microsoft.com/office/drawing/2014/main" id="{81DBF6C2-B80E-AE47-6498-CFEF1A6DF12C}"/>
              </a:ext>
            </a:extLst>
          </p:cNvPr>
          <p:cNvSpPr>
            <a:spLocks noEditPoints="1"/>
          </p:cNvSpPr>
          <p:nvPr/>
        </p:nvSpPr>
        <p:spPr bwMode="auto">
          <a:xfrm>
            <a:off x="1882152" y="2533329"/>
            <a:ext cx="325761" cy="249750"/>
          </a:xfrm>
          <a:custGeom>
            <a:avLst/>
            <a:gdLst>
              <a:gd name="T0" fmla="*/ 12 w 34"/>
              <a:gd name="T1" fmla="*/ 2 h 26"/>
              <a:gd name="T2" fmla="*/ 12 w 34"/>
              <a:gd name="T3" fmla="*/ 3 h 26"/>
              <a:gd name="T4" fmla="*/ 11 w 34"/>
              <a:gd name="T5" fmla="*/ 3 h 26"/>
              <a:gd name="T6" fmla="*/ 11 w 34"/>
              <a:gd name="T7" fmla="*/ 2 h 26"/>
              <a:gd name="T8" fmla="*/ 13 w 34"/>
              <a:gd name="T9" fmla="*/ 0 h 26"/>
              <a:gd name="T10" fmla="*/ 21 w 34"/>
              <a:gd name="T11" fmla="*/ 0 h 26"/>
              <a:gd name="T12" fmla="*/ 23 w 34"/>
              <a:gd name="T13" fmla="*/ 2 h 26"/>
              <a:gd name="T14" fmla="*/ 23 w 34"/>
              <a:gd name="T15" fmla="*/ 3 h 26"/>
              <a:gd name="T16" fmla="*/ 22 w 34"/>
              <a:gd name="T17" fmla="*/ 3 h 26"/>
              <a:gd name="T18" fmla="*/ 22 w 34"/>
              <a:gd name="T19" fmla="*/ 2 h 26"/>
              <a:gd name="T20" fmla="*/ 21 w 34"/>
              <a:gd name="T21" fmla="*/ 1 h 26"/>
              <a:gd name="T22" fmla="*/ 13 w 34"/>
              <a:gd name="T23" fmla="*/ 1 h 26"/>
              <a:gd name="T24" fmla="*/ 12 w 34"/>
              <a:gd name="T25" fmla="*/ 2 h 26"/>
              <a:gd name="T26" fmla="*/ 34 w 34"/>
              <a:gd name="T27" fmla="*/ 19 h 26"/>
              <a:gd name="T28" fmla="*/ 34 w 34"/>
              <a:gd name="T29" fmla="*/ 6 h 26"/>
              <a:gd name="T30" fmla="*/ 31 w 34"/>
              <a:gd name="T31" fmla="*/ 4 h 26"/>
              <a:gd name="T32" fmla="*/ 3 w 34"/>
              <a:gd name="T33" fmla="*/ 4 h 26"/>
              <a:gd name="T34" fmla="*/ 0 w 34"/>
              <a:gd name="T35" fmla="*/ 6 h 26"/>
              <a:gd name="T36" fmla="*/ 0 w 34"/>
              <a:gd name="T37" fmla="*/ 19 h 26"/>
              <a:gd name="T38" fmla="*/ 1 w 34"/>
              <a:gd name="T39" fmla="*/ 19 h 26"/>
              <a:gd name="T40" fmla="*/ 14 w 34"/>
              <a:gd name="T41" fmla="*/ 19 h 26"/>
              <a:gd name="T42" fmla="*/ 14 w 34"/>
              <a:gd name="T43" fmla="*/ 18 h 26"/>
              <a:gd name="T44" fmla="*/ 15 w 34"/>
              <a:gd name="T45" fmla="*/ 18 h 26"/>
              <a:gd name="T46" fmla="*/ 19 w 34"/>
              <a:gd name="T47" fmla="*/ 18 h 26"/>
              <a:gd name="T48" fmla="*/ 20 w 34"/>
              <a:gd name="T49" fmla="*/ 18 h 26"/>
              <a:gd name="T50" fmla="*/ 20 w 34"/>
              <a:gd name="T51" fmla="*/ 19 h 26"/>
              <a:gd name="T52" fmla="*/ 33 w 34"/>
              <a:gd name="T53" fmla="*/ 19 h 26"/>
              <a:gd name="T54" fmla="*/ 34 w 34"/>
              <a:gd name="T55" fmla="*/ 19 h 26"/>
              <a:gd name="T56" fmla="*/ 20 w 34"/>
              <a:gd name="T57" fmla="*/ 20 h 26"/>
              <a:gd name="T58" fmla="*/ 20 w 34"/>
              <a:gd name="T59" fmla="*/ 21 h 26"/>
              <a:gd name="T60" fmla="*/ 19 w 34"/>
              <a:gd name="T61" fmla="*/ 21 h 26"/>
              <a:gd name="T62" fmla="*/ 15 w 34"/>
              <a:gd name="T63" fmla="*/ 21 h 26"/>
              <a:gd name="T64" fmla="*/ 14 w 34"/>
              <a:gd name="T65" fmla="*/ 21 h 26"/>
              <a:gd name="T66" fmla="*/ 14 w 34"/>
              <a:gd name="T67" fmla="*/ 20 h 26"/>
              <a:gd name="T68" fmla="*/ 1 w 34"/>
              <a:gd name="T69" fmla="*/ 20 h 26"/>
              <a:gd name="T70" fmla="*/ 0 w 34"/>
              <a:gd name="T71" fmla="*/ 20 h 26"/>
              <a:gd name="T72" fmla="*/ 0 w 34"/>
              <a:gd name="T73" fmla="*/ 24 h 26"/>
              <a:gd name="T74" fmla="*/ 3 w 34"/>
              <a:gd name="T75" fmla="*/ 26 h 26"/>
              <a:gd name="T76" fmla="*/ 31 w 34"/>
              <a:gd name="T77" fmla="*/ 26 h 26"/>
              <a:gd name="T78" fmla="*/ 34 w 34"/>
              <a:gd name="T79" fmla="*/ 24 h 26"/>
              <a:gd name="T80" fmla="*/ 34 w 34"/>
              <a:gd name="T81" fmla="*/ 20 h 26"/>
              <a:gd name="T82" fmla="*/ 33 w 34"/>
              <a:gd name="T83" fmla="*/ 20 h 26"/>
              <a:gd name="T84" fmla="*/ 20 w 34"/>
              <a:gd name="T85" fmla="*/ 20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4" h="26"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11" y="2"/>
                  <a:pt x="11" y="2"/>
                  <a:pt x="11" y="2"/>
                </a:cubicBezTo>
                <a:cubicBezTo>
                  <a:pt x="11" y="1"/>
                  <a:pt x="12" y="0"/>
                  <a:pt x="13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2" y="0"/>
                  <a:pt x="23" y="1"/>
                  <a:pt x="23" y="2"/>
                </a:cubicBezTo>
                <a:cubicBezTo>
                  <a:pt x="23" y="3"/>
                  <a:pt x="23" y="3"/>
                  <a:pt x="23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1" y="1"/>
                  <a:pt x="21" y="1"/>
                </a:cubicBezTo>
                <a:cubicBezTo>
                  <a:pt x="13" y="1"/>
                  <a:pt x="13" y="1"/>
                  <a:pt x="13" y="1"/>
                </a:cubicBezTo>
                <a:cubicBezTo>
                  <a:pt x="13" y="1"/>
                  <a:pt x="12" y="2"/>
                  <a:pt x="12" y="2"/>
                </a:cubicBezTo>
                <a:close/>
                <a:moveTo>
                  <a:pt x="34" y="19"/>
                </a:moveTo>
                <a:cubicBezTo>
                  <a:pt x="34" y="6"/>
                  <a:pt x="34" y="6"/>
                  <a:pt x="34" y="6"/>
                </a:cubicBezTo>
                <a:cubicBezTo>
                  <a:pt x="34" y="5"/>
                  <a:pt x="33" y="4"/>
                  <a:pt x="31" y="4"/>
                </a:cubicBezTo>
                <a:cubicBezTo>
                  <a:pt x="3" y="4"/>
                  <a:pt x="3" y="4"/>
                  <a:pt x="3" y="4"/>
                </a:cubicBezTo>
                <a:cubicBezTo>
                  <a:pt x="1" y="4"/>
                  <a:pt x="0" y="5"/>
                  <a:pt x="0" y="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9"/>
                  <a:pt x="1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8"/>
                  <a:pt x="14" y="18"/>
                  <a:pt x="14" y="18"/>
                </a:cubicBezTo>
                <a:cubicBezTo>
                  <a:pt x="14" y="18"/>
                  <a:pt x="15" y="18"/>
                  <a:pt x="15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20" y="18"/>
                  <a:pt x="20" y="18"/>
                </a:cubicBezTo>
                <a:cubicBezTo>
                  <a:pt x="20" y="19"/>
                  <a:pt x="20" y="19"/>
                  <a:pt x="20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3" y="19"/>
                  <a:pt x="34" y="19"/>
                  <a:pt x="34" y="19"/>
                </a:cubicBezTo>
                <a:close/>
                <a:moveTo>
                  <a:pt x="20" y="20"/>
                </a:moveTo>
                <a:cubicBezTo>
                  <a:pt x="20" y="21"/>
                  <a:pt x="20" y="21"/>
                  <a:pt x="20" y="21"/>
                </a:cubicBezTo>
                <a:cubicBezTo>
                  <a:pt x="20" y="21"/>
                  <a:pt x="19" y="21"/>
                  <a:pt x="19" y="21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4" y="21"/>
                  <a:pt x="14" y="21"/>
                </a:cubicBezTo>
                <a:cubicBezTo>
                  <a:pt x="14" y="20"/>
                  <a:pt x="14" y="20"/>
                  <a:pt x="14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0"/>
                  <a:pt x="0" y="20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5"/>
                  <a:pt x="1" y="26"/>
                  <a:pt x="3" y="26"/>
                </a:cubicBezTo>
                <a:cubicBezTo>
                  <a:pt x="31" y="26"/>
                  <a:pt x="31" y="26"/>
                  <a:pt x="31" y="26"/>
                </a:cubicBezTo>
                <a:cubicBezTo>
                  <a:pt x="33" y="26"/>
                  <a:pt x="34" y="25"/>
                  <a:pt x="34" y="24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3" y="20"/>
                  <a:pt x="33" y="20"/>
                </a:cubicBezTo>
                <a:lnTo>
                  <a:pt x="20" y="2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2" name="Freeform 243">
            <a:extLst>
              <a:ext uri="{FF2B5EF4-FFF2-40B4-BE49-F238E27FC236}">
                <a16:creationId xmlns:a16="http://schemas.microsoft.com/office/drawing/2014/main" id="{91FAE0A9-F8CF-DFAE-CED5-E0EF3EF52964}"/>
              </a:ext>
            </a:extLst>
          </p:cNvPr>
          <p:cNvSpPr>
            <a:spLocks noEditPoints="1"/>
          </p:cNvSpPr>
          <p:nvPr/>
        </p:nvSpPr>
        <p:spPr bwMode="auto">
          <a:xfrm>
            <a:off x="3158047" y="2533329"/>
            <a:ext cx="258799" cy="260608"/>
          </a:xfrm>
          <a:custGeom>
            <a:avLst/>
            <a:gdLst>
              <a:gd name="T0" fmla="*/ 1 w 27"/>
              <a:gd name="T1" fmla="*/ 27 h 27"/>
              <a:gd name="T2" fmla="*/ 0 w 27"/>
              <a:gd name="T3" fmla="*/ 27 h 27"/>
              <a:gd name="T4" fmla="*/ 0 w 27"/>
              <a:gd name="T5" fmla="*/ 26 h 27"/>
              <a:gd name="T6" fmla="*/ 0 w 27"/>
              <a:gd name="T7" fmla="*/ 1 h 27"/>
              <a:gd name="T8" fmla="*/ 0 w 27"/>
              <a:gd name="T9" fmla="*/ 1 h 27"/>
              <a:gd name="T10" fmla="*/ 1 w 27"/>
              <a:gd name="T11" fmla="*/ 1 h 27"/>
              <a:gd name="T12" fmla="*/ 2 w 27"/>
              <a:gd name="T13" fmla="*/ 1 h 27"/>
              <a:gd name="T14" fmla="*/ 2 w 27"/>
              <a:gd name="T15" fmla="*/ 25 h 27"/>
              <a:gd name="T16" fmla="*/ 26 w 27"/>
              <a:gd name="T17" fmla="*/ 25 h 27"/>
              <a:gd name="T18" fmla="*/ 26 w 27"/>
              <a:gd name="T19" fmla="*/ 26 h 27"/>
              <a:gd name="T20" fmla="*/ 26 w 27"/>
              <a:gd name="T21" fmla="*/ 27 h 27"/>
              <a:gd name="T22" fmla="*/ 26 w 27"/>
              <a:gd name="T23" fmla="*/ 27 h 27"/>
              <a:gd name="T24" fmla="*/ 1 w 27"/>
              <a:gd name="T25" fmla="*/ 27 h 27"/>
              <a:gd name="T26" fmla="*/ 3 w 27"/>
              <a:gd name="T27" fmla="*/ 21 h 27"/>
              <a:gd name="T28" fmla="*/ 3 w 27"/>
              <a:gd name="T29" fmla="*/ 23 h 27"/>
              <a:gd name="T30" fmla="*/ 4 w 27"/>
              <a:gd name="T31" fmla="*/ 23 h 27"/>
              <a:gd name="T32" fmla="*/ 6 w 27"/>
              <a:gd name="T33" fmla="*/ 23 h 27"/>
              <a:gd name="T34" fmla="*/ 12 w 27"/>
              <a:gd name="T35" fmla="*/ 16 h 27"/>
              <a:gd name="T36" fmla="*/ 19 w 27"/>
              <a:gd name="T37" fmla="*/ 16 h 27"/>
              <a:gd name="T38" fmla="*/ 19 w 27"/>
              <a:gd name="T39" fmla="*/ 15 h 27"/>
              <a:gd name="T40" fmla="*/ 20 w 27"/>
              <a:gd name="T41" fmla="*/ 15 h 27"/>
              <a:gd name="T42" fmla="*/ 24 w 27"/>
              <a:gd name="T43" fmla="*/ 9 h 27"/>
              <a:gd name="T44" fmla="*/ 24 w 27"/>
              <a:gd name="T45" fmla="*/ 11 h 27"/>
              <a:gd name="T46" fmla="*/ 25 w 27"/>
              <a:gd name="T47" fmla="*/ 12 h 27"/>
              <a:gd name="T48" fmla="*/ 26 w 27"/>
              <a:gd name="T49" fmla="*/ 12 h 27"/>
              <a:gd name="T50" fmla="*/ 27 w 27"/>
              <a:gd name="T51" fmla="*/ 11 h 27"/>
              <a:gd name="T52" fmla="*/ 27 w 27"/>
              <a:gd name="T53" fmla="*/ 0 h 27"/>
              <a:gd name="T54" fmla="*/ 17 w 27"/>
              <a:gd name="T55" fmla="*/ 5 h 27"/>
              <a:gd name="T56" fmla="*/ 17 w 27"/>
              <a:gd name="T57" fmla="*/ 6 h 27"/>
              <a:gd name="T58" fmla="*/ 17 w 27"/>
              <a:gd name="T59" fmla="*/ 7 h 27"/>
              <a:gd name="T60" fmla="*/ 19 w 27"/>
              <a:gd name="T61" fmla="*/ 8 h 27"/>
              <a:gd name="T62" fmla="*/ 21 w 27"/>
              <a:gd name="T63" fmla="*/ 7 h 27"/>
              <a:gd name="T64" fmla="*/ 18 w 27"/>
              <a:gd name="T65" fmla="*/ 12 h 27"/>
              <a:gd name="T66" fmla="*/ 11 w 27"/>
              <a:gd name="T67" fmla="*/ 12 h 27"/>
              <a:gd name="T68" fmla="*/ 10 w 27"/>
              <a:gd name="T69" fmla="*/ 12 h 27"/>
              <a:gd name="T70" fmla="*/ 10 w 27"/>
              <a:gd name="T71" fmla="*/ 13 h 27"/>
              <a:gd name="T72" fmla="*/ 3 w 27"/>
              <a:gd name="T73" fmla="*/ 21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" h="27">
                <a:moveTo>
                  <a:pt x="1" y="27"/>
                </a:move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7"/>
                  <a:pt x="0" y="26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1" y="1"/>
                  <a:pt x="1" y="1"/>
                </a:cubicBezTo>
                <a:cubicBezTo>
                  <a:pt x="1" y="1"/>
                  <a:pt x="2" y="1"/>
                  <a:pt x="2" y="1"/>
                </a:cubicBezTo>
                <a:cubicBezTo>
                  <a:pt x="2" y="25"/>
                  <a:pt x="2" y="25"/>
                  <a:pt x="2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6" y="25"/>
                  <a:pt x="26" y="26"/>
                </a:cubicBezTo>
                <a:cubicBezTo>
                  <a:pt x="26" y="26"/>
                  <a:pt x="26" y="26"/>
                  <a:pt x="26" y="27"/>
                </a:cubicBezTo>
                <a:cubicBezTo>
                  <a:pt x="26" y="27"/>
                  <a:pt x="26" y="27"/>
                  <a:pt x="26" y="27"/>
                </a:cubicBezTo>
                <a:cubicBezTo>
                  <a:pt x="1" y="27"/>
                  <a:pt x="1" y="27"/>
                  <a:pt x="1" y="27"/>
                </a:cubicBezTo>
                <a:close/>
                <a:moveTo>
                  <a:pt x="3" y="21"/>
                </a:moveTo>
                <a:cubicBezTo>
                  <a:pt x="3" y="21"/>
                  <a:pt x="3" y="22"/>
                  <a:pt x="3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5" y="24"/>
                  <a:pt x="6" y="24"/>
                  <a:pt x="6" y="23"/>
                </a:cubicBezTo>
                <a:cubicBezTo>
                  <a:pt x="12" y="16"/>
                  <a:pt x="12" y="16"/>
                  <a:pt x="12" y="16"/>
                </a:cubicBez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19" y="15"/>
                  <a:pt x="19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2"/>
                  <a:pt x="25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7" y="12"/>
                  <a:pt x="27" y="11"/>
                  <a:pt x="27" y="11"/>
                </a:cubicBezTo>
                <a:cubicBezTo>
                  <a:pt x="27" y="7"/>
                  <a:pt x="27" y="4"/>
                  <a:pt x="27" y="0"/>
                </a:cubicBezTo>
                <a:cubicBezTo>
                  <a:pt x="23" y="2"/>
                  <a:pt x="20" y="3"/>
                  <a:pt x="17" y="5"/>
                </a:cubicBezTo>
                <a:cubicBezTo>
                  <a:pt x="17" y="5"/>
                  <a:pt x="16" y="6"/>
                  <a:pt x="17" y="6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8"/>
                  <a:pt x="18" y="8"/>
                  <a:pt x="19" y="8"/>
                </a:cubicBezTo>
                <a:cubicBezTo>
                  <a:pt x="21" y="7"/>
                  <a:pt x="21" y="7"/>
                  <a:pt x="21" y="7"/>
                </a:cubicBezTo>
                <a:cubicBezTo>
                  <a:pt x="18" y="12"/>
                  <a:pt x="18" y="12"/>
                  <a:pt x="18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11" y="12"/>
                  <a:pt x="10" y="12"/>
                  <a:pt x="10" y="12"/>
                </a:cubicBezTo>
                <a:cubicBezTo>
                  <a:pt x="10" y="12"/>
                  <a:pt x="10" y="13"/>
                  <a:pt x="10" y="13"/>
                </a:cubicBezTo>
                <a:lnTo>
                  <a:pt x="3" y="2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4" name="Freeform 244">
            <a:extLst>
              <a:ext uri="{FF2B5EF4-FFF2-40B4-BE49-F238E27FC236}">
                <a16:creationId xmlns:a16="http://schemas.microsoft.com/office/drawing/2014/main" id="{682F4C6E-CA78-2C96-0A21-626F88021B91}"/>
              </a:ext>
            </a:extLst>
          </p:cNvPr>
          <p:cNvSpPr>
            <a:spLocks noEditPoints="1"/>
          </p:cNvSpPr>
          <p:nvPr/>
        </p:nvSpPr>
        <p:spPr bwMode="auto">
          <a:xfrm>
            <a:off x="3771562" y="2544188"/>
            <a:ext cx="258799" cy="249750"/>
          </a:xfrm>
          <a:custGeom>
            <a:avLst/>
            <a:gdLst>
              <a:gd name="T0" fmla="*/ 6 w 27"/>
              <a:gd name="T1" fmla="*/ 1 h 26"/>
              <a:gd name="T2" fmla="*/ 12 w 27"/>
              <a:gd name="T3" fmla="*/ 8 h 26"/>
              <a:gd name="T4" fmla="*/ 19 w 27"/>
              <a:gd name="T5" fmla="*/ 8 h 26"/>
              <a:gd name="T6" fmla="*/ 20 w 27"/>
              <a:gd name="T7" fmla="*/ 8 h 26"/>
              <a:gd name="T8" fmla="*/ 20 w 27"/>
              <a:gd name="T9" fmla="*/ 9 h 26"/>
              <a:gd name="T10" fmla="*/ 24 w 27"/>
              <a:gd name="T11" fmla="*/ 15 h 26"/>
              <a:gd name="T12" fmla="*/ 24 w 27"/>
              <a:gd name="T13" fmla="*/ 13 h 26"/>
              <a:gd name="T14" fmla="*/ 25 w 27"/>
              <a:gd name="T15" fmla="*/ 12 h 26"/>
              <a:gd name="T16" fmla="*/ 26 w 27"/>
              <a:gd name="T17" fmla="*/ 12 h 26"/>
              <a:gd name="T18" fmla="*/ 27 w 27"/>
              <a:gd name="T19" fmla="*/ 13 h 26"/>
              <a:gd name="T20" fmla="*/ 27 w 27"/>
              <a:gd name="T21" fmla="*/ 24 h 26"/>
              <a:gd name="T22" fmla="*/ 18 w 27"/>
              <a:gd name="T23" fmla="*/ 19 h 26"/>
              <a:gd name="T24" fmla="*/ 17 w 27"/>
              <a:gd name="T25" fmla="*/ 17 h 26"/>
              <a:gd name="T26" fmla="*/ 18 w 27"/>
              <a:gd name="T27" fmla="*/ 16 h 26"/>
              <a:gd name="T28" fmla="*/ 19 w 27"/>
              <a:gd name="T29" fmla="*/ 16 h 26"/>
              <a:gd name="T30" fmla="*/ 21 w 27"/>
              <a:gd name="T31" fmla="*/ 17 h 26"/>
              <a:gd name="T32" fmla="*/ 18 w 27"/>
              <a:gd name="T33" fmla="*/ 12 h 26"/>
              <a:gd name="T34" fmla="*/ 11 w 27"/>
              <a:gd name="T35" fmla="*/ 12 h 26"/>
              <a:gd name="T36" fmla="*/ 11 w 27"/>
              <a:gd name="T37" fmla="*/ 11 h 26"/>
              <a:gd name="T38" fmla="*/ 10 w 27"/>
              <a:gd name="T39" fmla="*/ 11 h 26"/>
              <a:gd name="T40" fmla="*/ 6 w 27"/>
              <a:gd name="T41" fmla="*/ 5 h 26"/>
              <a:gd name="T42" fmla="*/ 4 w 27"/>
              <a:gd name="T43" fmla="*/ 3 h 26"/>
              <a:gd name="T44" fmla="*/ 4 w 27"/>
              <a:gd name="T45" fmla="*/ 1 h 26"/>
              <a:gd name="T46" fmla="*/ 5 w 27"/>
              <a:gd name="T47" fmla="*/ 0 h 26"/>
              <a:gd name="T48" fmla="*/ 6 w 27"/>
              <a:gd name="T49" fmla="*/ 1 h 26"/>
              <a:gd name="T50" fmla="*/ 1 w 27"/>
              <a:gd name="T51" fmla="*/ 26 h 26"/>
              <a:gd name="T52" fmla="*/ 26 w 27"/>
              <a:gd name="T53" fmla="*/ 26 h 26"/>
              <a:gd name="T54" fmla="*/ 27 w 27"/>
              <a:gd name="T55" fmla="*/ 26 h 26"/>
              <a:gd name="T56" fmla="*/ 27 w 27"/>
              <a:gd name="T57" fmla="*/ 25 h 26"/>
              <a:gd name="T58" fmla="*/ 26 w 27"/>
              <a:gd name="T59" fmla="*/ 24 h 26"/>
              <a:gd name="T60" fmla="*/ 2 w 27"/>
              <a:gd name="T61" fmla="*/ 24 h 26"/>
              <a:gd name="T62" fmla="*/ 2 w 27"/>
              <a:gd name="T63" fmla="*/ 0 h 26"/>
              <a:gd name="T64" fmla="*/ 2 w 27"/>
              <a:gd name="T65" fmla="*/ 0 h 26"/>
              <a:gd name="T66" fmla="*/ 0 w 27"/>
              <a:gd name="T67" fmla="*/ 0 h 26"/>
              <a:gd name="T68" fmla="*/ 0 w 27"/>
              <a:gd name="T69" fmla="*/ 0 h 26"/>
              <a:gd name="T70" fmla="*/ 0 w 27"/>
              <a:gd name="T71" fmla="*/ 25 h 26"/>
              <a:gd name="T72" fmla="*/ 1 w 27"/>
              <a:gd name="T73" fmla="*/ 26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7" h="26">
                <a:moveTo>
                  <a:pt x="6" y="1"/>
                </a:moveTo>
                <a:cubicBezTo>
                  <a:pt x="12" y="8"/>
                  <a:pt x="12" y="8"/>
                  <a:pt x="12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20" y="8"/>
                  <a:pt x="20" y="8"/>
                </a:cubicBezTo>
                <a:cubicBezTo>
                  <a:pt x="20" y="8"/>
                  <a:pt x="20" y="9"/>
                  <a:pt x="20" y="9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2"/>
                  <a:pt x="25" y="12"/>
                  <a:pt x="25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7" y="12"/>
                  <a:pt x="27" y="12"/>
                  <a:pt x="27" y="13"/>
                </a:cubicBezTo>
                <a:cubicBezTo>
                  <a:pt x="27" y="24"/>
                  <a:pt x="27" y="24"/>
                  <a:pt x="27" y="24"/>
                </a:cubicBezTo>
                <a:cubicBezTo>
                  <a:pt x="18" y="19"/>
                  <a:pt x="18" y="19"/>
                  <a:pt x="18" y="19"/>
                </a:cubicBezTo>
                <a:cubicBezTo>
                  <a:pt x="17" y="19"/>
                  <a:pt x="17" y="18"/>
                  <a:pt x="17" y="17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9" y="16"/>
                  <a:pt x="19" y="16"/>
                </a:cubicBezTo>
                <a:cubicBezTo>
                  <a:pt x="21" y="17"/>
                  <a:pt x="21" y="17"/>
                  <a:pt x="21" y="17"/>
                </a:cubicBezTo>
                <a:cubicBezTo>
                  <a:pt x="18" y="12"/>
                  <a:pt x="18" y="12"/>
                  <a:pt x="18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11" y="12"/>
                  <a:pt x="11" y="11"/>
                  <a:pt x="11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6" y="5"/>
                  <a:pt x="6" y="5"/>
                  <a:pt x="6" y="5"/>
                </a:cubicBezTo>
                <a:cubicBezTo>
                  <a:pt x="4" y="3"/>
                  <a:pt x="4" y="3"/>
                  <a:pt x="4" y="3"/>
                </a:cubicBezTo>
                <a:cubicBezTo>
                  <a:pt x="3" y="2"/>
                  <a:pt x="3" y="1"/>
                  <a:pt x="4" y="1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6" y="0"/>
                  <a:pt x="6" y="1"/>
                </a:cubicBezTo>
                <a:close/>
                <a:moveTo>
                  <a:pt x="1" y="26"/>
                </a:moveTo>
                <a:cubicBezTo>
                  <a:pt x="26" y="26"/>
                  <a:pt x="26" y="26"/>
                  <a:pt x="26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5"/>
                  <a:pt x="27" y="25"/>
                  <a:pt x="27" y="25"/>
                </a:cubicBezTo>
                <a:cubicBezTo>
                  <a:pt x="27" y="24"/>
                  <a:pt x="27" y="24"/>
                  <a:pt x="26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6"/>
                  <a:pt x="1" y="26"/>
                  <a:pt x="1" y="2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6" name="Freeform 245">
            <a:extLst>
              <a:ext uri="{FF2B5EF4-FFF2-40B4-BE49-F238E27FC236}">
                <a16:creationId xmlns:a16="http://schemas.microsoft.com/office/drawing/2014/main" id="{DD87C24C-00CF-3BAE-3733-47986741E145}"/>
              </a:ext>
            </a:extLst>
          </p:cNvPr>
          <p:cNvSpPr>
            <a:spLocks noEditPoints="1"/>
          </p:cNvSpPr>
          <p:nvPr/>
        </p:nvSpPr>
        <p:spPr bwMode="auto">
          <a:xfrm>
            <a:off x="6247340" y="2515231"/>
            <a:ext cx="278706" cy="278706"/>
          </a:xfrm>
          <a:custGeom>
            <a:avLst/>
            <a:gdLst>
              <a:gd name="T0" fmla="*/ 0 w 29"/>
              <a:gd name="T1" fmla="*/ 15 h 29"/>
              <a:gd name="T2" fmla="*/ 29 w 29"/>
              <a:gd name="T3" fmla="*/ 15 h 29"/>
              <a:gd name="T4" fmla="*/ 15 w 29"/>
              <a:gd name="T5" fmla="*/ 15 h 29"/>
              <a:gd name="T6" fmla="*/ 26 w 29"/>
              <a:gd name="T7" fmla="*/ 15 h 29"/>
              <a:gd name="T8" fmla="*/ 25 w 29"/>
              <a:gd name="T9" fmla="*/ 19 h 29"/>
              <a:gd name="T10" fmla="*/ 19 w 29"/>
              <a:gd name="T11" fmla="*/ 26 h 29"/>
              <a:gd name="T12" fmla="*/ 10 w 29"/>
              <a:gd name="T13" fmla="*/ 26 h 29"/>
              <a:gd name="T14" fmla="*/ 7 w 29"/>
              <a:gd name="T15" fmla="*/ 23 h 29"/>
              <a:gd name="T16" fmla="*/ 15 w 29"/>
              <a:gd name="T17" fmla="*/ 15 h 29"/>
              <a:gd name="T18" fmla="*/ 8 w 29"/>
              <a:gd name="T19" fmla="*/ 23 h 29"/>
              <a:gd name="T20" fmla="*/ 25 w 29"/>
              <a:gd name="T21" fmla="*/ 17 h 29"/>
              <a:gd name="T22" fmla="*/ 22 w 29"/>
              <a:gd name="T23" fmla="*/ 22 h 29"/>
              <a:gd name="T24" fmla="*/ 14 w 29"/>
              <a:gd name="T25" fmla="*/ 25 h 29"/>
              <a:gd name="T26" fmla="*/ 8 w 29"/>
              <a:gd name="T27" fmla="*/ 23 h 29"/>
              <a:gd name="T28" fmla="*/ 14 w 29"/>
              <a:gd name="T29" fmla="*/ 3 h 29"/>
              <a:gd name="T30" fmla="*/ 14 w 29"/>
              <a:gd name="T31" fmla="*/ 14 h 29"/>
              <a:gd name="T32" fmla="*/ 6 w 29"/>
              <a:gd name="T33" fmla="*/ 23 h 29"/>
              <a:gd name="T34" fmla="*/ 6 w 29"/>
              <a:gd name="T35" fmla="*/ 23 h 29"/>
              <a:gd name="T36" fmla="*/ 4 w 29"/>
              <a:gd name="T37" fmla="*/ 10 h 29"/>
              <a:gd name="T38" fmla="*/ 14 w 29"/>
              <a:gd name="T39" fmla="*/ 3 h 29"/>
              <a:gd name="T40" fmla="*/ 15 w 29"/>
              <a:gd name="T41" fmla="*/ 14 h 29"/>
              <a:gd name="T42" fmla="*/ 15 w 29"/>
              <a:gd name="T43" fmla="*/ 13 h 29"/>
              <a:gd name="T44" fmla="*/ 20 w 29"/>
              <a:gd name="T45" fmla="*/ 14 h 29"/>
              <a:gd name="T46" fmla="*/ 15 w 29"/>
              <a:gd name="T47" fmla="*/ 12 h 29"/>
              <a:gd name="T48" fmla="*/ 20 w 29"/>
              <a:gd name="T49" fmla="*/ 14 h 29"/>
              <a:gd name="T50" fmla="*/ 21 w 29"/>
              <a:gd name="T51" fmla="*/ 14 h 29"/>
              <a:gd name="T52" fmla="*/ 15 w 29"/>
              <a:gd name="T53" fmla="*/ 6 h 29"/>
              <a:gd name="T54" fmla="*/ 26 w 29"/>
              <a:gd name="T55" fmla="*/ 13 h 29"/>
              <a:gd name="T56" fmla="*/ 26 w 29"/>
              <a:gd name="T57" fmla="*/ 14 h 29"/>
              <a:gd name="T58" fmla="*/ 25 w 29"/>
              <a:gd name="T59" fmla="*/ 14 h 29"/>
              <a:gd name="T60" fmla="*/ 15 w 29"/>
              <a:gd name="T61" fmla="*/ 3 h 29"/>
              <a:gd name="T62" fmla="*/ 15 w 29"/>
              <a:gd name="T63" fmla="*/ 3 h 29"/>
              <a:gd name="T64" fmla="*/ 26 w 29"/>
              <a:gd name="T65" fmla="*/ 13 h 29"/>
              <a:gd name="T66" fmla="*/ 19 w 29"/>
              <a:gd name="T67" fmla="*/ 4 h 29"/>
              <a:gd name="T68" fmla="*/ 25 w 29"/>
              <a:gd name="T69" fmla="*/ 10 h 29"/>
              <a:gd name="T70" fmla="*/ 18 w 29"/>
              <a:gd name="T71" fmla="*/ 4 h 29"/>
              <a:gd name="T72" fmla="*/ 27 w 29"/>
              <a:gd name="T73" fmla="*/ 15 h 29"/>
              <a:gd name="T74" fmla="*/ 2 w 29"/>
              <a:gd name="T75" fmla="*/ 15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9" h="29">
                <a:moveTo>
                  <a:pt x="14" y="0"/>
                </a:moveTo>
                <a:cubicBezTo>
                  <a:pt x="6" y="0"/>
                  <a:pt x="0" y="7"/>
                  <a:pt x="0" y="15"/>
                </a:cubicBezTo>
                <a:cubicBezTo>
                  <a:pt x="0" y="23"/>
                  <a:pt x="6" y="29"/>
                  <a:pt x="14" y="29"/>
                </a:cubicBezTo>
                <a:cubicBezTo>
                  <a:pt x="22" y="29"/>
                  <a:pt x="29" y="23"/>
                  <a:pt x="29" y="15"/>
                </a:cubicBezTo>
                <a:cubicBezTo>
                  <a:pt x="29" y="7"/>
                  <a:pt x="22" y="0"/>
                  <a:pt x="14" y="0"/>
                </a:cubicBezTo>
                <a:close/>
                <a:moveTo>
                  <a:pt x="15" y="15"/>
                </a:move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6" y="16"/>
                  <a:pt x="26" y="16"/>
                </a:cubicBezTo>
                <a:cubicBezTo>
                  <a:pt x="26" y="17"/>
                  <a:pt x="26" y="18"/>
                  <a:pt x="25" y="19"/>
                </a:cubicBezTo>
                <a:cubicBezTo>
                  <a:pt x="25" y="21"/>
                  <a:pt x="24" y="22"/>
                  <a:pt x="23" y="23"/>
                </a:cubicBezTo>
                <a:cubicBezTo>
                  <a:pt x="22" y="24"/>
                  <a:pt x="20" y="25"/>
                  <a:pt x="19" y="26"/>
                </a:cubicBezTo>
                <a:cubicBezTo>
                  <a:pt x="18" y="26"/>
                  <a:pt x="16" y="27"/>
                  <a:pt x="14" y="27"/>
                </a:cubicBezTo>
                <a:cubicBezTo>
                  <a:pt x="13" y="27"/>
                  <a:pt x="11" y="26"/>
                  <a:pt x="10" y="26"/>
                </a:cubicBezTo>
                <a:cubicBezTo>
                  <a:pt x="9" y="25"/>
                  <a:pt x="8" y="24"/>
                  <a:pt x="7" y="24"/>
                </a:cubicBezTo>
                <a:cubicBezTo>
                  <a:pt x="7" y="24"/>
                  <a:pt x="7" y="23"/>
                  <a:pt x="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5" y="15"/>
                  <a:pt x="15" y="15"/>
                </a:cubicBezTo>
                <a:close/>
                <a:moveTo>
                  <a:pt x="8" y="23"/>
                </a:moveTo>
                <a:cubicBezTo>
                  <a:pt x="15" y="17"/>
                  <a:pt x="15" y="17"/>
                  <a:pt x="15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5" y="17"/>
                  <a:pt x="24" y="18"/>
                  <a:pt x="24" y="19"/>
                </a:cubicBezTo>
                <a:cubicBezTo>
                  <a:pt x="24" y="20"/>
                  <a:pt x="23" y="21"/>
                  <a:pt x="22" y="22"/>
                </a:cubicBezTo>
                <a:cubicBezTo>
                  <a:pt x="21" y="23"/>
                  <a:pt x="20" y="24"/>
                  <a:pt x="18" y="24"/>
                </a:cubicBezTo>
                <a:cubicBezTo>
                  <a:pt x="17" y="25"/>
                  <a:pt x="16" y="25"/>
                  <a:pt x="14" y="25"/>
                </a:cubicBezTo>
                <a:cubicBezTo>
                  <a:pt x="13" y="25"/>
                  <a:pt x="12" y="25"/>
                  <a:pt x="10" y="24"/>
                </a:cubicBezTo>
                <a:cubicBezTo>
                  <a:pt x="10" y="24"/>
                  <a:pt x="9" y="24"/>
                  <a:pt x="8" y="23"/>
                </a:cubicBezTo>
                <a:close/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5"/>
                  <a:pt x="14" y="15"/>
                  <a:pt x="14" y="15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6" y="23"/>
                  <a:pt x="6" y="23"/>
                  <a:pt x="6" y="23"/>
                </a:cubicBezTo>
                <a:cubicBezTo>
                  <a:pt x="5" y="22"/>
                  <a:pt x="4" y="20"/>
                  <a:pt x="4" y="19"/>
                </a:cubicBezTo>
                <a:cubicBezTo>
                  <a:pt x="2" y="16"/>
                  <a:pt x="2" y="13"/>
                  <a:pt x="4" y="10"/>
                </a:cubicBezTo>
                <a:cubicBezTo>
                  <a:pt x="4" y="9"/>
                  <a:pt x="5" y="8"/>
                  <a:pt x="6" y="7"/>
                </a:cubicBezTo>
                <a:cubicBezTo>
                  <a:pt x="8" y="4"/>
                  <a:pt x="11" y="3"/>
                  <a:pt x="14" y="3"/>
                </a:cubicBezTo>
                <a:close/>
                <a:moveTo>
                  <a:pt x="16" y="14"/>
                </a:moveTo>
                <a:cubicBezTo>
                  <a:pt x="15" y="14"/>
                  <a:pt x="15" y="14"/>
                  <a:pt x="15" y="14"/>
                </a:cubicBezTo>
                <a:cubicBezTo>
                  <a:pt x="15" y="14"/>
                  <a:pt x="15" y="14"/>
                  <a:pt x="15" y="14"/>
                </a:cubicBezTo>
                <a:cubicBezTo>
                  <a:pt x="15" y="13"/>
                  <a:pt x="15" y="13"/>
                  <a:pt x="15" y="13"/>
                </a:cubicBezTo>
                <a:cubicBezTo>
                  <a:pt x="16" y="14"/>
                  <a:pt x="16" y="14"/>
                  <a:pt x="16" y="14"/>
                </a:cubicBezTo>
                <a:close/>
                <a:moveTo>
                  <a:pt x="20" y="14"/>
                </a:moveTo>
                <a:cubicBezTo>
                  <a:pt x="18" y="14"/>
                  <a:pt x="18" y="14"/>
                  <a:pt x="18" y="14"/>
                </a:cubicBezTo>
                <a:cubicBezTo>
                  <a:pt x="15" y="12"/>
                  <a:pt x="15" y="12"/>
                  <a:pt x="15" y="12"/>
                </a:cubicBezTo>
                <a:cubicBezTo>
                  <a:pt x="15" y="9"/>
                  <a:pt x="15" y="9"/>
                  <a:pt x="15" y="9"/>
                </a:cubicBezTo>
                <a:cubicBezTo>
                  <a:pt x="20" y="14"/>
                  <a:pt x="20" y="14"/>
                  <a:pt x="20" y="14"/>
                </a:cubicBezTo>
                <a:close/>
                <a:moveTo>
                  <a:pt x="24" y="14"/>
                </a:moveTo>
                <a:cubicBezTo>
                  <a:pt x="21" y="14"/>
                  <a:pt x="21" y="14"/>
                  <a:pt x="21" y="14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6"/>
                  <a:pt x="15" y="6"/>
                  <a:pt x="15" y="6"/>
                </a:cubicBezTo>
                <a:cubicBezTo>
                  <a:pt x="24" y="14"/>
                  <a:pt x="24" y="14"/>
                  <a:pt x="24" y="14"/>
                </a:cubicBezTo>
                <a:close/>
                <a:moveTo>
                  <a:pt x="26" y="13"/>
                </a:moveTo>
                <a:cubicBezTo>
                  <a:pt x="26" y="13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6" y="3"/>
                  <a:pt x="16" y="3"/>
                  <a:pt x="16" y="3"/>
                </a:cubicBezTo>
                <a:cubicBezTo>
                  <a:pt x="26" y="13"/>
                  <a:pt x="26" y="13"/>
                  <a:pt x="26" y="13"/>
                </a:cubicBezTo>
                <a:close/>
                <a:moveTo>
                  <a:pt x="18" y="4"/>
                </a:moveTo>
                <a:cubicBezTo>
                  <a:pt x="18" y="4"/>
                  <a:pt x="19" y="4"/>
                  <a:pt x="19" y="4"/>
                </a:cubicBezTo>
                <a:cubicBezTo>
                  <a:pt x="20" y="5"/>
                  <a:pt x="22" y="5"/>
                  <a:pt x="23" y="7"/>
                </a:cubicBezTo>
                <a:cubicBezTo>
                  <a:pt x="24" y="8"/>
                  <a:pt x="25" y="9"/>
                  <a:pt x="25" y="10"/>
                </a:cubicBezTo>
                <a:cubicBezTo>
                  <a:pt x="25" y="11"/>
                  <a:pt x="26" y="11"/>
                  <a:pt x="26" y="12"/>
                </a:cubicBezTo>
                <a:cubicBezTo>
                  <a:pt x="18" y="4"/>
                  <a:pt x="18" y="4"/>
                  <a:pt x="18" y="4"/>
                </a:cubicBezTo>
                <a:close/>
                <a:moveTo>
                  <a:pt x="14" y="2"/>
                </a:moveTo>
                <a:cubicBezTo>
                  <a:pt x="21" y="2"/>
                  <a:pt x="27" y="8"/>
                  <a:pt x="27" y="15"/>
                </a:cubicBezTo>
                <a:cubicBezTo>
                  <a:pt x="27" y="22"/>
                  <a:pt x="21" y="27"/>
                  <a:pt x="14" y="27"/>
                </a:cubicBezTo>
                <a:cubicBezTo>
                  <a:pt x="8" y="27"/>
                  <a:pt x="2" y="22"/>
                  <a:pt x="2" y="15"/>
                </a:cubicBezTo>
                <a:cubicBezTo>
                  <a:pt x="2" y="8"/>
                  <a:pt x="8" y="2"/>
                  <a:pt x="14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8" name="Freeform 246">
            <a:extLst>
              <a:ext uri="{FF2B5EF4-FFF2-40B4-BE49-F238E27FC236}">
                <a16:creationId xmlns:a16="http://schemas.microsoft.com/office/drawing/2014/main" id="{53043929-FF75-5ADE-48E1-68F1928A4444}"/>
              </a:ext>
            </a:extLst>
          </p:cNvPr>
          <p:cNvSpPr>
            <a:spLocks noEditPoints="1"/>
          </p:cNvSpPr>
          <p:nvPr/>
        </p:nvSpPr>
        <p:spPr bwMode="auto">
          <a:xfrm>
            <a:off x="2515575" y="2495324"/>
            <a:ext cx="296804" cy="325761"/>
          </a:xfrm>
          <a:custGeom>
            <a:avLst/>
            <a:gdLst>
              <a:gd name="T0" fmla="*/ 18 w 31"/>
              <a:gd name="T1" fmla="*/ 16 h 34"/>
              <a:gd name="T2" fmla="*/ 24 w 31"/>
              <a:gd name="T3" fmla="*/ 10 h 34"/>
              <a:gd name="T4" fmla="*/ 25 w 31"/>
              <a:gd name="T5" fmla="*/ 11 h 34"/>
              <a:gd name="T6" fmla="*/ 18 w 31"/>
              <a:gd name="T7" fmla="*/ 19 h 34"/>
              <a:gd name="T8" fmla="*/ 14 w 31"/>
              <a:gd name="T9" fmla="*/ 15 h 34"/>
              <a:gd name="T10" fmla="*/ 7 w 31"/>
              <a:gd name="T11" fmla="*/ 21 h 34"/>
              <a:gd name="T12" fmla="*/ 6 w 31"/>
              <a:gd name="T13" fmla="*/ 20 h 34"/>
              <a:gd name="T14" fmla="*/ 14 w 31"/>
              <a:gd name="T15" fmla="*/ 12 h 34"/>
              <a:gd name="T16" fmla="*/ 18 w 31"/>
              <a:gd name="T17" fmla="*/ 16 h 34"/>
              <a:gd name="T18" fmla="*/ 11 w 31"/>
              <a:gd name="T19" fmla="*/ 28 h 34"/>
              <a:gd name="T20" fmla="*/ 7 w 31"/>
              <a:gd name="T21" fmla="*/ 32 h 34"/>
              <a:gd name="T22" fmla="*/ 9 w 31"/>
              <a:gd name="T23" fmla="*/ 33 h 34"/>
              <a:gd name="T24" fmla="*/ 14 w 31"/>
              <a:gd name="T25" fmla="*/ 28 h 34"/>
              <a:gd name="T26" fmla="*/ 11 w 31"/>
              <a:gd name="T27" fmla="*/ 28 h 34"/>
              <a:gd name="T28" fmla="*/ 20 w 31"/>
              <a:gd name="T29" fmla="*/ 28 h 34"/>
              <a:gd name="T30" fmla="*/ 24 w 31"/>
              <a:gd name="T31" fmla="*/ 32 h 34"/>
              <a:gd name="T32" fmla="*/ 23 w 31"/>
              <a:gd name="T33" fmla="*/ 33 h 34"/>
              <a:gd name="T34" fmla="*/ 17 w 31"/>
              <a:gd name="T35" fmla="*/ 28 h 34"/>
              <a:gd name="T36" fmla="*/ 20 w 31"/>
              <a:gd name="T37" fmla="*/ 28 h 34"/>
              <a:gd name="T38" fmla="*/ 15 w 31"/>
              <a:gd name="T39" fmla="*/ 28 h 34"/>
              <a:gd name="T40" fmla="*/ 15 w 31"/>
              <a:gd name="T41" fmla="*/ 33 h 34"/>
              <a:gd name="T42" fmla="*/ 17 w 31"/>
              <a:gd name="T43" fmla="*/ 33 h 34"/>
              <a:gd name="T44" fmla="*/ 17 w 31"/>
              <a:gd name="T45" fmla="*/ 28 h 34"/>
              <a:gd name="T46" fmla="*/ 15 w 31"/>
              <a:gd name="T47" fmla="*/ 28 h 34"/>
              <a:gd name="T48" fmla="*/ 15 w 31"/>
              <a:gd name="T49" fmla="*/ 3 h 34"/>
              <a:gd name="T50" fmla="*/ 15 w 31"/>
              <a:gd name="T51" fmla="*/ 1 h 34"/>
              <a:gd name="T52" fmla="*/ 17 w 31"/>
              <a:gd name="T53" fmla="*/ 1 h 34"/>
              <a:gd name="T54" fmla="*/ 17 w 31"/>
              <a:gd name="T55" fmla="*/ 3 h 34"/>
              <a:gd name="T56" fmla="*/ 15 w 31"/>
              <a:gd name="T57" fmla="*/ 3 h 34"/>
              <a:gd name="T58" fmla="*/ 1 w 31"/>
              <a:gd name="T59" fmla="*/ 7 h 34"/>
              <a:gd name="T60" fmla="*/ 1 w 31"/>
              <a:gd name="T61" fmla="*/ 24 h 34"/>
              <a:gd name="T62" fmla="*/ 2 w 31"/>
              <a:gd name="T63" fmla="*/ 26 h 34"/>
              <a:gd name="T64" fmla="*/ 4 w 31"/>
              <a:gd name="T65" fmla="*/ 27 h 34"/>
              <a:gd name="T66" fmla="*/ 28 w 31"/>
              <a:gd name="T67" fmla="*/ 27 h 34"/>
              <a:gd name="T68" fmla="*/ 30 w 31"/>
              <a:gd name="T69" fmla="*/ 26 h 34"/>
              <a:gd name="T70" fmla="*/ 30 w 31"/>
              <a:gd name="T71" fmla="*/ 24 h 34"/>
              <a:gd name="T72" fmla="*/ 30 w 31"/>
              <a:gd name="T73" fmla="*/ 7 h 34"/>
              <a:gd name="T74" fmla="*/ 31 w 31"/>
              <a:gd name="T75" fmla="*/ 6 h 34"/>
              <a:gd name="T76" fmla="*/ 31 w 31"/>
              <a:gd name="T77" fmla="*/ 4 h 34"/>
              <a:gd name="T78" fmla="*/ 31 w 31"/>
              <a:gd name="T79" fmla="*/ 4 h 34"/>
              <a:gd name="T80" fmla="*/ 1 w 31"/>
              <a:gd name="T81" fmla="*/ 4 h 34"/>
              <a:gd name="T82" fmla="*/ 0 w 31"/>
              <a:gd name="T83" fmla="*/ 4 h 34"/>
              <a:gd name="T84" fmla="*/ 0 w 31"/>
              <a:gd name="T85" fmla="*/ 6 h 34"/>
              <a:gd name="T86" fmla="*/ 1 w 31"/>
              <a:gd name="T87" fmla="*/ 7 h 34"/>
              <a:gd name="T88" fmla="*/ 27 w 31"/>
              <a:gd name="T89" fmla="*/ 25 h 34"/>
              <a:gd name="T90" fmla="*/ 29 w 31"/>
              <a:gd name="T91" fmla="*/ 24 h 34"/>
              <a:gd name="T92" fmla="*/ 29 w 31"/>
              <a:gd name="T93" fmla="*/ 7 h 34"/>
              <a:gd name="T94" fmla="*/ 2 w 31"/>
              <a:gd name="T95" fmla="*/ 7 h 34"/>
              <a:gd name="T96" fmla="*/ 2 w 31"/>
              <a:gd name="T97" fmla="*/ 24 h 34"/>
              <a:gd name="T98" fmla="*/ 4 w 31"/>
              <a:gd name="T99" fmla="*/ 25 h 34"/>
              <a:gd name="T100" fmla="*/ 27 w 31"/>
              <a:gd name="T101" fmla="*/ 25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1" h="34">
                <a:moveTo>
                  <a:pt x="18" y="16"/>
                </a:moveTo>
                <a:cubicBezTo>
                  <a:pt x="24" y="10"/>
                  <a:pt x="24" y="10"/>
                  <a:pt x="24" y="10"/>
                </a:cubicBezTo>
                <a:cubicBezTo>
                  <a:pt x="25" y="9"/>
                  <a:pt x="26" y="10"/>
                  <a:pt x="25" y="11"/>
                </a:cubicBezTo>
                <a:cubicBezTo>
                  <a:pt x="22" y="14"/>
                  <a:pt x="21" y="16"/>
                  <a:pt x="18" y="19"/>
                </a:cubicBezTo>
                <a:cubicBezTo>
                  <a:pt x="14" y="15"/>
                  <a:pt x="14" y="15"/>
                  <a:pt x="14" y="15"/>
                </a:cubicBezTo>
                <a:cubicBezTo>
                  <a:pt x="11" y="17"/>
                  <a:pt x="10" y="19"/>
                  <a:pt x="7" y="21"/>
                </a:cubicBezTo>
                <a:cubicBezTo>
                  <a:pt x="7" y="22"/>
                  <a:pt x="5" y="21"/>
                  <a:pt x="6" y="20"/>
                </a:cubicBezTo>
                <a:cubicBezTo>
                  <a:pt x="9" y="17"/>
                  <a:pt x="11" y="15"/>
                  <a:pt x="14" y="12"/>
                </a:cubicBezTo>
                <a:cubicBezTo>
                  <a:pt x="14" y="12"/>
                  <a:pt x="18" y="16"/>
                  <a:pt x="18" y="16"/>
                </a:cubicBezTo>
                <a:close/>
                <a:moveTo>
                  <a:pt x="11" y="28"/>
                </a:moveTo>
                <a:cubicBezTo>
                  <a:pt x="7" y="32"/>
                  <a:pt x="7" y="32"/>
                  <a:pt x="7" y="32"/>
                </a:cubicBezTo>
                <a:cubicBezTo>
                  <a:pt x="6" y="33"/>
                  <a:pt x="8" y="34"/>
                  <a:pt x="9" y="33"/>
                </a:cubicBezTo>
                <a:cubicBezTo>
                  <a:pt x="14" y="28"/>
                  <a:pt x="14" y="28"/>
                  <a:pt x="14" y="28"/>
                </a:cubicBezTo>
                <a:cubicBezTo>
                  <a:pt x="11" y="28"/>
                  <a:pt x="11" y="28"/>
                  <a:pt x="11" y="28"/>
                </a:cubicBezTo>
                <a:close/>
                <a:moveTo>
                  <a:pt x="20" y="28"/>
                </a:moveTo>
                <a:cubicBezTo>
                  <a:pt x="24" y="32"/>
                  <a:pt x="24" y="32"/>
                  <a:pt x="24" y="32"/>
                </a:cubicBezTo>
                <a:cubicBezTo>
                  <a:pt x="25" y="33"/>
                  <a:pt x="24" y="34"/>
                  <a:pt x="23" y="33"/>
                </a:cubicBezTo>
                <a:cubicBezTo>
                  <a:pt x="17" y="28"/>
                  <a:pt x="17" y="28"/>
                  <a:pt x="17" y="28"/>
                </a:cubicBezTo>
                <a:cubicBezTo>
                  <a:pt x="20" y="28"/>
                  <a:pt x="20" y="28"/>
                  <a:pt x="20" y="28"/>
                </a:cubicBezTo>
                <a:close/>
                <a:moveTo>
                  <a:pt x="15" y="28"/>
                </a:moveTo>
                <a:cubicBezTo>
                  <a:pt x="15" y="33"/>
                  <a:pt x="15" y="33"/>
                  <a:pt x="15" y="33"/>
                </a:cubicBezTo>
                <a:cubicBezTo>
                  <a:pt x="15" y="34"/>
                  <a:pt x="17" y="34"/>
                  <a:pt x="17" y="33"/>
                </a:cubicBezTo>
                <a:cubicBezTo>
                  <a:pt x="17" y="28"/>
                  <a:pt x="17" y="28"/>
                  <a:pt x="17" y="28"/>
                </a:cubicBezTo>
                <a:cubicBezTo>
                  <a:pt x="15" y="28"/>
                  <a:pt x="15" y="28"/>
                  <a:pt x="15" y="28"/>
                </a:cubicBezTo>
                <a:close/>
                <a:moveTo>
                  <a:pt x="15" y="3"/>
                </a:move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7" y="0"/>
                  <a:pt x="17" y="1"/>
                </a:cubicBezTo>
                <a:cubicBezTo>
                  <a:pt x="17" y="3"/>
                  <a:pt x="17" y="3"/>
                  <a:pt x="17" y="3"/>
                </a:cubicBezTo>
                <a:cubicBezTo>
                  <a:pt x="15" y="3"/>
                  <a:pt x="15" y="3"/>
                  <a:pt x="15" y="3"/>
                </a:cubicBezTo>
                <a:close/>
                <a:moveTo>
                  <a:pt x="1" y="7"/>
                </a:moveTo>
                <a:cubicBezTo>
                  <a:pt x="1" y="12"/>
                  <a:pt x="1" y="18"/>
                  <a:pt x="1" y="24"/>
                </a:cubicBezTo>
                <a:cubicBezTo>
                  <a:pt x="1" y="25"/>
                  <a:pt x="1" y="26"/>
                  <a:pt x="2" y="26"/>
                </a:cubicBezTo>
                <a:cubicBezTo>
                  <a:pt x="2" y="26"/>
                  <a:pt x="3" y="27"/>
                  <a:pt x="4" y="27"/>
                </a:cubicBezTo>
                <a:cubicBezTo>
                  <a:pt x="12" y="27"/>
                  <a:pt x="20" y="27"/>
                  <a:pt x="28" y="27"/>
                </a:cubicBezTo>
                <a:cubicBezTo>
                  <a:pt x="28" y="27"/>
                  <a:pt x="29" y="26"/>
                  <a:pt x="30" y="26"/>
                </a:cubicBezTo>
                <a:cubicBezTo>
                  <a:pt x="30" y="26"/>
                  <a:pt x="30" y="25"/>
                  <a:pt x="30" y="24"/>
                </a:cubicBezTo>
                <a:cubicBezTo>
                  <a:pt x="30" y="7"/>
                  <a:pt x="30" y="7"/>
                  <a:pt x="30" y="7"/>
                </a:cubicBezTo>
                <a:cubicBezTo>
                  <a:pt x="31" y="7"/>
                  <a:pt x="31" y="7"/>
                  <a:pt x="31" y="6"/>
                </a:cubicBezTo>
                <a:cubicBezTo>
                  <a:pt x="31" y="4"/>
                  <a:pt x="31" y="4"/>
                  <a:pt x="31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21" y="4"/>
                  <a:pt x="11" y="4"/>
                  <a:pt x="1" y="4"/>
                </a:cubicBezTo>
                <a:cubicBezTo>
                  <a:pt x="1" y="4"/>
                  <a:pt x="0" y="4"/>
                  <a:pt x="0" y="4"/>
                </a:cubicBezTo>
                <a:cubicBezTo>
                  <a:pt x="0" y="6"/>
                  <a:pt x="0" y="6"/>
                  <a:pt x="0" y="6"/>
                </a:cubicBezTo>
                <a:cubicBezTo>
                  <a:pt x="0" y="7"/>
                  <a:pt x="1" y="7"/>
                  <a:pt x="1" y="7"/>
                </a:cubicBezTo>
                <a:close/>
                <a:moveTo>
                  <a:pt x="27" y="25"/>
                </a:moveTo>
                <a:cubicBezTo>
                  <a:pt x="28" y="25"/>
                  <a:pt x="29" y="25"/>
                  <a:pt x="29" y="24"/>
                </a:cubicBezTo>
                <a:cubicBezTo>
                  <a:pt x="29" y="18"/>
                  <a:pt x="29" y="12"/>
                  <a:pt x="29" y="7"/>
                </a:cubicBezTo>
                <a:cubicBezTo>
                  <a:pt x="2" y="7"/>
                  <a:pt x="2" y="7"/>
                  <a:pt x="2" y="7"/>
                </a:cubicBezTo>
                <a:cubicBezTo>
                  <a:pt x="2" y="12"/>
                  <a:pt x="2" y="18"/>
                  <a:pt x="2" y="24"/>
                </a:cubicBezTo>
                <a:cubicBezTo>
                  <a:pt x="2" y="25"/>
                  <a:pt x="3" y="25"/>
                  <a:pt x="4" y="25"/>
                </a:cubicBezTo>
                <a:cubicBezTo>
                  <a:pt x="12" y="25"/>
                  <a:pt x="20" y="25"/>
                  <a:pt x="27" y="2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0" name="Freeform 247">
            <a:extLst>
              <a:ext uri="{FF2B5EF4-FFF2-40B4-BE49-F238E27FC236}">
                <a16:creationId xmlns:a16="http://schemas.microsoft.com/office/drawing/2014/main" id="{93A43CE8-CB48-C5FF-1E89-F49DC7A834E4}"/>
              </a:ext>
            </a:extLst>
          </p:cNvPr>
          <p:cNvSpPr>
            <a:spLocks noEditPoints="1"/>
          </p:cNvSpPr>
          <p:nvPr/>
        </p:nvSpPr>
        <p:spPr bwMode="auto">
          <a:xfrm>
            <a:off x="2524624" y="2533329"/>
            <a:ext cx="278706" cy="220793"/>
          </a:xfrm>
          <a:custGeom>
            <a:avLst/>
            <a:gdLst>
              <a:gd name="T0" fmla="*/ 2 w 29"/>
              <a:gd name="T1" fmla="*/ 0 h 23"/>
              <a:gd name="T2" fmla="*/ 27 w 29"/>
              <a:gd name="T3" fmla="*/ 0 h 23"/>
              <a:gd name="T4" fmla="*/ 29 w 29"/>
              <a:gd name="T5" fmla="*/ 2 h 23"/>
              <a:gd name="T6" fmla="*/ 29 w 29"/>
              <a:gd name="T7" fmla="*/ 21 h 23"/>
              <a:gd name="T8" fmla="*/ 27 w 29"/>
              <a:gd name="T9" fmla="*/ 23 h 23"/>
              <a:gd name="T10" fmla="*/ 2 w 29"/>
              <a:gd name="T11" fmla="*/ 23 h 23"/>
              <a:gd name="T12" fmla="*/ 0 w 29"/>
              <a:gd name="T13" fmla="*/ 21 h 23"/>
              <a:gd name="T14" fmla="*/ 0 w 29"/>
              <a:gd name="T15" fmla="*/ 2 h 23"/>
              <a:gd name="T16" fmla="*/ 2 w 29"/>
              <a:gd name="T17" fmla="*/ 0 h 23"/>
              <a:gd name="T18" fmla="*/ 26 w 29"/>
              <a:gd name="T19" fmla="*/ 3 h 23"/>
              <a:gd name="T20" fmla="*/ 26 w 29"/>
              <a:gd name="T21" fmla="*/ 3 h 23"/>
              <a:gd name="T22" fmla="*/ 3 w 29"/>
              <a:gd name="T23" fmla="*/ 3 h 23"/>
              <a:gd name="T24" fmla="*/ 3 w 29"/>
              <a:gd name="T25" fmla="*/ 3 h 23"/>
              <a:gd name="T26" fmla="*/ 3 w 29"/>
              <a:gd name="T27" fmla="*/ 20 h 23"/>
              <a:gd name="T28" fmla="*/ 3 w 29"/>
              <a:gd name="T29" fmla="*/ 20 h 23"/>
              <a:gd name="T30" fmla="*/ 26 w 29"/>
              <a:gd name="T31" fmla="*/ 20 h 23"/>
              <a:gd name="T32" fmla="*/ 26 w 29"/>
              <a:gd name="T33" fmla="*/ 20 h 23"/>
              <a:gd name="T34" fmla="*/ 26 w 29"/>
              <a:gd name="T35" fmla="*/ 3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9" h="23">
                <a:moveTo>
                  <a:pt x="2" y="0"/>
                </a:move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9" y="1"/>
                  <a:pt x="29" y="2"/>
                </a:cubicBezTo>
                <a:cubicBezTo>
                  <a:pt x="29" y="10"/>
                  <a:pt x="29" y="12"/>
                  <a:pt x="29" y="21"/>
                </a:cubicBezTo>
                <a:cubicBezTo>
                  <a:pt x="29" y="22"/>
                  <a:pt x="28" y="23"/>
                  <a:pt x="27" y="23"/>
                </a:cubicBezTo>
                <a:cubicBezTo>
                  <a:pt x="19" y="23"/>
                  <a:pt x="11" y="23"/>
                  <a:pt x="2" y="23"/>
                </a:cubicBezTo>
                <a:cubicBezTo>
                  <a:pt x="1" y="23"/>
                  <a:pt x="0" y="22"/>
                  <a:pt x="0" y="2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26" y="3"/>
                </a:moveTo>
                <a:cubicBezTo>
                  <a:pt x="26" y="3"/>
                  <a:pt x="26" y="3"/>
                  <a:pt x="26" y="3"/>
                </a:cubicBezTo>
                <a:cubicBezTo>
                  <a:pt x="3" y="3"/>
                  <a:pt x="3" y="3"/>
                  <a:pt x="3" y="3"/>
                </a:cubicBezTo>
                <a:cubicBezTo>
                  <a:pt x="3" y="3"/>
                  <a:pt x="3" y="3"/>
                  <a:pt x="3" y="3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1" y="20"/>
                  <a:pt x="18" y="20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12"/>
                  <a:pt x="26" y="11"/>
                  <a:pt x="26" y="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2" name="Freeform 248">
            <a:extLst>
              <a:ext uri="{FF2B5EF4-FFF2-40B4-BE49-F238E27FC236}">
                <a16:creationId xmlns:a16="http://schemas.microsoft.com/office/drawing/2014/main" id="{A9912226-448C-7E34-0AF2-528C1BD747E2}"/>
              </a:ext>
            </a:extLst>
          </p:cNvPr>
          <p:cNvSpPr>
            <a:spLocks noEditPoints="1"/>
          </p:cNvSpPr>
          <p:nvPr/>
        </p:nvSpPr>
        <p:spPr bwMode="auto">
          <a:xfrm>
            <a:off x="5009451" y="2524281"/>
            <a:ext cx="269658" cy="269658"/>
          </a:xfrm>
          <a:custGeom>
            <a:avLst/>
            <a:gdLst>
              <a:gd name="T0" fmla="*/ 18 w 28"/>
              <a:gd name="T1" fmla="*/ 23 h 28"/>
              <a:gd name="T2" fmla="*/ 18 w 28"/>
              <a:gd name="T3" fmla="*/ 9 h 28"/>
              <a:gd name="T4" fmla="*/ 15 w 28"/>
              <a:gd name="T5" fmla="*/ 6 h 28"/>
              <a:gd name="T6" fmla="*/ 13 w 28"/>
              <a:gd name="T7" fmla="*/ 6 h 28"/>
              <a:gd name="T8" fmla="*/ 11 w 28"/>
              <a:gd name="T9" fmla="*/ 9 h 28"/>
              <a:gd name="T10" fmla="*/ 11 w 28"/>
              <a:gd name="T11" fmla="*/ 23 h 28"/>
              <a:gd name="T12" fmla="*/ 13 w 28"/>
              <a:gd name="T13" fmla="*/ 25 h 28"/>
              <a:gd name="T14" fmla="*/ 15 w 28"/>
              <a:gd name="T15" fmla="*/ 25 h 28"/>
              <a:gd name="T16" fmla="*/ 18 w 28"/>
              <a:gd name="T17" fmla="*/ 23 h 28"/>
              <a:gd name="T18" fmla="*/ 6 w 28"/>
              <a:gd name="T19" fmla="*/ 25 h 28"/>
              <a:gd name="T20" fmla="*/ 3 w 28"/>
              <a:gd name="T21" fmla="*/ 25 h 28"/>
              <a:gd name="T22" fmla="*/ 1 w 28"/>
              <a:gd name="T23" fmla="*/ 23 h 28"/>
              <a:gd name="T24" fmla="*/ 1 w 28"/>
              <a:gd name="T25" fmla="*/ 16 h 28"/>
              <a:gd name="T26" fmla="*/ 3 w 28"/>
              <a:gd name="T27" fmla="*/ 14 h 28"/>
              <a:gd name="T28" fmla="*/ 6 w 28"/>
              <a:gd name="T29" fmla="*/ 14 h 28"/>
              <a:gd name="T30" fmla="*/ 8 w 28"/>
              <a:gd name="T31" fmla="*/ 16 h 28"/>
              <a:gd name="T32" fmla="*/ 8 w 28"/>
              <a:gd name="T33" fmla="*/ 23 h 28"/>
              <a:gd name="T34" fmla="*/ 6 w 28"/>
              <a:gd name="T35" fmla="*/ 25 h 28"/>
              <a:gd name="T36" fmla="*/ 25 w 28"/>
              <a:gd name="T37" fmla="*/ 25 h 28"/>
              <a:gd name="T38" fmla="*/ 22 w 28"/>
              <a:gd name="T39" fmla="*/ 25 h 28"/>
              <a:gd name="T40" fmla="*/ 20 w 28"/>
              <a:gd name="T41" fmla="*/ 23 h 28"/>
              <a:gd name="T42" fmla="*/ 20 w 28"/>
              <a:gd name="T43" fmla="*/ 2 h 28"/>
              <a:gd name="T44" fmla="*/ 22 w 28"/>
              <a:gd name="T45" fmla="*/ 0 h 28"/>
              <a:gd name="T46" fmla="*/ 25 w 28"/>
              <a:gd name="T47" fmla="*/ 0 h 28"/>
              <a:gd name="T48" fmla="*/ 27 w 28"/>
              <a:gd name="T49" fmla="*/ 2 h 28"/>
              <a:gd name="T50" fmla="*/ 27 w 28"/>
              <a:gd name="T51" fmla="*/ 23 h 28"/>
              <a:gd name="T52" fmla="*/ 25 w 28"/>
              <a:gd name="T53" fmla="*/ 25 h 28"/>
              <a:gd name="T54" fmla="*/ 0 w 28"/>
              <a:gd name="T55" fmla="*/ 28 h 28"/>
              <a:gd name="T56" fmla="*/ 0 w 28"/>
              <a:gd name="T57" fmla="*/ 27 h 28"/>
              <a:gd name="T58" fmla="*/ 0 w 28"/>
              <a:gd name="T59" fmla="*/ 26 h 28"/>
              <a:gd name="T60" fmla="*/ 28 w 28"/>
              <a:gd name="T61" fmla="*/ 26 h 28"/>
              <a:gd name="T62" fmla="*/ 28 w 28"/>
              <a:gd name="T63" fmla="*/ 27 h 28"/>
              <a:gd name="T64" fmla="*/ 28 w 28"/>
              <a:gd name="T65" fmla="*/ 28 h 28"/>
              <a:gd name="T66" fmla="*/ 28 w 28"/>
              <a:gd name="T67" fmla="*/ 28 h 28"/>
              <a:gd name="T68" fmla="*/ 0 w 28"/>
              <a:gd name="T69" fmla="*/ 28 h 28"/>
              <a:gd name="T70" fmla="*/ 0 w 28"/>
              <a:gd name="T71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8" h="28">
                <a:moveTo>
                  <a:pt x="18" y="23"/>
                </a:moveTo>
                <a:cubicBezTo>
                  <a:pt x="18" y="9"/>
                  <a:pt x="18" y="9"/>
                  <a:pt x="18" y="9"/>
                </a:cubicBezTo>
                <a:cubicBezTo>
                  <a:pt x="18" y="7"/>
                  <a:pt x="17" y="6"/>
                  <a:pt x="15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2" y="6"/>
                  <a:pt x="11" y="7"/>
                  <a:pt x="11" y="9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4"/>
                  <a:pt x="12" y="25"/>
                  <a:pt x="13" y="25"/>
                </a:cubicBezTo>
                <a:cubicBezTo>
                  <a:pt x="14" y="25"/>
                  <a:pt x="15" y="25"/>
                  <a:pt x="15" y="25"/>
                </a:cubicBezTo>
                <a:cubicBezTo>
                  <a:pt x="17" y="25"/>
                  <a:pt x="18" y="24"/>
                  <a:pt x="18" y="23"/>
                </a:cubicBezTo>
                <a:close/>
                <a:moveTo>
                  <a:pt x="6" y="25"/>
                </a:moveTo>
                <a:cubicBezTo>
                  <a:pt x="5" y="25"/>
                  <a:pt x="4" y="25"/>
                  <a:pt x="3" y="25"/>
                </a:cubicBezTo>
                <a:cubicBezTo>
                  <a:pt x="2" y="25"/>
                  <a:pt x="1" y="24"/>
                  <a:pt x="1" y="23"/>
                </a:cubicBezTo>
                <a:cubicBezTo>
                  <a:pt x="1" y="16"/>
                  <a:pt x="1" y="16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6" y="14"/>
                  <a:pt x="6" y="14"/>
                  <a:pt x="6" y="14"/>
                </a:cubicBezTo>
                <a:cubicBezTo>
                  <a:pt x="7" y="14"/>
                  <a:pt x="8" y="15"/>
                  <a:pt x="8" y="16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7" y="25"/>
                  <a:pt x="6" y="25"/>
                </a:cubicBezTo>
                <a:close/>
                <a:moveTo>
                  <a:pt x="25" y="25"/>
                </a:moveTo>
                <a:cubicBezTo>
                  <a:pt x="24" y="25"/>
                  <a:pt x="23" y="25"/>
                  <a:pt x="22" y="25"/>
                </a:cubicBezTo>
                <a:cubicBezTo>
                  <a:pt x="21" y="25"/>
                  <a:pt x="20" y="24"/>
                  <a:pt x="20" y="23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21" y="0"/>
                  <a:pt x="22" y="0"/>
                </a:cubicBez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7" y="1"/>
                  <a:pt x="27" y="2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4"/>
                  <a:pt x="26" y="25"/>
                  <a:pt x="25" y="25"/>
                </a:cubicBezTo>
                <a:close/>
                <a:moveTo>
                  <a:pt x="0" y="28"/>
                </a:moveTo>
                <a:cubicBezTo>
                  <a:pt x="0" y="27"/>
                  <a:pt x="0" y="27"/>
                  <a:pt x="0" y="27"/>
                </a:cubicBezTo>
                <a:cubicBezTo>
                  <a:pt x="0" y="26"/>
                  <a:pt x="0" y="26"/>
                  <a:pt x="0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6"/>
                  <a:pt x="28" y="26"/>
                  <a:pt x="28" y="27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4" name="Freeform 249">
            <a:extLst>
              <a:ext uri="{FF2B5EF4-FFF2-40B4-BE49-F238E27FC236}">
                <a16:creationId xmlns:a16="http://schemas.microsoft.com/office/drawing/2014/main" id="{29E00AA3-416D-B043-98FD-BD4D7ABFB479}"/>
              </a:ext>
            </a:extLst>
          </p:cNvPr>
          <p:cNvSpPr>
            <a:spLocks noEditPoints="1"/>
          </p:cNvSpPr>
          <p:nvPr/>
        </p:nvSpPr>
        <p:spPr bwMode="auto">
          <a:xfrm>
            <a:off x="5633825" y="2524281"/>
            <a:ext cx="267848" cy="269658"/>
          </a:xfrm>
          <a:custGeom>
            <a:avLst/>
            <a:gdLst>
              <a:gd name="T0" fmla="*/ 13 w 28"/>
              <a:gd name="T1" fmla="*/ 6 h 28"/>
              <a:gd name="T2" fmla="*/ 15 w 28"/>
              <a:gd name="T3" fmla="*/ 6 h 28"/>
              <a:gd name="T4" fmla="*/ 17 w 28"/>
              <a:gd name="T5" fmla="*/ 9 h 28"/>
              <a:gd name="T6" fmla="*/ 17 w 28"/>
              <a:gd name="T7" fmla="*/ 23 h 28"/>
              <a:gd name="T8" fmla="*/ 15 w 28"/>
              <a:gd name="T9" fmla="*/ 25 h 28"/>
              <a:gd name="T10" fmla="*/ 13 w 28"/>
              <a:gd name="T11" fmla="*/ 25 h 28"/>
              <a:gd name="T12" fmla="*/ 10 w 28"/>
              <a:gd name="T13" fmla="*/ 23 h 28"/>
              <a:gd name="T14" fmla="*/ 10 w 28"/>
              <a:gd name="T15" fmla="*/ 9 h 28"/>
              <a:gd name="T16" fmla="*/ 13 w 28"/>
              <a:gd name="T17" fmla="*/ 6 h 28"/>
              <a:gd name="T18" fmla="*/ 25 w 28"/>
              <a:gd name="T19" fmla="*/ 25 h 28"/>
              <a:gd name="T20" fmla="*/ 22 w 28"/>
              <a:gd name="T21" fmla="*/ 25 h 28"/>
              <a:gd name="T22" fmla="*/ 20 w 28"/>
              <a:gd name="T23" fmla="*/ 23 h 28"/>
              <a:gd name="T24" fmla="*/ 20 w 28"/>
              <a:gd name="T25" fmla="*/ 16 h 28"/>
              <a:gd name="T26" fmla="*/ 22 w 28"/>
              <a:gd name="T27" fmla="*/ 14 h 28"/>
              <a:gd name="T28" fmla="*/ 25 w 28"/>
              <a:gd name="T29" fmla="*/ 14 h 28"/>
              <a:gd name="T30" fmla="*/ 27 w 28"/>
              <a:gd name="T31" fmla="*/ 16 h 28"/>
              <a:gd name="T32" fmla="*/ 27 w 28"/>
              <a:gd name="T33" fmla="*/ 23 h 28"/>
              <a:gd name="T34" fmla="*/ 25 w 28"/>
              <a:gd name="T35" fmla="*/ 25 h 28"/>
              <a:gd name="T36" fmla="*/ 6 w 28"/>
              <a:gd name="T37" fmla="*/ 25 h 28"/>
              <a:gd name="T38" fmla="*/ 3 w 28"/>
              <a:gd name="T39" fmla="*/ 25 h 28"/>
              <a:gd name="T40" fmla="*/ 1 w 28"/>
              <a:gd name="T41" fmla="*/ 23 h 28"/>
              <a:gd name="T42" fmla="*/ 1 w 28"/>
              <a:gd name="T43" fmla="*/ 2 h 28"/>
              <a:gd name="T44" fmla="*/ 3 w 28"/>
              <a:gd name="T45" fmla="*/ 0 h 28"/>
              <a:gd name="T46" fmla="*/ 6 w 28"/>
              <a:gd name="T47" fmla="*/ 0 h 28"/>
              <a:gd name="T48" fmla="*/ 8 w 28"/>
              <a:gd name="T49" fmla="*/ 2 h 28"/>
              <a:gd name="T50" fmla="*/ 8 w 28"/>
              <a:gd name="T51" fmla="*/ 23 h 28"/>
              <a:gd name="T52" fmla="*/ 6 w 28"/>
              <a:gd name="T53" fmla="*/ 25 h 28"/>
              <a:gd name="T54" fmla="*/ 28 w 28"/>
              <a:gd name="T55" fmla="*/ 28 h 28"/>
              <a:gd name="T56" fmla="*/ 28 w 28"/>
              <a:gd name="T57" fmla="*/ 27 h 28"/>
              <a:gd name="T58" fmla="*/ 28 w 28"/>
              <a:gd name="T59" fmla="*/ 26 h 28"/>
              <a:gd name="T60" fmla="*/ 0 w 28"/>
              <a:gd name="T61" fmla="*/ 26 h 28"/>
              <a:gd name="T62" fmla="*/ 0 w 28"/>
              <a:gd name="T63" fmla="*/ 27 h 28"/>
              <a:gd name="T64" fmla="*/ 0 w 28"/>
              <a:gd name="T65" fmla="*/ 28 h 28"/>
              <a:gd name="T66" fmla="*/ 0 w 28"/>
              <a:gd name="T67" fmla="*/ 28 h 28"/>
              <a:gd name="T68" fmla="*/ 28 w 28"/>
              <a:gd name="T69" fmla="*/ 28 h 28"/>
              <a:gd name="T70" fmla="*/ 28 w 28"/>
              <a:gd name="T71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8" h="28">
                <a:moveTo>
                  <a:pt x="13" y="6"/>
                </a:moveTo>
                <a:cubicBezTo>
                  <a:pt x="13" y="6"/>
                  <a:pt x="14" y="6"/>
                  <a:pt x="15" y="6"/>
                </a:cubicBezTo>
                <a:cubicBezTo>
                  <a:pt x="16" y="6"/>
                  <a:pt x="17" y="7"/>
                  <a:pt x="17" y="9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4"/>
                  <a:pt x="16" y="25"/>
                  <a:pt x="15" y="25"/>
                </a:cubicBezTo>
                <a:cubicBezTo>
                  <a:pt x="13" y="25"/>
                  <a:pt x="13" y="25"/>
                  <a:pt x="13" y="25"/>
                </a:cubicBezTo>
                <a:cubicBezTo>
                  <a:pt x="11" y="25"/>
                  <a:pt x="10" y="24"/>
                  <a:pt x="10" y="23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7"/>
                  <a:pt x="11" y="6"/>
                  <a:pt x="13" y="6"/>
                </a:cubicBezTo>
                <a:close/>
                <a:moveTo>
                  <a:pt x="25" y="25"/>
                </a:moveTo>
                <a:cubicBezTo>
                  <a:pt x="22" y="25"/>
                  <a:pt x="22" y="25"/>
                  <a:pt x="22" y="25"/>
                </a:cubicBezTo>
                <a:cubicBezTo>
                  <a:pt x="21" y="25"/>
                  <a:pt x="20" y="24"/>
                  <a:pt x="20" y="23"/>
                </a:cubicBezTo>
                <a:cubicBezTo>
                  <a:pt x="20" y="16"/>
                  <a:pt x="20" y="16"/>
                  <a:pt x="20" y="16"/>
                </a:cubicBezTo>
                <a:cubicBezTo>
                  <a:pt x="20" y="15"/>
                  <a:pt x="21" y="14"/>
                  <a:pt x="22" y="14"/>
                </a:cubicBezTo>
                <a:cubicBezTo>
                  <a:pt x="23" y="14"/>
                  <a:pt x="24" y="14"/>
                  <a:pt x="25" y="14"/>
                </a:cubicBezTo>
                <a:cubicBezTo>
                  <a:pt x="26" y="14"/>
                  <a:pt x="27" y="15"/>
                  <a:pt x="27" y="16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4"/>
                  <a:pt x="26" y="25"/>
                  <a:pt x="25" y="25"/>
                </a:cubicBezTo>
                <a:close/>
                <a:moveTo>
                  <a:pt x="6" y="25"/>
                </a:moveTo>
                <a:cubicBezTo>
                  <a:pt x="3" y="25"/>
                  <a:pt x="3" y="25"/>
                  <a:pt x="3" y="25"/>
                </a:cubicBezTo>
                <a:cubicBezTo>
                  <a:pt x="2" y="25"/>
                  <a:pt x="1" y="24"/>
                  <a:pt x="1" y="23"/>
                </a:cubicBezTo>
                <a:cubicBezTo>
                  <a:pt x="1" y="2"/>
                  <a:pt x="1" y="2"/>
                  <a:pt x="1" y="2"/>
                </a:cubicBezTo>
                <a:cubicBezTo>
                  <a:pt x="1" y="1"/>
                  <a:pt x="2" y="0"/>
                  <a:pt x="3" y="0"/>
                </a:cubicBezTo>
                <a:cubicBezTo>
                  <a:pt x="4" y="0"/>
                  <a:pt x="5" y="0"/>
                  <a:pt x="6" y="0"/>
                </a:cubicBezTo>
                <a:cubicBezTo>
                  <a:pt x="7" y="0"/>
                  <a:pt x="8" y="1"/>
                  <a:pt x="8" y="2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7" y="25"/>
                  <a:pt x="6" y="25"/>
                </a:cubicBezTo>
                <a:close/>
                <a:moveTo>
                  <a:pt x="28" y="28"/>
                </a:moveTo>
                <a:cubicBezTo>
                  <a:pt x="28" y="27"/>
                  <a:pt x="28" y="27"/>
                  <a:pt x="28" y="27"/>
                </a:cubicBezTo>
                <a:cubicBezTo>
                  <a:pt x="28" y="26"/>
                  <a:pt x="28" y="26"/>
                  <a:pt x="28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6"/>
                  <a:pt x="0" y="26"/>
                  <a:pt x="0" y="27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6" name="Freeform 250">
            <a:extLst>
              <a:ext uri="{FF2B5EF4-FFF2-40B4-BE49-F238E27FC236}">
                <a16:creationId xmlns:a16="http://schemas.microsoft.com/office/drawing/2014/main" id="{55508BC4-E40B-03DC-3F70-12DD73E8570C}"/>
              </a:ext>
            </a:extLst>
          </p:cNvPr>
          <p:cNvSpPr>
            <a:spLocks noEditPoints="1"/>
          </p:cNvSpPr>
          <p:nvPr/>
        </p:nvSpPr>
        <p:spPr bwMode="auto">
          <a:xfrm>
            <a:off x="4386887" y="2524281"/>
            <a:ext cx="276897" cy="269658"/>
          </a:xfrm>
          <a:custGeom>
            <a:avLst/>
            <a:gdLst>
              <a:gd name="T0" fmla="*/ 9 w 29"/>
              <a:gd name="T1" fmla="*/ 23 h 28"/>
              <a:gd name="T2" fmla="*/ 9 w 29"/>
              <a:gd name="T3" fmla="*/ 16 h 28"/>
              <a:gd name="T4" fmla="*/ 6 w 29"/>
              <a:gd name="T5" fmla="*/ 14 h 28"/>
              <a:gd name="T6" fmla="*/ 4 w 29"/>
              <a:gd name="T7" fmla="*/ 14 h 28"/>
              <a:gd name="T8" fmla="*/ 2 w 29"/>
              <a:gd name="T9" fmla="*/ 16 h 28"/>
              <a:gd name="T10" fmla="*/ 2 w 29"/>
              <a:gd name="T11" fmla="*/ 23 h 28"/>
              <a:gd name="T12" fmla="*/ 4 w 29"/>
              <a:gd name="T13" fmla="*/ 25 h 28"/>
              <a:gd name="T14" fmla="*/ 6 w 29"/>
              <a:gd name="T15" fmla="*/ 25 h 28"/>
              <a:gd name="T16" fmla="*/ 9 w 29"/>
              <a:gd name="T17" fmla="*/ 23 h 28"/>
              <a:gd name="T18" fmla="*/ 25 w 29"/>
              <a:gd name="T19" fmla="*/ 25 h 28"/>
              <a:gd name="T20" fmla="*/ 23 w 29"/>
              <a:gd name="T21" fmla="*/ 25 h 28"/>
              <a:gd name="T22" fmla="*/ 21 w 29"/>
              <a:gd name="T23" fmla="*/ 23 h 28"/>
              <a:gd name="T24" fmla="*/ 21 w 29"/>
              <a:gd name="T25" fmla="*/ 9 h 28"/>
              <a:gd name="T26" fmla="*/ 23 w 29"/>
              <a:gd name="T27" fmla="*/ 7 h 28"/>
              <a:gd name="T28" fmla="*/ 25 w 29"/>
              <a:gd name="T29" fmla="*/ 7 h 28"/>
              <a:gd name="T30" fmla="*/ 27 w 29"/>
              <a:gd name="T31" fmla="*/ 9 h 28"/>
              <a:gd name="T32" fmla="*/ 27 w 29"/>
              <a:gd name="T33" fmla="*/ 23 h 28"/>
              <a:gd name="T34" fmla="*/ 25 w 29"/>
              <a:gd name="T35" fmla="*/ 25 h 28"/>
              <a:gd name="T36" fmla="*/ 16 w 29"/>
              <a:gd name="T37" fmla="*/ 25 h 28"/>
              <a:gd name="T38" fmla="*/ 13 w 29"/>
              <a:gd name="T39" fmla="*/ 25 h 28"/>
              <a:gd name="T40" fmla="*/ 11 w 29"/>
              <a:gd name="T41" fmla="*/ 23 h 28"/>
              <a:gd name="T42" fmla="*/ 11 w 29"/>
              <a:gd name="T43" fmla="*/ 2 h 28"/>
              <a:gd name="T44" fmla="*/ 13 w 29"/>
              <a:gd name="T45" fmla="*/ 0 h 28"/>
              <a:gd name="T46" fmla="*/ 16 w 29"/>
              <a:gd name="T47" fmla="*/ 0 h 28"/>
              <a:gd name="T48" fmla="*/ 18 w 29"/>
              <a:gd name="T49" fmla="*/ 2 h 28"/>
              <a:gd name="T50" fmla="*/ 18 w 29"/>
              <a:gd name="T51" fmla="*/ 23 h 28"/>
              <a:gd name="T52" fmla="*/ 16 w 29"/>
              <a:gd name="T53" fmla="*/ 25 h 28"/>
              <a:gd name="T54" fmla="*/ 0 w 29"/>
              <a:gd name="T55" fmla="*/ 28 h 28"/>
              <a:gd name="T56" fmla="*/ 0 w 29"/>
              <a:gd name="T57" fmla="*/ 27 h 28"/>
              <a:gd name="T58" fmla="*/ 1 w 29"/>
              <a:gd name="T59" fmla="*/ 26 h 28"/>
              <a:gd name="T60" fmla="*/ 28 w 29"/>
              <a:gd name="T61" fmla="*/ 26 h 28"/>
              <a:gd name="T62" fmla="*/ 29 w 29"/>
              <a:gd name="T63" fmla="*/ 27 h 28"/>
              <a:gd name="T64" fmla="*/ 29 w 29"/>
              <a:gd name="T65" fmla="*/ 28 h 28"/>
              <a:gd name="T66" fmla="*/ 28 w 29"/>
              <a:gd name="T67" fmla="*/ 28 h 28"/>
              <a:gd name="T68" fmla="*/ 1 w 29"/>
              <a:gd name="T69" fmla="*/ 28 h 28"/>
              <a:gd name="T70" fmla="*/ 0 w 29"/>
              <a:gd name="T71" fmla="*/ 28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9" h="28">
                <a:moveTo>
                  <a:pt x="9" y="23"/>
                </a:moveTo>
                <a:cubicBezTo>
                  <a:pt x="9" y="16"/>
                  <a:pt x="9" y="16"/>
                  <a:pt x="9" y="16"/>
                </a:cubicBezTo>
                <a:cubicBezTo>
                  <a:pt x="9" y="15"/>
                  <a:pt x="8" y="14"/>
                  <a:pt x="6" y="14"/>
                </a:cubicBezTo>
                <a:cubicBezTo>
                  <a:pt x="6" y="14"/>
                  <a:pt x="5" y="14"/>
                  <a:pt x="4" y="14"/>
                </a:cubicBezTo>
                <a:cubicBezTo>
                  <a:pt x="3" y="14"/>
                  <a:pt x="2" y="15"/>
                  <a:pt x="2" y="16"/>
                </a:cubicBezTo>
                <a:cubicBezTo>
                  <a:pt x="2" y="23"/>
                  <a:pt x="2" y="23"/>
                  <a:pt x="2" y="23"/>
                </a:cubicBezTo>
                <a:cubicBezTo>
                  <a:pt x="2" y="24"/>
                  <a:pt x="3" y="25"/>
                  <a:pt x="4" y="25"/>
                </a:cubicBezTo>
                <a:cubicBezTo>
                  <a:pt x="5" y="25"/>
                  <a:pt x="6" y="25"/>
                  <a:pt x="6" y="25"/>
                </a:cubicBezTo>
                <a:cubicBezTo>
                  <a:pt x="8" y="25"/>
                  <a:pt x="9" y="24"/>
                  <a:pt x="9" y="23"/>
                </a:cubicBezTo>
                <a:close/>
                <a:moveTo>
                  <a:pt x="25" y="25"/>
                </a:moveTo>
                <a:cubicBezTo>
                  <a:pt x="24" y="25"/>
                  <a:pt x="24" y="25"/>
                  <a:pt x="23" y="25"/>
                </a:cubicBezTo>
                <a:cubicBezTo>
                  <a:pt x="22" y="25"/>
                  <a:pt x="21" y="24"/>
                  <a:pt x="21" y="23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8"/>
                  <a:pt x="22" y="7"/>
                  <a:pt x="23" y="7"/>
                </a:cubicBezTo>
                <a:cubicBezTo>
                  <a:pt x="24" y="7"/>
                  <a:pt x="24" y="7"/>
                  <a:pt x="25" y="7"/>
                </a:cubicBezTo>
                <a:cubicBezTo>
                  <a:pt x="26" y="7"/>
                  <a:pt x="27" y="8"/>
                  <a:pt x="27" y="9"/>
                </a:cubicBezTo>
                <a:cubicBezTo>
                  <a:pt x="27" y="23"/>
                  <a:pt x="27" y="23"/>
                  <a:pt x="27" y="23"/>
                </a:cubicBezTo>
                <a:cubicBezTo>
                  <a:pt x="27" y="24"/>
                  <a:pt x="26" y="25"/>
                  <a:pt x="25" y="25"/>
                </a:cubicBezTo>
                <a:close/>
                <a:moveTo>
                  <a:pt x="16" y="25"/>
                </a:moveTo>
                <a:cubicBezTo>
                  <a:pt x="15" y="25"/>
                  <a:pt x="14" y="25"/>
                  <a:pt x="13" y="25"/>
                </a:cubicBezTo>
                <a:cubicBezTo>
                  <a:pt x="12" y="25"/>
                  <a:pt x="11" y="24"/>
                  <a:pt x="11" y="23"/>
                </a:cubicBezTo>
                <a:cubicBezTo>
                  <a:pt x="11" y="2"/>
                  <a:pt x="11" y="2"/>
                  <a:pt x="11" y="2"/>
                </a:cubicBezTo>
                <a:cubicBezTo>
                  <a:pt x="11" y="1"/>
                  <a:pt x="12" y="0"/>
                  <a:pt x="13" y="0"/>
                </a:cubicBezTo>
                <a:cubicBezTo>
                  <a:pt x="14" y="0"/>
                  <a:pt x="15" y="0"/>
                  <a:pt x="16" y="0"/>
                </a:cubicBezTo>
                <a:cubicBezTo>
                  <a:pt x="17" y="0"/>
                  <a:pt x="18" y="1"/>
                  <a:pt x="18" y="2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4"/>
                  <a:pt x="17" y="25"/>
                  <a:pt x="16" y="25"/>
                </a:cubicBezTo>
                <a:close/>
                <a:moveTo>
                  <a:pt x="0" y="28"/>
                </a:moveTo>
                <a:cubicBezTo>
                  <a:pt x="0" y="27"/>
                  <a:pt x="0" y="27"/>
                  <a:pt x="0" y="27"/>
                </a:cubicBezTo>
                <a:cubicBezTo>
                  <a:pt x="0" y="26"/>
                  <a:pt x="1" y="26"/>
                  <a:pt x="1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9" y="26"/>
                  <a:pt x="29" y="26"/>
                  <a:pt x="29" y="27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9" y="28"/>
                  <a:pt x="28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8"/>
                  <a:pt x="0" y="28"/>
                  <a:pt x="0" y="2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8" name="Freeform 251">
            <a:extLst>
              <a:ext uri="{FF2B5EF4-FFF2-40B4-BE49-F238E27FC236}">
                <a16:creationId xmlns:a16="http://schemas.microsoft.com/office/drawing/2014/main" id="{CFABCC57-8148-E071-CEB5-71DF4EB14C0B}"/>
              </a:ext>
            </a:extLst>
          </p:cNvPr>
          <p:cNvSpPr>
            <a:spLocks noEditPoints="1"/>
          </p:cNvSpPr>
          <p:nvPr/>
        </p:nvSpPr>
        <p:spPr bwMode="auto">
          <a:xfrm>
            <a:off x="1295784" y="2506183"/>
            <a:ext cx="258799" cy="296804"/>
          </a:xfrm>
          <a:custGeom>
            <a:avLst/>
            <a:gdLst>
              <a:gd name="T0" fmla="*/ 25 w 27"/>
              <a:gd name="T1" fmla="*/ 28 h 31"/>
              <a:gd name="T2" fmla="*/ 23 w 27"/>
              <a:gd name="T3" fmla="*/ 31 h 31"/>
              <a:gd name="T4" fmla="*/ 20 w 27"/>
              <a:gd name="T5" fmla="*/ 31 h 31"/>
              <a:gd name="T6" fmla="*/ 20 w 27"/>
              <a:gd name="T7" fmla="*/ 30 h 31"/>
              <a:gd name="T8" fmla="*/ 7 w 27"/>
              <a:gd name="T9" fmla="*/ 31 h 31"/>
              <a:gd name="T10" fmla="*/ 4 w 27"/>
              <a:gd name="T11" fmla="*/ 31 h 31"/>
              <a:gd name="T12" fmla="*/ 4 w 27"/>
              <a:gd name="T13" fmla="*/ 30 h 31"/>
              <a:gd name="T14" fmla="*/ 2 w 27"/>
              <a:gd name="T15" fmla="*/ 22 h 31"/>
              <a:gd name="T16" fmla="*/ 0 w 27"/>
              <a:gd name="T17" fmla="*/ 11 h 31"/>
              <a:gd name="T18" fmla="*/ 4 w 27"/>
              <a:gd name="T19" fmla="*/ 9 h 31"/>
              <a:gd name="T20" fmla="*/ 5 w 27"/>
              <a:gd name="T21" fmla="*/ 3 h 31"/>
              <a:gd name="T22" fmla="*/ 7 w 27"/>
              <a:gd name="T23" fmla="*/ 2 h 31"/>
              <a:gd name="T24" fmla="*/ 17 w 27"/>
              <a:gd name="T25" fmla="*/ 0 h 31"/>
              <a:gd name="T26" fmla="*/ 23 w 27"/>
              <a:gd name="T27" fmla="*/ 9 h 31"/>
              <a:gd name="T28" fmla="*/ 27 w 27"/>
              <a:gd name="T29" fmla="*/ 11 h 31"/>
              <a:gd name="T30" fmla="*/ 25 w 27"/>
              <a:gd name="T31" fmla="*/ 22 h 31"/>
              <a:gd name="T32" fmla="*/ 8 w 27"/>
              <a:gd name="T33" fmla="*/ 15 h 31"/>
              <a:gd name="T34" fmla="*/ 8 w 27"/>
              <a:gd name="T35" fmla="*/ 17 h 31"/>
              <a:gd name="T36" fmla="*/ 19 w 27"/>
              <a:gd name="T37" fmla="*/ 16 h 31"/>
              <a:gd name="T38" fmla="*/ 19 w 27"/>
              <a:gd name="T39" fmla="*/ 14 h 31"/>
              <a:gd name="T40" fmla="*/ 9 w 27"/>
              <a:gd name="T41" fmla="*/ 24 h 31"/>
              <a:gd name="T42" fmla="*/ 9 w 27"/>
              <a:gd name="T43" fmla="*/ 25 h 31"/>
              <a:gd name="T44" fmla="*/ 18 w 27"/>
              <a:gd name="T45" fmla="*/ 26 h 31"/>
              <a:gd name="T46" fmla="*/ 18 w 27"/>
              <a:gd name="T47" fmla="*/ 24 h 31"/>
              <a:gd name="T48" fmla="*/ 9 w 27"/>
              <a:gd name="T49" fmla="*/ 24 h 31"/>
              <a:gd name="T50" fmla="*/ 7 w 27"/>
              <a:gd name="T51" fmla="*/ 9 h 31"/>
              <a:gd name="T52" fmla="*/ 7 w 27"/>
              <a:gd name="T53" fmla="*/ 5 h 31"/>
              <a:gd name="T54" fmla="*/ 6 w 27"/>
              <a:gd name="T55" fmla="*/ 5 h 31"/>
              <a:gd name="T56" fmla="*/ 9 w 27"/>
              <a:gd name="T57" fmla="*/ 9 h 31"/>
              <a:gd name="T58" fmla="*/ 21 w 27"/>
              <a:gd name="T59" fmla="*/ 7 h 31"/>
              <a:gd name="T60" fmla="*/ 16 w 27"/>
              <a:gd name="T61" fmla="*/ 5 h 31"/>
              <a:gd name="T62" fmla="*/ 9 w 27"/>
              <a:gd name="T63" fmla="*/ 2 h 31"/>
              <a:gd name="T64" fmla="*/ 9 w 27"/>
              <a:gd name="T65" fmla="*/ 3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7" h="31">
                <a:moveTo>
                  <a:pt x="25" y="22"/>
                </a:moveTo>
                <a:cubicBezTo>
                  <a:pt x="25" y="28"/>
                  <a:pt x="25" y="28"/>
                  <a:pt x="25" y="28"/>
                </a:cubicBezTo>
                <a:cubicBezTo>
                  <a:pt x="25" y="29"/>
                  <a:pt x="24" y="30"/>
                  <a:pt x="23" y="30"/>
                </a:cubicBezTo>
                <a:cubicBezTo>
                  <a:pt x="23" y="31"/>
                  <a:pt x="23" y="31"/>
                  <a:pt x="23" y="31"/>
                </a:cubicBezTo>
                <a:cubicBezTo>
                  <a:pt x="23" y="31"/>
                  <a:pt x="23" y="31"/>
                  <a:pt x="23" y="31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0"/>
                  <a:pt x="20" y="30"/>
                  <a:pt x="20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31"/>
                  <a:pt x="7" y="31"/>
                  <a:pt x="7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2" y="29"/>
                  <a:pt x="2" y="28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0" y="21"/>
                  <a:pt x="0" y="20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1" y="9"/>
                  <a:pt x="2" y="9"/>
                </a:cubicBezTo>
                <a:cubicBezTo>
                  <a:pt x="4" y="9"/>
                  <a:pt x="4" y="9"/>
                  <a:pt x="4" y="9"/>
                </a:cubicBezTo>
                <a:cubicBezTo>
                  <a:pt x="4" y="4"/>
                  <a:pt x="4" y="4"/>
                  <a:pt x="4" y="4"/>
                </a:cubicBezTo>
                <a:cubicBezTo>
                  <a:pt x="4" y="4"/>
                  <a:pt x="4" y="3"/>
                  <a:pt x="5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8" y="0"/>
                  <a:pt x="8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9"/>
                  <a:pt x="23" y="9"/>
                  <a:pt x="23" y="9"/>
                </a:cubicBezTo>
                <a:cubicBezTo>
                  <a:pt x="25" y="9"/>
                  <a:pt x="25" y="9"/>
                  <a:pt x="25" y="9"/>
                </a:cubicBezTo>
                <a:cubicBezTo>
                  <a:pt x="26" y="9"/>
                  <a:pt x="27" y="10"/>
                  <a:pt x="27" y="11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1"/>
                  <a:pt x="26" y="22"/>
                  <a:pt x="25" y="22"/>
                </a:cubicBezTo>
                <a:close/>
                <a:moveTo>
                  <a:pt x="8" y="14"/>
                </a:moveTo>
                <a:cubicBezTo>
                  <a:pt x="8" y="14"/>
                  <a:pt x="8" y="14"/>
                  <a:pt x="8" y="15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7"/>
                  <a:pt x="8" y="17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7"/>
                  <a:pt x="19" y="16"/>
                  <a:pt x="19" y="16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4"/>
                  <a:pt x="19" y="14"/>
                  <a:pt x="19" y="14"/>
                </a:cubicBezTo>
                <a:cubicBezTo>
                  <a:pt x="8" y="14"/>
                  <a:pt x="8" y="14"/>
                  <a:pt x="8" y="14"/>
                </a:cubicBezTo>
                <a:close/>
                <a:moveTo>
                  <a:pt x="9" y="24"/>
                </a:moveTo>
                <a:cubicBezTo>
                  <a:pt x="9" y="24"/>
                  <a:pt x="9" y="24"/>
                  <a:pt x="9" y="24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26"/>
                  <a:pt x="9" y="26"/>
                  <a:pt x="9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6"/>
                  <a:pt x="18" y="26"/>
                  <a:pt x="18" y="25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9" y="24"/>
                  <a:pt x="9" y="24"/>
                  <a:pt x="9" y="24"/>
                </a:cubicBezTo>
                <a:close/>
                <a:moveTo>
                  <a:pt x="6" y="9"/>
                </a:moveTo>
                <a:cubicBezTo>
                  <a:pt x="7" y="9"/>
                  <a:pt x="7" y="9"/>
                  <a:pt x="7" y="9"/>
                </a:cubicBezTo>
                <a:cubicBezTo>
                  <a:pt x="7" y="5"/>
                  <a:pt x="7" y="5"/>
                  <a:pt x="7" y="5"/>
                </a:cubicBezTo>
                <a:cubicBezTo>
                  <a:pt x="7" y="5"/>
                  <a:pt x="7" y="5"/>
                  <a:pt x="7" y="5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6" y="5"/>
                  <a:pt x="6" y="5"/>
                </a:cubicBezTo>
                <a:cubicBezTo>
                  <a:pt x="6" y="9"/>
                  <a:pt x="6" y="9"/>
                  <a:pt x="6" y="9"/>
                </a:cubicBezTo>
                <a:close/>
                <a:moveTo>
                  <a:pt x="9" y="9"/>
                </a:moveTo>
                <a:cubicBezTo>
                  <a:pt x="21" y="9"/>
                  <a:pt x="21" y="9"/>
                  <a:pt x="21" y="9"/>
                </a:cubicBezTo>
                <a:cubicBezTo>
                  <a:pt x="21" y="7"/>
                  <a:pt x="21" y="7"/>
                  <a:pt x="21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7" y="7"/>
                  <a:pt x="16" y="6"/>
                  <a:pt x="16" y="5"/>
                </a:cubicBezTo>
                <a:cubicBezTo>
                  <a:pt x="16" y="2"/>
                  <a:pt x="16" y="2"/>
                  <a:pt x="16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2"/>
                  <a:pt x="9" y="2"/>
                  <a:pt x="9" y="3"/>
                </a:cubicBezTo>
                <a:lnTo>
                  <a:pt x="9" y="9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0" name="Freeform 252">
            <a:extLst>
              <a:ext uri="{FF2B5EF4-FFF2-40B4-BE49-F238E27FC236}">
                <a16:creationId xmlns:a16="http://schemas.microsoft.com/office/drawing/2014/main" id="{24451BCB-0EFB-3C3A-7F26-297C1E0850F8}"/>
              </a:ext>
            </a:extLst>
          </p:cNvPr>
          <p:cNvSpPr>
            <a:spLocks noEditPoints="1"/>
          </p:cNvSpPr>
          <p:nvPr/>
        </p:nvSpPr>
        <p:spPr bwMode="auto">
          <a:xfrm>
            <a:off x="1844147" y="3157703"/>
            <a:ext cx="401771" cy="269658"/>
          </a:xfrm>
          <a:custGeom>
            <a:avLst/>
            <a:gdLst>
              <a:gd name="T0" fmla="*/ 37 w 42"/>
              <a:gd name="T1" fmla="*/ 25 h 28"/>
              <a:gd name="T2" fmla="*/ 37 w 42"/>
              <a:gd name="T3" fmla="*/ 7 h 28"/>
              <a:gd name="T4" fmla="*/ 37 w 42"/>
              <a:gd name="T5" fmla="*/ 9 h 28"/>
              <a:gd name="T6" fmla="*/ 24 w 42"/>
              <a:gd name="T7" fmla="*/ 8 h 28"/>
              <a:gd name="T8" fmla="*/ 18 w 42"/>
              <a:gd name="T9" fmla="*/ 7 h 28"/>
              <a:gd name="T10" fmla="*/ 18 w 42"/>
              <a:gd name="T11" fmla="*/ 9 h 28"/>
              <a:gd name="T12" fmla="*/ 5 w 42"/>
              <a:gd name="T13" fmla="*/ 8 h 28"/>
              <a:gd name="T14" fmla="*/ 37 w 42"/>
              <a:gd name="T15" fmla="*/ 19 h 28"/>
              <a:gd name="T16" fmla="*/ 37 w 42"/>
              <a:gd name="T17" fmla="*/ 20 h 28"/>
              <a:gd name="T18" fmla="*/ 24 w 42"/>
              <a:gd name="T19" fmla="*/ 19 h 28"/>
              <a:gd name="T20" fmla="*/ 37 w 42"/>
              <a:gd name="T21" fmla="*/ 15 h 28"/>
              <a:gd name="T22" fmla="*/ 37 w 42"/>
              <a:gd name="T23" fmla="*/ 16 h 28"/>
              <a:gd name="T24" fmla="*/ 24 w 42"/>
              <a:gd name="T25" fmla="*/ 15 h 28"/>
              <a:gd name="T26" fmla="*/ 37 w 42"/>
              <a:gd name="T27" fmla="*/ 11 h 28"/>
              <a:gd name="T28" fmla="*/ 37 w 42"/>
              <a:gd name="T29" fmla="*/ 12 h 28"/>
              <a:gd name="T30" fmla="*/ 24 w 42"/>
              <a:gd name="T31" fmla="*/ 12 h 28"/>
              <a:gd name="T32" fmla="*/ 18 w 42"/>
              <a:gd name="T33" fmla="*/ 19 h 28"/>
              <a:gd name="T34" fmla="*/ 18 w 42"/>
              <a:gd name="T35" fmla="*/ 20 h 28"/>
              <a:gd name="T36" fmla="*/ 5 w 42"/>
              <a:gd name="T37" fmla="*/ 19 h 28"/>
              <a:gd name="T38" fmla="*/ 18 w 42"/>
              <a:gd name="T39" fmla="*/ 15 h 28"/>
              <a:gd name="T40" fmla="*/ 18 w 42"/>
              <a:gd name="T41" fmla="*/ 16 h 28"/>
              <a:gd name="T42" fmla="*/ 5 w 42"/>
              <a:gd name="T43" fmla="*/ 15 h 28"/>
              <a:gd name="T44" fmla="*/ 18 w 42"/>
              <a:gd name="T45" fmla="*/ 11 h 28"/>
              <a:gd name="T46" fmla="*/ 18 w 42"/>
              <a:gd name="T47" fmla="*/ 12 h 28"/>
              <a:gd name="T48" fmla="*/ 5 w 42"/>
              <a:gd name="T49" fmla="*/ 12 h 28"/>
              <a:gd name="T50" fmla="*/ 22 w 42"/>
              <a:gd name="T51" fmla="*/ 26 h 28"/>
              <a:gd name="T52" fmla="*/ 20 w 42"/>
              <a:gd name="T53" fmla="*/ 26 h 28"/>
              <a:gd name="T54" fmla="*/ 20 w 42"/>
              <a:gd name="T55" fmla="*/ 1 h 28"/>
              <a:gd name="T56" fmla="*/ 22 w 42"/>
              <a:gd name="T57" fmla="*/ 1 h 28"/>
              <a:gd name="T58" fmla="*/ 37 w 42"/>
              <a:gd name="T59" fmla="*/ 23 h 28"/>
              <a:gd name="T60" fmla="*/ 0 w 42"/>
              <a:gd name="T61" fmla="*/ 27 h 28"/>
              <a:gd name="T62" fmla="*/ 41 w 42"/>
              <a:gd name="T63" fmla="*/ 0 h 28"/>
              <a:gd name="T64" fmla="*/ 41 w 42"/>
              <a:gd name="T65" fmla="*/ 28 h 28"/>
              <a:gd name="T66" fmla="*/ 23 w 42"/>
              <a:gd name="T67" fmla="*/ 24 h 28"/>
              <a:gd name="T68" fmla="*/ 19 w 42"/>
              <a:gd name="T69" fmla="*/ 24 h 28"/>
              <a:gd name="T70" fmla="*/ 23 w 42"/>
              <a:gd name="T71" fmla="*/ 25 h 28"/>
              <a:gd name="T72" fmla="*/ 20 w 42"/>
              <a:gd name="T73" fmla="*/ 5 h 28"/>
              <a:gd name="T74" fmla="*/ 22 w 42"/>
              <a:gd name="T75" fmla="*/ 5 h 28"/>
              <a:gd name="T76" fmla="*/ 40 w 42"/>
              <a:gd name="T77" fmla="*/ 1 h 28"/>
              <a:gd name="T78" fmla="*/ 38 w 42"/>
              <a:gd name="T79" fmla="*/ 26 h 28"/>
              <a:gd name="T80" fmla="*/ 1 w 42"/>
              <a:gd name="T81" fmla="*/ 1 h 28"/>
              <a:gd name="T82" fmla="*/ 1 w 42"/>
              <a:gd name="T83" fmla="*/ 26 h 28"/>
              <a:gd name="T84" fmla="*/ 23 w 42"/>
              <a:gd name="T85" fmla="*/ 3 h 28"/>
              <a:gd name="T86" fmla="*/ 19 w 42"/>
              <a:gd name="T87" fmla="*/ 4 h 28"/>
              <a:gd name="T88" fmla="*/ 23 w 42"/>
              <a:gd name="T89" fmla="*/ 4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2" h="28">
                <a:moveTo>
                  <a:pt x="38" y="25"/>
                </a:moveTo>
                <a:cubicBezTo>
                  <a:pt x="37" y="25"/>
                  <a:pt x="37" y="25"/>
                  <a:pt x="37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8" y="25"/>
                  <a:pt x="38" y="25"/>
                  <a:pt x="38" y="25"/>
                </a:cubicBezTo>
                <a:close/>
                <a:moveTo>
                  <a:pt x="24" y="7"/>
                </a:moveTo>
                <a:cubicBezTo>
                  <a:pt x="37" y="7"/>
                  <a:pt x="37" y="7"/>
                  <a:pt x="37" y="7"/>
                </a:cubicBezTo>
                <a:cubicBezTo>
                  <a:pt x="37" y="7"/>
                  <a:pt x="37" y="8"/>
                  <a:pt x="37" y="8"/>
                </a:cubicBezTo>
                <a:cubicBezTo>
                  <a:pt x="37" y="8"/>
                  <a:pt x="37" y="8"/>
                  <a:pt x="37" y="8"/>
                </a:cubicBezTo>
                <a:cubicBezTo>
                  <a:pt x="37" y="8"/>
                  <a:pt x="37" y="9"/>
                  <a:pt x="37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9"/>
                  <a:pt x="24" y="8"/>
                  <a:pt x="24" y="8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8"/>
                  <a:pt x="24" y="7"/>
                  <a:pt x="24" y="7"/>
                </a:cubicBezTo>
                <a:close/>
                <a:moveTo>
                  <a:pt x="5" y="7"/>
                </a:moveTo>
                <a:cubicBezTo>
                  <a:pt x="18" y="7"/>
                  <a:pt x="18" y="7"/>
                  <a:pt x="18" y="7"/>
                </a:cubicBezTo>
                <a:cubicBezTo>
                  <a:pt x="18" y="7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9"/>
                  <a:pt x="18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9"/>
                  <a:pt x="5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5" y="8"/>
                  <a:pt x="5" y="7"/>
                  <a:pt x="5" y="7"/>
                </a:cubicBezTo>
                <a:close/>
                <a:moveTo>
                  <a:pt x="24" y="19"/>
                </a:moveTo>
                <a:cubicBezTo>
                  <a:pt x="37" y="19"/>
                  <a:pt x="37" y="19"/>
                  <a:pt x="37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20"/>
                  <a:pt x="37" y="20"/>
                  <a:pt x="37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4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4" y="19"/>
                  <a:pt x="24" y="19"/>
                </a:cubicBezTo>
                <a:close/>
                <a:moveTo>
                  <a:pt x="24" y="15"/>
                </a:move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6"/>
                  <a:pt x="37" y="16"/>
                  <a:pt x="37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4" y="16"/>
                  <a:pt x="24" y="16"/>
                  <a:pt x="24" y="15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5"/>
                  <a:pt x="24" y="15"/>
                  <a:pt x="24" y="15"/>
                </a:cubicBezTo>
                <a:close/>
                <a:moveTo>
                  <a:pt x="24" y="11"/>
                </a:moveTo>
                <a:cubicBezTo>
                  <a:pt x="37" y="11"/>
                  <a:pt x="37" y="11"/>
                  <a:pt x="37" y="11"/>
                </a:cubicBezTo>
                <a:cubicBezTo>
                  <a:pt x="37" y="11"/>
                  <a:pt x="37" y="11"/>
                  <a:pt x="37" y="12"/>
                </a:cubicBezTo>
                <a:cubicBezTo>
                  <a:pt x="37" y="12"/>
                  <a:pt x="37" y="12"/>
                  <a:pt x="37" y="12"/>
                </a:cubicBezTo>
                <a:cubicBezTo>
                  <a:pt x="37" y="12"/>
                  <a:pt x="37" y="12"/>
                  <a:pt x="37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1"/>
                  <a:pt x="24" y="11"/>
                  <a:pt x="24" y="11"/>
                </a:cubicBezTo>
                <a:close/>
                <a:moveTo>
                  <a:pt x="5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0"/>
                  <a:pt x="18" y="20"/>
                  <a:pt x="18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5" y="19"/>
                  <a:pt x="5" y="19"/>
                  <a:pt x="5" y="19"/>
                </a:cubicBezTo>
                <a:close/>
                <a:moveTo>
                  <a:pt x="5" y="15"/>
                </a:move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6"/>
                  <a:pt x="18" y="16"/>
                  <a:pt x="18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16"/>
                  <a:pt x="5" y="16"/>
                  <a:pt x="5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5" y="15"/>
                  <a:pt x="5" y="15"/>
                  <a:pt x="5" y="15"/>
                </a:cubicBezTo>
                <a:close/>
                <a:moveTo>
                  <a:pt x="5" y="11"/>
                </a:move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1"/>
                  <a:pt x="5" y="11"/>
                  <a:pt x="5" y="11"/>
                </a:cubicBezTo>
                <a:close/>
                <a:moveTo>
                  <a:pt x="36" y="26"/>
                </a:moveTo>
                <a:cubicBezTo>
                  <a:pt x="22" y="26"/>
                  <a:pt x="22" y="26"/>
                  <a:pt x="22" y="26"/>
                </a:cubicBezTo>
                <a:cubicBezTo>
                  <a:pt x="22" y="25"/>
                  <a:pt x="22" y="25"/>
                  <a:pt x="22" y="25"/>
                </a:cubicBezTo>
                <a:cubicBezTo>
                  <a:pt x="21" y="25"/>
                  <a:pt x="21" y="25"/>
                  <a:pt x="20" y="25"/>
                </a:cubicBezTo>
                <a:cubicBezTo>
                  <a:pt x="20" y="26"/>
                  <a:pt x="20" y="26"/>
                  <a:pt x="20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1"/>
                  <a:pt x="3" y="1"/>
                  <a:pt x="3" y="1"/>
                </a:cubicBezTo>
                <a:cubicBezTo>
                  <a:pt x="20" y="1"/>
                  <a:pt x="20" y="1"/>
                  <a:pt x="20" y="1"/>
                </a:cubicBezTo>
                <a:cubicBezTo>
                  <a:pt x="20" y="2"/>
                  <a:pt x="20" y="2"/>
                  <a:pt x="20" y="2"/>
                </a:cubicBezTo>
                <a:cubicBezTo>
                  <a:pt x="21" y="2"/>
                  <a:pt x="21" y="2"/>
                  <a:pt x="22" y="2"/>
                </a:cubicBezTo>
                <a:cubicBezTo>
                  <a:pt x="22" y="1"/>
                  <a:pt x="22" y="1"/>
                  <a:pt x="22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39" y="23"/>
                  <a:pt x="39" y="23"/>
                  <a:pt x="39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6" y="23"/>
                  <a:pt x="36" y="24"/>
                  <a:pt x="36" y="24"/>
                </a:cubicBezTo>
                <a:cubicBezTo>
                  <a:pt x="36" y="26"/>
                  <a:pt x="36" y="26"/>
                  <a:pt x="36" y="26"/>
                </a:cubicBezTo>
                <a:close/>
                <a:moveTo>
                  <a:pt x="0" y="27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0"/>
                  <a:pt x="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2" y="1"/>
                  <a:pt x="42" y="1"/>
                </a:cubicBezTo>
                <a:cubicBezTo>
                  <a:pt x="42" y="27"/>
                  <a:pt x="42" y="27"/>
                  <a:pt x="42" y="27"/>
                </a:cubicBezTo>
                <a:cubicBezTo>
                  <a:pt x="42" y="27"/>
                  <a:pt x="42" y="28"/>
                  <a:pt x="41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7"/>
                  <a:pt x="0" y="27"/>
                </a:cubicBezTo>
                <a:close/>
                <a:moveTo>
                  <a:pt x="23" y="24"/>
                </a:moveTo>
                <a:cubicBezTo>
                  <a:pt x="23" y="23"/>
                  <a:pt x="23" y="23"/>
                  <a:pt x="23" y="23"/>
                </a:cubicBezTo>
                <a:cubicBezTo>
                  <a:pt x="21" y="23"/>
                  <a:pt x="20" y="23"/>
                  <a:pt x="19" y="23"/>
                </a:cubicBezTo>
                <a:cubicBezTo>
                  <a:pt x="19" y="23"/>
                  <a:pt x="19" y="23"/>
                  <a:pt x="19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4"/>
                  <a:pt x="19" y="25"/>
                  <a:pt x="19" y="25"/>
                </a:cubicBezTo>
                <a:cubicBezTo>
                  <a:pt x="20" y="25"/>
                  <a:pt x="21" y="25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4"/>
                  <a:pt x="23" y="24"/>
                  <a:pt x="23" y="24"/>
                </a:cubicBezTo>
                <a:close/>
                <a:moveTo>
                  <a:pt x="20" y="5"/>
                </a:moveTo>
                <a:cubicBezTo>
                  <a:pt x="20" y="22"/>
                  <a:pt x="20" y="22"/>
                  <a:pt x="20" y="22"/>
                </a:cubicBezTo>
                <a:cubicBezTo>
                  <a:pt x="21" y="22"/>
                  <a:pt x="21" y="22"/>
                  <a:pt x="22" y="22"/>
                </a:cubicBezTo>
                <a:cubicBezTo>
                  <a:pt x="22" y="5"/>
                  <a:pt x="22" y="5"/>
                  <a:pt x="22" y="5"/>
                </a:cubicBezTo>
                <a:cubicBezTo>
                  <a:pt x="21" y="5"/>
                  <a:pt x="21" y="5"/>
                  <a:pt x="20" y="5"/>
                </a:cubicBezTo>
                <a:close/>
                <a:moveTo>
                  <a:pt x="41" y="1"/>
                </a:moveTo>
                <a:cubicBezTo>
                  <a:pt x="40" y="1"/>
                  <a:pt x="40" y="1"/>
                  <a:pt x="40" y="1"/>
                </a:cubicBezTo>
                <a:cubicBezTo>
                  <a:pt x="40" y="24"/>
                  <a:pt x="40" y="24"/>
                  <a:pt x="40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38" y="26"/>
                  <a:pt x="38" y="26"/>
                  <a:pt x="38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1"/>
                  <a:pt x="41" y="1"/>
                  <a:pt x="41" y="1"/>
                </a:cubicBezTo>
                <a:close/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1" y="1"/>
                  <a:pt x="1" y="1"/>
                  <a:pt x="1" y="1"/>
                </a:cubicBezTo>
                <a:close/>
                <a:moveTo>
                  <a:pt x="23" y="4"/>
                </a:moveTo>
                <a:cubicBezTo>
                  <a:pt x="23" y="3"/>
                  <a:pt x="23" y="3"/>
                  <a:pt x="23" y="3"/>
                </a:cubicBezTo>
                <a:cubicBezTo>
                  <a:pt x="21" y="3"/>
                  <a:pt x="20" y="3"/>
                  <a:pt x="19" y="3"/>
                </a:cubicBezTo>
                <a:cubicBezTo>
                  <a:pt x="19" y="3"/>
                  <a:pt x="19" y="3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4"/>
                  <a:pt x="21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2" name="Freeform 253">
            <a:extLst>
              <a:ext uri="{FF2B5EF4-FFF2-40B4-BE49-F238E27FC236}">
                <a16:creationId xmlns:a16="http://schemas.microsoft.com/office/drawing/2014/main" id="{2155E837-3FEC-12A7-C3DE-B9D1B8D88B6C}"/>
              </a:ext>
            </a:extLst>
          </p:cNvPr>
          <p:cNvSpPr>
            <a:spLocks noEditPoints="1"/>
          </p:cNvSpPr>
          <p:nvPr/>
        </p:nvSpPr>
        <p:spPr bwMode="auto">
          <a:xfrm>
            <a:off x="10556424" y="3137795"/>
            <a:ext cx="336619" cy="307663"/>
          </a:xfrm>
          <a:custGeom>
            <a:avLst/>
            <a:gdLst>
              <a:gd name="T0" fmla="*/ 12 w 35"/>
              <a:gd name="T1" fmla="*/ 14 h 32"/>
              <a:gd name="T2" fmla="*/ 23 w 35"/>
              <a:gd name="T3" fmla="*/ 15 h 32"/>
              <a:gd name="T4" fmla="*/ 24 w 35"/>
              <a:gd name="T5" fmla="*/ 12 h 32"/>
              <a:gd name="T6" fmla="*/ 18 w 35"/>
              <a:gd name="T7" fmla="*/ 14 h 32"/>
              <a:gd name="T8" fmla="*/ 18 w 35"/>
              <a:gd name="T9" fmla="*/ 11 h 32"/>
              <a:gd name="T10" fmla="*/ 18 w 35"/>
              <a:gd name="T11" fmla="*/ 10 h 32"/>
              <a:gd name="T12" fmla="*/ 17 w 35"/>
              <a:gd name="T13" fmla="*/ 10 h 32"/>
              <a:gd name="T14" fmla="*/ 17 w 35"/>
              <a:gd name="T15" fmla="*/ 10 h 32"/>
              <a:gd name="T16" fmla="*/ 18 w 35"/>
              <a:gd name="T17" fmla="*/ 11 h 32"/>
              <a:gd name="T18" fmla="*/ 15 w 35"/>
              <a:gd name="T19" fmla="*/ 9 h 32"/>
              <a:gd name="T20" fmla="*/ 31 w 35"/>
              <a:gd name="T21" fmla="*/ 18 h 32"/>
              <a:gd name="T22" fmla="*/ 31 w 35"/>
              <a:gd name="T23" fmla="*/ 20 h 32"/>
              <a:gd name="T24" fmla="*/ 30 w 35"/>
              <a:gd name="T25" fmla="*/ 20 h 32"/>
              <a:gd name="T26" fmla="*/ 30 w 35"/>
              <a:gd name="T27" fmla="*/ 19 h 32"/>
              <a:gd name="T28" fmla="*/ 18 w 35"/>
              <a:gd name="T29" fmla="*/ 20 h 32"/>
              <a:gd name="T30" fmla="*/ 18 w 35"/>
              <a:gd name="T31" fmla="*/ 20 h 32"/>
              <a:gd name="T32" fmla="*/ 17 w 35"/>
              <a:gd name="T33" fmla="*/ 19 h 32"/>
              <a:gd name="T34" fmla="*/ 6 w 35"/>
              <a:gd name="T35" fmla="*/ 19 h 32"/>
              <a:gd name="T36" fmla="*/ 5 w 35"/>
              <a:gd name="T37" fmla="*/ 20 h 32"/>
              <a:gd name="T38" fmla="*/ 5 w 35"/>
              <a:gd name="T39" fmla="*/ 20 h 32"/>
              <a:gd name="T40" fmla="*/ 5 w 35"/>
              <a:gd name="T41" fmla="*/ 18 h 32"/>
              <a:gd name="T42" fmla="*/ 17 w 35"/>
              <a:gd name="T43" fmla="*/ 16 h 32"/>
              <a:gd name="T44" fmla="*/ 18 w 35"/>
              <a:gd name="T45" fmla="*/ 16 h 32"/>
              <a:gd name="T46" fmla="*/ 18 w 35"/>
              <a:gd name="T47" fmla="*/ 18 h 32"/>
              <a:gd name="T48" fmla="*/ 31 w 35"/>
              <a:gd name="T49" fmla="*/ 18 h 32"/>
              <a:gd name="T50" fmla="*/ 27 w 35"/>
              <a:gd name="T51" fmla="*/ 32 h 32"/>
              <a:gd name="T52" fmla="*/ 27 w 35"/>
              <a:gd name="T53" fmla="*/ 30 h 32"/>
              <a:gd name="T54" fmla="*/ 35 w 35"/>
              <a:gd name="T55" fmla="*/ 31 h 32"/>
              <a:gd name="T56" fmla="*/ 22 w 35"/>
              <a:gd name="T57" fmla="*/ 32 h 32"/>
              <a:gd name="T58" fmla="*/ 14 w 35"/>
              <a:gd name="T59" fmla="*/ 31 h 32"/>
              <a:gd name="T60" fmla="*/ 22 w 35"/>
              <a:gd name="T61" fmla="*/ 30 h 32"/>
              <a:gd name="T62" fmla="*/ 22 w 35"/>
              <a:gd name="T63" fmla="*/ 32 h 32"/>
              <a:gd name="T64" fmla="*/ 9 w 35"/>
              <a:gd name="T65" fmla="*/ 30 h 32"/>
              <a:gd name="T66" fmla="*/ 0 w 35"/>
              <a:gd name="T67" fmla="*/ 31 h 32"/>
              <a:gd name="T68" fmla="*/ 8 w 35"/>
              <a:gd name="T69" fmla="*/ 32 h 32"/>
              <a:gd name="T70" fmla="*/ 31 w 35"/>
              <a:gd name="T71" fmla="*/ 28 h 32"/>
              <a:gd name="T72" fmla="*/ 31 w 35"/>
              <a:gd name="T73" fmla="*/ 22 h 32"/>
              <a:gd name="T74" fmla="*/ 31 w 35"/>
              <a:gd name="T75" fmla="*/ 28 h 32"/>
              <a:gd name="T76" fmla="*/ 20 w 35"/>
              <a:gd name="T77" fmla="*/ 25 h 32"/>
              <a:gd name="T78" fmla="*/ 16 w 35"/>
              <a:gd name="T79" fmla="*/ 25 h 32"/>
              <a:gd name="T80" fmla="*/ 4 w 35"/>
              <a:gd name="T81" fmla="*/ 28 h 32"/>
              <a:gd name="T82" fmla="*/ 4 w 35"/>
              <a:gd name="T83" fmla="*/ 22 h 32"/>
              <a:gd name="T84" fmla="*/ 4 w 35"/>
              <a:gd name="T85" fmla="*/ 28 h 32"/>
              <a:gd name="T86" fmla="*/ 16 w 35"/>
              <a:gd name="T87" fmla="*/ 7 h 32"/>
              <a:gd name="T88" fmla="*/ 15 w 35"/>
              <a:gd name="T89" fmla="*/ 4 h 32"/>
              <a:gd name="T90" fmla="*/ 15 w 35"/>
              <a:gd name="T91" fmla="*/ 4 h 32"/>
              <a:gd name="T92" fmla="*/ 21 w 35"/>
              <a:gd name="T93" fmla="*/ 4 h 32"/>
              <a:gd name="T94" fmla="*/ 21 w 35"/>
              <a:gd name="T95" fmla="*/ 4 h 32"/>
              <a:gd name="T96" fmla="*/ 20 w 35"/>
              <a:gd name="T97" fmla="*/ 7 h 32"/>
              <a:gd name="T98" fmla="*/ 16 w 35"/>
              <a:gd name="T99" fmla="*/ 7 h 32"/>
              <a:gd name="T100" fmla="*/ 20 w 35"/>
              <a:gd name="T101" fmla="*/ 7 h 32"/>
              <a:gd name="T102" fmla="*/ 20 w 35"/>
              <a:gd name="T103" fmla="*/ 4 h 32"/>
              <a:gd name="T104" fmla="*/ 20 w 35"/>
              <a:gd name="T105" fmla="*/ 2 h 32"/>
              <a:gd name="T106" fmla="*/ 18 w 35"/>
              <a:gd name="T107" fmla="*/ 2 h 32"/>
              <a:gd name="T108" fmla="*/ 17 w 35"/>
              <a:gd name="T109" fmla="*/ 2 h 32"/>
              <a:gd name="T110" fmla="*/ 15 w 35"/>
              <a:gd name="T111" fmla="*/ 3 h 32"/>
              <a:gd name="T112" fmla="*/ 15 w 35"/>
              <a:gd name="T113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" h="32">
                <a:moveTo>
                  <a:pt x="12" y="12"/>
                </a:moveTo>
                <a:cubicBezTo>
                  <a:pt x="12" y="13"/>
                  <a:pt x="12" y="13"/>
                  <a:pt x="12" y="14"/>
                </a:cubicBezTo>
                <a:cubicBezTo>
                  <a:pt x="12" y="15"/>
                  <a:pt x="12" y="15"/>
                  <a:pt x="13" y="15"/>
                </a:cubicBezTo>
                <a:cubicBezTo>
                  <a:pt x="16" y="15"/>
                  <a:pt x="19" y="15"/>
                  <a:pt x="23" y="15"/>
                </a:cubicBezTo>
                <a:cubicBezTo>
                  <a:pt x="23" y="15"/>
                  <a:pt x="24" y="15"/>
                  <a:pt x="24" y="14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1"/>
                  <a:pt x="22" y="10"/>
                  <a:pt x="20" y="9"/>
                </a:cubicBezTo>
                <a:cubicBezTo>
                  <a:pt x="20" y="12"/>
                  <a:pt x="19" y="12"/>
                  <a:pt x="18" y="14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7" y="10"/>
                  <a:pt x="17" y="10"/>
                  <a:pt x="17" y="10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4"/>
                  <a:pt x="17" y="14"/>
                  <a:pt x="17" y="14"/>
                </a:cubicBezTo>
                <a:cubicBezTo>
                  <a:pt x="16" y="12"/>
                  <a:pt x="16" y="12"/>
                  <a:pt x="15" y="9"/>
                </a:cubicBezTo>
                <a:cubicBezTo>
                  <a:pt x="13" y="10"/>
                  <a:pt x="12" y="11"/>
                  <a:pt x="12" y="12"/>
                </a:cubicBezTo>
                <a:close/>
                <a:moveTo>
                  <a:pt x="31" y="18"/>
                </a:moveTo>
                <a:cubicBezTo>
                  <a:pt x="31" y="19"/>
                  <a:pt x="31" y="20"/>
                  <a:pt x="31" y="20"/>
                </a:cubicBezTo>
                <a:cubicBezTo>
                  <a:pt x="31" y="20"/>
                  <a:pt x="31" y="20"/>
                  <a:pt x="31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19"/>
                  <a:pt x="17" y="19"/>
                  <a:pt x="17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0"/>
                  <a:pt x="6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17"/>
                  <a:pt x="17" y="17"/>
                  <a:pt x="17" y="16"/>
                </a:cubicBezTo>
                <a:cubicBezTo>
                  <a:pt x="17" y="16"/>
                  <a:pt x="17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8"/>
                  <a:pt x="18" y="18"/>
                  <a:pt x="18" y="18"/>
                </a:cubicBezTo>
                <a:cubicBezTo>
                  <a:pt x="22" y="18"/>
                  <a:pt x="26" y="18"/>
                  <a:pt x="30" y="18"/>
                </a:cubicBezTo>
                <a:cubicBezTo>
                  <a:pt x="31" y="18"/>
                  <a:pt x="31" y="18"/>
                  <a:pt x="31" y="18"/>
                </a:cubicBezTo>
                <a:close/>
                <a:moveTo>
                  <a:pt x="35" y="32"/>
                </a:moveTo>
                <a:cubicBezTo>
                  <a:pt x="33" y="32"/>
                  <a:pt x="30" y="32"/>
                  <a:pt x="27" y="32"/>
                </a:cubicBezTo>
                <a:cubicBezTo>
                  <a:pt x="27" y="32"/>
                  <a:pt x="27" y="32"/>
                  <a:pt x="27" y="31"/>
                </a:cubicBezTo>
                <a:cubicBezTo>
                  <a:pt x="27" y="30"/>
                  <a:pt x="27" y="30"/>
                  <a:pt x="27" y="30"/>
                </a:cubicBezTo>
                <a:cubicBezTo>
                  <a:pt x="27" y="28"/>
                  <a:pt x="35" y="28"/>
                  <a:pt x="35" y="30"/>
                </a:cubicBezTo>
                <a:cubicBezTo>
                  <a:pt x="35" y="31"/>
                  <a:pt x="35" y="31"/>
                  <a:pt x="35" y="31"/>
                </a:cubicBezTo>
                <a:cubicBezTo>
                  <a:pt x="35" y="32"/>
                  <a:pt x="35" y="32"/>
                  <a:pt x="35" y="32"/>
                </a:cubicBezTo>
                <a:close/>
                <a:moveTo>
                  <a:pt x="22" y="32"/>
                </a:moveTo>
                <a:cubicBezTo>
                  <a:pt x="19" y="32"/>
                  <a:pt x="17" y="32"/>
                  <a:pt x="14" y="32"/>
                </a:cubicBezTo>
                <a:cubicBezTo>
                  <a:pt x="14" y="32"/>
                  <a:pt x="14" y="32"/>
                  <a:pt x="14" y="31"/>
                </a:cubicBezTo>
                <a:cubicBezTo>
                  <a:pt x="14" y="31"/>
                  <a:pt x="14" y="31"/>
                  <a:pt x="14" y="30"/>
                </a:cubicBezTo>
                <a:cubicBezTo>
                  <a:pt x="14" y="28"/>
                  <a:pt x="22" y="28"/>
                  <a:pt x="22" y="30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2"/>
                  <a:pt x="22" y="32"/>
                  <a:pt x="22" y="32"/>
                </a:cubicBezTo>
                <a:close/>
                <a:moveTo>
                  <a:pt x="9" y="31"/>
                </a:moveTo>
                <a:cubicBezTo>
                  <a:pt x="9" y="30"/>
                  <a:pt x="9" y="30"/>
                  <a:pt x="9" y="30"/>
                </a:cubicBezTo>
                <a:cubicBezTo>
                  <a:pt x="9" y="28"/>
                  <a:pt x="0" y="28"/>
                  <a:pt x="0" y="30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0" y="32"/>
                  <a:pt x="1" y="32"/>
                </a:cubicBezTo>
                <a:cubicBezTo>
                  <a:pt x="3" y="32"/>
                  <a:pt x="6" y="32"/>
                  <a:pt x="8" y="32"/>
                </a:cubicBezTo>
                <a:cubicBezTo>
                  <a:pt x="8" y="32"/>
                  <a:pt x="9" y="32"/>
                  <a:pt x="9" y="31"/>
                </a:cubicBezTo>
                <a:close/>
                <a:moveTo>
                  <a:pt x="31" y="28"/>
                </a:moveTo>
                <a:cubicBezTo>
                  <a:pt x="32" y="28"/>
                  <a:pt x="33" y="26"/>
                  <a:pt x="33" y="25"/>
                </a:cubicBezTo>
                <a:cubicBezTo>
                  <a:pt x="33" y="23"/>
                  <a:pt x="34" y="22"/>
                  <a:pt x="31" y="22"/>
                </a:cubicBezTo>
                <a:cubicBezTo>
                  <a:pt x="29" y="22"/>
                  <a:pt x="29" y="23"/>
                  <a:pt x="29" y="25"/>
                </a:cubicBezTo>
                <a:cubicBezTo>
                  <a:pt x="29" y="26"/>
                  <a:pt x="30" y="28"/>
                  <a:pt x="31" y="28"/>
                </a:cubicBezTo>
                <a:close/>
                <a:moveTo>
                  <a:pt x="18" y="28"/>
                </a:moveTo>
                <a:cubicBezTo>
                  <a:pt x="19" y="28"/>
                  <a:pt x="20" y="26"/>
                  <a:pt x="20" y="25"/>
                </a:cubicBezTo>
                <a:cubicBezTo>
                  <a:pt x="20" y="23"/>
                  <a:pt x="20" y="22"/>
                  <a:pt x="18" y="22"/>
                </a:cubicBezTo>
                <a:cubicBezTo>
                  <a:pt x="15" y="22"/>
                  <a:pt x="16" y="23"/>
                  <a:pt x="16" y="25"/>
                </a:cubicBezTo>
                <a:cubicBezTo>
                  <a:pt x="16" y="26"/>
                  <a:pt x="17" y="28"/>
                  <a:pt x="18" y="28"/>
                </a:cubicBezTo>
                <a:close/>
                <a:moveTo>
                  <a:pt x="4" y="28"/>
                </a:moveTo>
                <a:cubicBezTo>
                  <a:pt x="3" y="28"/>
                  <a:pt x="2" y="26"/>
                  <a:pt x="2" y="25"/>
                </a:cubicBezTo>
                <a:cubicBezTo>
                  <a:pt x="2" y="23"/>
                  <a:pt x="2" y="22"/>
                  <a:pt x="4" y="22"/>
                </a:cubicBezTo>
                <a:cubicBezTo>
                  <a:pt x="7" y="22"/>
                  <a:pt x="7" y="23"/>
                  <a:pt x="7" y="25"/>
                </a:cubicBezTo>
                <a:cubicBezTo>
                  <a:pt x="7" y="26"/>
                  <a:pt x="5" y="28"/>
                  <a:pt x="4" y="28"/>
                </a:cubicBezTo>
                <a:close/>
                <a:moveTo>
                  <a:pt x="18" y="8"/>
                </a:moveTo>
                <a:cubicBezTo>
                  <a:pt x="17" y="8"/>
                  <a:pt x="16" y="8"/>
                  <a:pt x="16" y="7"/>
                </a:cubicBezTo>
                <a:cubicBezTo>
                  <a:pt x="15" y="6"/>
                  <a:pt x="15" y="5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2"/>
                  <a:pt x="14" y="0"/>
                  <a:pt x="18" y="0"/>
                </a:cubicBezTo>
                <a:cubicBezTo>
                  <a:pt x="21" y="0"/>
                  <a:pt x="21" y="2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4"/>
                  <a:pt x="21" y="4"/>
                  <a:pt x="21" y="4"/>
                </a:cubicBezTo>
                <a:cubicBezTo>
                  <a:pt x="21" y="5"/>
                  <a:pt x="20" y="6"/>
                  <a:pt x="20" y="7"/>
                </a:cubicBezTo>
                <a:cubicBezTo>
                  <a:pt x="19" y="8"/>
                  <a:pt x="19" y="8"/>
                  <a:pt x="18" y="8"/>
                </a:cubicBezTo>
                <a:close/>
                <a:moveTo>
                  <a:pt x="16" y="7"/>
                </a:moveTo>
                <a:cubicBezTo>
                  <a:pt x="17" y="7"/>
                  <a:pt x="17" y="8"/>
                  <a:pt x="18" y="8"/>
                </a:cubicBezTo>
                <a:cubicBezTo>
                  <a:pt x="18" y="8"/>
                  <a:pt x="19" y="7"/>
                  <a:pt x="20" y="7"/>
                </a:cubicBezTo>
                <a:cubicBezTo>
                  <a:pt x="20" y="6"/>
                  <a:pt x="20" y="5"/>
                  <a:pt x="20" y="4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2"/>
                  <a:pt x="20" y="2"/>
                </a:cubicBezTo>
                <a:cubicBezTo>
                  <a:pt x="20" y="2"/>
                  <a:pt x="19" y="2"/>
                  <a:pt x="19" y="2"/>
                </a:cubicBezTo>
                <a:cubicBezTo>
                  <a:pt x="19" y="2"/>
                  <a:pt x="18" y="2"/>
                  <a:pt x="18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5" y="2"/>
                  <a:pt x="15" y="3"/>
                  <a:pt x="15" y="3"/>
                </a:cubicBezTo>
                <a:cubicBezTo>
                  <a:pt x="15" y="3"/>
                  <a:pt x="15" y="3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5"/>
                  <a:pt x="16" y="6"/>
                  <a:pt x="16" y="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4" name="Freeform 254">
            <a:extLst>
              <a:ext uri="{FF2B5EF4-FFF2-40B4-BE49-F238E27FC236}">
                <a16:creationId xmlns:a16="http://schemas.microsoft.com/office/drawing/2014/main" id="{B5B0AF7E-8CB3-15C1-8CD4-57FEC36E6196}"/>
              </a:ext>
            </a:extLst>
          </p:cNvPr>
          <p:cNvSpPr>
            <a:spLocks noEditPoints="1"/>
          </p:cNvSpPr>
          <p:nvPr/>
        </p:nvSpPr>
        <p:spPr bwMode="auto">
          <a:xfrm>
            <a:off x="8705021" y="3128747"/>
            <a:ext cx="325761" cy="316712"/>
          </a:xfrm>
          <a:custGeom>
            <a:avLst/>
            <a:gdLst>
              <a:gd name="T0" fmla="*/ 13 w 34"/>
              <a:gd name="T1" fmla="*/ 14 h 33"/>
              <a:gd name="T2" fmla="*/ 11 w 34"/>
              <a:gd name="T3" fmla="*/ 8 h 33"/>
              <a:gd name="T4" fmla="*/ 11 w 34"/>
              <a:gd name="T5" fmla="*/ 8 h 33"/>
              <a:gd name="T6" fmla="*/ 23 w 34"/>
              <a:gd name="T7" fmla="*/ 8 h 33"/>
              <a:gd name="T8" fmla="*/ 23 w 34"/>
              <a:gd name="T9" fmla="*/ 8 h 33"/>
              <a:gd name="T10" fmla="*/ 21 w 34"/>
              <a:gd name="T11" fmla="*/ 14 h 33"/>
              <a:gd name="T12" fmla="*/ 27 w 34"/>
              <a:gd name="T13" fmla="*/ 17 h 33"/>
              <a:gd name="T14" fmla="*/ 31 w 34"/>
              <a:gd name="T15" fmla="*/ 12 h 33"/>
              <a:gd name="T16" fmla="*/ 31 w 34"/>
              <a:gd name="T17" fmla="*/ 12 h 33"/>
              <a:gd name="T18" fmla="*/ 28 w 34"/>
              <a:gd name="T19" fmla="*/ 6 h 33"/>
              <a:gd name="T20" fmla="*/ 26 w 34"/>
              <a:gd name="T21" fmla="*/ 6 h 33"/>
              <a:gd name="T22" fmla="*/ 23 w 34"/>
              <a:gd name="T23" fmla="*/ 12 h 33"/>
              <a:gd name="T24" fmla="*/ 23 w 34"/>
              <a:gd name="T25" fmla="*/ 12 h 33"/>
              <a:gd name="T26" fmla="*/ 27 w 34"/>
              <a:gd name="T27" fmla="*/ 17 h 33"/>
              <a:gd name="T28" fmla="*/ 24 w 34"/>
              <a:gd name="T29" fmla="*/ 12 h 33"/>
              <a:gd name="T30" fmla="*/ 24 w 34"/>
              <a:gd name="T31" fmla="*/ 10 h 33"/>
              <a:gd name="T32" fmla="*/ 30 w 34"/>
              <a:gd name="T33" fmla="*/ 9 h 33"/>
              <a:gd name="T34" fmla="*/ 30 w 34"/>
              <a:gd name="T35" fmla="*/ 11 h 33"/>
              <a:gd name="T36" fmla="*/ 29 w 34"/>
              <a:gd name="T37" fmla="*/ 15 h 33"/>
              <a:gd name="T38" fmla="*/ 25 w 34"/>
              <a:gd name="T39" fmla="*/ 15 h 33"/>
              <a:gd name="T40" fmla="*/ 9 w 34"/>
              <a:gd name="T41" fmla="*/ 15 h 33"/>
              <a:gd name="T42" fmla="*/ 10 w 34"/>
              <a:gd name="T43" fmla="*/ 12 h 33"/>
              <a:gd name="T44" fmla="*/ 10 w 34"/>
              <a:gd name="T45" fmla="*/ 11 h 33"/>
              <a:gd name="T46" fmla="*/ 7 w 34"/>
              <a:gd name="T47" fmla="*/ 6 h 33"/>
              <a:gd name="T48" fmla="*/ 3 w 34"/>
              <a:gd name="T49" fmla="*/ 11 h 33"/>
              <a:gd name="T50" fmla="*/ 3 w 34"/>
              <a:gd name="T51" fmla="*/ 12 h 33"/>
              <a:gd name="T52" fmla="*/ 4 w 34"/>
              <a:gd name="T53" fmla="*/ 15 h 33"/>
              <a:gd name="T54" fmla="*/ 4 w 34"/>
              <a:gd name="T55" fmla="*/ 15 h 33"/>
              <a:gd name="T56" fmla="*/ 4 w 34"/>
              <a:gd name="T57" fmla="*/ 11 h 33"/>
              <a:gd name="T58" fmla="*/ 4 w 34"/>
              <a:gd name="T59" fmla="*/ 9 h 33"/>
              <a:gd name="T60" fmla="*/ 10 w 34"/>
              <a:gd name="T61" fmla="*/ 10 h 33"/>
              <a:gd name="T62" fmla="*/ 10 w 34"/>
              <a:gd name="T63" fmla="*/ 12 h 33"/>
              <a:gd name="T64" fmla="*/ 7 w 34"/>
              <a:gd name="T65" fmla="*/ 16 h 33"/>
              <a:gd name="T66" fmla="*/ 18 w 34"/>
              <a:gd name="T67" fmla="*/ 20 h 33"/>
              <a:gd name="T68" fmla="*/ 17 w 34"/>
              <a:gd name="T69" fmla="*/ 22 h 33"/>
              <a:gd name="T70" fmla="*/ 22 w 34"/>
              <a:gd name="T71" fmla="*/ 18 h 33"/>
              <a:gd name="T72" fmla="*/ 28 w 34"/>
              <a:gd name="T73" fmla="*/ 30 h 33"/>
              <a:gd name="T74" fmla="*/ 8 w 34"/>
              <a:gd name="T75" fmla="*/ 33 h 33"/>
              <a:gd name="T76" fmla="*/ 6 w 34"/>
              <a:gd name="T77" fmla="*/ 23 h 33"/>
              <a:gd name="T78" fmla="*/ 16 w 34"/>
              <a:gd name="T79" fmla="*/ 29 h 33"/>
              <a:gd name="T80" fmla="*/ 16 w 34"/>
              <a:gd name="T81" fmla="*/ 21 h 33"/>
              <a:gd name="T82" fmla="*/ 16 w 34"/>
              <a:gd name="T83" fmla="*/ 20 h 33"/>
              <a:gd name="T84" fmla="*/ 18 w 34"/>
              <a:gd name="T85" fmla="*/ 20 h 33"/>
              <a:gd name="T86" fmla="*/ 18 w 34"/>
              <a:gd name="T87" fmla="*/ 20 h 33"/>
              <a:gd name="T88" fmla="*/ 34 w 34"/>
              <a:gd name="T89" fmla="*/ 21 h 33"/>
              <a:gd name="T90" fmla="*/ 29 w 34"/>
              <a:gd name="T91" fmla="*/ 22 h 33"/>
              <a:gd name="T92" fmla="*/ 29 w 34"/>
              <a:gd name="T93" fmla="*/ 27 h 33"/>
              <a:gd name="T94" fmla="*/ 34 w 34"/>
              <a:gd name="T95" fmla="*/ 26 h 33"/>
              <a:gd name="T96" fmla="*/ 1 w 34"/>
              <a:gd name="T97" fmla="*/ 27 h 33"/>
              <a:gd name="T98" fmla="*/ 5 w 34"/>
              <a:gd name="T99" fmla="*/ 23 h 33"/>
              <a:gd name="T100" fmla="*/ 9 w 34"/>
              <a:gd name="T101" fmla="*/ 18 h 33"/>
              <a:gd name="T102" fmla="*/ 0 w 34"/>
              <a:gd name="T103" fmla="*/ 26 h 33"/>
              <a:gd name="T104" fmla="*/ 17 w 34"/>
              <a:gd name="T105" fmla="*/ 15 h 33"/>
              <a:gd name="T106" fmla="*/ 22 w 34"/>
              <a:gd name="T107" fmla="*/ 8 h 33"/>
              <a:gd name="T108" fmla="*/ 22 w 34"/>
              <a:gd name="T109" fmla="*/ 6 h 33"/>
              <a:gd name="T110" fmla="*/ 19 w 34"/>
              <a:gd name="T111" fmla="*/ 4 h 33"/>
              <a:gd name="T112" fmla="*/ 15 w 34"/>
              <a:gd name="T113" fmla="*/ 4 h 33"/>
              <a:gd name="T114" fmla="*/ 13 w 34"/>
              <a:gd name="T115" fmla="*/ 4 h 33"/>
              <a:gd name="T116" fmla="*/ 12 w 34"/>
              <a:gd name="T117" fmla="*/ 7 h 33"/>
              <a:gd name="T118" fmla="*/ 14 w 34"/>
              <a:gd name="T119" fmla="*/ 1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4" h="33">
                <a:moveTo>
                  <a:pt x="17" y="16"/>
                </a:moveTo>
                <a:cubicBezTo>
                  <a:pt x="15" y="16"/>
                  <a:pt x="14" y="15"/>
                  <a:pt x="13" y="14"/>
                </a:cubicBezTo>
                <a:cubicBezTo>
                  <a:pt x="12" y="12"/>
                  <a:pt x="11" y="10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3"/>
                  <a:pt x="10" y="0"/>
                  <a:pt x="17" y="0"/>
                </a:cubicBezTo>
                <a:cubicBezTo>
                  <a:pt x="24" y="0"/>
                  <a:pt x="23" y="3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8"/>
                  <a:pt x="23" y="8"/>
                  <a:pt x="23" y="8"/>
                </a:cubicBezTo>
                <a:cubicBezTo>
                  <a:pt x="23" y="10"/>
                  <a:pt x="22" y="12"/>
                  <a:pt x="21" y="14"/>
                </a:cubicBezTo>
                <a:cubicBezTo>
                  <a:pt x="20" y="15"/>
                  <a:pt x="18" y="16"/>
                  <a:pt x="17" y="16"/>
                </a:cubicBezTo>
                <a:close/>
                <a:moveTo>
                  <a:pt x="27" y="17"/>
                </a:moveTo>
                <a:cubicBezTo>
                  <a:pt x="28" y="17"/>
                  <a:pt x="29" y="16"/>
                  <a:pt x="30" y="15"/>
                </a:cubicBezTo>
                <a:cubicBezTo>
                  <a:pt x="31" y="14"/>
                  <a:pt x="31" y="13"/>
                  <a:pt x="31" y="12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1"/>
                  <a:pt x="31" y="11"/>
                </a:cubicBezTo>
                <a:cubicBezTo>
                  <a:pt x="31" y="9"/>
                  <a:pt x="32" y="7"/>
                  <a:pt x="28" y="6"/>
                </a:cubicBezTo>
                <a:cubicBezTo>
                  <a:pt x="28" y="6"/>
                  <a:pt x="28" y="6"/>
                  <a:pt x="27" y="6"/>
                </a:cubicBezTo>
                <a:cubicBezTo>
                  <a:pt x="27" y="6"/>
                  <a:pt x="26" y="6"/>
                  <a:pt x="26" y="6"/>
                </a:cubicBezTo>
                <a:cubicBezTo>
                  <a:pt x="23" y="7"/>
                  <a:pt x="23" y="9"/>
                  <a:pt x="23" y="11"/>
                </a:cubicBezTo>
                <a:cubicBezTo>
                  <a:pt x="23" y="11"/>
                  <a:pt x="23" y="12"/>
                  <a:pt x="23" y="12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3"/>
                  <a:pt x="24" y="14"/>
                  <a:pt x="25" y="15"/>
                </a:cubicBezTo>
                <a:cubicBezTo>
                  <a:pt x="25" y="16"/>
                  <a:pt x="26" y="17"/>
                  <a:pt x="27" y="17"/>
                </a:cubicBezTo>
                <a:close/>
                <a:moveTo>
                  <a:pt x="25" y="15"/>
                </a:moveTo>
                <a:cubicBezTo>
                  <a:pt x="24" y="14"/>
                  <a:pt x="24" y="13"/>
                  <a:pt x="24" y="12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0"/>
                  <a:pt x="24" y="10"/>
                </a:cubicBezTo>
                <a:cubicBezTo>
                  <a:pt x="24" y="10"/>
                  <a:pt x="24" y="9"/>
                  <a:pt x="25" y="9"/>
                </a:cubicBezTo>
                <a:cubicBezTo>
                  <a:pt x="25" y="9"/>
                  <a:pt x="30" y="8"/>
                  <a:pt x="30" y="9"/>
                </a:cubicBezTo>
                <a:cubicBezTo>
                  <a:pt x="30" y="9"/>
                  <a:pt x="30" y="10"/>
                  <a:pt x="30" y="10"/>
                </a:cubicBezTo>
                <a:cubicBezTo>
                  <a:pt x="30" y="10"/>
                  <a:pt x="30" y="11"/>
                  <a:pt x="30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0" y="14"/>
                  <a:pt x="29" y="15"/>
                </a:cubicBezTo>
                <a:cubicBezTo>
                  <a:pt x="29" y="16"/>
                  <a:pt x="28" y="16"/>
                  <a:pt x="27" y="16"/>
                </a:cubicBezTo>
                <a:cubicBezTo>
                  <a:pt x="27" y="16"/>
                  <a:pt x="26" y="16"/>
                  <a:pt x="25" y="15"/>
                </a:cubicBezTo>
                <a:close/>
                <a:moveTo>
                  <a:pt x="7" y="17"/>
                </a:moveTo>
                <a:cubicBezTo>
                  <a:pt x="8" y="17"/>
                  <a:pt x="9" y="16"/>
                  <a:pt x="9" y="15"/>
                </a:cubicBezTo>
                <a:cubicBezTo>
                  <a:pt x="10" y="14"/>
                  <a:pt x="10" y="13"/>
                  <a:pt x="10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0" y="11"/>
                  <a:pt x="10" y="11"/>
                </a:cubicBezTo>
                <a:cubicBezTo>
                  <a:pt x="10" y="9"/>
                  <a:pt x="11" y="6"/>
                  <a:pt x="8" y="6"/>
                </a:cubicBezTo>
                <a:cubicBezTo>
                  <a:pt x="7" y="6"/>
                  <a:pt x="7" y="6"/>
                  <a:pt x="7" y="6"/>
                </a:cubicBezTo>
                <a:cubicBezTo>
                  <a:pt x="6" y="6"/>
                  <a:pt x="6" y="6"/>
                  <a:pt x="5" y="6"/>
                </a:cubicBezTo>
                <a:cubicBezTo>
                  <a:pt x="2" y="7"/>
                  <a:pt x="3" y="9"/>
                  <a:pt x="3" y="11"/>
                </a:cubicBezTo>
                <a:cubicBezTo>
                  <a:pt x="3" y="11"/>
                  <a:pt x="3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3" y="13"/>
                  <a:pt x="3" y="14"/>
                  <a:pt x="4" y="15"/>
                </a:cubicBezTo>
                <a:cubicBezTo>
                  <a:pt x="5" y="16"/>
                  <a:pt x="6" y="17"/>
                  <a:pt x="7" y="17"/>
                </a:cubicBezTo>
                <a:close/>
                <a:moveTo>
                  <a:pt x="4" y="15"/>
                </a:moveTo>
                <a:cubicBezTo>
                  <a:pt x="4" y="14"/>
                  <a:pt x="3" y="13"/>
                  <a:pt x="3" y="1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11"/>
                  <a:pt x="4" y="10"/>
                  <a:pt x="4" y="10"/>
                </a:cubicBezTo>
                <a:cubicBezTo>
                  <a:pt x="4" y="10"/>
                  <a:pt x="4" y="9"/>
                  <a:pt x="4" y="9"/>
                </a:cubicBezTo>
                <a:cubicBezTo>
                  <a:pt x="4" y="9"/>
                  <a:pt x="9" y="8"/>
                  <a:pt x="9" y="9"/>
                </a:cubicBezTo>
                <a:cubicBezTo>
                  <a:pt x="10" y="9"/>
                  <a:pt x="10" y="10"/>
                  <a:pt x="10" y="10"/>
                </a:cubicBezTo>
                <a:cubicBezTo>
                  <a:pt x="10" y="10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3"/>
                  <a:pt x="10" y="14"/>
                  <a:pt x="9" y="15"/>
                </a:cubicBezTo>
                <a:cubicBezTo>
                  <a:pt x="8" y="16"/>
                  <a:pt x="7" y="16"/>
                  <a:pt x="7" y="16"/>
                </a:cubicBezTo>
                <a:cubicBezTo>
                  <a:pt x="6" y="16"/>
                  <a:pt x="5" y="16"/>
                  <a:pt x="4" y="15"/>
                </a:cubicBezTo>
                <a:close/>
                <a:moveTo>
                  <a:pt x="18" y="20"/>
                </a:moveTo>
                <a:cubicBezTo>
                  <a:pt x="18" y="21"/>
                  <a:pt x="18" y="21"/>
                  <a:pt x="18" y="21"/>
                </a:cubicBezTo>
                <a:cubicBezTo>
                  <a:pt x="17" y="21"/>
                  <a:pt x="17" y="22"/>
                  <a:pt x="17" y="22"/>
                </a:cubicBezTo>
                <a:cubicBezTo>
                  <a:pt x="18" y="29"/>
                  <a:pt x="18" y="29"/>
                  <a:pt x="18" y="29"/>
                </a:cubicBezTo>
                <a:cubicBezTo>
                  <a:pt x="20" y="25"/>
                  <a:pt x="21" y="23"/>
                  <a:pt x="22" y="18"/>
                </a:cubicBezTo>
                <a:cubicBezTo>
                  <a:pt x="25" y="19"/>
                  <a:pt x="28" y="21"/>
                  <a:pt x="28" y="23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2"/>
                  <a:pt x="27" y="33"/>
                  <a:pt x="26" y="33"/>
                </a:cubicBezTo>
                <a:cubicBezTo>
                  <a:pt x="20" y="33"/>
                  <a:pt x="14" y="33"/>
                  <a:pt x="8" y="33"/>
                </a:cubicBezTo>
                <a:cubicBezTo>
                  <a:pt x="7" y="33"/>
                  <a:pt x="6" y="32"/>
                  <a:pt x="6" y="30"/>
                </a:cubicBezTo>
                <a:cubicBezTo>
                  <a:pt x="6" y="28"/>
                  <a:pt x="6" y="26"/>
                  <a:pt x="6" y="23"/>
                </a:cubicBezTo>
                <a:cubicBezTo>
                  <a:pt x="6" y="21"/>
                  <a:pt x="9" y="19"/>
                  <a:pt x="12" y="18"/>
                </a:cubicBezTo>
                <a:cubicBezTo>
                  <a:pt x="13" y="23"/>
                  <a:pt x="14" y="25"/>
                  <a:pt x="16" y="29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7" y="21"/>
                  <a:pt x="16" y="21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6" y="20"/>
                  <a:pt x="16" y="20"/>
                </a:cubicBezTo>
                <a:cubicBezTo>
                  <a:pt x="17" y="20"/>
                  <a:pt x="17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lose/>
                <a:moveTo>
                  <a:pt x="34" y="26"/>
                </a:moveTo>
                <a:cubicBezTo>
                  <a:pt x="34" y="21"/>
                  <a:pt x="34" y="21"/>
                  <a:pt x="34" y="21"/>
                </a:cubicBezTo>
                <a:cubicBezTo>
                  <a:pt x="34" y="18"/>
                  <a:pt x="29" y="17"/>
                  <a:pt x="24" y="18"/>
                </a:cubicBezTo>
                <a:cubicBezTo>
                  <a:pt x="26" y="19"/>
                  <a:pt x="28" y="20"/>
                  <a:pt x="29" y="22"/>
                </a:cubicBezTo>
                <a:cubicBezTo>
                  <a:pt x="29" y="22"/>
                  <a:pt x="29" y="23"/>
                  <a:pt x="29" y="23"/>
                </a:cubicBezTo>
                <a:cubicBezTo>
                  <a:pt x="29" y="27"/>
                  <a:pt x="29" y="27"/>
                  <a:pt x="29" y="27"/>
                </a:cubicBezTo>
                <a:cubicBezTo>
                  <a:pt x="30" y="27"/>
                  <a:pt x="32" y="27"/>
                  <a:pt x="33" y="27"/>
                </a:cubicBezTo>
                <a:cubicBezTo>
                  <a:pt x="34" y="27"/>
                  <a:pt x="34" y="26"/>
                  <a:pt x="34" y="26"/>
                </a:cubicBezTo>
                <a:close/>
                <a:moveTo>
                  <a:pt x="0" y="26"/>
                </a:moveTo>
                <a:cubicBezTo>
                  <a:pt x="0" y="26"/>
                  <a:pt x="0" y="27"/>
                  <a:pt x="1" y="27"/>
                </a:cubicBezTo>
                <a:cubicBezTo>
                  <a:pt x="2" y="27"/>
                  <a:pt x="3" y="27"/>
                  <a:pt x="5" y="27"/>
                </a:cubicBezTo>
                <a:cubicBezTo>
                  <a:pt x="5" y="23"/>
                  <a:pt x="5" y="23"/>
                  <a:pt x="5" y="23"/>
                </a:cubicBezTo>
                <a:cubicBezTo>
                  <a:pt x="5" y="23"/>
                  <a:pt x="5" y="22"/>
                  <a:pt x="5" y="22"/>
                </a:cubicBezTo>
                <a:cubicBezTo>
                  <a:pt x="6" y="20"/>
                  <a:pt x="8" y="19"/>
                  <a:pt x="9" y="18"/>
                </a:cubicBezTo>
                <a:cubicBezTo>
                  <a:pt x="5" y="17"/>
                  <a:pt x="0" y="18"/>
                  <a:pt x="0" y="21"/>
                </a:cubicBezTo>
                <a:cubicBezTo>
                  <a:pt x="0" y="23"/>
                  <a:pt x="0" y="24"/>
                  <a:pt x="0" y="26"/>
                </a:cubicBezTo>
                <a:close/>
                <a:moveTo>
                  <a:pt x="14" y="13"/>
                </a:moveTo>
                <a:cubicBezTo>
                  <a:pt x="15" y="14"/>
                  <a:pt x="16" y="15"/>
                  <a:pt x="17" y="15"/>
                </a:cubicBezTo>
                <a:cubicBezTo>
                  <a:pt x="18" y="15"/>
                  <a:pt x="19" y="14"/>
                  <a:pt x="20" y="13"/>
                </a:cubicBezTo>
                <a:cubicBezTo>
                  <a:pt x="21" y="12"/>
                  <a:pt x="22" y="10"/>
                  <a:pt x="22" y="8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5"/>
                  <a:pt x="22" y="4"/>
                  <a:pt x="21" y="4"/>
                </a:cubicBezTo>
                <a:cubicBezTo>
                  <a:pt x="21" y="3"/>
                  <a:pt x="20" y="4"/>
                  <a:pt x="19" y="4"/>
                </a:cubicBezTo>
                <a:cubicBezTo>
                  <a:pt x="18" y="4"/>
                  <a:pt x="18" y="4"/>
                  <a:pt x="17" y="4"/>
                </a:cubicBezTo>
                <a:cubicBezTo>
                  <a:pt x="16" y="4"/>
                  <a:pt x="16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4" y="4"/>
                  <a:pt x="13" y="3"/>
                  <a:pt x="13" y="4"/>
                </a:cubicBezTo>
                <a:cubicBezTo>
                  <a:pt x="12" y="4"/>
                  <a:pt x="12" y="5"/>
                  <a:pt x="12" y="6"/>
                </a:cubicBezTo>
                <a:cubicBezTo>
                  <a:pt x="12" y="6"/>
                  <a:pt x="12" y="6"/>
                  <a:pt x="12" y="7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10"/>
                  <a:pt x="13" y="12"/>
                  <a:pt x="14" y="1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6" name="Freeform 255">
            <a:extLst>
              <a:ext uri="{FF2B5EF4-FFF2-40B4-BE49-F238E27FC236}">
                <a16:creationId xmlns:a16="http://schemas.microsoft.com/office/drawing/2014/main" id="{0D8A4E02-0CF9-061D-9AF3-8913C351D4B1}"/>
              </a:ext>
            </a:extLst>
          </p:cNvPr>
          <p:cNvSpPr>
            <a:spLocks noEditPoints="1"/>
          </p:cNvSpPr>
          <p:nvPr/>
        </p:nvSpPr>
        <p:spPr bwMode="auto">
          <a:xfrm>
            <a:off x="3148998" y="3090741"/>
            <a:ext cx="258799" cy="354717"/>
          </a:xfrm>
          <a:custGeom>
            <a:avLst/>
            <a:gdLst>
              <a:gd name="T0" fmla="*/ 19 w 27"/>
              <a:gd name="T1" fmla="*/ 17 h 37"/>
              <a:gd name="T2" fmla="*/ 19 w 27"/>
              <a:gd name="T3" fmla="*/ 15 h 37"/>
              <a:gd name="T4" fmla="*/ 20 w 27"/>
              <a:gd name="T5" fmla="*/ 14 h 37"/>
              <a:gd name="T6" fmla="*/ 20 w 27"/>
              <a:gd name="T7" fmla="*/ 14 h 37"/>
              <a:gd name="T8" fmla="*/ 20 w 27"/>
              <a:gd name="T9" fmla="*/ 13 h 37"/>
              <a:gd name="T10" fmla="*/ 20 w 27"/>
              <a:gd name="T11" fmla="*/ 12 h 37"/>
              <a:gd name="T12" fmla="*/ 20 w 27"/>
              <a:gd name="T13" fmla="*/ 12 h 37"/>
              <a:gd name="T14" fmla="*/ 20 w 27"/>
              <a:gd name="T15" fmla="*/ 12 h 37"/>
              <a:gd name="T16" fmla="*/ 16 w 27"/>
              <a:gd name="T17" fmla="*/ 10 h 37"/>
              <a:gd name="T18" fmla="*/ 12 w 27"/>
              <a:gd name="T19" fmla="*/ 8 h 37"/>
              <a:gd name="T20" fmla="*/ 12 w 27"/>
              <a:gd name="T21" fmla="*/ 8 h 37"/>
              <a:gd name="T22" fmla="*/ 9 w 27"/>
              <a:gd name="T23" fmla="*/ 12 h 37"/>
              <a:gd name="T24" fmla="*/ 9 w 27"/>
              <a:gd name="T25" fmla="*/ 13 h 37"/>
              <a:gd name="T26" fmla="*/ 9 w 27"/>
              <a:gd name="T27" fmla="*/ 13 h 37"/>
              <a:gd name="T28" fmla="*/ 9 w 27"/>
              <a:gd name="T29" fmla="*/ 13 h 37"/>
              <a:gd name="T30" fmla="*/ 11 w 27"/>
              <a:gd name="T31" fmla="*/ 19 h 37"/>
              <a:gd name="T32" fmla="*/ 11 w 27"/>
              <a:gd name="T33" fmla="*/ 19 h 37"/>
              <a:gd name="T34" fmla="*/ 14 w 27"/>
              <a:gd name="T35" fmla="*/ 21 h 37"/>
              <a:gd name="T36" fmla="*/ 17 w 27"/>
              <a:gd name="T37" fmla="*/ 20 h 37"/>
              <a:gd name="T38" fmla="*/ 17 w 27"/>
              <a:gd name="T39" fmla="*/ 20 h 37"/>
              <a:gd name="T40" fmla="*/ 19 w 27"/>
              <a:gd name="T41" fmla="*/ 17 h 37"/>
              <a:gd name="T42" fmla="*/ 19 w 27"/>
              <a:gd name="T43" fmla="*/ 17 h 37"/>
              <a:gd name="T44" fmla="*/ 8 w 27"/>
              <a:gd name="T45" fmla="*/ 19 h 37"/>
              <a:gd name="T46" fmla="*/ 14 w 27"/>
              <a:gd name="T47" fmla="*/ 2 h 37"/>
              <a:gd name="T48" fmla="*/ 14 w 27"/>
              <a:gd name="T49" fmla="*/ 2 h 37"/>
              <a:gd name="T50" fmla="*/ 20 w 27"/>
              <a:gd name="T51" fmla="*/ 19 h 37"/>
              <a:gd name="T52" fmla="*/ 18 w 27"/>
              <a:gd name="T53" fmla="*/ 19 h 37"/>
              <a:gd name="T54" fmla="*/ 18 w 27"/>
              <a:gd name="T55" fmla="*/ 20 h 37"/>
              <a:gd name="T56" fmla="*/ 18 w 27"/>
              <a:gd name="T57" fmla="*/ 20 h 37"/>
              <a:gd name="T58" fmla="*/ 14 w 27"/>
              <a:gd name="T59" fmla="*/ 22 h 37"/>
              <a:gd name="T60" fmla="*/ 10 w 27"/>
              <a:gd name="T61" fmla="*/ 19 h 37"/>
              <a:gd name="T62" fmla="*/ 8 w 27"/>
              <a:gd name="T63" fmla="*/ 19 h 37"/>
              <a:gd name="T64" fmla="*/ 27 w 27"/>
              <a:gd name="T65" fmla="*/ 35 h 37"/>
              <a:gd name="T66" fmla="*/ 21 w 27"/>
              <a:gd name="T67" fmla="*/ 24 h 37"/>
              <a:gd name="T68" fmla="*/ 22 w 27"/>
              <a:gd name="T69" fmla="*/ 28 h 37"/>
              <a:gd name="T70" fmla="*/ 18 w 27"/>
              <a:gd name="T71" fmla="*/ 26 h 37"/>
              <a:gd name="T72" fmla="*/ 14 w 27"/>
              <a:gd name="T73" fmla="*/ 35 h 37"/>
              <a:gd name="T74" fmla="*/ 10 w 27"/>
              <a:gd name="T75" fmla="*/ 26 h 37"/>
              <a:gd name="T76" fmla="*/ 6 w 27"/>
              <a:gd name="T77" fmla="*/ 28 h 37"/>
              <a:gd name="T78" fmla="*/ 7 w 27"/>
              <a:gd name="T79" fmla="*/ 24 h 37"/>
              <a:gd name="T80" fmla="*/ 2 w 27"/>
              <a:gd name="T81" fmla="*/ 35 h 37"/>
              <a:gd name="T82" fmla="*/ 4 w 27"/>
              <a:gd name="T83" fmla="*/ 37 h 37"/>
              <a:gd name="T84" fmla="*/ 24 w 27"/>
              <a:gd name="T85" fmla="*/ 37 h 37"/>
              <a:gd name="T86" fmla="*/ 27 w 27"/>
              <a:gd name="T87" fmla="*/ 35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7" h="37">
                <a:moveTo>
                  <a:pt x="19" y="17"/>
                </a:moveTo>
                <a:cubicBezTo>
                  <a:pt x="19" y="16"/>
                  <a:pt x="19" y="16"/>
                  <a:pt x="19" y="15"/>
                </a:cubicBezTo>
                <a:cubicBezTo>
                  <a:pt x="19" y="15"/>
                  <a:pt x="20" y="14"/>
                  <a:pt x="20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20" y="12"/>
                  <a:pt x="20" y="12"/>
                  <a:pt x="20" y="12"/>
                </a:cubicBezTo>
                <a:cubicBezTo>
                  <a:pt x="19" y="11"/>
                  <a:pt x="18" y="10"/>
                  <a:pt x="16" y="10"/>
                </a:cubicBezTo>
                <a:cubicBezTo>
                  <a:pt x="15" y="10"/>
                  <a:pt x="12" y="9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1" y="8"/>
                  <a:pt x="9" y="10"/>
                  <a:pt x="9" y="12"/>
                </a:cubicBezTo>
                <a:cubicBezTo>
                  <a:pt x="9" y="12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6"/>
                  <a:pt x="10" y="17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2" y="20"/>
                  <a:pt x="13" y="21"/>
                  <a:pt x="14" y="21"/>
                </a:cubicBezTo>
                <a:cubicBezTo>
                  <a:pt x="15" y="21"/>
                  <a:pt x="16" y="20"/>
                  <a:pt x="17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8" y="19"/>
                  <a:pt x="18" y="18"/>
                  <a:pt x="19" y="17"/>
                </a:cubicBezTo>
                <a:cubicBezTo>
                  <a:pt x="19" y="17"/>
                  <a:pt x="19" y="17"/>
                  <a:pt x="19" y="17"/>
                </a:cubicBezTo>
                <a:close/>
                <a:moveTo>
                  <a:pt x="8" y="19"/>
                </a:moveTo>
                <a:cubicBezTo>
                  <a:pt x="0" y="6"/>
                  <a:pt x="13" y="0"/>
                  <a:pt x="14" y="2"/>
                </a:cubicBezTo>
                <a:cubicBezTo>
                  <a:pt x="14" y="3"/>
                  <a:pt x="14" y="3"/>
                  <a:pt x="14" y="2"/>
                </a:cubicBezTo>
                <a:cubicBezTo>
                  <a:pt x="18" y="0"/>
                  <a:pt x="27" y="9"/>
                  <a:pt x="20" y="19"/>
                </a:cubicBezTo>
                <a:cubicBezTo>
                  <a:pt x="20" y="19"/>
                  <a:pt x="19" y="19"/>
                  <a:pt x="18" y="19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7" y="21"/>
                  <a:pt x="15" y="22"/>
                  <a:pt x="14" y="22"/>
                </a:cubicBezTo>
                <a:cubicBezTo>
                  <a:pt x="13" y="22"/>
                  <a:pt x="11" y="21"/>
                  <a:pt x="10" y="19"/>
                </a:cubicBezTo>
                <a:cubicBezTo>
                  <a:pt x="9" y="19"/>
                  <a:pt x="9" y="19"/>
                  <a:pt x="8" y="19"/>
                </a:cubicBezTo>
                <a:close/>
                <a:moveTo>
                  <a:pt x="27" y="35"/>
                </a:moveTo>
                <a:cubicBezTo>
                  <a:pt x="27" y="30"/>
                  <a:pt x="26" y="25"/>
                  <a:pt x="21" y="24"/>
                </a:cubicBezTo>
                <a:cubicBezTo>
                  <a:pt x="21" y="25"/>
                  <a:pt x="21" y="26"/>
                  <a:pt x="22" y="28"/>
                </a:cubicBezTo>
                <a:cubicBezTo>
                  <a:pt x="18" y="26"/>
                  <a:pt x="18" y="26"/>
                  <a:pt x="18" y="26"/>
                </a:cubicBezTo>
                <a:cubicBezTo>
                  <a:pt x="17" y="29"/>
                  <a:pt x="15" y="32"/>
                  <a:pt x="14" y="35"/>
                </a:cubicBezTo>
                <a:cubicBezTo>
                  <a:pt x="10" y="26"/>
                  <a:pt x="10" y="26"/>
                  <a:pt x="10" y="26"/>
                </a:cubicBezTo>
                <a:cubicBezTo>
                  <a:pt x="6" y="28"/>
                  <a:pt x="6" y="28"/>
                  <a:pt x="6" y="28"/>
                </a:cubicBezTo>
                <a:cubicBezTo>
                  <a:pt x="7" y="26"/>
                  <a:pt x="7" y="25"/>
                  <a:pt x="7" y="24"/>
                </a:cubicBezTo>
                <a:cubicBezTo>
                  <a:pt x="2" y="26"/>
                  <a:pt x="2" y="30"/>
                  <a:pt x="2" y="35"/>
                </a:cubicBezTo>
                <a:cubicBezTo>
                  <a:pt x="2" y="36"/>
                  <a:pt x="3" y="37"/>
                  <a:pt x="4" y="37"/>
                </a:cubicBezTo>
                <a:cubicBezTo>
                  <a:pt x="11" y="37"/>
                  <a:pt x="18" y="37"/>
                  <a:pt x="24" y="37"/>
                </a:cubicBezTo>
                <a:cubicBezTo>
                  <a:pt x="26" y="37"/>
                  <a:pt x="27" y="36"/>
                  <a:pt x="27" y="3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8" name="Freeform 256">
            <a:extLst>
              <a:ext uri="{FF2B5EF4-FFF2-40B4-BE49-F238E27FC236}">
                <a16:creationId xmlns:a16="http://schemas.microsoft.com/office/drawing/2014/main" id="{118E836C-C85B-5541-F26C-8B8A456A7BBB}"/>
              </a:ext>
            </a:extLst>
          </p:cNvPr>
          <p:cNvSpPr>
            <a:spLocks noEditPoints="1"/>
          </p:cNvSpPr>
          <p:nvPr/>
        </p:nvSpPr>
        <p:spPr bwMode="auto">
          <a:xfrm>
            <a:off x="9289579" y="3177610"/>
            <a:ext cx="394532" cy="267847"/>
          </a:xfrm>
          <a:custGeom>
            <a:avLst/>
            <a:gdLst>
              <a:gd name="T0" fmla="*/ 7 w 41"/>
              <a:gd name="T1" fmla="*/ 27 h 28"/>
              <a:gd name="T2" fmla="*/ 16 w 41"/>
              <a:gd name="T3" fmla="*/ 16 h 28"/>
              <a:gd name="T4" fmla="*/ 35 w 41"/>
              <a:gd name="T5" fmla="*/ 27 h 28"/>
              <a:gd name="T6" fmla="*/ 32 w 41"/>
              <a:gd name="T7" fmla="*/ 5 h 28"/>
              <a:gd name="T8" fmla="*/ 30 w 41"/>
              <a:gd name="T9" fmla="*/ 6 h 28"/>
              <a:gd name="T10" fmla="*/ 31 w 41"/>
              <a:gd name="T11" fmla="*/ 10 h 28"/>
              <a:gd name="T12" fmla="*/ 34 w 41"/>
              <a:gd name="T13" fmla="*/ 13 h 28"/>
              <a:gd name="T14" fmla="*/ 37 w 41"/>
              <a:gd name="T15" fmla="*/ 10 h 28"/>
              <a:gd name="T16" fmla="*/ 36 w 41"/>
              <a:gd name="T17" fmla="*/ 6 h 28"/>
              <a:gd name="T18" fmla="*/ 33 w 41"/>
              <a:gd name="T19" fmla="*/ 5 h 28"/>
              <a:gd name="T20" fmla="*/ 11 w 41"/>
              <a:gd name="T21" fmla="*/ 5 h 28"/>
              <a:gd name="T22" fmla="*/ 11 w 41"/>
              <a:gd name="T23" fmla="*/ 7 h 28"/>
              <a:gd name="T24" fmla="*/ 10 w 41"/>
              <a:gd name="T25" fmla="*/ 12 h 28"/>
              <a:gd name="T26" fmla="*/ 6 w 41"/>
              <a:gd name="T27" fmla="*/ 13 h 28"/>
              <a:gd name="T28" fmla="*/ 4 w 41"/>
              <a:gd name="T29" fmla="*/ 8 h 28"/>
              <a:gd name="T30" fmla="*/ 6 w 41"/>
              <a:gd name="T31" fmla="*/ 5 h 28"/>
              <a:gd name="T32" fmla="*/ 10 w 41"/>
              <a:gd name="T33" fmla="*/ 5 h 28"/>
              <a:gd name="T34" fmla="*/ 18 w 41"/>
              <a:gd name="T35" fmla="*/ 4 h 28"/>
              <a:gd name="T36" fmla="*/ 18 w 41"/>
              <a:gd name="T37" fmla="*/ 4 h 28"/>
              <a:gd name="T38" fmla="*/ 24 w 41"/>
              <a:gd name="T39" fmla="*/ 4 h 28"/>
              <a:gd name="T40" fmla="*/ 23 w 41"/>
              <a:gd name="T41" fmla="*/ 7 h 28"/>
              <a:gd name="T42" fmla="*/ 21 w 41"/>
              <a:gd name="T43" fmla="*/ 8 h 28"/>
              <a:gd name="T44" fmla="*/ 23 w 41"/>
              <a:gd name="T45" fmla="*/ 3 h 28"/>
              <a:gd name="T46" fmla="*/ 22 w 41"/>
              <a:gd name="T47" fmla="*/ 2 h 28"/>
              <a:gd name="T48" fmla="*/ 20 w 41"/>
              <a:gd name="T49" fmla="*/ 2 h 28"/>
              <a:gd name="T50" fmla="*/ 18 w 41"/>
              <a:gd name="T51" fmla="*/ 3 h 28"/>
              <a:gd name="T52" fmla="*/ 41 w 41"/>
              <a:gd name="T53" fmla="*/ 25 h 28"/>
              <a:gd name="T54" fmla="*/ 34 w 41"/>
              <a:gd name="T55" fmla="*/ 22 h 28"/>
              <a:gd name="T56" fmla="*/ 34 w 41"/>
              <a:gd name="T57" fmla="*/ 16 h 28"/>
              <a:gd name="T58" fmla="*/ 33 w 41"/>
              <a:gd name="T59" fmla="*/ 16 h 28"/>
              <a:gd name="T60" fmla="*/ 34 w 41"/>
              <a:gd name="T61" fmla="*/ 17 h 28"/>
              <a:gd name="T62" fmla="*/ 32 w 41"/>
              <a:gd name="T63" fmla="*/ 15 h 28"/>
              <a:gd name="T64" fmla="*/ 36 w 41"/>
              <a:gd name="T65" fmla="*/ 27 h 28"/>
              <a:gd name="T66" fmla="*/ 40 w 41"/>
              <a:gd name="T67" fmla="*/ 27 h 28"/>
              <a:gd name="T68" fmla="*/ 2 w 41"/>
              <a:gd name="T69" fmla="*/ 28 h 28"/>
              <a:gd name="T70" fmla="*/ 11 w 41"/>
              <a:gd name="T71" fmla="*/ 19 h 28"/>
              <a:gd name="T72" fmla="*/ 8 w 41"/>
              <a:gd name="T73" fmla="*/ 22 h 28"/>
              <a:gd name="T74" fmla="*/ 8 w 41"/>
              <a:gd name="T75" fmla="*/ 16 h 28"/>
              <a:gd name="T76" fmla="*/ 7 w 41"/>
              <a:gd name="T77" fmla="*/ 16 h 28"/>
              <a:gd name="T78" fmla="*/ 7 w 41"/>
              <a:gd name="T79" fmla="*/ 17 h 28"/>
              <a:gd name="T80" fmla="*/ 5 w 41"/>
              <a:gd name="T81" fmla="*/ 14 h 28"/>
              <a:gd name="T82" fmla="*/ 34 w 41"/>
              <a:gd name="T83" fmla="*/ 13 h 28"/>
              <a:gd name="T84" fmla="*/ 38 w 41"/>
              <a:gd name="T85" fmla="*/ 8 h 28"/>
              <a:gd name="T86" fmla="*/ 11 w 41"/>
              <a:gd name="T87" fmla="*/ 8 h 28"/>
              <a:gd name="T88" fmla="*/ 7 w 41"/>
              <a:gd name="T89" fmla="*/ 13 h 28"/>
              <a:gd name="T90" fmla="*/ 15 w 41"/>
              <a:gd name="T91" fmla="*/ 15 h 28"/>
              <a:gd name="T92" fmla="*/ 20 w 41"/>
              <a:gd name="T93" fmla="*/ 15 h 28"/>
              <a:gd name="T94" fmla="*/ 26 w 41"/>
              <a:gd name="T95" fmla="*/ 15 h 28"/>
              <a:gd name="T96" fmla="*/ 21 w 41"/>
              <a:gd name="T97" fmla="*/ 15 h 28"/>
              <a:gd name="T98" fmla="*/ 26 w 41"/>
              <a:gd name="T99" fmla="*/ 15 h 28"/>
              <a:gd name="T100" fmla="*/ 21 w 41"/>
              <a:gd name="T101" fmla="*/ 11 h 28"/>
              <a:gd name="T102" fmla="*/ 21 w 41"/>
              <a:gd name="T103" fmla="*/ 10 h 28"/>
              <a:gd name="T104" fmla="*/ 20 w 41"/>
              <a:gd name="T105" fmla="*/ 10 h 28"/>
              <a:gd name="T106" fmla="*/ 20 w 41"/>
              <a:gd name="T107" fmla="*/ 1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1" h="28">
                <a:moveTo>
                  <a:pt x="34" y="28"/>
                </a:move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7" y="27"/>
                </a:cubicBezTo>
                <a:cubicBezTo>
                  <a:pt x="7" y="27"/>
                  <a:pt x="7" y="27"/>
                  <a:pt x="7" y="27"/>
                </a:cubicBezTo>
                <a:cubicBezTo>
                  <a:pt x="13" y="18"/>
                  <a:pt x="13" y="18"/>
                  <a:pt x="13" y="18"/>
                </a:cubicBezTo>
                <a:cubicBezTo>
                  <a:pt x="13" y="17"/>
                  <a:pt x="14" y="16"/>
                  <a:pt x="16" y="16"/>
                </a:cubicBezTo>
                <a:cubicBezTo>
                  <a:pt x="25" y="16"/>
                  <a:pt x="25" y="16"/>
                  <a:pt x="25" y="16"/>
                </a:cubicBezTo>
                <a:cubicBezTo>
                  <a:pt x="27" y="16"/>
                  <a:pt x="28" y="17"/>
                  <a:pt x="29" y="18"/>
                </a:cubicBezTo>
                <a:cubicBezTo>
                  <a:pt x="35" y="27"/>
                  <a:pt x="35" y="27"/>
                  <a:pt x="35" y="27"/>
                </a:cubicBezTo>
                <a:cubicBezTo>
                  <a:pt x="35" y="27"/>
                  <a:pt x="35" y="27"/>
                  <a:pt x="35" y="27"/>
                </a:cubicBezTo>
                <a:cubicBezTo>
                  <a:pt x="34" y="27"/>
                  <a:pt x="34" y="28"/>
                  <a:pt x="34" y="28"/>
                </a:cubicBezTo>
                <a:close/>
                <a:moveTo>
                  <a:pt x="32" y="5"/>
                </a:moveTo>
                <a:cubicBezTo>
                  <a:pt x="31" y="5"/>
                  <a:pt x="31" y="5"/>
                  <a:pt x="30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0" y="5"/>
                  <a:pt x="30" y="6"/>
                  <a:pt x="30" y="6"/>
                </a:cubicBezTo>
                <a:cubicBezTo>
                  <a:pt x="30" y="6"/>
                  <a:pt x="30" y="7"/>
                  <a:pt x="30" y="7"/>
                </a:cubicBezTo>
                <a:cubicBezTo>
                  <a:pt x="30" y="7"/>
                  <a:pt x="30" y="8"/>
                  <a:pt x="30" y="8"/>
                </a:cubicBezTo>
                <a:cubicBezTo>
                  <a:pt x="30" y="9"/>
                  <a:pt x="30" y="9"/>
                  <a:pt x="31" y="10"/>
                </a:cubicBezTo>
                <a:cubicBezTo>
                  <a:pt x="31" y="10"/>
                  <a:pt x="31" y="11"/>
                  <a:pt x="32" y="12"/>
                </a:cubicBezTo>
                <a:cubicBezTo>
                  <a:pt x="32" y="12"/>
                  <a:pt x="32" y="12"/>
                  <a:pt x="33" y="13"/>
                </a:cubicBezTo>
                <a:cubicBezTo>
                  <a:pt x="33" y="13"/>
                  <a:pt x="33" y="13"/>
                  <a:pt x="34" y="13"/>
                </a:cubicBezTo>
                <a:cubicBezTo>
                  <a:pt x="34" y="13"/>
                  <a:pt x="34" y="13"/>
                  <a:pt x="35" y="13"/>
                </a:cubicBezTo>
                <a:cubicBezTo>
                  <a:pt x="35" y="12"/>
                  <a:pt x="36" y="12"/>
                  <a:pt x="36" y="12"/>
                </a:cubicBezTo>
                <a:cubicBezTo>
                  <a:pt x="36" y="11"/>
                  <a:pt x="37" y="11"/>
                  <a:pt x="37" y="10"/>
                </a:cubicBezTo>
                <a:cubicBezTo>
                  <a:pt x="37" y="9"/>
                  <a:pt x="37" y="9"/>
                  <a:pt x="37" y="8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7"/>
                  <a:pt x="36" y="7"/>
                  <a:pt x="36" y="6"/>
                </a:cubicBezTo>
                <a:cubicBezTo>
                  <a:pt x="35" y="6"/>
                  <a:pt x="35" y="6"/>
                  <a:pt x="35" y="5"/>
                </a:cubicBezTo>
                <a:cubicBezTo>
                  <a:pt x="35" y="5"/>
                  <a:pt x="34" y="5"/>
                  <a:pt x="34" y="5"/>
                </a:cubicBezTo>
                <a:cubicBezTo>
                  <a:pt x="34" y="5"/>
                  <a:pt x="33" y="5"/>
                  <a:pt x="33" y="5"/>
                </a:cubicBezTo>
                <a:cubicBezTo>
                  <a:pt x="32" y="5"/>
                  <a:pt x="32" y="5"/>
                  <a:pt x="32" y="5"/>
                </a:cubicBezTo>
                <a:close/>
                <a:moveTo>
                  <a:pt x="10" y="5"/>
                </a:moveTo>
                <a:cubicBezTo>
                  <a:pt x="10" y="5"/>
                  <a:pt x="10" y="5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7"/>
                  <a:pt x="11" y="7"/>
                </a:cubicBezTo>
                <a:cubicBezTo>
                  <a:pt x="11" y="7"/>
                  <a:pt x="11" y="8"/>
                  <a:pt x="11" y="8"/>
                </a:cubicBezTo>
                <a:cubicBezTo>
                  <a:pt x="11" y="9"/>
                  <a:pt x="11" y="9"/>
                  <a:pt x="10" y="10"/>
                </a:cubicBezTo>
                <a:cubicBezTo>
                  <a:pt x="10" y="10"/>
                  <a:pt x="10" y="11"/>
                  <a:pt x="10" y="12"/>
                </a:cubicBezTo>
                <a:cubicBezTo>
                  <a:pt x="9" y="12"/>
                  <a:pt x="9" y="12"/>
                  <a:pt x="9" y="13"/>
                </a:cubicBezTo>
                <a:cubicBezTo>
                  <a:pt x="8" y="13"/>
                  <a:pt x="8" y="13"/>
                  <a:pt x="7" y="13"/>
                </a:cubicBezTo>
                <a:cubicBezTo>
                  <a:pt x="7" y="13"/>
                  <a:pt x="7" y="13"/>
                  <a:pt x="6" y="13"/>
                </a:cubicBezTo>
                <a:cubicBezTo>
                  <a:pt x="6" y="12"/>
                  <a:pt x="5" y="12"/>
                  <a:pt x="5" y="12"/>
                </a:cubicBezTo>
                <a:cubicBezTo>
                  <a:pt x="5" y="11"/>
                  <a:pt x="5" y="11"/>
                  <a:pt x="4" y="10"/>
                </a:cubicBezTo>
                <a:cubicBezTo>
                  <a:pt x="4" y="9"/>
                  <a:pt x="4" y="9"/>
                  <a:pt x="4" y="8"/>
                </a:cubicBezTo>
                <a:cubicBezTo>
                  <a:pt x="5" y="8"/>
                  <a:pt x="5" y="8"/>
                  <a:pt x="5" y="8"/>
                </a:cubicBezTo>
                <a:cubicBezTo>
                  <a:pt x="5" y="7"/>
                  <a:pt x="6" y="7"/>
                  <a:pt x="6" y="6"/>
                </a:cubicBezTo>
                <a:cubicBezTo>
                  <a:pt x="6" y="6"/>
                  <a:pt x="6" y="6"/>
                  <a:pt x="6" y="5"/>
                </a:cubicBezTo>
                <a:cubicBezTo>
                  <a:pt x="6" y="5"/>
                  <a:pt x="7" y="5"/>
                  <a:pt x="7" y="5"/>
                </a:cubicBezTo>
                <a:cubicBezTo>
                  <a:pt x="8" y="5"/>
                  <a:pt x="8" y="5"/>
                  <a:pt x="8" y="5"/>
                </a:cubicBezTo>
                <a:cubicBezTo>
                  <a:pt x="9" y="5"/>
                  <a:pt x="9" y="5"/>
                  <a:pt x="10" y="5"/>
                </a:cubicBezTo>
                <a:close/>
                <a:moveTo>
                  <a:pt x="21" y="8"/>
                </a:moveTo>
                <a:cubicBezTo>
                  <a:pt x="20" y="8"/>
                  <a:pt x="19" y="8"/>
                  <a:pt x="18" y="7"/>
                </a:cubicBezTo>
                <a:cubicBezTo>
                  <a:pt x="18" y="6"/>
                  <a:pt x="18" y="5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2"/>
                  <a:pt x="17" y="0"/>
                  <a:pt x="21" y="0"/>
                </a:cubicBezTo>
                <a:cubicBezTo>
                  <a:pt x="24" y="0"/>
                  <a:pt x="24" y="2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4" y="5"/>
                  <a:pt x="23" y="6"/>
                  <a:pt x="23" y="7"/>
                </a:cubicBezTo>
                <a:cubicBezTo>
                  <a:pt x="22" y="8"/>
                  <a:pt x="21" y="8"/>
                  <a:pt x="21" y="8"/>
                </a:cubicBezTo>
                <a:close/>
                <a:moveTo>
                  <a:pt x="19" y="7"/>
                </a:moveTo>
                <a:cubicBezTo>
                  <a:pt x="19" y="7"/>
                  <a:pt x="20" y="8"/>
                  <a:pt x="21" y="8"/>
                </a:cubicBezTo>
                <a:cubicBezTo>
                  <a:pt x="21" y="8"/>
                  <a:pt x="22" y="7"/>
                  <a:pt x="22" y="7"/>
                </a:cubicBezTo>
                <a:cubicBezTo>
                  <a:pt x="23" y="6"/>
                  <a:pt x="23" y="5"/>
                  <a:pt x="23" y="4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2"/>
                  <a:pt x="23" y="2"/>
                  <a:pt x="23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1" y="2"/>
                  <a:pt x="21" y="2"/>
                  <a:pt x="21" y="2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2"/>
                  <a:pt x="20" y="2"/>
                  <a:pt x="20" y="2"/>
                </a:cubicBezTo>
                <a:cubicBezTo>
                  <a:pt x="19" y="2"/>
                  <a:pt x="19" y="2"/>
                  <a:pt x="18" y="2"/>
                </a:cubicBezTo>
                <a:cubicBezTo>
                  <a:pt x="18" y="2"/>
                  <a:pt x="18" y="2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5"/>
                  <a:pt x="18" y="6"/>
                  <a:pt x="19" y="7"/>
                </a:cubicBezTo>
                <a:close/>
                <a:moveTo>
                  <a:pt x="41" y="25"/>
                </a:moveTo>
                <a:cubicBezTo>
                  <a:pt x="41" y="18"/>
                  <a:pt x="41" y="18"/>
                  <a:pt x="41" y="18"/>
                </a:cubicBezTo>
                <a:cubicBezTo>
                  <a:pt x="41" y="16"/>
                  <a:pt x="39" y="15"/>
                  <a:pt x="36" y="14"/>
                </a:cubicBezTo>
                <a:cubicBezTo>
                  <a:pt x="36" y="18"/>
                  <a:pt x="35" y="19"/>
                  <a:pt x="34" y="22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6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9"/>
                  <a:pt x="33" y="18"/>
                  <a:pt x="32" y="15"/>
                </a:cubicBezTo>
                <a:cubicBezTo>
                  <a:pt x="31" y="15"/>
                  <a:pt x="30" y="16"/>
                  <a:pt x="30" y="18"/>
                </a:cubicBezTo>
                <a:cubicBezTo>
                  <a:pt x="30" y="19"/>
                  <a:pt x="30" y="19"/>
                  <a:pt x="30" y="19"/>
                </a:cubicBezTo>
                <a:cubicBezTo>
                  <a:pt x="36" y="27"/>
                  <a:pt x="36" y="27"/>
                  <a:pt x="36" y="27"/>
                </a:cubicBezTo>
                <a:cubicBezTo>
                  <a:pt x="36" y="28"/>
                  <a:pt x="36" y="28"/>
                  <a:pt x="36" y="28"/>
                </a:cubicBezTo>
                <a:cubicBezTo>
                  <a:pt x="37" y="28"/>
                  <a:pt x="38" y="28"/>
                  <a:pt x="39" y="28"/>
                </a:cubicBezTo>
                <a:cubicBezTo>
                  <a:pt x="39" y="28"/>
                  <a:pt x="40" y="27"/>
                  <a:pt x="40" y="27"/>
                </a:cubicBezTo>
                <a:cubicBezTo>
                  <a:pt x="41" y="26"/>
                  <a:pt x="41" y="26"/>
                  <a:pt x="41" y="25"/>
                </a:cubicBezTo>
                <a:close/>
                <a:moveTo>
                  <a:pt x="0" y="25"/>
                </a:moveTo>
                <a:cubicBezTo>
                  <a:pt x="0" y="27"/>
                  <a:pt x="1" y="28"/>
                  <a:pt x="2" y="28"/>
                </a:cubicBezTo>
                <a:cubicBezTo>
                  <a:pt x="3" y="28"/>
                  <a:pt x="4" y="28"/>
                  <a:pt x="5" y="28"/>
                </a:cubicBezTo>
                <a:cubicBezTo>
                  <a:pt x="5" y="28"/>
                  <a:pt x="6" y="28"/>
                  <a:pt x="6" y="27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6"/>
                  <a:pt x="10" y="15"/>
                  <a:pt x="9" y="15"/>
                </a:cubicBezTo>
                <a:cubicBezTo>
                  <a:pt x="9" y="18"/>
                  <a:pt x="9" y="19"/>
                  <a:pt x="8" y="22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7"/>
                  <a:pt x="8" y="17"/>
                  <a:pt x="8" y="17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6"/>
                  <a:pt x="7" y="16"/>
                  <a:pt x="7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19"/>
                  <a:pt x="5" y="18"/>
                  <a:pt x="5" y="14"/>
                </a:cubicBezTo>
                <a:cubicBezTo>
                  <a:pt x="2" y="15"/>
                  <a:pt x="0" y="16"/>
                  <a:pt x="0" y="18"/>
                </a:cubicBezTo>
                <a:cubicBezTo>
                  <a:pt x="0" y="25"/>
                  <a:pt x="0" y="25"/>
                  <a:pt x="0" y="25"/>
                </a:cubicBezTo>
                <a:close/>
                <a:moveTo>
                  <a:pt x="34" y="13"/>
                </a:moveTo>
                <a:cubicBezTo>
                  <a:pt x="32" y="13"/>
                  <a:pt x="30" y="11"/>
                  <a:pt x="30" y="8"/>
                </a:cubicBezTo>
                <a:cubicBezTo>
                  <a:pt x="30" y="5"/>
                  <a:pt x="29" y="3"/>
                  <a:pt x="34" y="3"/>
                </a:cubicBezTo>
                <a:cubicBezTo>
                  <a:pt x="38" y="3"/>
                  <a:pt x="38" y="5"/>
                  <a:pt x="38" y="8"/>
                </a:cubicBezTo>
                <a:cubicBezTo>
                  <a:pt x="38" y="11"/>
                  <a:pt x="36" y="13"/>
                  <a:pt x="34" y="13"/>
                </a:cubicBezTo>
                <a:close/>
                <a:moveTo>
                  <a:pt x="7" y="13"/>
                </a:moveTo>
                <a:cubicBezTo>
                  <a:pt x="9" y="13"/>
                  <a:pt x="11" y="11"/>
                  <a:pt x="11" y="8"/>
                </a:cubicBezTo>
                <a:cubicBezTo>
                  <a:pt x="11" y="5"/>
                  <a:pt x="12" y="3"/>
                  <a:pt x="7" y="3"/>
                </a:cubicBezTo>
                <a:cubicBezTo>
                  <a:pt x="3" y="3"/>
                  <a:pt x="4" y="5"/>
                  <a:pt x="4" y="8"/>
                </a:cubicBezTo>
                <a:cubicBezTo>
                  <a:pt x="4" y="11"/>
                  <a:pt x="6" y="13"/>
                  <a:pt x="7" y="13"/>
                </a:cubicBezTo>
                <a:close/>
                <a:moveTo>
                  <a:pt x="15" y="11"/>
                </a:move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9" y="13"/>
                  <a:pt x="19" y="11"/>
                  <a:pt x="18" y="9"/>
                </a:cubicBezTo>
                <a:cubicBezTo>
                  <a:pt x="16" y="9"/>
                  <a:pt x="15" y="10"/>
                  <a:pt x="15" y="11"/>
                </a:cubicBezTo>
                <a:close/>
                <a:moveTo>
                  <a:pt x="26" y="15"/>
                </a:moveTo>
                <a:cubicBezTo>
                  <a:pt x="26" y="11"/>
                  <a:pt x="26" y="11"/>
                  <a:pt x="26" y="11"/>
                </a:cubicBezTo>
                <a:cubicBezTo>
                  <a:pt x="26" y="10"/>
                  <a:pt x="25" y="9"/>
                  <a:pt x="23" y="9"/>
                </a:cubicBezTo>
                <a:cubicBezTo>
                  <a:pt x="22" y="11"/>
                  <a:pt x="22" y="13"/>
                  <a:pt x="21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5"/>
                  <a:pt x="26" y="15"/>
                  <a:pt x="26" y="15"/>
                </a:cubicBezTo>
                <a:close/>
                <a:moveTo>
                  <a:pt x="21" y="15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5"/>
                  <a:pt x="20" y="15"/>
                  <a:pt x="20" y="15"/>
                </a:cubicBezTo>
                <a:lnTo>
                  <a:pt x="21" y="1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0" name="Freeform 257">
            <a:extLst>
              <a:ext uri="{FF2B5EF4-FFF2-40B4-BE49-F238E27FC236}">
                <a16:creationId xmlns:a16="http://schemas.microsoft.com/office/drawing/2014/main" id="{2503CFCC-FB1D-B587-E448-F9D525025007}"/>
              </a:ext>
            </a:extLst>
          </p:cNvPr>
          <p:cNvSpPr>
            <a:spLocks noEditPoints="1"/>
          </p:cNvSpPr>
          <p:nvPr/>
        </p:nvSpPr>
        <p:spPr bwMode="auto">
          <a:xfrm>
            <a:off x="3742606" y="3110649"/>
            <a:ext cx="316712" cy="334810"/>
          </a:xfrm>
          <a:custGeom>
            <a:avLst/>
            <a:gdLst>
              <a:gd name="T0" fmla="*/ 17 w 33"/>
              <a:gd name="T1" fmla="*/ 0 h 35"/>
              <a:gd name="T2" fmla="*/ 13 w 33"/>
              <a:gd name="T3" fmla="*/ 12 h 35"/>
              <a:gd name="T4" fmla="*/ 20 w 33"/>
              <a:gd name="T5" fmla="*/ 12 h 35"/>
              <a:gd name="T6" fmla="*/ 14 w 33"/>
              <a:gd name="T7" fmla="*/ 12 h 35"/>
              <a:gd name="T8" fmla="*/ 13 w 33"/>
              <a:gd name="T9" fmla="*/ 6 h 35"/>
              <a:gd name="T10" fmla="*/ 13 w 33"/>
              <a:gd name="T11" fmla="*/ 4 h 35"/>
              <a:gd name="T12" fmla="*/ 15 w 33"/>
              <a:gd name="T13" fmla="*/ 4 h 35"/>
              <a:gd name="T14" fmla="*/ 19 w 33"/>
              <a:gd name="T15" fmla="*/ 4 h 35"/>
              <a:gd name="T16" fmla="*/ 21 w 33"/>
              <a:gd name="T17" fmla="*/ 4 h 35"/>
              <a:gd name="T18" fmla="*/ 21 w 33"/>
              <a:gd name="T19" fmla="*/ 6 h 35"/>
              <a:gd name="T20" fmla="*/ 20 w 33"/>
              <a:gd name="T21" fmla="*/ 12 h 35"/>
              <a:gd name="T22" fmla="*/ 14 w 33"/>
              <a:gd name="T23" fmla="*/ 12 h 35"/>
              <a:gd name="T24" fmla="*/ 26 w 33"/>
              <a:gd name="T25" fmla="*/ 35 h 35"/>
              <a:gd name="T26" fmla="*/ 28 w 33"/>
              <a:gd name="T27" fmla="*/ 30 h 35"/>
              <a:gd name="T28" fmla="*/ 32 w 33"/>
              <a:gd name="T29" fmla="*/ 27 h 35"/>
              <a:gd name="T30" fmla="*/ 5 w 33"/>
              <a:gd name="T31" fmla="*/ 30 h 35"/>
              <a:gd name="T32" fmla="*/ 6 w 33"/>
              <a:gd name="T33" fmla="*/ 33 h 35"/>
              <a:gd name="T34" fmla="*/ 0 w 33"/>
              <a:gd name="T35" fmla="*/ 25 h 35"/>
              <a:gd name="T36" fmla="*/ 33 w 33"/>
              <a:gd name="T37" fmla="*/ 26 h 35"/>
              <a:gd name="T38" fmla="*/ 0 w 33"/>
              <a:gd name="T39" fmla="*/ 25 h 35"/>
              <a:gd name="T40" fmla="*/ 7 w 33"/>
              <a:gd name="T41" fmla="*/ 20 h 35"/>
              <a:gd name="T42" fmla="*/ 7 w 33"/>
              <a:gd name="T43" fmla="*/ 20 h 35"/>
              <a:gd name="T44" fmla="*/ 11 w 33"/>
              <a:gd name="T45" fmla="*/ 19 h 35"/>
              <a:gd name="T46" fmla="*/ 13 w 33"/>
              <a:gd name="T47" fmla="*/ 16 h 35"/>
              <a:gd name="T48" fmla="*/ 17 w 33"/>
              <a:gd name="T49" fmla="*/ 19 h 35"/>
              <a:gd name="T50" fmla="*/ 16 w 33"/>
              <a:gd name="T51" fmla="*/ 18 h 35"/>
              <a:gd name="T52" fmla="*/ 16 w 33"/>
              <a:gd name="T53" fmla="*/ 17 h 35"/>
              <a:gd name="T54" fmla="*/ 18 w 33"/>
              <a:gd name="T55" fmla="*/ 18 h 35"/>
              <a:gd name="T56" fmla="*/ 17 w 33"/>
              <a:gd name="T57" fmla="*/ 19 h 35"/>
              <a:gd name="T58" fmla="*/ 18 w 33"/>
              <a:gd name="T59" fmla="*/ 24 h 35"/>
              <a:gd name="T60" fmla="*/ 27 w 33"/>
              <a:gd name="T61" fmla="*/ 20 h 35"/>
              <a:gd name="T62" fmla="*/ 7 w 33"/>
              <a:gd name="T63" fmla="*/ 24 h 35"/>
              <a:gd name="T64" fmla="*/ 7 w 33"/>
              <a:gd name="T65" fmla="*/ 20 h 35"/>
              <a:gd name="T66" fmla="*/ 11 w 33"/>
              <a:gd name="T67" fmla="*/ 19 h 35"/>
              <a:gd name="T68" fmla="*/ 11 w 33"/>
              <a:gd name="T69" fmla="*/ 16 h 35"/>
              <a:gd name="T70" fmla="*/ 7 w 33"/>
              <a:gd name="T71" fmla="*/ 17 h 35"/>
              <a:gd name="T72" fmla="*/ 2 w 33"/>
              <a:gd name="T73" fmla="*/ 21 h 35"/>
              <a:gd name="T74" fmla="*/ 5 w 33"/>
              <a:gd name="T75" fmla="*/ 21 h 35"/>
              <a:gd name="T76" fmla="*/ 6 w 33"/>
              <a:gd name="T77" fmla="*/ 24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3" h="35">
                <a:moveTo>
                  <a:pt x="22" y="7"/>
                </a:moveTo>
                <a:cubicBezTo>
                  <a:pt x="22" y="3"/>
                  <a:pt x="23" y="0"/>
                  <a:pt x="17" y="0"/>
                </a:cubicBezTo>
                <a:cubicBezTo>
                  <a:pt x="11" y="0"/>
                  <a:pt x="12" y="3"/>
                  <a:pt x="12" y="7"/>
                </a:cubicBezTo>
                <a:cubicBezTo>
                  <a:pt x="12" y="9"/>
                  <a:pt x="12" y="11"/>
                  <a:pt x="13" y="12"/>
                </a:cubicBezTo>
                <a:cubicBezTo>
                  <a:pt x="14" y="13"/>
                  <a:pt x="16" y="14"/>
                  <a:pt x="17" y="14"/>
                </a:cubicBezTo>
                <a:cubicBezTo>
                  <a:pt x="18" y="14"/>
                  <a:pt x="19" y="13"/>
                  <a:pt x="20" y="12"/>
                </a:cubicBezTo>
                <a:cubicBezTo>
                  <a:pt x="22" y="11"/>
                  <a:pt x="22" y="9"/>
                  <a:pt x="22" y="7"/>
                </a:cubicBezTo>
                <a:close/>
                <a:moveTo>
                  <a:pt x="14" y="12"/>
                </a:moveTo>
                <a:cubicBezTo>
                  <a:pt x="13" y="11"/>
                  <a:pt x="13" y="9"/>
                  <a:pt x="13" y="8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5"/>
                </a:cubicBezTo>
                <a:cubicBezTo>
                  <a:pt x="13" y="5"/>
                  <a:pt x="13" y="4"/>
                  <a:pt x="13" y="4"/>
                </a:cubicBezTo>
                <a:cubicBezTo>
                  <a:pt x="14" y="3"/>
                  <a:pt x="14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6" y="4"/>
                  <a:pt x="16" y="4"/>
                  <a:pt x="17" y="4"/>
                </a:cubicBezTo>
                <a:cubicBezTo>
                  <a:pt x="18" y="4"/>
                  <a:pt x="18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20" y="3"/>
                  <a:pt x="21" y="4"/>
                </a:cubicBezTo>
                <a:cubicBezTo>
                  <a:pt x="21" y="4"/>
                  <a:pt x="21" y="5"/>
                  <a:pt x="21" y="5"/>
                </a:cubicBezTo>
                <a:cubicBezTo>
                  <a:pt x="21" y="6"/>
                  <a:pt x="21" y="6"/>
                  <a:pt x="21" y="6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9"/>
                  <a:pt x="21" y="11"/>
                  <a:pt x="20" y="12"/>
                </a:cubicBezTo>
                <a:cubicBezTo>
                  <a:pt x="19" y="13"/>
                  <a:pt x="18" y="14"/>
                  <a:pt x="17" y="14"/>
                </a:cubicBezTo>
                <a:cubicBezTo>
                  <a:pt x="16" y="14"/>
                  <a:pt x="15" y="13"/>
                  <a:pt x="14" y="12"/>
                </a:cubicBezTo>
                <a:close/>
                <a:moveTo>
                  <a:pt x="8" y="35"/>
                </a:moveTo>
                <a:cubicBezTo>
                  <a:pt x="17" y="35"/>
                  <a:pt x="17" y="35"/>
                  <a:pt x="26" y="35"/>
                </a:cubicBezTo>
                <a:cubicBezTo>
                  <a:pt x="27" y="35"/>
                  <a:pt x="28" y="34"/>
                  <a:pt x="28" y="33"/>
                </a:cubicBezTo>
                <a:cubicBezTo>
                  <a:pt x="28" y="32"/>
                  <a:pt x="28" y="31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32" y="27"/>
                  <a:pt x="32" y="27"/>
                  <a:pt x="3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6" y="30"/>
                  <a:pt x="6" y="30"/>
                </a:cubicBezTo>
                <a:cubicBezTo>
                  <a:pt x="6" y="31"/>
                  <a:pt x="6" y="32"/>
                  <a:pt x="6" y="33"/>
                </a:cubicBezTo>
                <a:cubicBezTo>
                  <a:pt x="6" y="34"/>
                  <a:pt x="7" y="35"/>
                  <a:pt x="8" y="35"/>
                </a:cubicBezTo>
                <a:close/>
                <a:moveTo>
                  <a:pt x="0" y="25"/>
                </a:moveTo>
                <a:cubicBezTo>
                  <a:pt x="33" y="25"/>
                  <a:pt x="33" y="25"/>
                  <a:pt x="33" y="25"/>
                </a:cubicBezTo>
                <a:cubicBezTo>
                  <a:pt x="33" y="26"/>
                  <a:pt x="33" y="26"/>
                  <a:pt x="33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0" y="25"/>
                </a:cubicBezTo>
                <a:close/>
                <a:moveTo>
                  <a:pt x="7" y="24"/>
                </a:move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11" y="19"/>
                  <a:pt x="11" y="19"/>
                  <a:pt x="11" y="19"/>
                </a:cubicBezTo>
                <a:cubicBezTo>
                  <a:pt x="12" y="19"/>
                  <a:pt x="12" y="17"/>
                  <a:pt x="12" y="16"/>
                </a:cubicBezTo>
                <a:cubicBezTo>
                  <a:pt x="12" y="16"/>
                  <a:pt x="12" y="16"/>
                  <a:pt x="13" y="16"/>
                </a:cubicBezTo>
                <a:cubicBezTo>
                  <a:pt x="16" y="24"/>
                  <a:pt x="16" y="24"/>
                  <a:pt x="16" y="24"/>
                </a:cubicBezTo>
                <a:cubicBezTo>
                  <a:pt x="17" y="19"/>
                  <a:pt x="17" y="19"/>
                  <a:pt x="17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8"/>
                  <a:pt x="16" y="18"/>
                </a:cubicBezTo>
                <a:cubicBezTo>
                  <a:pt x="16" y="18"/>
                  <a:pt x="16" y="17"/>
                  <a:pt x="16" y="17"/>
                </a:cubicBezTo>
                <a:cubicBezTo>
                  <a:pt x="17" y="17"/>
                  <a:pt x="17" y="17"/>
                  <a:pt x="18" y="17"/>
                </a:cubicBezTo>
                <a:cubicBezTo>
                  <a:pt x="18" y="17"/>
                  <a:pt x="18" y="18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7" y="19"/>
                  <a:pt x="17" y="19"/>
                  <a:pt x="17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24"/>
                  <a:pt x="18" y="24"/>
                  <a:pt x="18" y="24"/>
                </a:cubicBezTo>
                <a:cubicBezTo>
                  <a:pt x="19" y="21"/>
                  <a:pt x="20" y="20"/>
                  <a:pt x="21" y="16"/>
                </a:cubicBezTo>
                <a:cubicBezTo>
                  <a:pt x="24" y="17"/>
                  <a:pt x="27" y="18"/>
                  <a:pt x="27" y="20"/>
                </a:cubicBezTo>
                <a:cubicBezTo>
                  <a:pt x="27" y="24"/>
                  <a:pt x="27" y="24"/>
                  <a:pt x="27" y="24"/>
                </a:cubicBezTo>
                <a:cubicBezTo>
                  <a:pt x="20" y="24"/>
                  <a:pt x="14" y="24"/>
                  <a:pt x="7" y="24"/>
                </a:cubicBezTo>
                <a:close/>
                <a:moveTo>
                  <a:pt x="6" y="20"/>
                </a:moveTo>
                <a:cubicBezTo>
                  <a:pt x="7" y="20"/>
                  <a:pt x="7" y="20"/>
                  <a:pt x="7" y="20"/>
                </a:cubicBezTo>
                <a:cubicBezTo>
                  <a:pt x="8" y="20"/>
                  <a:pt x="8" y="20"/>
                  <a:pt x="9" y="20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8"/>
                  <a:pt x="12" y="17"/>
                  <a:pt x="11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0" y="15"/>
                  <a:pt x="9" y="16"/>
                </a:cubicBezTo>
                <a:cubicBezTo>
                  <a:pt x="7" y="17"/>
                  <a:pt x="7" y="17"/>
                  <a:pt x="7" y="17"/>
                </a:cubicBezTo>
                <a:cubicBezTo>
                  <a:pt x="7" y="17"/>
                  <a:pt x="7" y="18"/>
                  <a:pt x="7" y="18"/>
                </a:cubicBezTo>
                <a:cubicBezTo>
                  <a:pt x="2" y="21"/>
                  <a:pt x="2" y="21"/>
                  <a:pt x="2" y="21"/>
                </a:cubicBezTo>
                <a:cubicBezTo>
                  <a:pt x="3" y="22"/>
                  <a:pt x="3" y="22"/>
                  <a:pt x="3" y="22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4"/>
                  <a:pt x="5" y="24"/>
                  <a:pt x="5" y="24"/>
                </a:cubicBezTo>
                <a:cubicBezTo>
                  <a:pt x="6" y="24"/>
                  <a:pt x="6" y="24"/>
                  <a:pt x="6" y="24"/>
                </a:cubicBezTo>
                <a:lnTo>
                  <a:pt x="6" y="2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2" name="Freeform 258">
            <a:extLst>
              <a:ext uri="{FF2B5EF4-FFF2-40B4-BE49-F238E27FC236}">
                <a16:creationId xmlns:a16="http://schemas.microsoft.com/office/drawing/2014/main" id="{DC362677-D240-6C54-B59B-4175881E8EAA}"/>
              </a:ext>
            </a:extLst>
          </p:cNvPr>
          <p:cNvSpPr>
            <a:spLocks noEditPoints="1"/>
          </p:cNvSpPr>
          <p:nvPr/>
        </p:nvSpPr>
        <p:spPr bwMode="auto">
          <a:xfrm>
            <a:off x="9942910" y="3110649"/>
            <a:ext cx="334810" cy="334810"/>
          </a:xfrm>
          <a:custGeom>
            <a:avLst/>
            <a:gdLst>
              <a:gd name="T0" fmla="*/ 6 w 35"/>
              <a:gd name="T1" fmla="*/ 17 h 35"/>
              <a:gd name="T2" fmla="*/ 32 w 35"/>
              <a:gd name="T3" fmla="*/ 23 h 35"/>
              <a:gd name="T4" fmla="*/ 28 w 35"/>
              <a:gd name="T5" fmla="*/ 17 h 35"/>
              <a:gd name="T6" fmla="*/ 26 w 35"/>
              <a:gd name="T7" fmla="*/ 19 h 35"/>
              <a:gd name="T8" fmla="*/ 25 w 35"/>
              <a:gd name="T9" fmla="*/ 20 h 35"/>
              <a:gd name="T10" fmla="*/ 25 w 35"/>
              <a:gd name="T11" fmla="*/ 24 h 35"/>
              <a:gd name="T12" fmla="*/ 28 w 35"/>
              <a:gd name="T13" fmla="*/ 27 h 35"/>
              <a:gd name="T14" fmla="*/ 31 w 35"/>
              <a:gd name="T15" fmla="*/ 24 h 35"/>
              <a:gd name="T16" fmla="*/ 30 w 35"/>
              <a:gd name="T17" fmla="*/ 20 h 35"/>
              <a:gd name="T18" fmla="*/ 27 w 35"/>
              <a:gd name="T19" fmla="*/ 20 h 35"/>
              <a:gd name="T20" fmla="*/ 7 w 35"/>
              <a:gd name="T21" fmla="*/ 20 h 35"/>
              <a:gd name="T22" fmla="*/ 5 w 35"/>
              <a:gd name="T23" fmla="*/ 20 h 35"/>
              <a:gd name="T24" fmla="*/ 4 w 35"/>
              <a:gd name="T25" fmla="*/ 24 h 35"/>
              <a:gd name="T26" fmla="*/ 6 w 35"/>
              <a:gd name="T27" fmla="*/ 27 h 35"/>
              <a:gd name="T28" fmla="*/ 9 w 35"/>
              <a:gd name="T29" fmla="*/ 24 h 35"/>
              <a:gd name="T30" fmla="*/ 9 w 35"/>
              <a:gd name="T31" fmla="*/ 20 h 35"/>
              <a:gd name="T32" fmla="*/ 8 w 35"/>
              <a:gd name="T33" fmla="*/ 19 h 35"/>
              <a:gd name="T34" fmla="*/ 9 w 35"/>
              <a:gd name="T35" fmla="*/ 28 h 35"/>
              <a:gd name="T36" fmla="*/ 7 w 35"/>
              <a:gd name="T37" fmla="*/ 30 h 35"/>
              <a:gd name="T38" fmla="*/ 7 w 35"/>
              <a:gd name="T39" fmla="*/ 29 h 35"/>
              <a:gd name="T40" fmla="*/ 6 w 35"/>
              <a:gd name="T41" fmla="*/ 29 h 35"/>
              <a:gd name="T42" fmla="*/ 6 w 35"/>
              <a:gd name="T43" fmla="*/ 34 h 35"/>
              <a:gd name="T44" fmla="*/ 0 w 35"/>
              <a:gd name="T45" fmla="*/ 33 h 35"/>
              <a:gd name="T46" fmla="*/ 13 w 35"/>
              <a:gd name="T47" fmla="*/ 33 h 35"/>
              <a:gd name="T48" fmla="*/ 20 w 35"/>
              <a:gd name="T49" fmla="*/ 2 h 35"/>
              <a:gd name="T50" fmla="*/ 5 w 35"/>
              <a:gd name="T51" fmla="*/ 11 h 35"/>
              <a:gd name="T52" fmla="*/ 6 w 35"/>
              <a:gd name="T53" fmla="*/ 16 h 35"/>
              <a:gd name="T54" fmla="*/ 21 w 35"/>
              <a:gd name="T55" fmla="*/ 12 h 35"/>
              <a:gd name="T56" fmla="*/ 23 w 35"/>
              <a:gd name="T57" fmla="*/ 3 h 35"/>
              <a:gd name="T58" fmla="*/ 12 w 35"/>
              <a:gd name="T59" fmla="*/ 1 h 35"/>
              <a:gd name="T60" fmla="*/ 29 w 35"/>
              <a:gd name="T61" fmla="*/ 1 h 35"/>
              <a:gd name="T62" fmla="*/ 28 w 35"/>
              <a:gd name="T63" fmla="*/ 10 h 35"/>
              <a:gd name="T64" fmla="*/ 7 w 35"/>
              <a:gd name="T65" fmla="*/ 14 h 35"/>
              <a:gd name="T66" fmla="*/ 6 w 35"/>
              <a:gd name="T67" fmla="*/ 10 h 35"/>
              <a:gd name="T68" fmla="*/ 20 w 35"/>
              <a:gd name="T69" fmla="*/ 3 h 35"/>
              <a:gd name="T70" fmla="*/ 21 w 35"/>
              <a:gd name="T71" fmla="*/ 11 h 35"/>
              <a:gd name="T72" fmla="*/ 35 w 35"/>
              <a:gd name="T73" fmla="*/ 33 h 35"/>
              <a:gd name="T74" fmla="*/ 29 w 35"/>
              <a:gd name="T75" fmla="*/ 34 h 35"/>
              <a:gd name="T76" fmla="*/ 29 w 35"/>
              <a:gd name="T77" fmla="*/ 29 h 35"/>
              <a:gd name="T78" fmla="*/ 27 w 35"/>
              <a:gd name="T79" fmla="*/ 29 h 35"/>
              <a:gd name="T80" fmla="*/ 28 w 35"/>
              <a:gd name="T81" fmla="*/ 30 h 35"/>
              <a:gd name="T82" fmla="*/ 25 w 35"/>
              <a:gd name="T83" fmla="*/ 28 h 35"/>
              <a:gd name="T84" fmla="*/ 23 w 35"/>
              <a:gd name="T85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5" h="35">
                <a:moveTo>
                  <a:pt x="6" y="27"/>
                </a:moveTo>
                <a:cubicBezTo>
                  <a:pt x="5" y="27"/>
                  <a:pt x="3" y="25"/>
                  <a:pt x="3" y="22"/>
                </a:cubicBezTo>
                <a:cubicBezTo>
                  <a:pt x="3" y="19"/>
                  <a:pt x="2" y="17"/>
                  <a:pt x="6" y="17"/>
                </a:cubicBezTo>
                <a:cubicBezTo>
                  <a:pt x="10" y="17"/>
                  <a:pt x="10" y="19"/>
                  <a:pt x="10" y="22"/>
                </a:cubicBezTo>
                <a:cubicBezTo>
                  <a:pt x="10" y="25"/>
                  <a:pt x="8" y="27"/>
                  <a:pt x="6" y="27"/>
                </a:cubicBezTo>
                <a:close/>
                <a:moveTo>
                  <a:pt x="32" y="23"/>
                </a:moveTo>
                <a:cubicBezTo>
                  <a:pt x="31" y="25"/>
                  <a:pt x="30" y="27"/>
                  <a:pt x="28" y="27"/>
                </a:cubicBezTo>
                <a:cubicBezTo>
                  <a:pt x="26" y="27"/>
                  <a:pt x="24" y="25"/>
                  <a:pt x="24" y="22"/>
                </a:cubicBezTo>
                <a:cubicBezTo>
                  <a:pt x="24" y="19"/>
                  <a:pt x="24" y="17"/>
                  <a:pt x="28" y="17"/>
                </a:cubicBezTo>
                <a:cubicBezTo>
                  <a:pt x="32" y="17"/>
                  <a:pt x="32" y="19"/>
                  <a:pt x="32" y="22"/>
                </a:cubicBezTo>
                <a:cubicBezTo>
                  <a:pt x="32" y="22"/>
                  <a:pt x="32" y="22"/>
                  <a:pt x="32" y="23"/>
                </a:cubicBezTo>
                <a:close/>
                <a:moveTo>
                  <a:pt x="26" y="19"/>
                </a:moveTo>
                <a:cubicBezTo>
                  <a:pt x="26" y="19"/>
                  <a:pt x="25" y="19"/>
                  <a:pt x="25" y="19"/>
                </a:cubicBezTo>
                <a:cubicBezTo>
                  <a:pt x="25" y="19"/>
                  <a:pt x="25" y="19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0"/>
                  <a:pt x="25" y="21"/>
                  <a:pt x="25" y="21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3"/>
                  <a:pt x="25" y="23"/>
                  <a:pt x="25" y="24"/>
                </a:cubicBezTo>
                <a:cubicBezTo>
                  <a:pt x="25" y="24"/>
                  <a:pt x="26" y="25"/>
                  <a:pt x="26" y="25"/>
                </a:cubicBezTo>
                <a:cubicBezTo>
                  <a:pt x="26" y="26"/>
                  <a:pt x="27" y="26"/>
                  <a:pt x="27" y="26"/>
                </a:cubicBezTo>
                <a:cubicBezTo>
                  <a:pt x="27" y="26"/>
                  <a:pt x="28" y="27"/>
                  <a:pt x="28" y="27"/>
                </a:cubicBezTo>
                <a:cubicBezTo>
                  <a:pt x="28" y="27"/>
                  <a:pt x="29" y="26"/>
                  <a:pt x="29" y="26"/>
                </a:cubicBezTo>
                <a:cubicBezTo>
                  <a:pt x="30" y="26"/>
                  <a:pt x="30" y="26"/>
                  <a:pt x="30" y="25"/>
                </a:cubicBezTo>
                <a:cubicBezTo>
                  <a:pt x="30" y="25"/>
                  <a:pt x="31" y="24"/>
                  <a:pt x="31" y="24"/>
                </a:cubicBezTo>
                <a:cubicBezTo>
                  <a:pt x="31" y="23"/>
                  <a:pt x="31" y="23"/>
                  <a:pt x="31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0" y="21"/>
                  <a:pt x="30" y="21"/>
                  <a:pt x="30" y="20"/>
                </a:cubicBezTo>
                <a:cubicBezTo>
                  <a:pt x="30" y="20"/>
                  <a:pt x="30" y="20"/>
                  <a:pt x="29" y="20"/>
                </a:cubicBezTo>
                <a:cubicBezTo>
                  <a:pt x="29" y="19"/>
                  <a:pt x="29" y="19"/>
                  <a:pt x="28" y="19"/>
                </a:cubicBezTo>
                <a:cubicBezTo>
                  <a:pt x="28" y="20"/>
                  <a:pt x="28" y="20"/>
                  <a:pt x="27" y="20"/>
                </a:cubicBezTo>
                <a:cubicBezTo>
                  <a:pt x="27" y="20"/>
                  <a:pt x="26" y="20"/>
                  <a:pt x="26" y="19"/>
                </a:cubicBezTo>
                <a:close/>
                <a:moveTo>
                  <a:pt x="8" y="19"/>
                </a:moveTo>
                <a:cubicBezTo>
                  <a:pt x="8" y="20"/>
                  <a:pt x="8" y="20"/>
                  <a:pt x="7" y="20"/>
                </a:cubicBezTo>
                <a:cubicBezTo>
                  <a:pt x="7" y="20"/>
                  <a:pt x="7" y="20"/>
                  <a:pt x="6" y="19"/>
                </a:cubicBezTo>
                <a:cubicBezTo>
                  <a:pt x="6" y="19"/>
                  <a:pt x="5" y="19"/>
                  <a:pt x="5" y="20"/>
                </a:cubicBezTo>
                <a:cubicBezTo>
                  <a:pt x="5" y="20"/>
                  <a:pt x="5" y="20"/>
                  <a:pt x="5" y="20"/>
                </a:cubicBezTo>
                <a:cubicBezTo>
                  <a:pt x="5" y="21"/>
                  <a:pt x="5" y="21"/>
                  <a:pt x="4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3"/>
                  <a:pt x="3" y="23"/>
                  <a:pt x="4" y="24"/>
                </a:cubicBezTo>
                <a:cubicBezTo>
                  <a:pt x="4" y="24"/>
                  <a:pt x="4" y="25"/>
                  <a:pt x="4" y="25"/>
                </a:cubicBezTo>
                <a:cubicBezTo>
                  <a:pt x="5" y="26"/>
                  <a:pt x="5" y="26"/>
                  <a:pt x="5" y="26"/>
                </a:cubicBezTo>
                <a:cubicBezTo>
                  <a:pt x="6" y="26"/>
                  <a:pt x="6" y="27"/>
                  <a:pt x="6" y="27"/>
                </a:cubicBezTo>
                <a:cubicBezTo>
                  <a:pt x="7" y="27"/>
                  <a:pt x="7" y="26"/>
                  <a:pt x="7" y="26"/>
                </a:cubicBezTo>
                <a:cubicBezTo>
                  <a:pt x="8" y="26"/>
                  <a:pt x="8" y="26"/>
                  <a:pt x="8" y="25"/>
                </a:cubicBezTo>
                <a:cubicBezTo>
                  <a:pt x="9" y="25"/>
                  <a:pt x="9" y="24"/>
                  <a:pt x="9" y="24"/>
                </a:cubicBezTo>
                <a:cubicBezTo>
                  <a:pt x="9" y="23"/>
                  <a:pt x="9" y="23"/>
                  <a:pt x="9" y="22"/>
                </a:cubicBezTo>
                <a:cubicBezTo>
                  <a:pt x="9" y="22"/>
                  <a:pt x="9" y="22"/>
                  <a:pt x="9" y="21"/>
                </a:cubicBezTo>
                <a:cubicBezTo>
                  <a:pt x="9" y="21"/>
                  <a:pt x="10" y="20"/>
                  <a:pt x="9" y="20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8" y="19"/>
                </a:cubicBezTo>
                <a:close/>
                <a:moveTo>
                  <a:pt x="13" y="33"/>
                </a:moveTo>
                <a:cubicBezTo>
                  <a:pt x="13" y="31"/>
                  <a:pt x="13" y="31"/>
                  <a:pt x="13" y="31"/>
                </a:cubicBezTo>
                <a:cubicBezTo>
                  <a:pt x="13" y="30"/>
                  <a:pt x="11" y="29"/>
                  <a:pt x="9" y="28"/>
                </a:cubicBezTo>
                <a:cubicBezTo>
                  <a:pt x="9" y="31"/>
                  <a:pt x="8" y="32"/>
                  <a:pt x="7" y="34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7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29"/>
                  <a:pt x="6" y="29"/>
                  <a:pt x="6" y="29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0"/>
                  <a:pt x="6" y="30"/>
                  <a:pt x="6" y="30"/>
                </a:cubicBezTo>
                <a:cubicBezTo>
                  <a:pt x="6" y="34"/>
                  <a:pt x="6" y="34"/>
                  <a:pt x="6" y="34"/>
                </a:cubicBezTo>
                <a:cubicBezTo>
                  <a:pt x="5" y="32"/>
                  <a:pt x="4" y="31"/>
                  <a:pt x="3" y="28"/>
                </a:cubicBezTo>
                <a:cubicBezTo>
                  <a:pt x="1" y="29"/>
                  <a:pt x="0" y="30"/>
                  <a:pt x="0" y="31"/>
                </a:cubicBezTo>
                <a:cubicBezTo>
                  <a:pt x="0" y="32"/>
                  <a:pt x="0" y="33"/>
                  <a:pt x="0" y="33"/>
                </a:cubicBezTo>
                <a:cubicBezTo>
                  <a:pt x="0" y="34"/>
                  <a:pt x="0" y="35"/>
                  <a:pt x="1" y="35"/>
                </a:cubicBezTo>
                <a:cubicBezTo>
                  <a:pt x="5" y="35"/>
                  <a:pt x="8" y="35"/>
                  <a:pt x="12" y="35"/>
                </a:cubicBezTo>
                <a:cubicBezTo>
                  <a:pt x="13" y="35"/>
                  <a:pt x="13" y="34"/>
                  <a:pt x="13" y="33"/>
                </a:cubicBezTo>
                <a:close/>
                <a:moveTo>
                  <a:pt x="22" y="11"/>
                </a:moveTo>
                <a:cubicBezTo>
                  <a:pt x="22" y="8"/>
                  <a:pt x="22" y="6"/>
                  <a:pt x="22" y="3"/>
                </a:cubicBezTo>
                <a:cubicBezTo>
                  <a:pt x="22" y="3"/>
                  <a:pt x="21" y="2"/>
                  <a:pt x="20" y="2"/>
                </a:cubicBezTo>
                <a:cubicBezTo>
                  <a:pt x="16" y="2"/>
                  <a:pt x="11" y="2"/>
                  <a:pt x="6" y="2"/>
                </a:cubicBezTo>
                <a:cubicBezTo>
                  <a:pt x="5" y="2"/>
                  <a:pt x="5" y="3"/>
                  <a:pt x="5" y="3"/>
                </a:cubicBezTo>
                <a:cubicBezTo>
                  <a:pt x="5" y="11"/>
                  <a:pt x="5" y="11"/>
                  <a:pt x="5" y="11"/>
                </a:cubicBezTo>
                <a:cubicBezTo>
                  <a:pt x="5" y="11"/>
                  <a:pt x="5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3"/>
                  <a:pt x="6" y="14"/>
                  <a:pt x="6" y="16"/>
                </a:cubicBezTo>
                <a:cubicBezTo>
                  <a:pt x="6" y="15"/>
                  <a:pt x="7" y="15"/>
                  <a:pt x="7" y="14"/>
                </a:cubicBezTo>
                <a:cubicBezTo>
                  <a:pt x="10" y="11"/>
                  <a:pt x="16" y="12"/>
                  <a:pt x="20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2" y="12"/>
                  <a:pt x="22" y="11"/>
                  <a:pt x="22" y="11"/>
                </a:cubicBezTo>
                <a:close/>
                <a:moveTo>
                  <a:pt x="23" y="10"/>
                </a:moveTo>
                <a:cubicBezTo>
                  <a:pt x="23" y="3"/>
                  <a:pt x="23" y="3"/>
                  <a:pt x="23" y="3"/>
                </a:cubicBezTo>
                <a:cubicBezTo>
                  <a:pt x="23" y="2"/>
                  <a:pt x="22" y="1"/>
                  <a:pt x="21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1"/>
                  <a:pt x="12" y="1"/>
                  <a:pt x="12" y="1"/>
                </a:cubicBezTo>
                <a:cubicBezTo>
                  <a:pt x="12" y="0"/>
                  <a:pt x="13" y="0"/>
                  <a:pt x="14" y="0"/>
                </a:cubicBezTo>
                <a:cubicBezTo>
                  <a:pt x="18" y="0"/>
                  <a:pt x="23" y="0"/>
                  <a:pt x="28" y="0"/>
                </a:cubicBezTo>
                <a:cubicBezTo>
                  <a:pt x="29" y="0"/>
                  <a:pt x="29" y="0"/>
                  <a:pt x="29" y="1"/>
                </a:cubicBezTo>
                <a:cubicBezTo>
                  <a:pt x="29" y="3"/>
                  <a:pt x="29" y="6"/>
                  <a:pt x="29" y="8"/>
                </a:cubicBezTo>
                <a:cubicBezTo>
                  <a:pt x="29" y="9"/>
                  <a:pt x="29" y="10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1"/>
                  <a:pt x="28" y="12"/>
                  <a:pt x="28" y="13"/>
                </a:cubicBezTo>
                <a:cubicBezTo>
                  <a:pt x="27" y="12"/>
                  <a:pt x="25" y="10"/>
                  <a:pt x="23" y="10"/>
                </a:cubicBezTo>
                <a:close/>
                <a:moveTo>
                  <a:pt x="7" y="14"/>
                </a:moveTo>
                <a:cubicBezTo>
                  <a:pt x="7" y="13"/>
                  <a:pt x="7" y="12"/>
                  <a:pt x="7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1"/>
                  <a:pt x="6" y="11"/>
                  <a:pt x="6" y="10"/>
                </a:cubicBezTo>
                <a:cubicBezTo>
                  <a:pt x="6" y="4"/>
                  <a:pt x="6" y="4"/>
                  <a:pt x="6" y="4"/>
                </a:cubicBezTo>
                <a:cubicBezTo>
                  <a:pt x="6" y="3"/>
                  <a:pt x="6" y="3"/>
                  <a:pt x="6" y="3"/>
                </a:cubicBezTo>
                <a:cubicBezTo>
                  <a:pt x="11" y="3"/>
                  <a:pt x="15" y="3"/>
                  <a:pt x="20" y="3"/>
                </a:cubicBezTo>
                <a:cubicBezTo>
                  <a:pt x="20" y="3"/>
                  <a:pt x="21" y="3"/>
                  <a:pt x="21" y="4"/>
                </a:cubicBezTo>
                <a:cubicBezTo>
                  <a:pt x="21" y="6"/>
                  <a:pt x="21" y="8"/>
                  <a:pt x="21" y="10"/>
                </a:cubicBezTo>
                <a:cubicBezTo>
                  <a:pt x="21" y="11"/>
                  <a:pt x="21" y="11"/>
                  <a:pt x="21" y="11"/>
                </a:cubicBezTo>
                <a:cubicBezTo>
                  <a:pt x="20" y="11"/>
                  <a:pt x="20" y="11"/>
                  <a:pt x="20" y="11"/>
                </a:cubicBezTo>
                <a:cubicBezTo>
                  <a:pt x="16" y="11"/>
                  <a:pt x="9" y="11"/>
                  <a:pt x="7" y="14"/>
                </a:cubicBezTo>
                <a:close/>
                <a:moveTo>
                  <a:pt x="35" y="33"/>
                </a:moveTo>
                <a:cubicBezTo>
                  <a:pt x="35" y="33"/>
                  <a:pt x="35" y="32"/>
                  <a:pt x="35" y="31"/>
                </a:cubicBezTo>
                <a:cubicBezTo>
                  <a:pt x="35" y="30"/>
                  <a:pt x="33" y="29"/>
                  <a:pt x="31" y="28"/>
                </a:cubicBezTo>
                <a:cubicBezTo>
                  <a:pt x="30" y="31"/>
                  <a:pt x="30" y="32"/>
                  <a:pt x="29" y="34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8" y="29"/>
                  <a:pt x="28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7" y="34"/>
                  <a:pt x="27" y="34"/>
                  <a:pt x="27" y="34"/>
                </a:cubicBezTo>
                <a:cubicBezTo>
                  <a:pt x="26" y="32"/>
                  <a:pt x="26" y="31"/>
                  <a:pt x="25" y="28"/>
                </a:cubicBezTo>
                <a:cubicBezTo>
                  <a:pt x="23" y="29"/>
                  <a:pt x="21" y="30"/>
                  <a:pt x="21" y="31"/>
                </a:cubicBezTo>
                <a:cubicBezTo>
                  <a:pt x="21" y="32"/>
                  <a:pt x="21" y="33"/>
                  <a:pt x="21" y="33"/>
                </a:cubicBezTo>
                <a:cubicBezTo>
                  <a:pt x="21" y="34"/>
                  <a:pt x="22" y="35"/>
                  <a:pt x="23" y="35"/>
                </a:cubicBezTo>
                <a:cubicBezTo>
                  <a:pt x="26" y="35"/>
                  <a:pt x="30" y="35"/>
                  <a:pt x="34" y="35"/>
                </a:cubicBezTo>
                <a:cubicBezTo>
                  <a:pt x="34" y="35"/>
                  <a:pt x="35" y="34"/>
                  <a:pt x="35" y="3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4" name="Freeform 259">
            <a:extLst>
              <a:ext uri="{FF2B5EF4-FFF2-40B4-BE49-F238E27FC236}">
                <a16:creationId xmlns:a16="http://schemas.microsoft.com/office/drawing/2014/main" id="{99283858-F2AD-6946-BA53-CF312FF39C88}"/>
              </a:ext>
            </a:extLst>
          </p:cNvPr>
          <p:cNvSpPr>
            <a:spLocks noEditPoints="1"/>
          </p:cNvSpPr>
          <p:nvPr/>
        </p:nvSpPr>
        <p:spPr bwMode="auto">
          <a:xfrm>
            <a:off x="4357931" y="3099790"/>
            <a:ext cx="345668" cy="345668"/>
          </a:xfrm>
          <a:custGeom>
            <a:avLst/>
            <a:gdLst>
              <a:gd name="T0" fmla="*/ 0 w 36"/>
              <a:gd name="T1" fmla="*/ 34 h 36"/>
              <a:gd name="T2" fmla="*/ 18 w 36"/>
              <a:gd name="T3" fmla="*/ 36 h 36"/>
              <a:gd name="T4" fmla="*/ 20 w 36"/>
              <a:gd name="T5" fmla="*/ 31 h 36"/>
              <a:gd name="T6" fmla="*/ 11 w 36"/>
              <a:gd name="T7" fmla="*/ 34 h 36"/>
              <a:gd name="T8" fmla="*/ 10 w 36"/>
              <a:gd name="T9" fmla="*/ 29 h 36"/>
              <a:gd name="T10" fmla="*/ 11 w 36"/>
              <a:gd name="T11" fmla="*/ 28 h 36"/>
              <a:gd name="T12" fmla="*/ 9 w 36"/>
              <a:gd name="T13" fmla="*/ 28 h 36"/>
              <a:gd name="T14" fmla="*/ 9 w 36"/>
              <a:gd name="T15" fmla="*/ 28 h 36"/>
              <a:gd name="T16" fmla="*/ 10 w 36"/>
              <a:gd name="T17" fmla="*/ 29 h 36"/>
              <a:gd name="T18" fmla="*/ 5 w 36"/>
              <a:gd name="T19" fmla="*/ 26 h 36"/>
              <a:gd name="T20" fmla="*/ 6 w 36"/>
              <a:gd name="T21" fmla="*/ 8 h 36"/>
              <a:gd name="T22" fmla="*/ 6 w 36"/>
              <a:gd name="T23" fmla="*/ 3 h 36"/>
              <a:gd name="T24" fmla="*/ 5 w 36"/>
              <a:gd name="T25" fmla="*/ 0 h 36"/>
              <a:gd name="T26" fmla="*/ 36 w 36"/>
              <a:gd name="T27" fmla="*/ 0 h 36"/>
              <a:gd name="T28" fmla="*/ 36 w 36"/>
              <a:gd name="T29" fmla="*/ 2 h 36"/>
              <a:gd name="T30" fmla="*/ 35 w 36"/>
              <a:gd name="T31" fmla="*/ 3 h 36"/>
              <a:gd name="T32" fmla="*/ 35 w 36"/>
              <a:gd name="T33" fmla="*/ 22 h 36"/>
              <a:gd name="T34" fmla="*/ 15 w 36"/>
              <a:gd name="T35" fmla="*/ 23 h 36"/>
              <a:gd name="T36" fmla="*/ 14 w 36"/>
              <a:gd name="T37" fmla="*/ 22 h 36"/>
              <a:gd name="T38" fmla="*/ 15 w 36"/>
              <a:gd name="T39" fmla="*/ 22 h 36"/>
              <a:gd name="T40" fmla="*/ 15 w 36"/>
              <a:gd name="T41" fmla="*/ 21 h 36"/>
              <a:gd name="T42" fmla="*/ 32 w 36"/>
              <a:gd name="T43" fmla="*/ 21 h 36"/>
              <a:gd name="T44" fmla="*/ 33 w 36"/>
              <a:gd name="T45" fmla="*/ 21 h 36"/>
              <a:gd name="T46" fmla="*/ 34 w 36"/>
              <a:gd name="T47" fmla="*/ 3 h 36"/>
              <a:gd name="T48" fmla="*/ 7 w 36"/>
              <a:gd name="T49" fmla="*/ 8 h 36"/>
              <a:gd name="T50" fmla="*/ 7 w 36"/>
              <a:gd name="T51" fmla="*/ 9 h 36"/>
              <a:gd name="T52" fmla="*/ 6 w 36"/>
              <a:gd name="T53" fmla="*/ 9 h 36"/>
              <a:gd name="T54" fmla="*/ 6 w 36"/>
              <a:gd name="T55" fmla="*/ 8 h 36"/>
              <a:gd name="T56" fmla="*/ 14 w 36"/>
              <a:gd name="T57" fmla="*/ 22 h 36"/>
              <a:gd name="T58" fmla="*/ 15 w 36"/>
              <a:gd name="T59" fmla="*/ 17 h 36"/>
              <a:gd name="T60" fmla="*/ 5 w 36"/>
              <a:gd name="T61" fmla="*/ 17 h 36"/>
              <a:gd name="T62" fmla="*/ 6 w 36"/>
              <a:gd name="T63" fmla="*/ 22 h 36"/>
              <a:gd name="T64" fmla="*/ 7 w 36"/>
              <a:gd name="T65" fmla="*/ 21 h 36"/>
              <a:gd name="T66" fmla="*/ 13 w 36"/>
              <a:gd name="T67" fmla="*/ 21 h 36"/>
              <a:gd name="T68" fmla="*/ 14 w 36"/>
              <a:gd name="T69" fmla="*/ 16 h 36"/>
              <a:gd name="T70" fmla="*/ 14 w 36"/>
              <a:gd name="T71" fmla="*/ 13 h 36"/>
              <a:gd name="T72" fmla="*/ 10 w 36"/>
              <a:gd name="T73" fmla="*/ 13 h 36"/>
              <a:gd name="T74" fmla="*/ 6 w 36"/>
              <a:gd name="T75" fmla="*/ 13 h 36"/>
              <a:gd name="T76" fmla="*/ 6 w 36"/>
              <a:gd name="T77" fmla="*/ 16 h 36"/>
              <a:gd name="T78" fmla="*/ 7 w 36"/>
              <a:gd name="T79" fmla="*/ 21 h 36"/>
              <a:gd name="T80" fmla="*/ 19 w 36"/>
              <a:gd name="T81" fmla="*/ 9 h 36"/>
              <a:gd name="T82" fmla="*/ 17 w 36"/>
              <a:gd name="T83" fmla="*/ 15 h 36"/>
              <a:gd name="T84" fmla="*/ 23 w 36"/>
              <a:gd name="T85" fmla="*/ 16 h 36"/>
              <a:gd name="T86" fmla="*/ 31 w 36"/>
              <a:gd name="T87" fmla="*/ 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6" h="36">
                <a:moveTo>
                  <a:pt x="0" y="31"/>
                </a:moveTo>
                <a:cubicBezTo>
                  <a:pt x="0" y="32"/>
                  <a:pt x="0" y="33"/>
                  <a:pt x="0" y="34"/>
                </a:cubicBezTo>
                <a:cubicBezTo>
                  <a:pt x="0" y="35"/>
                  <a:pt x="1" y="36"/>
                  <a:pt x="2" y="36"/>
                </a:cubicBezTo>
                <a:cubicBezTo>
                  <a:pt x="7" y="36"/>
                  <a:pt x="13" y="36"/>
                  <a:pt x="18" y="36"/>
                </a:cubicBezTo>
                <a:cubicBezTo>
                  <a:pt x="19" y="36"/>
                  <a:pt x="20" y="35"/>
                  <a:pt x="20" y="34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28"/>
                  <a:pt x="18" y="27"/>
                  <a:pt x="14" y="26"/>
                </a:cubicBezTo>
                <a:cubicBezTo>
                  <a:pt x="13" y="30"/>
                  <a:pt x="12" y="31"/>
                  <a:pt x="11" y="34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0" y="28"/>
                  <a:pt x="10" y="28"/>
                  <a:pt x="9" y="28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34"/>
                  <a:pt x="9" y="34"/>
                  <a:pt x="9" y="34"/>
                </a:cubicBezTo>
                <a:cubicBezTo>
                  <a:pt x="7" y="31"/>
                  <a:pt x="6" y="30"/>
                  <a:pt x="5" y="26"/>
                </a:cubicBezTo>
                <a:cubicBezTo>
                  <a:pt x="2" y="27"/>
                  <a:pt x="0" y="28"/>
                  <a:pt x="0" y="31"/>
                </a:cubicBezTo>
                <a:close/>
                <a:moveTo>
                  <a:pt x="6" y="8"/>
                </a:move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5" y="2"/>
                  <a:pt x="5" y="2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6" y="0"/>
                  <a:pt x="6" y="0"/>
                </a:cubicBezTo>
                <a:cubicBezTo>
                  <a:pt x="16" y="0"/>
                  <a:pt x="26" y="0"/>
                  <a:pt x="3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2"/>
                  <a:pt x="36" y="2"/>
                  <a:pt x="36" y="2"/>
                </a:cubicBezTo>
                <a:cubicBezTo>
                  <a:pt x="36" y="2"/>
                  <a:pt x="36" y="3"/>
                  <a:pt x="36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20"/>
                  <a:pt x="35" y="20"/>
                  <a:pt x="35" y="20"/>
                </a:cubicBezTo>
                <a:cubicBezTo>
                  <a:pt x="35" y="21"/>
                  <a:pt x="35" y="22"/>
                  <a:pt x="35" y="22"/>
                </a:cubicBezTo>
                <a:cubicBezTo>
                  <a:pt x="34" y="23"/>
                  <a:pt x="33" y="23"/>
                  <a:pt x="33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22"/>
                  <a:pt x="14" y="22"/>
                  <a:pt x="14" y="22"/>
                </a:cubicBezTo>
                <a:cubicBezTo>
                  <a:pt x="14" y="22"/>
                  <a:pt x="14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5" y="21"/>
                  <a:pt x="15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3" y="21"/>
                  <a:pt x="33" y="21"/>
                  <a:pt x="33" y="21"/>
                </a:cubicBezTo>
                <a:cubicBezTo>
                  <a:pt x="33" y="21"/>
                  <a:pt x="33" y="21"/>
                  <a:pt x="33" y="21"/>
                </a:cubicBezTo>
                <a:cubicBezTo>
                  <a:pt x="34" y="21"/>
                  <a:pt x="34" y="20"/>
                  <a:pt x="34" y="20"/>
                </a:cubicBezTo>
                <a:cubicBezTo>
                  <a:pt x="34" y="3"/>
                  <a:pt x="34" y="3"/>
                  <a:pt x="34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8"/>
                  <a:pt x="7" y="8"/>
                  <a:pt x="7" y="8"/>
                </a:cubicBezTo>
                <a:cubicBezTo>
                  <a:pt x="7" y="8"/>
                  <a:pt x="7" y="8"/>
                  <a:pt x="7" y="8"/>
                </a:cubicBezTo>
                <a:cubicBezTo>
                  <a:pt x="7" y="9"/>
                  <a:pt x="7" y="9"/>
                  <a:pt x="7" y="9"/>
                </a:cubicBezTo>
                <a:cubicBezTo>
                  <a:pt x="7" y="9"/>
                  <a:pt x="7" y="9"/>
                  <a:pt x="7" y="9"/>
                </a:cubicBezTo>
                <a:cubicBezTo>
                  <a:pt x="7" y="9"/>
                  <a:pt x="7" y="9"/>
                  <a:pt x="6" y="9"/>
                </a:cubicBezTo>
                <a:cubicBezTo>
                  <a:pt x="6" y="9"/>
                  <a:pt x="6" y="9"/>
                  <a:pt x="6" y="9"/>
                </a:cubicBezTo>
                <a:cubicBezTo>
                  <a:pt x="6" y="8"/>
                  <a:pt x="6" y="8"/>
                  <a:pt x="6" y="8"/>
                </a:cubicBezTo>
                <a:close/>
                <a:moveTo>
                  <a:pt x="10" y="24"/>
                </a:moveTo>
                <a:cubicBezTo>
                  <a:pt x="11" y="24"/>
                  <a:pt x="13" y="23"/>
                  <a:pt x="14" y="22"/>
                </a:cubicBezTo>
                <a:cubicBezTo>
                  <a:pt x="15" y="21"/>
                  <a:pt x="15" y="19"/>
                  <a:pt x="15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2"/>
                  <a:pt x="16" y="9"/>
                  <a:pt x="10" y="9"/>
                </a:cubicBezTo>
                <a:cubicBezTo>
                  <a:pt x="4" y="9"/>
                  <a:pt x="5" y="12"/>
                  <a:pt x="5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9"/>
                  <a:pt x="5" y="21"/>
                  <a:pt x="6" y="22"/>
                </a:cubicBezTo>
                <a:cubicBezTo>
                  <a:pt x="7" y="23"/>
                  <a:pt x="9" y="24"/>
                  <a:pt x="10" y="24"/>
                </a:cubicBezTo>
                <a:close/>
                <a:moveTo>
                  <a:pt x="7" y="21"/>
                </a:moveTo>
                <a:cubicBezTo>
                  <a:pt x="8" y="23"/>
                  <a:pt x="9" y="23"/>
                  <a:pt x="10" y="23"/>
                </a:cubicBezTo>
                <a:cubicBezTo>
                  <a:pt x="11" y="23"/>
                  <a:pt x="12" y="23"/>
                  <a:pt x="13" y="21"/>
                </a:cubicBezTo>
                <a:cubicBezTo>
                  <a:pt x="14" y="20"/>
                  <a:pt x="15" y="19"/>
                  <a:pt x="15" y="17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4"/>
                  <a:pt x="14" y="14"/>
                  <a:pt x="14" y="13"/>
                </a:cubicBezTo>
                <a:cubicBezTo>
                  <a:pt x="13" y="13"/>
                  <a:pt x="13" y="13"/>
                  <a:pt x="12" y="13"/>
                </a:cubicBezTo>
                <a:cubicBezTo>
                  <a:pt x="11" y="13"/>
                  <a:pt x="11" y="13"/>
                  <a:pt x="10" y="13"/>
                </a:cubicBezTo>
                <a:cubicBezTo>
                  <a:pt x="9" y="13"/>
                  <a:pt x="9" y="13"/>
                  <a:pt x="8" y="13"/>
                </a:cubicBezTo>
                <a:cubicBezTo>
                  <a:pt x="7" y="13"/>
                  <a:pt x="6" y="13"/>
                  <a:pt x="6" y="13"/>
                </a:cubicBezTo>
                <a:cubicBezTo>
                  <a:pt x="6" y="14"/>
                  <a:pt x="6" y="14"/>
                  <a:pt x="6" y="15"/>
                </a:cubicBezTo>
                <a:cubicBezTo>
                  <a:pt x="6" y="15"/>
                  <a:pt x="6" y="15"/>
                  <a:pt x="6" y="16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9"/>
                  <a:pt x="6" y="20"/>
                  <a:pt x="7" y="21"/>
                </a:cubicBezTo>
                <a:close/>
                <a:moveTo>
                  <a:pt x="23" y="13"/>
                </a:moveTo>
                <a:cubicBezTo>
                  <a:pt x="23" y="13"/>
                  <a:pt x="19" y="9"/>
                  <a:pt x="19" y="9"/>
                </a:cubicBezTo>
                <a:cubicBezTo>
                  <a:pt x="16" y="12"/>
                  <a:pt x="16" y="12"/>
                  <a:pt x="16" y="12"/>
                </a:cubicBezTo>
                <a:cubicBezTo>
                  <a:pt x="17" y="13"/>
                  <a:pt x="17" y="14"/>
                  <a:pt x="17" y="15"/>
                </a:cubicBezTo>
                <a:cubicBezTo>
                  <a:pt x="19" y="12"/>
                  <a:pt x="19" y="12"/>
                  <a:pt x="19" y="12"/>
                </a:cubicBezTo>
                <a:cubicBezTo>
                  <a:pt x="23" y="16"/>
                  <a:pt x="23" y="16"/>
                  <a:pt x="23" y="16"/>
                </a:cubicBezTo>
                <a:cubicBezTo>
                  <a:pt x="26" y="13"/>
                  <a:pt x="29" y="10"/>
                  <a:pt x="32" y="7"/>
                </a:cubicBezTo>
                <a:cubicBezTo>
                  <a:pt x="33" y="6"/>
                  <a:pt x="32" y="4"/>
                  <a:pt x="31" y="5"/>
                </a:cubicBezTo>
                <a:lnTo>
                  <a:pt x="23" y="1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6" name="Freeform 260">
            <a:extLst>
              <a:ext uri="{FF2B5EF4-FFF2-40B4-BE49-F238E27FC236}">
                <a16:creationId xmlns:a16="http://schemas.microsoft.com/office/drawing/2014/main" id="{97956E76-5BEA-07CE-EC55-9F5497AB07C3}"/>
              </a:ext>
            </a:extLst>
          </p:cNvPr>
          <p:cNvSpPr>
            <a:spLocks noEditPoints="1"/>
          </p:cNvSpPr>
          <p:nvPr/>
        </p:nvSpPr>
        <p:spPr bwMode="auto">
          <a:xfrm>
            <a:off x="2533673" y="3110649"/>
            <a:ext cx="249750" cy="334810"/>
          </a:xfrm>
          <a:custGeom>
            <a:avLst/>
            <a:gdLst>
              <a:gd name="T0" fmla="*/ 0 w 26"/>
              <a:gd name="T1" fmla="*/ 28 h 35"/>
              <a:gd name="T2" fmla="*/ 0 w 26"/>
              <a:gd name="T3" fmla="*/ 33 h 35"/>
              <a:gd name="T4" fmla="*/ 2 w 26"/>
              <a:gd name="T5" fmla="*/ 35 h 35"/>
              <a:gd name="T6" fmla="*/ 24 w 26"/>
              <a:gd name="T7" fmla="*/ 35 h 35"/>
              <a:gd name="T8" fmla="*/ 26 w 26"/>
              <a:gd name="T9" fmla="*/ 33 h 35"/>
              <a:gd name="T10" fmla="*/ 26 w 26"/>
              <a:gd name="T11" fmla="*/ 28 h 35"/>
              <a:gd name="T12" fmla="*/ 19 w 26"/>
              <a:gd name="T13" fmla="*/ 22 h 35"/>
              <a:gd name="T14" fmla="*/ 14 w 26"/>
              <a:gd name="T15" fmla="*/ 33 h 35"/>
              <a:gd name="T16" fmla="*/ 14 w 26"/>
              <a:gd name="T17" fmla="*/ 26 h 35"/>
              <a:gd name="T18" fmla="*/ 14 w 26"/>
              <a:gd name="T19" fmla="*/ 26 h 35"/>
              <a:gd name="T20" fmla="*/ 15 w 26"/>
              <a:gd name="T21" fmla="*/ 25 h 35"/>
              <a:gd name="T22" fmla="*/ 15 w 26"/>
              <a:gd name="T23" fmla="*/ 24 h 35"/>
              <a:gd name="T24" fmla="*/ 14 w 26"/>
              <a:gd name="T25" fmla="*/ 24 h 35"/>
              <a:gd name="T26" fmla="*/ 12 w 26"/>
              <a:gd name="T27" fmla="*/ 24 h 35"/>
              <a:gd name="T28" fmla="*/ 12 w 26"/>
              <a:gd name="T29" fmla="*/ 24 h 35"/>
              <a:gd name="T30" fmla="*/ 12 w 26"/>
              <a:gd name="T31" fmla="*/ 25 h 35"/>
              <a:gd name="T32" fmla="*/ 13 w 26"/>
              <a:gd name="T33" fmla="*/ 26 h 35"/>
              <a:gd name="T34" fmla="*/ 13 w 26"/>
              <a:gd name="T35" fmla="*/ 26 h 35"/>
              <a:gd name="T36" fmla="*/ 12 w 26"/>
              <a:gd name="T37" fmla="*/ 33 h 35"/>
              <a:gd name="T38" fmla="*/ 7 w 26"/>
              <a:gd name="T39" fmla="*/ 22 h 35"/>
              <a:gd name="T40" fmla="*/ 0 w 26"/>
              <a:gd name="T41" fmla="*/ 28 h 35"/>
              <a:gd name="T42" fmla="*/ 13 w 26"/>
              <a:gd name="T43" fmla="*/ 20 h 35"/>
              <a:gd name="T44" fmla="*/ 8 w 26"/>
              <a:gd name="T45" fmla="*/ 17 h 35"/>
              <a:gd name="T46" fmla="*/ 6 w 26"/>
              <a:gd name="T47" fmla="*/ 10 h 35"/>
              <a:gd name="T48" fmla="*/ 6 w 26"/>
              <a:gd name="T49" fmla="*/ 10 h 35"/>
              <a:gd name="T50" fmla="*/ 6 w 26"/>
              <a:gd name="T51" fmla="*/ 10 h 35"/>
              <a:gd name="T52" fmla="*/ 6 w 26"/>
              <a:gd name="T53" fmla="*/ 10 h 35"/>
              <a:gd name="T54" fmla="*/ 13 w 26"/>
              <a:gd name="T55" fmla="*/ 0 h 35"/>
              <a:gd name="T56" fmla="*/ 20 w 26"/>
              <a:gd name="T57" fmla="*/ 10 h 35"/>
              <a:gd name="T58" fmla="*/ 20 w 26"/>
              <a:gd name="T59" fmla="*/ 10 h 35"/>
              <a:gd name="T60" fmla="*/ 20 w 26"/>
              <a:gd name="T61" fmla="*/ 10 h 35"/>
              <a:gd name="T62" fmla="*/ 20 w 26"/>
              <a:gd name="T63" fmla="*/ 10 h 35"/>
              <a:gd name="T64" fmla="*/ 18 w 26"/>
              <a:gd name="T65" fmla="*/ 17 h 35"/>
              <a:gd name="T66" fmla="*/ 13 w 26"/>
              <a:gd name="T67" fmla="*/ 20 h 35"/>
              <a:gd name="T68" fmla="*/ 9 w 26"/>
              <a:gd name="T69" fmla="*/ 16 h 35"/>
              <a:gd name="T70" fmla="*/ 13 w 26"/>
              <a:gd name="T71" fmla="*/ 19 h 35"/>
              <a:gd name="T72" fmla="*/ 17 w 26"/>
              <a:gd name="T73" fmla="*/ 16 h 35"/>
              <a:gd name="T74" fmla="*/ 19 w 26"/>
              <a:gd name="T75" fmla="*/ 10 h 35"/>
              <a:gd name="T76" fmla="*/ 19 w 26"/>
              <a:gd name="T77" fmla="*/ 9 h 35"/>
              <a:gd name="T78" fmla="*/ 19 w 26"/>
              <a:gd name="T79" fmla="*/ 7 h 35"/>
              <a:gd name="T80" fmla="*/ 18 w 26"/>
              <a:gd name="T81" fmla="*/ 5 h 35"/>
              <a:gd name="T82" fmla="*/ 16 w 26"/>
              <a:gd name="T83" fmla="*/ 5 h 35"/>
              <a:gd name="T84" fmla="*/ 13 w 26"/>
              <a:gd name="T85" fmla="*/ 6 h 35"/>
              <a:gd name="T86" fmla="*/ 11 w 26"/>
              <a:gd name="T87" fmla="*/ 5 h 35"/>
              <a:gd name="T88" fmla="*/ 11 w 26"/>
              <a:gd name="T89" fmla="*/ 5 h 35"/>
              <a:gd name="T90" fmla="*/ 8 w 26"/>
              <a:gd name="T91" fmla="*/ 5 h 35"/>
              <a:gd name="T92" fmla="*/ 8 w 26"/>
              <a:gd name="T93" fmla="*/ 7 h 35"/>
              <a:gd name="T94" fmla="*/ 7 w 26"/>
              <a:gd name="T95" fmla="*/ 9 h 35"/>
              <a:gd name="T96" fmla="*/ 7 w 26"/>
              <a:gd name="T97" fmla="*/ 10 h 35"/>
              <a:gd name="T98" fmla="*/ 9 w 26"/>
              <a:gd name="T99" fmla="*/ 16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" h="35">
                <a:moveTo>
                  <a:pt x="0" y="28"/>
                </a:moveTo>
                <a:cubicBezTo>
                  <a:pt x="0" y="30"/>
                  <a:pt x="0" y="31"/>
                  <a:pt x="0" y="33"/>
                </a:cubicBezTo>
                <a:cubicBezTo>
                  <a:pt x="0" y="34"/>
                  <a:pt x="1" y="35"/>
                  <a:pt x="2" y="35"/>
                </a:cubicBezTo>
                <a:cubicBezTo>
                  <a:pt x="9" y="35"/>
                  <a:pt x="17" y="35"/>
                  <a:pt x="24" y="35"/>
                </a:cubicBezTo>
                <a:cubicBezTo>
                  <a:pt x="25" y="35"/>
                  <a:pt x="26" y="34"/>
                  <a:pt x="26" y="33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5"/>
                  <a:pt x="23" y="23"/>
                  <a:pt x="19" y="22"/>
                </a:cubicBezTo>
                <a:cubicBezTo>
                  <a:pt x="18" y="27"/>
                  <a:pt x="16" y="29"/>
                  <a:pt x="14" y="33"/>
                </a:cubicBezTo>
                <a:cubicBezTo>
                  <a:pt x="14" y="26"/>
                  <a:pt x="14" y="26"/>
                  <a:pt x="14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3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2" y="24"/>
                  <a:pt x="12" y="25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2" y="33"/>
                  <a:pt x="12" y="33"/>
                  <a:pt x="12" y="33"/>
                </a:cubicBezTo>
                <a:cubicBezTo>
                  <a:pt x="10" y="29"/>
                  <a:pt x="9" y="27"/>
                  <a:pt x="7" y="22"/>
                </a:cubicBezTo>
                <a:cubicBezTo>
                  <a:pt x="3" y="23"/>
                  <a:pt x="0" y="25"/>
                  <a:pt x="0" y="28"/>
                </a:cubicBezTo>
                <a:close/>
                <a:moveTo>
                  <a:pt x="13" y="20"/>
                </a:moveTo>
                <a:cubicBezTo>
                  <a:pt x="11" y="20"/>
                  <a:pt x="10" y="19"/>
                  <a:pt x="8" y="17"/>
                </a:cubicBezTo>
                <a:cubicBezTo>
                  <a:pt x="7" y="15"/>
                  <a:pt x="6" y="13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5"/>
                  <a:pt x="5" y="0"/>
                  <a:pt x="13" y="0"/>
                </a:cubicBezTo>
                <a:cubicBezTo>
                  <a:pt x="21" y="0"/>
                  <a:pt x="20" y="5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3"/>
                  <a:pt x="19" y="15"/>
                  <a:pt x="18" y="17"/>
                </a:cubicBezTo>
                <a:cubicBezTo>
                  <a:pt x="17" y="19"/>
                  <a:pt x="15" y="20"/>
                  <a:pt x="13" y="20"/>
                </a:cubicBezTo>
                <a:close/>
                <a:moveTo>
                  <a:pt x="9" y="16"/>
                </a:moveTo>
                <a:cubicBezTo>
                  <a:pt x="10" y="18"/>
                  <a:pt x="12" y="19"/>
                  <a:pt x="13" y="19"/>
                </a:cubicBezTo>
                <a:cubicBezTo>
                  <a:pt x="15" y="19"/>
                  <a:pt x="16" y="18"/>
                  <a:pt x="17" y="16"/>
                </a:cubicBezTo>
                <a:cubicBezTo>
                  <a:pt x="18" y="15"/>
                  <a:pt x="19" y="13"/>
                  <a:pt x="19" y="10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8"/>
                  <a:pt x="19" y="8"/>
                  <a:pt x="19" y="7"/>
                </a:cubicBezTo>
                <a:cubicBezTo>
                  <a:pt x="19" y="7"/>
                  <a:pt x="18" y="6"/>
                  <a:pt x="18" y="5"/>
                </a:cubicBezTo>
                <a:cubicBezTo>
                  <a:pt x="18" y="5"/>
                  <a:pt x="17" y="5"/>
                  <a:pt x="16" y="5"/>
                </a:cubicBezTo>
                <a:cubicBezTo>
                  <a:pt x="15" y="5"/>
                  <a:pt x="14" y="6"/>
                  <a:pt x="13" y="6"/>
                </a:cubicBezTo>
                <a:cubicBezTo>
                  <a:pt x="12" y="6"/>
                  <a:pt x="11" y="5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0" y="5"/>
                  <a:pt x="9" y="5"/>
                  <a:pt x="8" y="5"/>
                </a:cubicBezTo>
                <a:cubicBezTo>
                  <a:pt x="8" y="6"/>
                  <a:pt x="8" y="7"/>
                  <a:pt x="8" y="7"/>
                </a:cubicBezTo>
                <a:cubicBezTo>
                  <a:pt x="8" y="8"/>
                  <a:pt x="8" y="8"/>
                  <a:pt x="7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3"/>
                  <a:pt x="8" y="15"/>
                  <a:pt x="9" y="1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8" name="Freeform 261">
            <a:extLst>
              <a:ext uri="{FF2B5EF4-FFF2-40B4-BE49-F238E27FC236}">
                <a16:creationId xmlns:a16="http://schemas.microsoft.com/office/drawing/2014/main" id="{3735E649-8926-CF7F-B88E-BDA3F744418C}"/>
              </a:ext>
            </a:extLst>
          </p:cNvPr>
          <p:cNvSpPr>
            <a:spLocks noEditPoints="1"/>
          </p:cNvSpPr>
          <p:nvPr/>
        </p:nvSpPr>
        <p:spPr bwMode="auto">
          <a:xfrm>
            <a:off x="6862665" y="3177610"/>
            <a:ext cx="287756" cy="209935"/>
          </a:xfrm>
          <a:custGeom>
            <a:avLst/>
            <a:gdLst>
              <a:gd name="T0" fmla="*/ 0 w 30"/>
              <a:gd name="T1" fmla="*/ 3 h 22"/>
              <a:gd name="T2" fmla="*/ 0 w 30"/>
              <a:gd name="T3" fmla="*/ 19 h 22"/>
              <a:gd name="T4" fmla="*/ 0 w 30"/>
              <a:gd name="T5" fmla="*/ 21 h 22"/>
              <a:gd name="T6" fmla="*/ 2 w 30"/>
              <a:gd name="T7" fmla="*/ 22 h 22"/>
              <a:gd name="T8" fmla="*/ 27 w 30"/>
              <a:gd name="T9" fmla="*/ 22 h 22"/>
              <a:gd name="T10" fmla="*/ 29 w 30"/>
              <a:gd name="T11" fmla="*/ 21 h 22"/>
              <a:gd name="T12" fmla="*/ 30 w 30"/>
              <a:gd name="T13" fmla="*/ 19 h 22"/>
              <a:gd name="T14" fmla="*/ 30 w 30"/>
              <a:gd name="T15" fmla="*/ 3 h 22"/>
              <a:gd name="T16" fmla="*/ 29 w 30"/>
              <a:gd name="T17" fmla="*/ 1 h 22"/>
              <a:gd name="T18" fmla="*/ 27 w 30"/>
              <a:gd name="T19" fmla="*/ 0 h 22"/>
              <a:gd name="T20" fmla="*/ 26 w 30"/>
              <a:gd name="T21" fmla="*/ 0 h 22"/>
              <a:gd name="T22" fmla="*/ 26 w 30"/>
              <a:gd name="T23" fmla="*/ 2 h 22"/>
              <a:gd name="T24" fmla="*/ 24 w 30"/>
              <a:gd name="T25" fmla="*/ 4 h 22"/>
              <a:gd name="T26" fmla="*/ 23 w 30"/>
              <a:gd name="T27" fmla="*/ 2 h 22"/>
              <a:gd name="T28" fmla="*/ 23 w 30"/>
              <a:gd name="T29" fmla="*/ 2 h 22"/>
              <a:gd name="T30" fmla="*/ 23 w 30"/>
              <a:gd name="T31" fmla="*/ 0 h 22"/>
              <a:gd name="T32" fmla="*/ 7 w 30"/>
              <a:gd name="T33" fmla="*/ 0 h 22"/>
              <a:gd name="T34" fmla="*/ 7 w 30"/>
              <a:gd name="T35" fmla="*/ 2 h 22"/>
              <a:gd name="T36" fmla="*/ 5 w 30"/>
              <a:gd name="T37" fmla="*/ 4 h 22"/>
              <a:gd name="T38" fmla="*/ 4 w 30"/>
              <a:gd name="T39" fmla="*/ 2 h 22"/>
              <a:gd name="T40" fmla="*/ 4 w 30"/>
              <a:gd name="T41" fmla="*/ 2 h 22"/>
              <a:gd name="T42" fmla="*/ 4 w 30"/>
              <a:gd name="T43" fmla="*/ 0 h 22"/>
              <a:gd name="T44" fmla="*/ 2 w 30"/>
              <a:gd name="T45" fmla="*/ 0 h 22"/>
              <a:gd name="T46" fmla="*/ 0 w 30"/>
              <a:gd name="T47" fmla="*/ 1 h 22"/>
              <a:gd name="T48" fmla="*/ 0 w 30"/>
              <a:gd name="T49" fmla="*/ 3 h 22"/>
              <a:gd name="T50" fmla="*/ 2 w 30"/>
              <a:gd name="T51" fmla="*/ 16 h 22"/>
              <a:gd name="T52" fmla="*/ 12 w 30"/>
              <a:gd name="T53" fmla="*/ 16 h 22"/>
              <a:gd name="T54" fmla="*/ 12 w 30"/>
              <a:gd name="T55" fmla="*/ 17 h 22"/>
              <a:gd name="T56" fmla="*/ 11 w 30"/>
              <a:gd name="T57" fmla="*/ 18 h 22"/>
              <a:gd name="T58" fmla="*/ 3 w 30"/>
              <a:gd name="T59" fmla="*/ 18 h 22"/>
              <a:gd name="T60" fmla="*/ 2 w 30"/>
              <a:gd name="T61" fmla="*/ 17 h 22"/>
              <a:gd name="T62" fmla="*/ 2 w 30"/>
              <a:gd name="T63" fmla="*/ 16 h 22"/>
              <a:gd name="T64" fmla="*/ 7 w 30"/>
              <a:gd name="T65" fmla="*/ 13 h 22"/>
              <a:gd name="T66" fmla="*/ 5 w 30"/>
              <a:gd name="T67" fmla="*/ 10 h 22"/>
              <a:gd name="T68" fmla="*/ 7 w 30"/>
              <a:gd name="T69" fmla="*/ 7 h 22"/>
              <a:gd name="T70" fmla="*/ 9 w 30"/>
              <a:gd name="T71" fmla="*/ 10 h 22"/>
              <a:gd name="T72" fmla="*/ 7 w 30"/>
              <a:gd name="T73" fmla="*/ 13 h 22"/>
              <a:gd name="T74" fmla="*/ 27 w 30"/>
              <a:gd name="T75" fmla="*/ 8 h 22"/>
              <a:gd name="T76" fmla="*/ 27 w 30"/>
              <a:gd name="T77" fmla="*/ 8 h 22"/>
              <a:gd name="T78" fmla="*/ 27 w 30"/>
              <a:gd name="T79" fmla="*/ 9 h 22"/>
              <a:gd name="T80" fmla="*/ 14 w 30"/>
              <a:gd name="T81" fmla="*/ 9 h 22"/>
              <a:gd name="T82" fmla="*/ 14 w 30"/>
              <a:gd name="T83" fmla="*/ 8 h 22"/>
              <a:gd name="T84" fmla="*/ 14 w 30"/>
              <a:gd name="T85" fmla="*/ 8 h 22"/>
              <a:gd name="T86" fmla="*/ 27 w 30"/>
              <a:gd name="T87" fmla="*/ 8 h 22"/>
              <a:gd name="T88" fmla="*/ 27 w 30"/>
              <a:gd name="T89" fmla="*/ 12 h 22"/>
              <a:gd name="T90" fmla="*/ 27 w 30"/>
              <a:gd name="T91" fmla="*/ 12 h 22"/>
              <a:gd name="T92" fmla="*/ 27 w 30"/>
              <a:gd name="T93" fmla="*/ 13 h 22"/>
              <a:gd name="T94" fmla="*/ 14 w 30"/>
              <a:gd name="T95" fmla="*/ 13 h 22"/>
              <a:gd name="T96" fmla="*/ 14 w 30"/>
              <a:gd name="T97" fmla="*/ 12 h 22"/>
              <a:gd name="T98" fmla="*/ 14 w 30"/>
              <a:gd name="T99" fmla="*/ 12 h 22"/>
              <a:gd name="T100" fmla="*/ 27 w 30"/>
              <a:gd name="T101" fmla="*/ 12 h 22"/>
              <a:gd name="T102" fmla="*/ 27 w 30"/>
              <a:gd name="T103" fmla="*/ 16 h 22"/>
              <a:gd name="T104" fmla="*/ 27 w 30"/>
              <a:gd name="T105" fmla="*/ 16 h 22"/>
              <a:gd name="T106" fmla="*/ 27 w 30"/>
              <a:gd name="T107" fmla="*/ 17 h 22"/>
              <a:gd name="T108" fmla="*/ 14 w 30"/>
              <a:gd name="T109" fmla="*/ 17 h 22"/>
              <a:gd name="T110" fmla="*/ 14 w 30"/>
              <a:gd name="T111" fmla="*/ 16 h 22"/>
              <a:gd name="T112" fmla="*/ 14 w 30"/>
              <a:gd name="T113" fmla="*/ 16 h 22"/>
              <a:gd name="T114" fmla="*/ 27 w 30"/>
              <a:gd name="T115" fmla="*/ 16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" h="22">
                <a:moveTo>
                  <a:pt x="0" y="3"/>
                </a:move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20"/>
                  <a:pt x="0" y="21"/>
                </a:cubicBezTo>
                <a:cubicBezTo>
                  <a:pt x="1" y="21"/>
                  <a:pt x="2" y="22"/>
                  <a:pt x="2" y="22"/>
                </a:cubicBezTo>
                <a:cubicBezTo>
                  <a:pt x="10" y="22"/>
                  <a:pt x="20" y="22"/>
                  <a:pt x="27" y="22"/>
                </a:cubicBezTo>
                <a:cubicBezTo>
                  <a:pt x="28" y="22"/>
                  <a:pt x="29" y="21"/>
                  <a:pt x="29" y="21"/>
                </a:cubicBezTo>
                <a:cubicBezTo>
                  <a:pt x="30" y="20"/>
                  <a:pt x="30" y="19"/>
                  <a:pt x="30" y="19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3"/>
                  <a:pt x="30" y="2"/>
                  <a:pt x="29" y="1"/>
                </a:cubicBezTo>
                <a:cubicBezTo>
                  <a:pt x="29" y="1"/>
                  <a:pt x="28" y="0"/>
                  <a:pt x="27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3"/>
                  <a:pt x="25" y="4"/>
                  <a:pt x="24" y="4"/>
                </a:cubicBezTo>
                <a:cubicBezTo>
                  <a:pt x="23" y="4"/>
                  <a:pt x="23" y="3"/>
                  <a:pt x="23" y="2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0"/>
                  <a:pt x="23" y="0"/>
                  <a:pt x="23" y="0"/>
                </a:cubicBezTo>
                <a:cubicBezTo>
                  <a:pt x="7" y="0"/>
                  <a:pt x="7" y="0"/>
                  <a:pt x="7" y="0"/>
                </a:cubicBezTo>
                <a:cubicBezTo>
                  <a:pt x="7" y="2"/>
                  <a:pt x="7" y="2"/>
                  <a:pt x="7" y="2"/>
                </a:cubicBezTo>
                <a:cubicBezTo>
                  <a:pt x="7" y="3"/>
                  <a:pt x="6" y="4"/>
                  <a:pt x="5" y="4"/>
                </a:cubicBezTo>
                <a:cubicBezTo>
                  <a:pt x="4" y="4"/>
                  <a:pt x="4" y="3"/>
                  <a:pt x="4" y="2"/>
                </a:cubicBezTo>
                <a:cubicBezTo>
                  <a:pt x="4" y="2"/>
                  <a:pt x="4" y="2"/>
                  <a:pt x="4" y="2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1"/>
                  <a:pt x="1" y="1"/>
                  <a:pt x="0" y="1"/>
                </a:cubicBezTo>
                <a:cubicBezTo>
                  <a:pt x="0" y="2"/>
                  <a:pt x="0" y="2"/>
                  <a:pt x="0" y="3"/>
                </a:cubicBezTo>
                <a:close/>
                <a:moveTo>
                  <a:pt x="2" y="16"/>
                </a:moveTo>
                <a:cubicBezTo>
                  <a:pt x="2" y="13"/>
                  <a:pt x="12" y="13"/>
                  <a:pt x="12" y="16"/>
                </a:cubicBezTo>
                <a:cubicBezTo>
                  <a:pt x="12" y="17"/>
                  <a:pt x="12" y="17"/>
                  <a:pt x="12" y="17"/>
                </a:cubicBezTo>
                <a:cubicBezTo>
                  <a:pt x="12" y="17"/>
                  <a:pt x="11" y="18"/>
                  <a:pt x="11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3" y="18"/>
                  <a:pt x="2" y="17"/>
                  <a:pt x="2" y="17"/>
                </a:cubicBezTo>
                <a:cubicBezTo>
                  <a:pt x="2" y="16"/>
                  <a:pt x="2" y="16"/>
                  <a:pt x="2" y="16"/>
                </a:cubicBezTo>
                <a:close/>
                <a:moveTo>
                  <a:pt x="7" y="13"/>
                </a:moveTo>
                <a:cubicBezTo>
                  <a:pt x="6" y="13"/>
                  <a:pt x="5" y="12"/>
                  <a:pt x="5" y="10"/>
                </a:cubicBezTo>
                <a:cubicBezTo>
                  <a:pt x="5" y="8"/>
                  <a:pt x="4" y="7"/>
                  <a:pt x="7" y="7"/>
                </a:cubicBezTo>
                <a:cubicBezTo>
                  <a:pt x="10" y="7"/>
                  <a:pt x="9" y="8"/>
                  <a:pt x="9" y="10"/>
                </a:cubicBezTo>
                <a:cubicBezTo>
                  <a:pt x="9" y="12"/>
                  <a:pt x="8" y="13"/>
                  <a:pt x="7" y="13"/>
                </a:cubicBezTo>
                <a:close/>
                <a:moveTo>
                  <a:pt x="27" y="8"/>
                </a:moveTo>
                <a:cubicBezTo>
                  <a:pt x="27" y="8"/>
                  <a:pt x="27" y="8"/>
                  <a:pt x="27" y="8"/>
                </a:cubicBezTo>
                <a:cubicBezTo>
                  <a:pt x="27" y="8"/>
                  <a:pt x="27" y="9"/>
                  <a:pt x="27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27" y="8"/>
                  <a:pt x="27" y="8"/>
                  <a:pt x="27" y="8"/>
                </a:cubicBezTo>
                <a:close/>
                <a:moveTo>
                  <a:pt x="27" y="12"/>
                </a:moveTo>
                <a:cubicBezTo>
                  <a:pt x="27" y="12"/>
                  <a:pt x="27" y="12"/>
                  <a:pt x="27" y="12"/>
                </a:cubicBezTo>
                <a:cubicBezTo>
                  <a:pt x="27" y="12"/>
                  <a:pt x="27" y="13"/>
                  <a:pt x="27" y="13"/>
                </a:cubicBezTo>
                <a:cubicBezTo>
                  <a:pt x="14" y="13"/>
                  <a:pt x="14" y="13"/>
                  <a:pt x="14" y="13"/>
                </a:cubicBezTo>
                <a:cubicBezTo>
                  <a:pt x="14" y="13"/>
                  <a:pt x="14" y="12"/>
                  <a:pt x="14" y="12"/>
                </a:cubicBezTo>
                <a:cubicBezTo>
                  <a:pt x="14" y="12"/>
                  <a:pt x="14" y="12"/>
                  <a:pt x="14" y="12"/>
                </a:cubicBezTo>
                <a:cubicBezTo>
                  <a:pt x="27" y="12"/>
                  <a:pt x="27" y="12"/>
                  <a:pt x="27" y="12"/>
                </a:cubicBezTo>
                <a:close/>
                <a:moveTo>
                  <a:pt x="27" y="16"/>
                </a:moveTo>
                <a:cubicBezTo>
                  <a:pt x="27" y="16"/>
                  <a:pt x="27" y="16"/>
                  <a:pt x="27" y="16"/>
                </a:cubicBezTo>
                <a:cubicBezTo>
                  <a:pt x="27" y="16"/>
                  <a:pt x="27" y="17"/>
                  <a:pt x="27" y="17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7"/>
                  <a:pt x="14" y="16"/>
                  <a:pt x="14" y="16"/>
                </a:cubicBezTo>
                <a:cubicBezTo>
                  <a:pt x="14" y="16"/>
                  <a:pt x="14" y="16"/>
                  <a:pt x="14" y="16"/>
                </a:cubicBezTo>
                <a:lnTo>
                  <a:pt x="27" y="1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0" name="Freeform 262">
            <a:extLst>
              <a:ext uri="{FF2B5EF4-FFF2-40B4-BE49-F238E27FC236}">
                <a16:creationId xmlns:a16="http://schemas.microsoft.com/office/drawing/2014/main" id="{DB81F1A7-A448-AC3A-0A91-65A6667A7655}"/>
              </a:ext>
            </a:extLst>
          </p:cNvPr>
          <p:cNvSpPr>
            <a:spLocks noEditPoints="1"/>
          </p:cNvSpPr>
          <p:nvPr/>
        </p:nvSpPr>
        <p:spPr bwMode="auto">
          <a:xfrm>
            <a:off x="4980495" y="3110649"/>
            <a:ext cx="336619" cy="334810"/>
          </a:xfrm>
          <a:custGeom>
            <a:avLst/>
            <a:gdLst>
              <a:gd name="T0" fmla="*/ 17 w 35"/>
              <a:gd name="T1" fmla="*/ 26 h 35"/>
              <a:gd name="T2" fmla="*/ 17 w 35"/>
              <a:gd name="T3" fmla="*/ 9 h 35"/>
              <a:gd name="T4" fmla="*/ 14 w 35"/>
              <a:gd name="T5" fmla="*/ 5 h 35"/>
              <a:gd name="T6" fmla="*/ 17 w 35"/>
              <a:gd name="T7" fmla="*/ 0 h 35"/>
              <a:gd name="T8" fmla="*/ 20 w 35"/>
              <a:gd name="T9" fmla="*/ 5 h 35"/>
              <a:gd name="T10" fmla="*/ 17 w 35"/>
              <a:gd name="T11" fmla="*/ 9 h 35"/>
              <a:gd name="T12" fmla="*/ 19 w 35"/>
              <a:gd name="T13" fmla="*/ 7 h 35"/>
              <a:gd name="T14" fmla="*/ 20 w 35"/>
              <a:gd name="T15" fmla="*/ 3 h 35"/>
              <a:gd name="T16" fmla="*/ 17 w 35"/>
              <a:gd name="T17" fmla="*/ 2 h 35"/>
              <a:gd name="T18" fmla="*/ 15 w 35"/>
              <a:gd name="T19" fmla="*/ 2 h 35"/>
              <a:gd name="T20" fmla="*/ 14 w 35"/>
              <a:gd name="T21" fmla="*/ 5 h 35"/>
              <a:gd name="T22" fmla="*/ 26 w 35"/>
              <a:gd name="T23" fmla="*/ 26 h 35"/>
              <a:gd name="T24" fmla="*/ 25 w 35"/>
              <a:gd name="T25" fmla="*/ 23 h 35"/>
              <a:gd name="T26" fmla="*/ 32 w 35"/>
              <a:gd name="T27" fmla="*/ 23 h 35"/>
              <a:gd name="T28" fmla="*/ 32 w 35"/>
              <a:gd name="T29" fmla="*/ 23 h 35"/>
              <a:gd name="T30" fmla="*/ 27 w 35"/>
              <a:gd name="T31" fmla="*/ 26 h 35"/>
              <a:gd name="T32" fmla="*/ 31 w 35"/>
              <a:gd name="T33" fmla="*/ 23 h 35"/>
              <a:gd name="T34" fmla="*/ 31 w 35"/>
              <a:gd name="T35" fmla="*/ 21 h 35"/>
              <a:gd name="T36" fmla="*/ 27 w 35"/>
              <a:gd name="T37" fmla="*/ 21 h 35"/>
              <a:gd name="T38" fmla="*/ 26 w 35"/>
              <a:gd name="T39" fmla="*/ 22 h 35"/>
              <a:gd name="T40" fmla="*/ 27 w 35"/>
              <a:gd name="T41" fmla="*/ 26 h 35"/>
              <a:gd name="T42" fmla="*/ 3 w 35"/>
              <a:gd name="T43" fmla="*/ 23 h 35"/>
              <a:gd name="T44" fmla="*/ 3 w 35"/>
              <a:gd name="T45" fmla="*/ 23 h 35"/>
              <a:gd name="T46" fmla="*/ 9 w 35"/>
              <a:gd name="T47" fmla="*/ 23 h 35"/>
              <a:gd name="T48" fmla="*/ 8 w 35"/>
              <a:gd name="T49" fmla="*/ 26 h 35"/>
              <a:gd name="T50" fmla="*/ 6 w 35"/>
              <a:gd name="T51" fmla="*/ 27 h 35"/>
              <a:gd name="T52" fmla="*/ 9 w 35"/>
              <a:gd name="T53" fmla="*/ 22 h 35"/>
              <a:gd name="T54" fmla="*/ 7 w 35"/>
              <a:gd name="T55" fmla="*/ 21 h 35"/>
              <a:gd name="T56" fmla="*/ 5 w 35"/>
              <a:gd name="T57" fmla="*/ 21 h 35"/>
              <a:gd name="T58" fmla="*/ 3 w 35"/>
              <a:gd name="T59" fmla="*/ 22 h 35"/>
              <a:gd name="T60" fmla="*/ 35 w 35"/>
              <a:gd name="T61" fmla="*/ 34 h 35"/>
              <a:gd name="T62" fmla="*/ 29 w 35"/>
              <a:gd name="T63" fmla="*/ 34 h 35"/>
              <a:gd name="T64" fmla="*/ 29 w 35"/>
              <a:gd name="T65" fmla="*/ 30 h 35"/>
              <a:gd name="T66" fmla="*/ 28 w 35"/>
              <a:gd name="T67" fmla="*/ 30 h 35"/>
              <a:gd name="T68" fmla="*/ 28 w 35"/>
              <a:gd name="T69" fmla="*/ 31 h 35"/>
              <a:gd name="T70" fmla="*/ 26 w 35"/>
              <a:gd name="T71" fmla="*/ 29 h 35"/>
              <a:gd name="T72" fmla="*/ 23 w 35"/>
              <a:gd name="T73" fmla="*/ 35 h 35"/>
              <a:gd name="T74" fmla="*/ 12 w 35"/>
              <a:gd name="T75" fmla="*/ 34 h 35"/>
              <a:gd name="T76" fmla="*/ 7 w 35"/>
              <a:gd name="T77" fmla="*/ 34 h 35"/>
              <a:gd name="T78" fmla="*/ 7 w 35"/>
              <a:gd name="T79" fmla="*/ 30 h 35"/>
              <a:gd name="T80" fmla="*/ 5 w 35"/>
              <a:gd name="T81" fmla="*/ 30 h 35"/>
              <a:gd name="T82" fmla="*/ 6 w 35"/>
              <a:gd name="T83" fmla="*/ 31 h 35"/>
              <a:gd name="T84" fmla="*/ 3 w 35"/>
              <a:gd name="T85" fmla="*/ 29 h 35"/>
              <a:gd name="T86" fmla="*/ 1 w 35"/>
              <a:gd name="T87" fmla="*/ 35 h 35"/>
              <a:gd name="T88" fmla="*/ 23 w 35"/>
              <a:gd name="T89" fmla="*/ 15 h 35"/>
              <a:gd name="T90" fmla="*/ 18 w 35"/>
              <a:gd name="T91" fmla="*/ 15 h 35"/>
              <a:gd name="T92" fmla="*/ 18 w 35"/>
              <a:gd name="T93" fmla="*/ 11 h 35"/>
              <a:gd name="T94" fmla="*/ 17 w 35"/>
              <a:gd name="T95" fmla="*/ 11 h 35"/>
              <a:gd name="T96" fmla="*/ 17 w 35"/>
              <a:gd name="T97" fmla="*/ 12 h 35"/>
              <a:gd name="T98" fmla="*/ 14 w 35"/>
              <a:gd name="T99" fmla="*/ 10 h 35"/>
              <a:gd name="T100" fmla="*/ 12 w 35"/>
              <a:gd name="T101" fmla="*/ 16 h 35"/>
              <a:gd name="T102" fmla="*/ 16 w 35"/>
              <a:gd name="T103" fmla="*/ 21 h 35"/>
              <a:gd name="T104" fmla="*/ 14 w 35"/>
              <a:gd name="T105" fmla="*/ 26 h 35"/>
              <a:gd name="T106" fmla="*/ 13 w 35"/>
              <a:gd name="T107" fmla="*/ 28 h 35"/>
              <a:gd name="T108" fmla="*/ 17 w 35"/>
              <a:gd name="T109" fmla="*/ 27 h 35"/>
              <a:gd name="T110" fmla="*/ 22 w 35"/>
              <a:gd name="T111" fmla="*/ 28 h 35"/>
              <a:gd name="T112" fmla="*/ 20 w 35"/>
              <a:gd name="T113" fmla="*/ 25 h 35"/>
              <a:gd name="T114" fmla="*/ 18 w 35"/>
              <a:gd name="T115" fmla="*/ 21 h 35"/>
              <a:gd name="T116" fmla="*/ 17 w 35"/>
              <a:gd name="T117" fmla="*/ 18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5" h="35">
                <a:moveTo>
                  <a:pt x="17" y="22"/>
                </a:moveTo>
                <a:cubicBezTo>
                  <a:pt x="18" y="22"/>
                  <a:pt x="19" y="23"/>
                  <a:pt x="19" y="24"/>
                </a:cubicBezTo>
                <a:cubicBezTo>
                  <a:pt x="19" y="25"/>
                  <a:pt x="18" y="26"/>
                  <a:pt x="17" y="26"/>
                </a:cubicBezTo>
                <a:cubicBezTo>
                  <a:pt x="16" y="26"/>
                  <a:pt x="15" y="25"/>
                  <a:pt x="15" y="24"/>
                </a:cubicBezTo>
                <a:cubicBezTo>
                  <a:pt x="15" y="23"/>
                  <a:pt x="16" y="22"/>
                  <a:pt x="17" y="22"/>
                </a:cubicBezTo>
                <a:close/>
                <a:moveTo>
                  <a:pt x="17" y="9"/>
                </a:moveTo>
                <a:cubicBezTo>
                  <a:pt x="16" y="9"/>
                  <a:pt x="15" y="8"/>
                  <a:pt x="15" y="8"/>
                </a:cubicBezTo>
                <a:cubicBezTo>
                  <a:pt x="14" y="7"/>
                  <a:pt x="14" y="6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2"/>
                  <a:pt x="13" y="0"/>
                  <a:pt x="17" y="0"/>
                </a:cubicBezTo>
                <a:cubicBezTo>
                  <a:pt x="21" y="0"/>
                  <a:pt x="20" y="2"/>
                  <a:pt x="20" y="4"/>
                </a:cubicBezTo>
                <a:cubicBezTo>
                  <a:pt x="20" y="4"/>
                  <a:pt x="20" y="4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6"/>
                  <a:pt x="20" y="7"/>
                  <a:pt x="19" y="8"/>
                </a:cubicBezTo>
                <a:cubicBezTo>
                  <a:pt x="19" y="8"/>
                  <a:pt x="18" y="9"/>
                  <a:pt x="17" y="9"/>
                </a:cubicBezTo>
                <a:close/>
                <a:moveTo>
                  <a:pt x="15" y="7"/>
                </a:moveTo>
                <a:cubicBezTo>
                  <a:pt x="16" y="8"/>
                  <a:pt x="16" y="9"/>
                  <a:pt x="17" y="9"/>
                </a:cubicBezTo>
                <a:cubicBezTo>
                  <a:pt x="18" y="9"/>
                  <a:pt x="19" y="8"/>
                  <a:pt x="19" y="7"/>
                </a:cubicBezTo>
                <a:cubicBezTo>
                  <a:pt x="20" y="7"/>
                  <a:pt x="20" y="6"/>
                  <a:pt x="20" y="5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4"/>
                  <a:pt x="20" y="3"/>
                  <a:pt x="20" y="3"/>
                </a:cubicBezTo>
                <a:cubicBezTo>
                  <a:pt x="20" y="3"/>
                  <a:pt x="20" y="2"/>
                  <a:pt x="20" y="2"/>
                </a:cubicBezTo>
                <a:cubicBezTo>
                  <a:pt x="19" y="2"/>
                  <a:pt x="19" y="2"/>
                  <a:pt x="18" y="2"/>
                </a:cubicBezTo>
                <a:cubicBezTo>
                  <a:pt x="18" y="2"/>
                  <a:pt x="18" y="2"/>
                  <a:pt x="17" y="2"/>
                </a:cubicBezTo>
                <a:cubicBezTo>
                  <a:pt x="17" y="2"/>
                  <a:pt x="16" y="2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3"/>
                  <a:pt x="15" y="3"/>
                </a:cubicBezTo>
                <a:cubicBezTo>
                  <a:pt x="15" y="3"/>
                  <a:pt x="15" y="4"/>
                  <a:pt x="14" y="4"/>
                </a:cubicBezTo>
                <a:cubicBezTo>
                  <a:pt x="14" y="5"/>
                  <a:pt x="14" y="5"/>
                  <a:pt x="14" y="5"/>
                </a:cubicBezTo>
                <a:cubicBezTo>
                  <a:pt x="14" y="6"/>
                  <a:pt x="15" y="7"/>
                  <a:pt x="15" y="7"/>
                </a:cubicBezTo>
                <a:close/>
                <a:moveTo>
                  <a:pt x="28" y="28"/>
                </a:moveTo>
                <a:cubicBezTo>
                  <a:pt x="28" y="28"/>
                  <a:pt x="27" y="27"/>
                  <a:pt x="26" y="26"/>
                </a:cubicBezTo>
                <a:cubicBezTo>
                  <a:pt x="26" y="25"/>
                  <a:pt x="25" y="24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25" y="20"/>
                  <a:pt x="25" y="18"/>
                  <a:pt x="28" y="18"/>
                </a:cubicBezTo>
                <a:cubicBezTo>
                  <a:pt x="32" y="18"/>
                  <a:pt x="32" y="20"/>
                  <a:pt x="32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24"/>
                  <a:pt x="31" y="25"/>
                  <a:pt x="31" y="26"/>
                </a:cubicBezTo>
                <a:cubicBezTo>
                  <a:pt x="30" y="27"/>
                  <a:pt x="29" y="28"/>
                  <a:pt x="28" y="28"/>
                </a:cubicBezTo>
                <a:close/>
                <a:moveTo>
                  <a:pt x="27" y="26"/>
                </a:moveTo>
                <a:cubicBezTo>
                  <a:pt x="27" y="27"/>
                  <a:pt x="28" y="27"/>
                  <a:pt x="28" y="27"/>
                </a:cubicBezTo>
                <a:cubicBezTo>
                  <a:pt x="29" y="27"/>
                  <a:pt x="30" y="27"/>
                  <a:pt x="30" y="26"/>
                </a:cubicBezTo>
                <a:cubicBezTo>
                  <a:pt x="31" y="25"/>
                  <a:pt x="31" y="24"/>
                  <a:pt x="31" y="23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0"/>
                  <a:pt x="30" y="21"/>
                  <a:pt x="30" y="21"/>
                </a:cubicBezTo>
                <a:cubicBezTo>
                  <a:pt x="29" y="21"/>
                  <a:pt x="29" y="21"/>
                  <a:pt x="28" y="21"/>
                </a:cubicBezTo>
                <a:cubicBezTo>
                  <a:pt x="28" y="21"/>
                  <a:pt x="28" y="21"/>
                  <a:pt x="27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1"/>
                  <a:pt x="26" y="20"/>
                  <a:pt x="26" y="21"/>
                </a:cubicBezTo>
                <a:cubicBezTo>
                  <a:pt x="26" y="21"/>
                  <a:pt x="26" y="21"/>
                  <a:pt x="26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4"/>
                  <a:pt x="26" y="25"/>
                  <a:pt x="27" y="26"/>
                </a:cubicBezTo>
                <a:close/>
                <a:moveTo>
                  <a:pt x="6" y="28"/>
                </a:moveTo>
                <a:cubicBezTo>
                  <a:pt x="5" y="28"/>
                  <a:pt x="4" y="27"/>
                  <a:pt x="4" y="26"/>
                </a:cubicBezTo>
                <a:cubicBezTo>
                  <a:pt x="3" y="25"/>
                  <a:pt x="3" y="24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0"/>
                  <a:pt x="2" y="18"/>
                  <a:pt x="6" y="18"/>
                </a:cubicBezTo>
                <a:cubicBezTo>
                  <a:pt x="10" y="18"/>
                  <a:pt x="9" y="20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24"/>
                  <a:pt x="9" y="25"/>
                  <a:pt x="8" y="26"/>
                </a:cubicBezTo>
                <a:cubicBezTo>
                  <a:pt x="8" y="27"/>
                  <a:pt x="7" y="28"/>
                  <a:pt x="6" y="28"/>
                </a:cubicBezTo>
                <a:close/>
                <a:moveTo>
                  <a:pt x="4" y="26"/>
                </a:moveTo>
                <a:cubicBezTo>
                  <a:pt x="4" y="27"/>
                  <a:pt x="5" y="27"/>
                  <a:pt x="6" y="27"/>
                </a:cubicBezTo>
                <a:cubicBezTo>
                  <a:pt x="7" y="27"/>
                  <a:pt x="7" y="27"/>
                  <a:pt x="8" y="26"/>
                </a:cubicBezTo>
                <a:cubicBezTo>
                  <a:pt x="8" y="25"/>
                  <a:pt x="9" y="24"/>
                  <a:pt x="9" y="23"/>
                </a:cubicBezTo>
                <a:cubicBezTo>
                  <a:pt x="9" y="22"/>
                  <a:pt x="9" y="22"/>
                  <a:pt x="9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20"/>
                  <a:pt x="8" y="21"/>
                  <a:pt x="7" y="21"/>
                </a:cubicBezTo>
                <a:cubicBezTo>
                  <a:pt x="7" y="21"/>
                  <a:pt x="6" y="21"/>
                  <a:pt x="6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1"/>
                  <a:pt x="5" y="21"/>
                </a:cubicBezTo>
                <a:cubicBezTo>
                  <a:pt x="4" y="21"/>
                  <a:pt x="4" y="20"/>
                  <a:pt x="3" y="21"/>
                </a:cubicBezTo>
                <a:cubicBezTo>
                  <a:pt x="3" y="21"/>
                  <a:pt x="3" y="21"/>
                  <a:pt x="3" y="22"/>
                </a:cubicBezTo>
                <a:cubicBezTo>
                  <a:pt x="3" y="22"/>
                  <a:pt x="3" y="22"/>
                  <a:pt x="3" y="22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4"/>
                  <a:pt x="3" y="25"/>
                  <a:pt x="4" y="26"/>
                </a:cubicBezTo>
                <a:close/>
                <a:moveTo>
                  <a:pt x="35" y="34"/>
                </a:moveTo>
                <a:cubicBezTo>
                  <a:pt x="35" y="32"/>
                  <a:pt x="35" y="32"/>
                  <a:pt x="35" y="32"/>
                </a:cubicBezTo>
                <a:cubicBezTo>
                  <a:pt x="35" y="30"/>
                  <a:pt x="33" y="29"/>
                  <a:pt x="31" y="29"/>
                </a:cubicBezTo>
                <a:cubicBezTo>
                  <a:pt x="31" y="31"/>
                  <a:pt x="30" y="32"/>
                  <a:pt x="29" y="34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9" y="30"/>
                  <a:pt x="29" y="30"/>
                </a:cubicBezTo>
                <a:cubicBezTo>
                  <a:pt x="29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1"/>
                  <a:pt x="28" y="31"/>
                  <a:pt x="28" y="31"/>
                </a:cubicBezTo>
                <a:cubicBezTo>
                  <a:pt x="28" y="31"/>
                  <a:pt x="28" y="31"/>
                  <a:pt x="28" y="31"/>
                </a:cubicBezTo>
                <a:cubicBezTo>
                  <a:pt x="28" y="34"/>
                  <a:pt x="28" y="34"/>
                  <a:pt x="28" y="34"/>
                </a:cubicBezTo>
                <a:cubicBezTo>
                  <a:pt x="27" y="32"/>
                  <a:pt x="26" y="31"/>
                  <a:pt x="26" y="29"/>
                </a:cubicBezTo>
                <a:cubicBezTo>
                  <a:pt x="24" y="29"/>
                  <a:pt x="22" y="30"/>
                  <a:pt x="22" y="32"/>
                </a:cubicBezTo>
                <a:cubicBezTo>
                  <a:pt x="22" y="32"/>
                  <a:pt x="22" y="33"/>
                  <a:pt x="22" y="34"/>
                </a:cubicBezTo>
                <a:cubicBezTo>
                  <a:pt x="22" y="34"/>
                  <a:pt x="23" y="35"/>
                  <a:pt x="23" y="35"/>
                </a:cubicBezTo>
                <a:cubicBezTo>
                  <a:pt x="27" y="35"/>
                  <a:pt x="30" y="35"/>
                  <a:pt x="34" y="35"/>
                </a:cubicBezTo>
                <a:cubicBezTo>
                  <a:pt x="34" y="35"/>
                  <a:pt x="35" y="34"/>
                  <a:pt x="35" y="34"/>
                </a:cubicBezTo>
                <a:close/>
                <a:moveTo>
                  <a:pt x="12" y="34"/>
                </a:moveTo>
                <a:cubicBezTo>
                  <a:pt x="12" y="32"/>
                  <a:pt x="12" y="32"/>
                  <a:pt x="12" y="32"/>
                </a:cubicBezTo>
                <a:cubicBezTo>
                  <a:pt x="12" y="30"/>
                  <a:pt x="11" y="29"/>
                  <a:pt x="9" y="29"/>
                </a:cubicBezTo>
                <a:cubicBezTo>
                  <a:pt x="8" y="31"/>
                  <a:pt x="7" y="32"/>
                  <a:pt x="7" y="34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30"/>
                  <a:pt x="7" y="30"/>
                  <a:pt x="6" y="30"/>
                </a:cubicBezTo>
                <a:cubicBezTo>
                  <a:pt x="6" y="30"/>
                  <a:pt x="6" y="30"/>
                  <a:pt x="5" y="30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5" y="30"/>
                  <a:pt x="5" y="30"/>
                </a:cubicBezTo>
                <a:cubicBezTo>
                  <a:pt x="6" y="31"/>
                  <a:pt x="6" y="31"/>
                  <a:pt x="6" y="31"/>
                </a:cubicBezTo>
                <a:cubicBezTo>
                  <a:pt x="6" y="31"/>
                  <a:pt x="6" y="31"/>
                  <a:pt x="6" y="31"/>
                </a:cubicBezTo>
                <a:cubicBezTo>
                  <a:pt x="5" y="34"/>
                  <a:pt x="5" y="34"/>
                  <a:pt x="5" y="34"/>
                </a:cubicBezTo>
                <a:cubicBezTo>
                  <a:pt x="4" y="32"/>
                  <a:pt x="4" y="31"/>
                  <a:pt x="3" y="29"/>
                </a:cubicBezTo>
                <a:cubicBezTo>
                  <a:pt x="1" y="29"/>
                  <a:pt x="0" y="30"/>
                  <a:pt x="0" y="32"/>
                </a:cubicBezTo>
                <a:cubicBezTo>
                  <a:pt x="0" y="32"/>
                  <a:pt x="0" y="33"/>
                  <a:pt x="0" y="34"/>
                </a:cubicBezTo>
                <a:cubicBezTo>
                  <a:pt x="0" y="34"/>
                  <a:pt x="0" y="35"/>
                  <a:pt x="1" y="35"/>
                </a:cubicBezTo>
                <a:cubicBezTo>
                  <a:pt x="4" y="35"/>
                  <a:pt x="8" y="35"/>
                  <a:pt x="11" y="35"/>
                </a:cubicBezTo>
                <a:cubicBezTo>
                  <a:pt x="12" y="35"/>
                  <a:pt x="12" y="34"/>
                  <a:pt x="12" y="34"/>
                </a:cubicBezTo>
                <a:close/>
                <a:moveTo>
                  <a:pt x="23" y="15"/>
                </a:moveTo>
                <a:cubicBezTo>
                  <a:pt x="23" y="13"/>
                  <a:pt x="23" y="13"/>
                  <a:pt x="23" y="13"/>
                </a:cubicBezTo>
                <a:cubicBezTo>
                  <a:pt x="23" y="11"/>
                  <a:pt x="22" y="11"/>
                  <a:pt x="20" y="10"/>
                </a:cubicBezTo>
                <a:cubicBezTo>
                  <a:pt x="19" y="12"/>
                  <a:pt x="19" y="13"/>
                  <a:pt x="18" y="15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16" y="11"/>
                  <a:pt x="16" y="11"/>
                  <a:pt x="17" y="11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2"/>
                  <a:pt x="17" y="12"/>
                  <a:pt x="17" y="12"/>
                </a:cubicBezTo>
                <a:cubicBezTo>
                  <a:pt x="17" y="15"/>
                  <a:pt x="17" y="15"/>
                  <a:pt x="17" y="15"/>
                </a:cubicBezTo>
                <a:cubicBezTo>
                  <a:pt x="16" y="13"/>
                  <a:pt x="15" y="13"/>
                  <a:pt x="14" y="10"/>
                </a:cubicBezTo>
                <a:cubicBezTo>
                  <a:pt x="12" y="11"/>
                  <a:pt x="11" y="11"/>
                  <a:pt x="11" y="13"/>
                </a:cubicBezTo>
                <a:cubicBezTo>
                  <a:pt x="11" y="14"/>
                  <a:pt x="11" y="14"/>
                  <a:pt x="11" y="15"/>
                </a:cubicBezTo>
                <a:cubicBezTo>
                  <a:pt x="11" y="16"/>
                  <a:pt x="11" y="16"/>
                  <a:pt x="12" y="16"/>
                </a:cubicBezTo>
                <a:cubicBezTo>
                  <a:pt x="15" y="16"/>
                  <a:pt x="19" y="16"/>
                  <a:pt x="22" y="16"/>
                </a:cubicBezTo>
                <a:cubicBezTo>
                  <a:pt x="23" y="16"/>
                  <a:pt x="23" y="16"/>
                  <a:pt x="23" y="15"/>
                </a:cubicBezTo>
                <a:close/>
                <a:moveTo>
                  <a:pt x="16" y="21"/>
                </a:moveTo>
                <a:cubicBezTo>
                  <a:pt x="16" y="21"/>
                  <a:pt x="15" y="21"/>
                  <a:pt x="15" y="21"/>
                </a:cubicBezTo>
                <a:cubicBezTo>
                  <a:pt x="14" y="22"/>
                  <a:pt x="14" y="23"/>
                  <a:pt x="14" y="24"/>
                </a:cubicBezTo>
                <a:cubicBezTo>
                  <a:pt x="14" y="24"/>
                  <a:pt x="14" y="25"/>
                  <a:pt x="14" y="26"/>
                </a:cubicBezTo>
                <a:cubicBezTo>
                  <a:pt x="12" y="27"/>
                  <a:pt x="12" y="27"/>
                  <a:pt x="12" y="27"/>
                </a:cubicBezTo>
                <a:cubicBezTo>
                  <a:pt x="12" y="27"/>
                  <a:pt x="12" y="28"/>
                  <a:pt x="12" y="28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8"/>
                  <a:pt x="13" y="28"/>
                  <a:pt x="13" y="28"/>
                </a:cubicBezTo>
                <a:cubicBezTo>
                  <a:pt x="15" y="27"/>
                  <a:pt x="15" y="27"/>
                  <a:pt x="15" y="27"/>
                </a:cubicBezTo>
                <a:cubicBezTo>
                  <a:pt x="16" y="27"/>
                  <a:pt x="16" y="27"/>
                  <a:pt x="17" y="27"/>
                </a:cubicBezTo>
                <a:cubicBezTo>
                  <a:pt x="18" y="27"/>
                  <a:pt x="19" y="27"/>
                  <a:pt x="19" y="27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8"/>
                  <a:pt x="21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7"/>
                  <a:pt x="22" y="27"/>
                </a:cubicBezTo>
                <a:cubicBezTo>
                  <a:pt x="20" y="25"/>
                  <a:pt x="20" y="25"/>
                  <a:pt x="20" y="25"/>
                </a:cubicBezTo>
                <a:cubicBezTo>
                  <a:pt x="20" y="25"/>
                  <a:pt x="21" y="24"/>
                  <a:pt x="21" y="24"/>
                </a:cubicBezTo>
                <a:cubicBezTo>
                  <a:pt x="21" y="23"/>
                  <a:pt x="20" y="22"/>
                  <a:pt x="20" y="21"/>
                </a:cubicBezTo>
                <a:cubicBezTo>
                  <a:pt x="19" y="21"/>
                  <a:pt x="18" y="21"/>
                  <a:pt x="18" y="21"/>
                </a:cubicBezTo>
                <a:cubicBezTo>
                  <a:pt x="18" y="18"/>
                  <a:pt x="18" y="18"/>
                  <a:pt x="18" y="18"/>
                </a:cubicBezTo>
                <a:cubicBezTo>
                  <a:pt x="18" y="18"/>
                  <a:pt x="18" y="18"/>
                  <a:pt x="18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6" y="18"/>
                  <a:pt x="16" y="18"/>
                </a:cubicBezTo>
                <a:lnTo>
                  <a:pt x="16" y="2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2" name="Freeform 263">
            <a:extLst>
              <a:ext uri="{FF2B5EF4-FFF2-40B4-BE49-F238E27FC236}">
                <a16:creationId xmlns:a16="http://schemas.microsoft.com/office/drawing/2014/main" id="{FAE240A6-F34B-B66C-65FB-A21931A329B0}"/>
              </a:ext>
            </a:extLst>
          </p:cNvPr>
          <p:cNvSpPr>
            <a:spLocks noEditPoints="1"/>
          </p:cNvSpPr>
          <p:nvPr/>
        </p:nvSpPr>
        <p:spPr bwMode="auto">
          <a:xfrm>
            <a:off x="5604868" y="3128747"/>
            <a:ext cx="316712" cy="316712"/>
          </a:xfrm>
          <a:custGeom>
            <a:avLst/>
            <a:gdLst>
              <a:gd name="T0" fmla="*/ 30 w 33"/>
              <a:gd name="T1" fmla="*/ 27 h 33"/>
              <a:gd name="T2" fmla="*/ 27 w 33"/>
              <a:gd name="T3" fmla="*/ 29 h 33"/>
              <a:gd name="T4" fmla="*/ 28 w 33"/>
              <a:gd name="T5" fmla="*/ 28 h 33"/>
              <a:gd name="T6" fmla="*/ 26 w 33"/>
              <a:gd name="T7" fmla="*/ 28 h 33"/>
              <a:gd name="T8" fmla="*/ 26 w 33"/>
              <a:gd name="T9" fmla="*/ 32 h 33"/>
              <a:gd name="T10" fmla="*/ 21 w 33"/>
              <a:gd name="T11" fmla="*/ 32 h 33"/>
              <a:gd name="T12" fmla="*/ 33 w 33"/>
              <a:gd name="T13" fmla="*/ 32 h 33"/>
              <a:gd name="T14" fmla="*/ 24 w 33"/>
              <a:gd name="T15" fmla="*/ 21 h 33"/>
              <a:gd name="T16" fmla="*/ 24 w 33"/>
              <a:gd name="T17" fmla="*/ 21 h 33"/>
              <a:gd name="T18" fmla="*/ 30 w 33"/>
              <a:gd name="T19" fmla="*/ 21 h 33"/>
              <a:gd name="T20" fmla="*/ 29 w 33"/>
              <a:gd name="T21" fmla="*/ 24 h 33"/>
              <a:gd name="T22" fmla="*/ 27 w 33"/>
              <a:gd name="T23" fmla="*/ 25 h 33"/>
              <a:gd name="T24" fmla="*/ 30 w 33"/>
              <a:gd name="T25" fmla="*/ 20 h 33"/>
              <a:gd name="T26" fmla="*/ 28 w 33"/>
              <a:gd name="T27" fmla="*/ 19 h 33"/>
              <a:gd name="T28" fmla="*/ 26 w 33"/>
              <a:gd name="T29" fmla="*/ 19 h 33"/>
              <a:gd name="T30" fmla="*/ 24 w 33"/>
              <a:gd name="T31" fmla="*/ 20 h 33"/>
              <a:gd name="T32" fmla="*/ 7 w 33"/>
              <a:gd name="T33" fmla="*/ 9 h 33"/>
              <a:gd name="T34" fmla="*/ 3 w 33"/>
              <a:gd name="T35" fmla="*/ 5 h 33"/>
              <a:gd name="T36" fmla="*/ 7 w 33"/>
              <a:gd name="T37" fmla="*/ 0 h 33"/>
              <a:gd name="T38" fmla="*/ 10 w 33"/>
              <a:gd name="T39" fmla="*/ 5 h 33"/>
              <a:gd name="T40" fmla="*/ 7 w 33"/>
              <a:gd name="T41" fmla="*/ 9 h 33"/>
              <a:gd name="T42" fmla="*/ 8 w 33"/>
              <a:gd name="T43" fmla="*/ 7 h 33"/>
              <a:gd name="T44" fmla="*/ 9 w 33"/>
              <a:gd name="T45" fmla="*/ 3 h 33"/>
              <a:gd name="T46" fmla="*/ 7 w 33"/>
              <a:gd name="T47" fmla="*/ 2 h 33"/>
              <a:gd name="T48" fmla="*/ 4 w 33"/>
              <a:gd name="T49" fmla="*/ 2 h 33"/>
              <a:gd name="T50" fmla="*/ 4 w 33"/>
              <a:gd name="T51" fmla="*/ 5 h 33"/>
              <a:gd name="T52" fmla="*/ 13 w 33"/>
              <a:gd name="T53" fmla="*/ 13 h 33"/>
              <a:gd name="T54" fmla="*/ 7 w 33"/>
              <a:gd name="T55" fmla="*/ 12 h 33"/>
              <a:gd name="T56" fmla="*/ 7 w 33"/>
              <a:gd name="T57" fmla="*/ 11 h 33"/>
              <a:gd name="T58" fmla="*/ 6 w 33"/>
              <a:gd name="T59" fmla="*/ 11 h 33"/>
              <a:gd name="T60" fmla="*/ 6 w 33"/>
              <a:gd name="T61" fmla="*/ 12 h 33"/>
              <a:gd name="T62" fmla="*/ 0 w 33"/>
              <a:gd name="T63" fmla="*/ 13 h 33"/>
              <a:gd name="T64" fmla="*/ 12 w 33"/>
              <a:gd name="T65" fmla="*/ 16 h 33"/>
              <a:gd name="T66" fmla="*/ 15 w 33"/>
              <a:gd name="T67" fmla="*/ 28 h 33"/>
              <a:gd name="T68" fmla="*/ 15 w 33"/>
              <a:gd name="T69" fmla="*/ 29 h 33"/>
              <a:gd name="T70" fmla="*/ 19 w 33"/>
              <a:gd name="T71" fmla="*/ 26 h 33"/>
              <a:gd name="T72" fmla="*/ 15 w 33"/>
              <a:gd name="T73" fmla="*/ 23 h 33"/>
              <a:gd name="T74" fmla="*/ 15 w 33"/>
              <a:gd name="T75" fmla="*/ 25 h 33"/>
              <a:gd name="T76" fmla="*/ 7 w 33"/>
              <a:gd name="T77" fmla="*/ 22 h 33"/>
              <a:gd name="T78" fmla="*/ 19 w 33"/>
              <a:gd name="T79" fmla="*/ 6 h 33"/>
              <a:gd name="T80" fmla="*/ 19 w 33"/>
              <a:gd name="T81" fmla="*/ 5 h 33"/>
              <a:gd name="T82" fmla="*/ 14 w 33"/>
              <a:gd name="T83" fmla="*/ 8 h 33"/>
              <a:gd name="T84" fmla="*/ 19 w 33"/>
              <a:gd name="T85" fmla="*/ 11 h 33"/>
              <a:gd name="T86" fmla="*/ 19 w 33"/>
              <a:gd name="T87" fmla="*/ 9 h 33"/>
              <a:gd name="T88" fmla="*/ 20 w 33"/>
              <a:gd name="T89" fmla="*/ 9 h 33"/>
              <a:gd name="T90" fmla="*/ 19 w 33"/>
              <a:gd name="T91" fmla="*/ 6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3" h="33">
                <a:moveTo>
                  <a:pt x="33" y="32"/>
                </a:moveTo>
                <a:cubicBezTo>
                  <a:pt x="33" y="31"/>
                  <a:pt x="33" y="30"/>
                  <a:pt x="33" y="30"/>
                </a:cubicBezTo>
                <a:cubicBezTo>
                  <a:pt x="33" y="28"/>
                  <a:pt x="32" y="27"/>
                  <a:pt x="30" y="27"/>
                </a:cubicBezTo>
                <a:cubicBezTo>
                  <a:pt x="29" y="29"/>
                  <a:pt x="29" y="30"/>
                  <a:pt x="28" y="32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28"/>
                  <a:pt x="28" y="28"/>
                  <a:pt x="28" y="28"/>
                </a:cubicBezTo>
                <a:cubicBezTo>
                  <a:pt x="27" y="28"/>
                  <a:pt x="27" y="28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6" y="32"/>
                  <a:pt x="26" y="32"/>
                  <a:pt x="26" y="32"/>
                </a:cubicBezTo>
                <a:cubicBezTo>
                  <a:pt x="25" y="30"/>
                  <a:pt x="25" y="29"/>
                  <a:pt x="24" y="27"/>
                </a:cubicBezTo>
                <a:cubicBezTo>
                  <a:pt x="22" y="27"/>
                  <a:pt x="21" y="28"/>
                  <a:pt x="21" y="30"/>
                </a:cubicBezTo>
                <a:cubicBezTo>
                  <a:pt x="21" y="30"/>
                  <a:pt x="21" y="31"/>
                  <a:pt x="21" y="32"/>
                </a:cubicBezTo>
                <a:cubicBezTo>
                  <a:pt x="21" y="32"/>
                  <a:pt x="21" y="33"/>
                  <a:pt x="22" y="33"/>
                </a:cubicBezTo>
                <a:cubicBezTo>
                  <a:pt x="25" y="33"/>
                  <a:pt x="29" y="33"/>
                  <a:pt x="32" y="33"/>
                </a:cubicBezTo>
                <a:cubicBezTo>
                  <a:pt x="33" y="33"/>
                  <a:pt x="33" y="32"/>
                  <a:pt x="33" y="32"/>
                </a:cubicBezTo>
                <a:close/>
                <a:moveTo>
                  <a:pt x="27" y="26"/>
                </a:moveTo>
                <a:cubicBezTo>
                  <a:pt x="26" y="26"/>
                  <a:pt x="25" y="25"/>
                  <a:pt x="25" y="24"/>
                </a:cubicBezTo>
                <a:cubicBezTo>
                  <a:pt x="24" y="23"/>
                  <a:pt x="24" y="22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18"/>
                  <a:pt x="23" y="16"/>
                  <a:pt x="27" y="16"/>
                </a:cubicBezTo>
                <a:cubicBezTo>
                  <a:pt x="31" y="16"/>
                  <a:pt x="30" y="18"/>
                  <a:pt x="30" y="21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2"/>
                  <a:pt x="30" y="23"/>
                  <a:pt x="29" y="24"/>
                </a:cubicBezTo>
                <a:cubicBezTo>
                  <a:pt x="29" y="25"/>
                  <a:pt x="28" y="26"/>
                  <a:pt x="27" y="26"/>
                </a:cubicBezTo>
                <a:close/>
                <a:moveTo>
                  <a:pt x="25" y="24"/>
                </a:moveTo>
                <a:cubicBezTo>
                  <a:pt x="26" y="25"/>
                  <a:pt x="26" y="25"/>
                  <a:pt x="27" y="25"/>
                </a:cubicBezTo>
                <a:cubicBezTo>
                  <a:pt x="28" y="25"/>
                  <a:pt x="28" y="25"/>
                  <a:pt x="29" y="24"/>
                </a:cubicBezTo>
                <a:cubicBezTo>
                  <a:pt x="30" y="23"/>
                  <a:pt x="30" y="22"/>
                  <a:pt x="30" y="21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19"/>
                  <a:pt x="30" y="19"/>
                  <a:pt x="29" y="19"/>
                </a:cubicBezTo>
                <a:cubicBezTo>
                  <a:pt x="29" y="18"/>
                  <a:pt x="29" y="18"/>
                  <a:pt x="28" y="19"/>
                </a:cubicBezTo>
                <a:cubicBezTo>
                  <a:pt x="28" y="19"/>
                  <a:pt x="27" y="19"/>
                  <a:pt x="27" y="19"/>
                </a:cubicBezTo>
                <a:cubicBezTo>
                  <a:pt x="27" y="19"/>
                  <a:pt x="26" y="19"/>
                  <a:pt x="26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25" y="18"/>
                  <a:pt x="25" y="18"/>
                  <a:pt x="25" y="19"/>
                </a:cubicBezTo>
                <a:cubicBezTo>
                  <a:pt x="24" y="19"/>
                  <a:pt x="24" y="19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22"/>
                  <a:pt x="25" y="23"/>
                  <a:pt x="25" y="24"/>
                </a:cubicBezTo>
                <a:close/>
                <a:moveTo>
                  <a:pt x="7" y="9"/>
                </a:moveTo>
                <a:cubicBezTo>
                  <a:pt x="6" y="9"/>
                  <a:pt x="5" y="8"/>
                  <a:pt x="4" y="8"/>
                </a:cubicBezTo>
                <a:cubicBezTo>
                  <a:pt x="4" y="7"/>
                  <a:pt x="3" y="6"/>
                  <a:pt x="3" y="5"/>
                </a:cubicBezTo>
                <a:cubicBezTo>
                  <a:pt x="3" y="5"/>
                  <a:pt x="3" y="5"/>
                  <a:pt x="3" y="5"/>
                </a:cubicBezTo>
                <a:cubicBezTo>
                  <a:pt x="3" y="5"/>
                  <a:pt x="3" y="5"/>
                  <a:pt x="3" y="5"/>
                </a:cubicBezTo>
                <a:cubicBezTo>
                  <a:pt x="3" y="4"/>
                  <a:pt x="3" y="4"/>
                  <a:pt x="3" y="4"/>
                </a:cubicBezTo>
                <a:cubicBezTo>
                  <a:pt x="3" y="2"/>
                  <a:pt x="3" y="0"/>
                  <a:pt x="7" y="0"/>
                </a:cubicBezTo>
                <a:cubicBezTo>
                  <a:pt x="10" y="0"/>
                  <a:pt x="10" y="2"/>
                  <a:pt x="10" y="4"/>
                </a:cubicBezTo>
                <a:cubicBezTo>
                  <a:pt x="10" y="4"/>
                  <a:pt x="10" y="4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6"/>
                  <a:pt x="9" y="7"/>
                  <a:pt x="9" y="8"/>
                </a:cubicBezTo>
                <a:cubicBezTo>
                  <a:pt x="8" y="8"/>
                  <a:pt x="7" y="9"/>
                  <a:pt x="7" y="9"/>
                </a:cubicBezTo>
                <a:close/>
                <a:moveTo>
                  <a:pt x="5" y="7"/>
                </a:moveTo>
                <a:cubicBezTo>
                  <a:pt x="5" y="8"/>
                  <a:pt x="6" y="9"/>
                  <a:pt x="7" y="9"/>
                </a:cubicBezTo>
                <a:cubicBezTo>
                  <a:pt x="7" y="9"/>
                  <a:pt x="8" y="8"/>
                  <a:pt x="8" y="7"/>
                </a:cubicBezTo>
                <a:cubicBezTo>
                  <a:pt x="9" y="7"/>
                  <a:pt x="9" y="6"/>
                  <a:pt x="9" y="5"/>
                </a:cubicBezTo>
                <a:cubicBezTo>
                  <a:pt x="9" y="4"/>
                  <a:pt x="9" y="4"/>
                  <a:pt x="9" y="4"/>
                </a:cubicBezTo>
                <a:cubicBezTo>
                  <a:pt x="9" y="4"/>
                  <a:pt x="9" y="3"/>
                  <a:pt x="9" y="3"/>
                </a:cubicBezTo>
                <a:cubicBezTo>
                  <a:pt x="9" y="3"/>
                  <a:pt x="9" y="2"/>
                  <a:pt x="9" y="2"/>
                </a:cubicBezTo>
                <a:cubicBezTo>
                  <a:pt x="9" y="2"/>
                  <a:pt x="8" y="2"/>
                  <a:pt x="8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2"/>
                  <a:pt x="6" y="2"/>
                  <a:pt x="5" y="2"/>
                </a:cubicBezTo>
                <a:cubicBezTo>
                  <a:pt x="5" y="2"/>
                  <a:pt x="5" y="2"/>
                  <a:pt x="5" y="2"/>
                </a:cubicBezTo>
                <a:cubicBezTo>
                  <a:pt x="5" y="2"/>
                  <a:pt x="4" y="2"/>
                  <a:pt x="4" y="2"/>
                </a:cubicBezTo>
                <a:cubicBezTo>
                  <a:pt x="4" y="2"/>
                  <a:pt x="4" y="3"/>
                  <a:pt x="4" y="3"/>
                </a:cubicBezTo>
                <a:cubicBezTo>
                  <a:pt x="4" y="3"/>
                  <a:pt x="4" y="4"/>
                  <a:pt x="4" y="4"/>
                </a:cubicBezTo>
                <a:cubicBezTo>
                  <a:pt x="4" y="5"/>
                  <a:pt x="4" y="5"/>
                  <a:pt x="4" y="5"/>
                </a:cubicBezTo>
                <a:cubicBezTo>
                  <a:pt x="4" y="6"/>
                  <a:pt x="4" y="7"/>
                  <a:pt x="5" y="7"/>
                </a:cubicBezTo>
                <a:close/>
                <a:moveTo>
                  <a:pt x="13" y="15"/>
                </a:moveTo>
                <a:cubicBezTo>
                  <a:pt x="13" y="13"/>
                  <a:pt x="13" y="13"/>
                  <a:pt x="13" y="13"/>
                </a:cubicBezTo>
                <a:cubicBezTo>
                  <a:pt x="13" y="12"/>
                  <a:pt x="11" y="11"/>
                  <a:pt x="9" y="10"/>
                </a:cubicBezTo>
                <a:cubicBezTo>
                  <a:pt x="9" y="13"/>
                  <a:pt x="8" y="14"/>
                  <a:pt x="7" y="15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7" y="11"/>
                  <a:pt x="7" y="11"/>
                </a:cubicBezTo>
                <a:cubicBezTo>
                  <a:pt x="7" y="11"/>
                  <a:pt x="6" y="11"/>
                  <a:pt x="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1"/>
                  <a:pt x="6" y="11"/>
                  <a:pt x="6" y="11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5"/>
                  <a:pt x="6" y="15"/>
                  <a:pt x="6" y="15"/>
                </a:cubicBezTo>
                <a:cubicBezTo>
                  <a:pt x="5" y="14"/>
                  <a:pt x="4" y="13"/>
                  <a:pt x="4" y="10"/>
                </a:cubicBezTo>
                <a:cubicBezTo>
                  <a:pt x="2" y="11"/>
                  <a:pt x="0" y="12"/>
                  <a:pt x="0" y="13"/>
                </a:cubicBezTo>
                <a:cubicBezTo>
                  <a:pt x="0" y="14"/>
                  <a:pt x="0" y="15"/>
                  <a:pt x="0" y="15"/>
                </a:cubicBezTo>
                <a:cubicBezTo>
                  <a:pt x="0" y="16"/>
                  <a:pt x="1" y="16"/>
                  <a:pt x="1" y="16"/>
                </a:cubicBezTo>
                <a:cubicBezTo>
                  <a:pt x="5" y="16"/>
                  <a:pt x="8" y="16"/>
                  <a:pt x="12" y="16"/>
                </a:cubicBezTo>
                <a:cubicBezTo>
                  <a:pt x="12" y="16"/>
                  <a:pt x="13" y="16"/>
                  <a:pt x="13" y="15"/>
                </a:cubicBezTo>
                <a:close/>
                <a:moveTo>
                  <a:pt x="15" y="28"/>
                </a:move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6" y="28"/>
                  <a:pt x="18" y="27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5"/>
                  <a:pt x="14" y="25"/>
                  <a:pt x="13" y="25"/>
                </a:cubicBezTo>
                <a:cubicBezTo>
                  <a:pt x="10" y="25"/>
                  <a:pt x="10" y="25"/>
                  <a:pt x="7" y="22"/>
                </a:cubicBezTo>
                <a:cubicBezTo>
                  <a:pt x="7" y="27"/>
                  <a:pt x="10" y="28"/>
                  <a:pt x="13" y="28"/>
                </a:cubicBezTo>
                <a:cubicBezTo>
                  <a:pt x="14" y="28"/>
                  <a:pt x="14" y="28"/>
                  <a:pt x="15" y="28"/>
                </a:cubicBezTo>
                <a:close/>
                <a:moveTo>
                  <a:pt x="19" y="6"/>
                </a:move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17" y="6"/>
                  <a:pt x="16" y="7"/>
                  <a:pt x="14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4" y="9"/>
                  <a:pt x="24" y="9"/>
                  <a:pt x="26" y="12"/>
                </a:cubicBezTo>
                <a:cubicBezTo>
                  <a:pt x="26" y="9"/>
                  <a:pt x="25" y="6"/>
                  <a:pt x="21" y="6"/>
                </a:cubicBezTo>
                <a:cubicBezTo>
                  <a:pt x="20" y="6"/>
                  <a:pt x="20" y="6"/>
                  <a:pt x="19" y="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4" name="Freeform 264">
            <a:extLst>
              <a:ext uri="{FF2B5EF4-FFF2-40B4-BE49-F238E27FC236}">
                <a16:creationId xmlns:a16="http://schemas.microsoft.com/office/drawing/2014/main" id="{DD736D87-A313-7917-C9C4-9B18D253B028}"/>
              </a:ext>
            </a:extLst>
          </p:cNvPr>
          <p:cNvSpPr>
            <a:spLocks noEditPoints="1"/>
          </p:cNvSpPr>
          <p:nvPr/>
        </p:nvSpPr>
        <p:spPr bwMode="auto">
          <a:xfrm>
            <a:off x="6258199" y="3119697"/>
            <a:ext cx="258799" cy="316712"/>
          </a:xfrm>
          <a:custGeom>
            <a:avLst/>
            <a:gdLst>
              <a:gd name="T0" fmla="*/ 19 w 27"/>
              <a:gd name="T1" fmla="*/ 28 h 33"/>
              <a:gd name="T2" fmla="*/ 19 w 27"/>
              <a:gd name="T3" fmla="*/ 31 h 33"/>
              <a:gd name="T4" fmla="*/ 3 w 27"/>
              <a:gd name="T5" fmla="*/ 31 h 33"/>
              <a:gd name="T6" fmla="*/ 2 w 27"/>
              <a:gd name="T7" fmla="*/ 8 h 33"/>
              <a:gd name="T8" fmla="*/ 5 w 27"/>
              <a:gd name="T9" fmla="*/ 7 h 33"/>
              <a:gd name="T10" fmla="*/ 5 w 27"/>
              <a:gd name="T11" fmla="*/ 26 h 33"/>
              <a:gd name="T12" fmla="*/ 19 w 27"/>
              <a:gd name="T13" fmla="*/ 10 h 33"/>
              <a:gd name="T14" fmla="*/ 19 w 27"/>
              <a:gd name="T15" fmla="*/ 11 h 33"/>
              <a:gd name="T16" fmla="*/ 22 w 27"/>
              <a:gd name="T17" fmla="*/ 12 h 33"/>
              <a:gd name="T18" fmla="*/ 23 w 27"/>
              <a:gd name="T19" fmla="*/ 11 h 33"/>
              <a:gd name="T20" fmla="*/ 19 w 27"/>
              <a:gd name="T21" fmla="*/ 10 h 33"/>
              <a:gd name="T22" fmla="*/ 17 w 27"/>
              <a:gd name="T23" fmla="*/ 15 h 33"/>
              <a:gd name="T24" fmla="*/ 9 w 27"/>
              <a:gd name="T25" fmla="*/ 14 h 33"/>
              <a:gd name="T26" fmla="*/ 9 w 27"/>
              <a:gd name="T27" fmla="*/ 15 h 33"/>
              <a:gd name="T28" fmla="*/ 13 w 27"/>
              <a:gd name="T29" fmla="*/ 11 h 33"/>
              <a:gd name="T30" fmla="*/ 13 w 27"/>
              <a:gd name="T31" fmla="*/ 5 h 33"/>
              <a:gd name="T32" fmla="*/ 13 w 27"/>
              <a:gd name="T33" fmla="*/ 11 h 33"/>
              <a:gd name="T34" fmla="*/ 9 w 27"/>
              <a:gd name="T35" fmla="*/ 22 h 33"/>
              <a:gd name="T36" fmla="*/ 10 w 27"/>
              <a:gd name="T37" fmla="*/ 23 h 33"/>
              <a:gd name="T38" fmla="*/ 23 w 27"/>
              <a:gd name="T39" fmla="*/ 22 h 33"/>
              <a:gd name="T40" fmla="*/ 22 w 27"/>
              <a:gd name="T41" fmla="*/ 22 h 33"/>
              <a:gd name="T42" fmla="*/ 10 w 27"/>
              <a:gd name="T43" fmla="*/ 18 h 33"/>
              <a:gd name="T44" fmla="*/ 9 w 27"/>
              <a:gd name="T45" fmla="*/ 19 h 33"/>
              <a:gd name="T46" fmla="*/ 22 w 27"/>
              <a:gd name="T47" fmla="*/ 19 h 33"/>
              <a:gd name="T48" fmla="*/ 23 w 27"/>
              <a:gd name="T49" fmla="*/ 19 h 33"/>
              <a:gd name="T50" fmla="*/ 10 w 27"/>
              <a:gd name="T51" fmla="*/ 18 h 33"/>
              <a:gd name="T52" fmla="*/ 19 w 27"/>
              <a:gd name="T53" fmla="*/ 15 h 33"/>
              <a:gd name="T54" fmla="*/ 19 w 27"/>
              <a:gd name="T55" fmla="*/ 15 h 33"/>
              <a:gd name="T56" fmla="*/ 23 w 27"/>
              <a:gd name="T57" fmla="*/ 15 h 33"/>
              <a:gd name="T58" fmla="*/ 22 w 27"/>
              <a:gd name="T59" fmla="*/ 14 h 33"/>
              <a:gd name="T60" fmla="*/ 25 w 27"/>
              <a:gd name="T61" fmla="*/ 28 h 33"/>
              <a:gd name="T62" fmla="*/ 27 w 27"/>
              <a:gd name="T63" fmla="*/ 26 h 33"/>
              <a:gd name="T64" fmla="*/ 19 w 27"/>
              <a:gd name="T65" fmla="*/ 0 h 33"/>
              <a:gd name="T66" fmla="*/ 5 w 27"/>
              <a:gd name="T67" fmla="*/ 2 h 33"/>
              <a:gd name="T68" fmla="*/ 2 w 27"/>
              <a:gd name="T69" fmla="*/ 5 h 33"/>
              <a:gd name="T70" fmla="*/ 0 w 27"/>
              <a:gd name="T71" fmla="*/ 31 h 33"/>
              <a:gd name="T72" fmla="*/ 20 w 27"/>
              <a:gd name="T73" fmla="*/ 33 h 33"/>
              <a:gd name="T74" fmla="*/ 22 w 27"/>
              <a:gd name="T75" fmla="*/ 31 h 33"/>
              <a:gd name="T76" fmla="*/ 25 w 27"/>
              <a:gd name="T77" fmla="*/ 28 h 33"/>
              <a:gd name="T78" fmla="*/ 18 w 27"/>
              <a:gd name="T79" fmla="*/ 2 h 33"/>
              <a:gd name="T80" fmla="*/ 8 w 27"/>
              <a:gd name="T81" fmla="*/ 2 h 33"/>
              <a:gd name="T82" fmla="*/ 7 w 27"/>
              <a:gd name="T83" fmla="*/ 25 h 33"/>
              <a:gd name="T84" fmla="*/ 8 w 27"/>
              <a:gd name="T85" fmla="*/ 26 h 33"/>
              <a:gd name="T86" fmla="*/ 24 w 27"/>
              <a:gd name="T87" fmla="*/ 26 h 33"/>
              <a:gd name="T88" fmla="*/ 24 w 27"/>
              <a:gd name="T89" fmla="*/ 8 h 33"/>
              <a:gd name="T90" fmla="*/ 18 w 27"/>
              <a:gd name="T91" fmla="*/ 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7" h="33">
                <a:moveTo>
                  <a:pt x="7" y="28"/>
                </a:moveTo>
                <a:cubicBezTo>
                  <a:pt x="19" y="28"/>
                  <a:pt x="19" y="28"/>
                  <a:pt x="19" y="28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9" y="31"/>
                  <a:pt x="19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31"/>
                  <a:pt x="2" y="31"/>
                  <a:pt x="2" y="30"/>
                </a:cubicBezTo>
                <a:cubicBezTo>
                  <a:pt x="2" y="8"/>
                  <a:pt x="2" y="8"/>
                  <a:pt x="2" y="8"/>
                </a:cubicBezTo>
                <a:cubicBezTo>
                  <a:pt x="2" y="7"/>
                  <a:pt x="3" y="7"/>
                  <a:pt x="3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7"/>
                  <a:pt x="5" y="7"/>
                  <a:pt x="5" y="7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7"/>
                  <a:pt x="6" y="28"/>
                  <a:pt x="7" y="28"/>
                </a:cubicBezTo>
                <a:close/>
                <a:moveTo>
                  <a:pt x="19" y="10"/>
                </a:moveTo>
                <a:cubicBezTo>
                  <a:pt x="19" y="10"/>
                  <a:pt x="19" y="11"/>
                  <a:pt x="19" y="11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1"/>
                  <a:pt x="19" y="12"/>
                  <a:pt x="19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3" y="12"/>
                  <a:pt x="23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0"/>
                  <a:pt x="22" y="10"/>
                </a:cubicBezTo>
                <a:cubicBezTo>
                  <a:pt x="19" y="10"/>
                  <a:pt x="19" y="10"/>
                  <a:pt x="19" y="10"/>
                </a:cubicBezTo>
                <a:close/>
                <a:moveTo>
                  <a:pt x="17" y="15"/>
                </a:moveTo>
                <a:cubicBezTo>
                  <a:pt x="17" y="15"/>
                  <a:pt x="17" y="15"/>
                  <a:pt x="17" y="15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1"/>
                  <a:pt x="9" y="11"/>
                  <a:pt x="9" y="14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5"/>
                  <a:pt x="14" y="15"/>
                  <a:pt x="17" y="15"/>
                </a:cubicBezTo>
                <a:close/>
                <a:moveTo>
                  <a:pt x="13" y="11"/>
                </a:moveTo>
                <a:cubicBezTo>
                  <a:pt x="14" y="11"/>
                  <a:pt x="15" y="10"/>
                  <a:pt x="15" y="8"/>
                </a:cubicBezTo>
                <a:cubicBezTo>
                  <a:pt x="15" y="7"/>
                  <a:pt x="16" y="5"/>
                  <a:pt x="13" y="5"/>
                </a:cubicBezTo>
                <a:cubicBezTo>
                  <a:pt x="11" y="5"/>
                  <a:pt x="11" y="7"/>
                  <a:pt x="11" y="8"/>
                </a:cubicBezTo>
                <a:cubicBezTo>
                  <a:pt x="11" y="10"/>
                  <a:pt x="12" y="11"/>
                  <a:pt x="13" y="11"/>
                </a:cubicBezTo>
                <a:close/>
                <a:moveTo>
                  <a:pt x="10" y="22"/>
                </a:move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9" y="23"/>
                  <a:pt x="9" y="23"/>
                  <a:pt x="10" y="23"/>
                </a:cubicBezTo>
                <a:cubicBezTo>
                  <a:pt x="22" y="23"/>
                  <a:pt x="22" y="23"/>
                  <a:pt x="22" y="23"/>
                </a:cubicBezTo>
                <a:cubicBezTo>
                  <a:pt x="23" y="23"/>
                  <a:pt x="23" y="23"/>
                  <a:pt x="23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2"/>
                  <a:pt x="23" y="22"/>
                  <a:pt x="22" y="22"/>
                </a:cubicBezTo>
                <a:cubicBezTo>
                  <a:pt x="10" y="22"/>
                  <a:pt x="10" y="22"/>
                  <a:pt x="10" y="22"/>
                </a:cubicBezTo>
                <a:close/>
                <a:moveTo>
                  <a:pt x="10" y="18"/>
                </a:moveTo>
                <a:cubicBezTo>
                  <a:pt x="9" y="18"/>
                  <a:pt x="9" y="18"/>
                  <a:pt x="9" y="19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10" y="19"/>
                </a:cubicBezTo>
                <a:cubicBezTo>
                  <a:pt x="22" y="19"/>
                  <a:pt x="22" y="19"/>
                  <a:pt x="2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18"/>
                  <a:pt x="23" y="18"/>
                  <a:pt x="22" y="18"/>
                </a:cubicBezTo>
                <a:cubicBezTo>
                  <a:pt x="10" y="18"/>
                  <a:pt x="10" y="18"/>
                  <a:pt x="10" y="18"/>
                </a:cubicBezTo>
                <a:close/>
                <a:moveTo>
                  <a:pt x="19" y="14"/>
                </a:moveTo>
                <a:cubicBezTo>
                  <a:pt x="19" y="14"/>
                  <a:pt x="19" y="14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3" y="14"/>
                  <a:pt x="23" y="14"/>
                  <a:pt x="22" y="14"/>
                </a:cubicBezTo>
                <a:cubicBezTo>
                  <a:pt x="19" y="14"/>
                  <a:pt x="19" y="14"/>
                  <a:pt x="19" y="14"/>
                </a:cubicBezTo>
                <a:close/>
                <a:moveTo>
                  <a:pt x="25" y="28"/>
                </a:moveTo>
                <a:cubicBezTo>
                  <a:pt x="25" y="28"/>
                  <a:pt x="26" y="28"/>
                  <a:pt x="26" y="28"/>
                </a:cubicBezTo>
                <a:cubicBezTo>
                  <a:pt x="26" y="27"/>
                  <a:pt x="27" y="27"/>
                  <a:pt x="27" y="26"/>
                </a:cubicBezTo>
                <a:cubicBezTo>
                  <a:pt x="27" y="7"/>
                  <a:pt x="27" y="7"/>
                  <a:pt x="27" y="7"/>
                </a:cubicBezTo>
                <a:cubicBezTo>
                  <a:pt x="19" y="0"/>
                  <a:pt x="19" y="0"/>
                  <a:pt x="19" y="0"/>
                </a:cubicBezTo>
                <a:cubicBezTo>
                  <a:pt x="7" y="0"/>
                  <a:pt x="7" y="0"/>
                  <a:pt x="7" y="0"/>
                </a:cubicBezTo>
                <a:cubicBezTo>
                  <a:pt x="6" y="0"/>
                  <a:pt x="5" y="1"/>
                  <a:pt x="5" y="2"/>
                </a:cubicBezTo>
                <a:cubicBezTo>
                  <a:pt x="5" y="5"/>
                  <a:pt x="5" y="5"/>
                  <a:pt x="5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6"/>
                  <a:pt x="0" y="7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2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0" y="33"/>
                  <a:pt x="21" y="33"/>
                  <a:pt x="21" y="33"/>
                </a:cubicBezTo>
                <a:cubicBezTo>
                  <a:pt x="21" y="32"/>
                  <a:pt x="22" y="32"/>
                  <a:pt x="22" y="31"/>
                </a:cubicBezTo>
                <a:cubicBezTo>
                  <a:pt x="22" y="28"/>
                  <a:pt x="22" y="28"/>
                  <a:pt x="22" y="28"/>
                </a:cubicBezTo>
                <a:cubicBezTo>
                  <a:pt x="25" y="28"/>
                  <a:pt x="25" y="28"/>
                  <a:pt x="25" y="28"/>
                </a:cubicBezTo>
                <a:close/>
                <a:moveTo>
                  <a:pt x="18" y="5"/>
                </a:moveTo>
                <a:cubicBezTo>
                  <a:pt x="18" y="2"/>
                  <a:pt x="18" y="2"/>
                  <a:pt x="1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8" y="2"/>
                  <a:pt x="8" y="2"/>
                </a:cubicBezTo>
                <a:cubicBezTo>
                  <a:pt x="8" y="2"/>
                  <a:pt x="7" y="2"/>
                  <a:pt x="7" y="3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8" y="26"/>
                  <a:pt x="8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4" y="25"/>
                  <a:pt x="24" y="25"/>
                </a:cubicBezTo>
                <a:cubicBezTo>
                  <a:pt x="24" y="8"/>
                  <a:pt x="24" y="8"/>
                  <a:pt x="24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0" y="8"/>
                  <a:pt x="18" y="7"/>
                  <a:pt x="18" y="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6" name="Freeform 265">
            <a:extLst>
              <a:ext uri="{FF2B5EF4-FFF2-40B4-BE49-F238E27FC236}">
                <a16:creationId xmlns:a16="http://schemas.microsoft.com/office/drawing/2014/main" id="{C8DD989E-08F3-6852-68D8-1818C037A623}"/>
              </a:ext>
            </a:extLst>
          </p:cNvPr>
          <p:cNvSpPr>
            <a:spLocks noEditPoints="1"/>
          </p:cNvSpPr>
          <p:nvPr/>
        </p:nvSpPr>
        <p:spPr bwMode="auto">
          <a:xfrm>
            <a:off x="8100554" y="3110649"/>
            <a:ext cx="267848" cy="305853"/>
          </a:xfrm>
          <a:custGeom>
            <a:avLst/>
            <a:gdLst>
              <a:gd name="T0" fmla="*/ 23 w 28"/>
              <a:gd name="T1" fmla="*/ 0 h 32"/>
              <a:gd name="T2" fmla="*/ 22 w 28"/>
              <a:gd name="T3" fmla="*/ 5 h 32"/>
              <a:gd name="T4" fmla="*/ 23 w 28"/>
              <a:gd name="T5" fmla="*/ 6 h 32"/>
              <a:gd name="T6" fmla="*/ 24 w 28"/>
              <a:gd name="T7" fmla="*/ 1 h 32"/>
              <a:gd name="T8" fmla="*/ 13 w 28"/>
              <a:gd name="T9" fmla="*/ 24 h 32"/>
              <a:gd name="T10" fmla="*/ 10 w 28"/>
              <a:gd name="T11" fmla="*/ 27 h 32"/>
              <a:gd name="T12" fmla="*/ 13 w 28"/>
              <a:gd name="T13" fmla="*/ 24 h 32"/>
              <a:gd name="T14" fmla="*/ 15 w 28"/>
              <a:gd name="T15" fmla="*/ 24 h 32"/>
              <a:gd name="T16" fmla="*/ 18 w 28"/>
              <a:gd name="T17" fmla="*/ 27 h 32"/>
              <a:gd name="T18" fmla="*/ 8 w 28"/>
              <a:gd name="T19" fmla="*/ 24 h 32"/>
              <a:gd name="T20" fmla="*/ 4 w 28"/>
              <a:gd name="T21" fmla="*/ 27 h 32"/>
              <a:gd name="T22" fmla="*/ 8 w 28"/>
              <a:gd name="T23" fmla="*/ 24 h 32"/>
              <a:gd name="T24" fmla="*/ 21 w 28"/>
              <a:gd name="T25" fmla="*/ 19 h 32"/>
              <a:gd name="T26" fmla="*/ 24 w 28"/>
              <a:gd name="T27" fmla="*/ 22 h 32"/>
              <a:gd name="T28" fmla="*/ 13 w 28"/>
              <a:gd name="T29" fmla="*/ 19 h 32"/>
              <a:gd name="T30" fmla="*/ 10 w 28"/>
              <a:gd name="T31" fmla="*/ 22 h 32"/>
              <a:gd name="T32" fmla="*/ 13 w 28"/>
              <a:gd name="T33" fmla="*/ 19 h 32"/>
              <a:gd name="T34" fmla="*/ 15 w 28"/>
              <a:gd name="T35" fmla="*/ 19 h 32"/>
              <a:gd name="T36" fmla="*/ 18 w 28"/>
              <a:gd name="T37" fmla="*/ 22 h 32"/>
              <a:gd name="T38" fmla="*/ 8 w 28"/>
              <a:gd name="T39" fmla="*/ 19 h 32"/>
              <a:gd name="T40" fmla="*/ 4 w 28"/>
              <a:gd name="T41" fmla="*/ 22 h 32"/>
              <a:gd name="T42" fmla="*/ 8 w 28"/>
              <a:gd name="T43" fmla="*/ 19 h 32"/>
              <a:gd name="T44" fmla="*/ 21 w 28"/>
              <a:gd name="T45" fmla="*/ 14 h 32"/>
              <a:gd name="T46" fmla="*/ 24 w 28"/>
              <a:gd name="T47" fmla="*/ 17 h 32"/>
              <a:gd name="T48" fmla="*/ 13 w 28"/>
              <a:gd name="T49" fmla="*/ 14 h 32"/>
              <a:gd name="T50" fmla="*/ 10 w 28"/>
              <a:gd name="T51" fmla="*/ 17 h 32"/>
              <a:gd name="T52" fmla="*/ 13 w 28"/>
              <a:gd name="T53" fmla="*/ 14 h 32"/>
              <a:gd name="T54" fmla="*/ 15 w 28"/>
              <a:gd name="T55" fmla="*/ 14 h 32"/>
              <a:gd name="T56" fmla="*/ 18 w 28"/>
              <a:gd name="T57" fmla="*/ 17 h 32"/>
              <a:gd name="T58" fmla="*/ 5 w 28"/>
              <a:gd name="T59" fmla="*/ 0 h 32"/>
              <a:gd name="T60" fmla="*/ 4 w 28"/>
              <a:gd name="T61" fmla="*/ 1 h 32"/>
              <a:gd name="T62" fmla="*/ 5 w 28"/>
              <a:gd name="T63" fmla="*/ 6 h 32"/>
              <a:gd name="T64" fmla="*/ 6 w 28"/>
              <a:gd name="T65" fmla="*/ 5 h 32"/>
              <a:gd name="T66" fmla="*/ 5 w 28"/>
              <a:gd name="T67" fmla="*/ 0 h 32"/>
              <a:gd name="T68" fmla="*/ 26 w 28"/>
              <a:gd name="T69" fmla="*/ 29 h 32"/>
              <a:gd name="T70" fmla="*/ 3 w 28"/>
              <a:gd name="T71" fmla="*/ 29 h 32"/>
              <a:gd name="T72" fmla="*/ 2 w 28"/>
              <a:gd name="T73" fmla="*/ 12 h 32"/>
              <a:gd name="T74" fmla="*/ 26 w 28"/>
              <a:gd name="T75" fmla="*/ 12 h 32"/>
              <a:gd name="T76" fmla="*/ 26 w 28"/>
              <a:gd name="T77" fmla="*/ 30 h 32"/>
              <a:gd name="T78" fmla="*/ 2 w 28"/>
              <a:gd name="T79" fmla="*/ 30 h 32"/>
              <a:gd name="T80" fmla="*/ 26 w 28"/>
              <a:gd name="T81" fmla="*/ 30 h 32"/>
              <a:gd name="T82" fmla="*/ 26 w 28"/>
              <a:gd name="T83" fmla="*/ 31 h 32"/>
              <a:gd name="T84" fmla="*/ 2 w 28"/>
              <a:gd name="T85" fmla="*/ 31 h 32"/>
              <a:gd name="T86" fmla="*/ 26 w 28"/>
              <a:gd name="T87" fmla="*/ 3 h 32"/>
              <a:gd name="T88" fmla="*/ 28 w 28"/>
              <a:gd name="T89" fmla="*/ 30 h 32"/>
              <a:gd name="T90" fmla="*/ 3 w 28"/>
              <a:gd name="T91" fmla="*/ 32 h 32"/>
              <a:gd name="T92" fmla="*/ 0 w 28"/>
              <a:gd name="T93" fmla="*/ 5 h 32"/>
              <a:gd name="T94" fmla="*/ 4 w 28"/>
              <a:gd name="T95" fmla="*/ 3 h 32"/>
              <a:gd name="T96" fmla="*/ 5 w 28"/>
              <a:gd name="T97" fmla="*/ 7 h 32"/>
              <a:gd name="T98" fmla="*/ 7 w 28"/>
              <a:gd name="T99" fmla="*/ 6 h 32"/>
              <a:gd name="T100" fmla="*/ 21 w 28"/>
              <a:gd name="T101" fmla="*/ 3 h 32"/>
              <a:gd name="T102" fmla="*/ 23 w 28"/>
              <a:gd name="T103" fmla="*/ 7 h 32"/>
              <a:gd name="T104" fmla="*/ 25 w 28"/>
              <a:gd name="T105" fmla="*/ 6 h 32"/>
              <a:gd name="T106" fmla="*/ 26 w 28"/>
              <a:gd name="T107" fmla="*/ 3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8" h="32"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6"/>
                  <a:pt x="22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4" y="6"/>
                  <a:pt x="24" y="6"/>
                  <a:pt x="24" y="5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0"/>
                  <a:pt x="24" y="0"/>
                  <a:pt x="23" y="0"/>
                </a:cubicBezTo>
                <a:close/>
                <a:moveTo>
                  <a:pt x="13" y="24"/>
                </a:moveTo>
                <a:cubicBezTo>
                  <a:pt x="12" y="24"/>
                  <a:pt x="11" y="24"/>
                  <a:pt x="10" y="24"/>
                </a:cubicBezTo>
                <a:cubicBezTo>
                  <a:pt x="10" y="25"/>
                  <a:pt x="10" y="26"/>
                  <a:pt x="10" y="27"/>
                </a:cubicBezTo>
                <a:cubicBezTo>
                  <a:pt x="11" y="27"/>
                  <a:pt x="12" y="27"/>
                  <a:pt x="13" y="27"/>
                </a:cubicBezTo>
                <a:cubicBezTo>
                  <a:pt x="13" y="26"/>
                  <a:pt x="13" y="25"/>
                  <a:pt x="13" y="24"/>
                </a:cubicBezTo>
                <a:close/>
                <a:moveTo>
                  <a:pt x="18" y="24"/>
                </a:moveTo>
                <a:cubicBezTo>
                  <a:pt x="17" y="24"/>
                  <a:pt x="16" y="24"/>
                  <a:pt x="15" y="24"/>
                </a:cubicBezTo>
                <a:cubicBezTo>
                  <a:pt x="15" y="25"/>
                  <a:pt x="15" y="26"/>
                  <a:pt x="15" y="27"/>
                </a:cubicBezTo>
                <a:cubicBezTo>
                  <a:pt x="16" y="27"/>
                  <a:pt x="17" y="27"/>
                  <a:pt x="18" y="27"/>
                </a:cubicBezTo>
                <a:cubicBezTo>
                  <a:pt x="18" y="26"/>
                  <a:pt x="18" y="25"/>
                  <a:pt x="18" y="24"/>
                </a:cubicBezTo>
                <a:close/>
                <a:moveTo>
                  <a:pt x="8" y="24"/>
                </a:moveTo>
                <a:cubicBezTo>
                  <a:pt x="4" y="24"/>
                  <a:pt x="4" y="24"/>
                  <a:pt x="4" y="24"/>
                </a:cubicBezTo>
                <a:cubicBezTo>
                  <a:pt x="4" y="27"/>
                  <a:pt x="4" y="27"/>
                  <a:pt x="4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4"/>
                  <a:pt x="8" y="24"/>
                  <a:pt x="8" y="24"/>
                </a:cubicBezTo>
                <a:close/>
                <a:moveTo>
                  <a:pt x="24" y="19"/>
                </a:moveTo>
                <a:cubicBezTo>
                  <a:pt x="21" y="19"/>
                  <a:pt x="21" y="19"/>
                  <a:pt x="21" y="19"/>
                </a:cubicBezTo>
                <a:cubicBezTo>
                  <a:pt x="21" y="22"/>
                  <a:pt x="21" y="22"/>
                  <a:pt x="21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19"/>
                  <a:pt x="24" y="19"/>
                  <a:pt x="24" y="19"/>
                </a:cubicBezTo>
                <a:close/>
                <a:moveTo>
                  <a:pt x="13" y="19"/>
                </a:moveTo>
                <a:cubicBezTo>
                  <a:pt x="12" y="19"/>
                  <a:pt x="11" y="19"/>
                  <a:pt x="10" y="19"/>
                </a:cubicBezTo>
                <a:cubicBezTo>
                  <a:pt x="10" y="20"/>
                  <a:pt x="10" y="21"/>
                  <a:pt x="10" y="22"/>
                </a:cubicBezTo>
                <a:cubicBezTo>
                  <a:pt x="11" y="22"/>
                  <a:pt x="12" y="22"/>
                  <a:pt x="13" y="22"/>
                </a:cubicBezTo>
                <a:cubicBezTo>
                  <a:pt x="13" y="21"/>
                  <a:pt x="13" y="20"/>
                  <a:pt x="13" y="19"/>
                </a:cubicBezTo>
                <a:close/>
                <a:moveTo>
                  <a:pt x="18" y="19"/>
                </a:moveTo>
                <a:cubicBezTo>
                  <a:pt x="17" y="19"/>
                  <a:pt x="16" y="19"/>
                  <a:pt x="15" y="19"/>
                </a:cubicBezTo>
                <a:cubicBezTo>
                  <a:pt x="15" y="20"/>
                  <a:pt x="15" y="21"/>
                  <a:pt x="15" y="22"/>
                </a:cubicBezTo>
                <a:cubicBezTo>
                  <a:pt x="16" y="22"/>
                  <a:pt x="17" y="22"/>
                  <a:pt x="18" y="22"/>
                </a:cubicBezTo>
                <a:cubicBezTo>
                  <a:pt x="18" y="21"/>
                  <a:pt x="18" y="20"/>
                  <a:pt x="18" y="19"/>
                </a:cubicBezTo>
                <a:close/>
                <a:moveTo>
                  <a:pt x="8" y="19"/>
                </a:moveTo>
                <a:cubicBezTo>
                  <a:pt x="4" y="19"/>
                  <a:pt x="4" y="19"/>
                  <a:pt x="4" y="19"/>
                </a:cubicBezTo>
                <a:cubicBezTo>
                  <a:pt x="4" y="22"/>
                  <a:pt x="4" y="22"/>
                  <a:pt x="4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19"/>
                  <a:pt x="8" y="19"/>
                  <a:pt x="8" y="19"/>
                </a:cubicBezTo>
                <a:close/>
                <a:moveTo>
                  <a:pt x="24" y="14"/>
                </a:moveTo>
                <a:cubicBezTo>
                  <a:pt x="21" y="14"/>
                  <a:pt x="21" y="14"/>
                  <a:pt x="21" y="14"/>
                </a:cubicBezTo>
                <a:cubicBezTo>
                  <a:pt x="21" y="17"/>
                  <a:pt x="21" y="17"/>
                  <a:pt x="21" y="17"/>
                </a:cubicBezTo>
                <a:cubicBezTo>
                  <a:pt x="24" y="17"/>
                  <a:pt x="24" y="17"/>
                  <a:pt x="24" y="17"/>
                </a:cubicBezTo>
                <a:cubicBezTo>
                  <a:pt x="24" y="14"/>
                  <a:pt x="24" y="14"/>
                  <a:pt x="24" y="14"/>
                </a:cubicBezTo>
                <a:close/>
                <a:moveTo>
                  <a:pt x="13" y="14"/>
                </a:moveTo>
                <a:cubicBezTo>
                  <a:pt x="12" y="14"/>
                  <a:pt x="11" y="14"/>
                  <a:pt x="10" y="14"/>
                </a:cubicBezTo>
                <a:cubicBezTo>
                  <a:pt x="10" y="15"/>
                  <a:pt x="10" y="16"/>
                  <a:pt x="10" y="17"/>
                </a:cubicBezTo>
                <a:cubicBezTo>
                  <a:pt x="11" y="17"/>
                  <a:pt x="12" y="17"/>
                  <a:pt x="13" y="17"/>
                </a:cubicBezTo>
                <a:cubicBezTo>
                  <a:pt x="13" y="16"/>
                  <a:pt x="13" y="15"/>
                  <a:pt x="13" y="14"/>
                </a:cubicBezTo>
                <a:close/>
                <a:moveTo>
                  <a:pt x="18" y="14"/>
                </a:moveTo>
                <a:cubicBezTo>
                  <a:pt x="17" y="14"/>
                  <a:pt x="16" y="14"/>
                  <a:pt x="15" y="14"/>
                </a:cubicBezTo>
                <a:cubicBezTo>
                  <a:pt x="15" y="15"/>
                  <a:pt x="15" y="16"/>
                  <a:pt x="15" y="17"/>
                </a:cubicBezTo>
                <a:cubicBezTo>
                  <a:pt x="16" y="17"/>
                  <a:pt x="17" y="17"/>
                  <a:pt x="18" y="17"/>
                </a:cubicBezTo>
                <a:cubicBezTo>
                  <a:pt x="18" y="16"/>
                  <a:pt x="18" y="15"/>
                  <a:pt x="18" y="14"/>
                </a:cubicBezTo>
                <a:close/>
                <a:moveTo>
                  <a:pt x="5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4" y="0"/>
                  <a:pt x="4" y="1"/>
                </a:cubicBezTo>
                <a:cubicBezTo>
                  <a:pt x="4" y="5"/>
                  <a:pt x="4" y="5"/>
                  <a:pt x="4" y="5"/>
                </a:cubicBezTo>
                <a:cubicBezTo>
                  <a:pt x="4" y="6"/>
                  <a:pt x="5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6" y="6"/>
                  <a:pt x="6" y="6"/>
                  <a:pt x="6" y="5"/>
                </a:cubicBezTo>
                <a:cubicBezTo>
                  <a:pt x="6" y="1"/>
                  <a:pt x="6" y="1"/>
                  <a:pt x="6" y="1"/>
                </a:cubicBezTo>
                <a:cubicBezTo>
                  <a:pt x="6" y="0"/>
                  <a:pt x="6" y="0"/>
                  <a:pt x="5" y="0"/>
                </a:cubicBezTo>
                <a:close/>
                <a:moveTo>
                  <a:pt x="26" y="12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12"/>
                  <a:pt x="2" y="12"/>
                  <a:pt x="2" y="12"/>
                </a:cubicBezTo>
                <a:cubicBezTo>
                  <a:pt x="2" y="12"/>
                  <a:pt x="2" y="12"/>
                  <a:pt x="3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12"/>
                  <a:pt x="26" y="12"/>
                  <a:pt x="26" y="12"/>
                </a:cubicBezTo>
                <a:close/>
                <a:moveTo>
                  <a:pt x="26" y="30"/>
                </a:moveTo>
                <a:cubicBezTo>
                  <a:pt x="26" y="30"/>
                  <a:pt x="26" y="30"/>
                  <a:pt x="26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26" y="30"/>
                  <a:pt x="26" y="30"/>
                  <a:pt x="26" y="30"/>
                </a:cubicBezTo>
                <a:close/>
                <a:moveTo>
                  <a:pt x="26" y="31"/>
                </a:moveTo>
                <a:cubicBezTo>
                  <a:pt x="26" y="31"/>
                  <a:pt x="26" y="31"/>
                  <a:pt x="26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6" y="31"/>
                  <a:pt x="26" y="31"/>
                  <a:pt x="26" y="31"/>
                </a:cubicBezTo>
                <a:close/>
                <a:moveTo>
                  <a:pt x="26" y="3"/>
                </a:moveTo>
                <a:cubicBezTo>
                  <a:pt x="27" y="3"/>
                  <a:pt x="28" y="4"/>
                  <a:pt x="28" y="5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1"/>
                  <a:pt x="27" y="32"/>
                  <a:pt x="26" y="32"/>
                </a:cubicBezTo>
                <a:cubicBezTo>
                  <a:pt x="18" y="32"/>
                  <a:pt x="10" y="32"/>
                  <a:pt x="3" y="32"/>
                </a:cubicBezTo>
                <a:cubicBezTo>
                  <a:pt x="1" y="32"/>
                  <a:pt x="0" y="31"/>
                  <a:pt x="0" y="30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1" y="3"/>
                  <a:pt x="3" y="3"/>
                </a:cubicBezTo>
                <a:cubicBezTo>
                  <a:pt x="4" y="3"/>
                  <a:pt x="4" y="3"/>
                  <a:pt x="4" y="3"/>
                </a:cubicBezTo>
                <a:cubicBezTo>
                  <a:pt x="4" y="4"/>
                  <a:pt x="4" y="5"/>
                  <a:pt x="4" y="6"/>
                </a:cubicBezTo>
                <a:cubicBezTo>
                  <a:pt x="4" y="6"/>
                  <a:pt x="4" y="7"/>
                  <a:pt x="5" y="7"/>
                </a:cubicBezTo>
                <a:cubicBezTo>
                  <a:pt x="5" y="7"/>
                  <a:pt x="6" y="7"/>
                  <a:pt x="6" y="7"/>
                </a:cubicBezTo>
                <a:cubicBezTo>
                  <a:pt x="6" y="7"/>
                  <a:pt x="7" y="6"/>
                  <a:pt x="7" y="6"/>
                </a:cubicBezTo>
                <a:cubicBezTo>
                  <a:pt x="7" y="5"/>
                  <a:pt x="7" y="4"/>
                  <a:pt x="7" y="3"/>
                </a:cubicBezTo>
                <a:cubicBezTo>
                  <a:pt x="21" y="3"/>
                  <a:pt x="21" y="3"/>
                  <a:pt x="21" y="3"/>
                </a:cubicBezTo>
                <a:cubicBezTo>
                  <a:pt x="21" y="4"/>
                  <a:pt x="21" y="5"/>
                  <a:pt x="21" y="6"/>
                </a:cubicBezTo>
                <a:cubicBezTo>
                  <a:pt x="21" y="6"/>
                  <a:pt x="22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4" y="7"/>
                  <a:pt x="25" y="6"/>
                  <a:pt x="25" y="6"/>
                </a:cubicBezTo>
                <a:cubicBezTo>
                  <a:pt x="25" y="5"/>
                  <a:pt x="25" y="4"/>
                  <a:pt x="25" y="3"/>
                </a:cubicBezTo>
                <a:lnTo>
                  <a:pt x="26" y="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8" name="Freeform 266">
            <a:extLst>
              <a:ext uri="{FF2B5EF4-FFF2-40B4-BE49-F238E27FC236}">
                <a16:creationId xmlns:a16="http://schemas.microsoft.com/office/drawing/2014/main" id="{5C044DE2-D5BE-96C5-73E9-910286B4E949}"/>
              </a:ext>
            </a:extLst>
          </p:cNvPr>
          <p:cNvSpPr>
            <a:spLocks noEditPoints="1"/>
          </p:cNvSpPr>
          <p:nvPr/>
        </p:nvSpPr>
        <p:spPr bwMode="auto">
          <a:xfrm>
            <a:off x="7496088" y="3081693"/>
            <a:ext cx="296804" cy="363767"/>
          </a:xfrm>
          <a:custGeom>
            <a:avLst/>
            <a:gdLst>
              <a:gd name="T0" fmla="*/ 8 w 31"/>
              <a:gd name="T1" fmla="*/ 2 h 38"/>
              <a:gd name="T2" fmla="*/ 22 w 31"/>
              <a:gd name="T3" fmla="*/ 28 h 38"/>
              <a:gd name="T4" fmla="*/ 26 w 31"/>
              <a:gd name="T5" fmla="*/ 25 h 38"/>
              <a:gd name="T6" fmla="*/ 20 w 31"/>
              <a:gd name="T7" fmla="*/ 35 h 38"/>
              <a:gd name="T8" fmla="*/ 20 w 31"/>
              <a:gd name="T9" fmla="*/ 30 h 38"/>
              <a:gd name="T10" fmla="*/ 18 w 31"/>
              <a:gd name="T11" fmla="*/ 26 h 38"/>
              <a:gd name="T12" fmla="*/ 16 w 31"/>
              <a:gd name="T13" fmla="*/ 24 h 38"/>
              <a:gd name="T14" fmla="*/ 24 w 31"/>
              <a:gd name="T15" fmla="*/ 35 h 38"/>
              <a:gd name="T16" fmla="*/ 12 w 31"/>
              <a:gd name="T17" fmla="*/ 29 h 38"/>
              <a:gd name="T18" fmla="*/ 15 w 31"/>
              <a:gd name="T19" fmla="*/ 22 h 38"/>
              <a:gd name="T20" fmla="*/ 17 w 31"/>
              <a:gd name="T21" fmla="*/ 29 h 38"/>
              <a:gd name="T22" fmla="*/ 25 w 31"/>
              <a:gd name="T23" fmla="*/ 29 h 38"/>
              <a:gd name="T24" fmla="*/ 21 w 31"/>
              <a:gd name="T25" fmla="*/ 33 h 38"/>
              <a:gd name="T26" fmla="*/ 22 w 31"/>
              <a:gd name="T27" fmla="*/ 25 h 38"/>
              <a:gd name="T28" fmla="*/ 10 w 31"/>
              <a:gd name="T29" fmla="*/ 7 h 38"/>
              <a:gd name="T30" fmla="*/ 11 w 31"/>
              <a:gd name="T31" fmla="*/ 2 h 38"/>
              <a:gd name="T32" fmla="*/ 17 w 31"/>
              <a:gd name="T33" fmla="*/ 5 h 38"/>
              <a:gd name="T34" fmla="*/ 10 w 31"/>
              <a:gd name="T35" fmla="*/ 2 h 38"/>
              <a:gd name="T36" fmla="*/ 19 w 31"/>
              <a:gd name="T37" fmla="*/ 5 h 38"/>
              <a:gd name="T38" fmla="*/ 10 w 31"/>
              <a:gd name="T39" fmla="*/ 26 h 38"/>
              <a:gd name="T40" fmla="*/ 7 w 31"/>
              <a:gd name="T41" fmla="*/ 22 h 38"/>
              <a:gd name="T42" fmla="*/ 7 w 31"/>
              <a:gd name="T43" fmla="*/ 22 h 38"/>
              <a:gd name="T44" fmla="*/ 7 w 31"/>
              <a:gd name="T45" fmla="*/ 22 h 38"/>
              <a:gd name="T46" fmla="*/ 7 w 31"/>
              <a:gd name="T47" fmla="*/ 22 h 38"/>
              <a:gd name="T48" fmla="*/ 7 w 31"/>
              <a:gd name="T49" fmla="*/ 22 h 38"/>
              <a:gd name="T50" fmla="*/ 7 w 31"/>
              <a:gd name="T51" fmla="*/ 22 h 38"/>
              <a:gd name="T52" fmla="*/ 6 w 31"/>
              <a:gd name="T53" fmla="*/ 22 h 38"/>
              <a:gd name="T54" fmla="*/ 6 w 31"/>
              <a:gd name="T55" fmla="*/ 22 h 38"/>
              <a:gd name="T56" fmla="*/ 6 w 31"/>
              <a:gd name="T57" fmla="*/ 22 h 38"/>
              <a:gd name="T58" fmla="*/ 6 w 31"/>
              <a:gd name="T59" fmla="*/ 22 h 38"/>
              <a:gd name="T60" fmla="*/ 6 w 31"/>
              <a:gd name="T61" fmla="*/ 22 h 38"/>
              <a:gd name="T62" fmla="*/ 6 w 31"/>
              <a:gd name="T63" fmla="*/ 22 h 38"/>
              <a:gd name="T64" fmla="*/ 6 w 31"/>
              <a:gd name="T65" fmla="*/ 21 h 38"/>
              <a:gd name="T66" fmla="*/ 6 w 31"/>
              <a:gd name="T67" fmla="*/ 21 h 38"/>
              <a:gd name="T68" fmla="*/ 6 w 31"/>
              <a:gd name="T69" fmla="*/ 21 h 38"/>
              <a:gd name="T70" fmla="*/ 6 w 31"/>
              <a:gd name="T71" fmla="*/ 21 h 38"/>
              <a:gd name="T72" fmla="*/ 6 w 31"/>
              <a:gd name="T73" fmla="*/ 21 h 38"/>
              <a:gd name="T74" fmla="*/ 6 w 31"/>
              <a:gd name="T75" fmla="*/ 21 h 38"/>
              <a:gd name="T76" fmla="*/ 6 w 31"/>
              <a:gd name="T77" fmla="*/ 21 h 38"/>
              <a:gd name="T78" fmla="*/ 6 w 31"/>
              <a:gd name="T79" fmla="*/ 21 h 38"/>
              <a:gd name="T80" fmla="*/ 6 w 31"/>
              <a:gd name="T81" fmla="*/ 21 h 38"/>
              <a:gd name="T82" fmla="*/ 6 w 31"/>
              <a:gd name="T83" fmla="*/ 21 h 38"/>
              <a:gd name="T84" fmla="*/ 6 w 31"/>
              <a:gd name="T85" fmla="*/ 21 h 38"/>
              <a:gd name="T86" fmla="*/ 6 w 31"/>
              <a:gd name="T87" fmla="*/ 21 h 38"/>
              <a:gd name="T88" fmla="*/ 6 w 31"/>
              <a:gd name="T89" fmla="*/ 21 h 38"/>
              <a:gd name="T90" fmla="*/ 6 w 31"/>
              <a:gd name="T91" fmla="*/ 21 h 38"/>
              <a:gd name="T92" fmla="*/ 6 w 31"/>
              <a:gd name="T93" fmla="*/ 21 h 38"/>
              <a:gd name="T94" fmla="*/ 6 w 31"/>
              <a:gd name="T95" fmla="*/ 21 h 38"/>
              <a:gd name="T96" fmla="*/ 6 w 31"/>
              <a:gd name="T97" fmla="*/ 21 h 38"/>
              <a:gd name="T98" fmla="*/ 6 w 31"/>
              <a:gd name="T99" fmla="*/ 21 h 38"/>
              <a:gd name="T100" fmla="*/ 7 w 31"/>
              <a:gd name="T101" fmla="*/ 20 h 38"/>
              <a:gd name="T102" fmla="*/ 7 w 31"/>
              <a:gd name="T103" fmla="*/ 20 h 38"/>
              <a:gd name="T104" fmla="*/ 7 w 31"/>
              <a:gd name="T105" fmla="*/ 20 h 38"/>
              <a:gd name="T106" fmla="*/ 6 w 31"/>
              <a:gd name="T107" fmla="*/ 21 h 38"/>
              <a:gd name="T108" fmla="*/ 7 w 31"/>
              <a:gd name="T109" fmla="*/ 18 h 38"/>
              <a:gd name="T110" fmla="*/ 20 w 31"/>
              <a:gd name="T111" fmla="*/ 13 h 38"/>
              <a:gd name="T112" fmla="*/ 20 w 31"/>
              <a:gd name="T113" fmla="*/ 9 h 38"/>
              <a:gd name="T114" fmla="*/ 7 w 31"/>
              <a:gd name="T115" fmla="*/ 9 h 38"/>
              <a:gd name="T116" fmla="*/ 16 w 31"/>
              <a:gd name="T11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1" h="38">
                <a:moveTo>
                  <a:pt x="2" y="34"/>
                </a:moveTo>
                <a:cubicBezTo>
                  <a:pt x="11" y="34"/>
                  <a:pt x="11" y="34"/>
                  <a:pt x="11" y="34"/>
                </a:cubicBezTo>
                <a:cubicBezTo>
                  <a:pt x="11" y="33"/>
                  <a:pt x="10" y="32"/>
                  <a:pt x="10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5"/>
                  <a:pt x="4" y="5"/>
                  <a:pt x="4" y="5"/>
                </a:cubicBezTo>
                <a:cubicBezTo>
                  <a:pt x="8" y="5"/>
                  <a:pt x="8" y="5"/>
                  <a:pt x="8" y="5"/>
                </a:cubicBezTo>
                <a:cubicBezTo>
                  <a:pt x="8" y="2"/>
                  <a:pt x="8" y="2"/>
                  <a:pt x="8" y="2"/>
                </a:cubicBezTo>
                <a:cubicBezTo>
                  <a:pt x="2" y="2"/>
                  <a:pt x="2" y="2"/>
                  <a:pt x="2" y="2"/>
                </a:cubicBezTo>
                <a:cubicBezTo>
                  <a:pt x="1" y="2"/>
                  <a:pt x="0" y="2"/>
                  <a:pt x="0" y="3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4"/>
                  <a:pt x="1" y="34"/>
                  <a:pt x="2" y="34"/>
                </a:cubicBezTo>
                <a:close/>
                <a:moveTo>
                  <a:pt x="22" y="28"/>
                </a:move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2" y="28"/>
                  <a:pt x="22" y="28"/>
                  <a:pt x="22" y="28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4"/>
                  <a:pt x="26" y="24"/>
                  <a:pt x="26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2" y="29"/>
                  <a:pt x="22" y="29"/>
                  <a:pt x="22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3" y="29"/>
                  <a:pt x="23" y="29"/>
                  <a:pt x="23" y="30"/>
                </a:cubicBezTo>
                <a:cubicBezTo>
                  <a:pt x="23" y="30"/>
                  <a:pt x="23" y="30"/>
                  <a:pt x="22" y="30"/>
                </a:cubicBezTo>
                <a:cubicBezTo>
                  <a:pt x="22" y="30"/>
                  <a:pt x="22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0" y="35"/>
                  <a:pt x="20" y="35"/>
                  <a:pt x="20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19" y="35"/>
                  <a:pt x="19" y="35"/>
                  <a:pt x="19" y="35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0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21" y="29"/>
                  <a:pt x="21" y="29"/>
                  <a:pt x="21" y="29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27"/>
                  <a:pt x="17" y="27"/>
                  <a:pt x="17" y="26"/>
                </a:cubicBezTo>
                <a:cubicBezTo>
                  <a:pt x="17" y="26"/>
                  <a:pt x="17" y="26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21" y="28"/>
                  <a:pt x="21" y="28"/>
                  <a:pt x="21" y="28"/>
                </a:cubicBezTo>
                <a:cubicBezTo>
                  <a:pt x="22" y="28"/>
                  <a:pt x="22" y="28"/>
                  <a:pt x="22" y="28"/>
                </a:cubicBezTo>
                <a:close/>
                <a:moveTo>
                  <a:pt x="26" y="24"/>
                </a:moveTo>
                <a:cubicBezTo>
                  <a:pt x="26" y="23"/>
                  <a:pt x="25" y="23"/>
                  <a:pt x="24" y="22"/>
                </a:cubicBezTo>
                <a:cubicBezTo>
                  <a:pt x="23" y="22"/>
                  <a:pt x="22" y="22"/>
                  <a:pt x="21" y="22"/>
                </a:cubicBezTo>
                <a:cubicBezTo>
                  <a:pt x="20" y="22"/>
                  <a:pt x="20" y="22"/>
                  <a:pt x="19" y="22"/>
                </a:cubicBezTo>
                <a:cubicBezTo>
                  <a:pt x="18" y="23"/>
                  <a:pt x="17" y="23"/>
                  <a:pt x="16" y="24"/>
                </a:cubicBezTo>
                <a:cubicBezTo>
                  <a:pt x="16" y="25"/>
                  <a:pt x="15" y="25"/>
                  <a:pt x="15" y="26"/>
                </a:cubicBezTo>
                <a:cubicBezTo>
                  <a:pt x="15" y="27"/>
                  <a:pt x="14" y="28"/>
                  <a:pt x="14" y="29"/>
                </a:cubicBezTo>
                <a:cubicBezTo>
                  <a:pt x="14" y="30"/>
                  <a:pt x="15" y="31"/>
                  <a:pt x="15" y="32"/>
                </a:cubicBezTo>
                <a:cubicBezTo>
                  <a:pt x="15" y="33"/>
                  <a:pt x="16" y="33"/>
                  <a:pt x="16" y="34"/>
                </a:cubicBezTo>
                <a:cubicBezTo>
                  <a:pt x="17" y="35"/>
                  <a:pt x="18" y="35"/>
                  <a:pt x="19" y="35"/>
                </a:cubicBezTo>
                <a:cubicBezTo>
                  <a:pt x="20" y="36"/>
                  <a:pt x="20" y="36"/>
                  <a:pt x="21" y="36"/>
                </a:cubicBezTo>
                <a:cubicBezTo>
                  <a:pt x="22" y="36"/>
                  <a:pt x="23" y="36"/>
                  <a:pt x="24" y="35"/>
                </a:cubicBezTo>
                <a:cubicBezTo>
                  <a:pt x="25" y="35"/>
                  <a:pt x="26" y="35"/>
                  <a:pt x="26" y="34"/>
                </a:cubicBezTo>
                <a:cubicBezTo>
                  <a:pt x="27" y="33"/>
                  <a:pt x="28" y="33"/>
                  <a:pt x="28" y="32"/>
                </a:cubicBezTo>
                <a:cubicBezTo>
                  <a:pt x="28" y="31"/>
                  <a:pt x="28" y="30"/>
                  <a:pt x="28" y="29"/>
                </a:cubicBezTo>
                <a:cubicBezTo>
                  <a:pt x="28" y="28"/>
                  <a:pt x="28" y="27"/>
                  <a:pt x="28" y="26"/>
                </a:cubicBezTo>
                <a:cubicBezTo>
                  <a:pt x="28" y="25"/>
                  <a:pt x="27" y="25"/>
                  <a:pt x="26" y="24"/>
                </a:cubicBezTo>
                <a:close/>
                <a:moveTo>
                  <a:pt x="15" y="22"/>
                </a:moveTo>
                <a:cubicBezTo>
                  <a:pt x="13" y="24"/>
                  <a:pt x="12" y="26"/>
                  <a:pt x="12" y="29"/>
                </a:cubicBezTo>
                <a:cubicBezTo>
                  <a:pt x="12" y="32"/>
                  <a:pt x="13" y="34"/>
                  <a:pt x="15" y="35"/>
                </a:cubicBezTo>
                <a:cubicBezTo>
                  <a:pt x="17" y="37"/>
                  <a:pt x="19" y="38"/>
                  <a:pt x="21" y="38"/>
                </a:cubicBezTo>
                <a:cubicBezTo>
                  <a:pt x="24" y="38"/>
                  <a:pt x="26" y="37"/>
                  <a:pt x="28" y="35"/>
                </a:cubicBezTo>
                <a:cubicBezTo>
                  <a:pt x="30" y="34"/>
                  <a:pt x="31" y="32"/>
                  <a:pt x="31" y="29"/>
                </a:cubicBezTo>
                <a:cubicBezTo>
                  <a:pt x="31" y="26"/>
                  <a:pt x="30" y="24"/>
                  <a:pt x="28" y="22"/>
                </a:cubicBezTo>
                <a:cubicBezTo>
                  <a:pt x="26" y="21"/>
                  <a:pt x="24" y="20"/>
                  <a:pt x="21" y="20"/>
                </a:cubicBezTo>
                <a:cubicBezTo>
                  <a:pt x="19" y="20"/>
                  <a:pt x="17" y="21"/>
                  <a:pt x="15" y="22"/>
                </a:cubicBezTo>
                <a:close/>
                <a:moveTo>
                  <a:pt x="17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5" y="29"/>
                  <a:pt x="15" y="29"/>
                  <a:pt x="15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9"/>
                  <a:pt x="18" y="29"/>
                  <a:pt x="17" y="29"/>
                </a:cubicBezTo>
                <a:close/>
                <a:moveTo>
                  <a:pt x="25" y="29"/>
                </a:moveTo>
                <a:cubicBezTo>
                  <a:pt x="27" y="29"/>
                  <a:pt x="27" y="29"/>
                  <a:pt x="27" y="29"/>
                </a:cubicBezTo>
                <a:cubicBezTo>
                  <a:pt x="28" y="29"/>
                  <a:pt x="28" y="29"/>
                  <a:pt x="28" y="29"/>
                </a:cubicBezTo>
                <a:cubicBezTo>
                  <a:pt x="28" y="29"/>
                  <a:pt x="28" y="29"/>
                  <a:pt x="27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29"/>
                  <a:pt x="25" y="29"/>
                  <a:pt x="25" y="29"/>
                </a:cubicBezTo>
                <a:close/>
                <a:moveTo>
                  <a:pt x="21" y="33"/>
                </a:moveTo>
                <a:cubicBezTo>
                  <a:pt x="21" y="35"/>
                  <a:pt x="21" y="35"/>
                  <a:pt x="21" y="35"/>
                </a:cubicBezTo>
                <a:cubicBezTo>
                  <a:pt x="21" y="35"/>
                  <a:pt x="21" y="35"/>
                  <a:pt x="21" y="35"/>
                </a:cubicBezTo>
                <a:cubicBezTo>
                  <a:pt x="22" y="35"/>
                  <a:pt x="22" y="35"/>
                  <a:pt x="22" y="35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33"/>
                  <a:pt x="22" y="33"/>
                  <a:pt x="21" y="33"/>
                </a:cubicBezTo>
                <a:cubicBezTo>
                  <a:pt x="21" y="33"/>
                  <a:pt x="21" y="33"/>
                  <a:pt x="21" y="33"/>
                </a:cubicBezTo>
                <a:close/>
                <a:moveTo>
                  <a:pt x="22" y="25"/>
                </a:moveTo>
                <a:cubicBezTo>
                  <a:pt x="22" y="23"/>
                  <a:pt x="22" y="23"/>
                  <a:pt x="22" y="23"/>
                </a:cubicBezTo>
                <a:cubicBezTo>
                  <a:pt x="22" y="23"/>
                  <a:pt x="22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2" y="25"/>
                  <a:pt x="22" y="25"/>
                  <a:pt x="22" y="25"/>
                </a:cubicBezTo>
                <a:close/>
                <a:moveTo>
                  <a:pt x="17" y="0"/>
                </a:moveTo>
                <a:cubicBezTo>
                  <a:pt x="17" y="0"/>
                  <a:pt x="17" y="0"/>
                  <a:pt x="18" y="1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7" y="7"/>
                  <a:pt x="17" y="7"/>
                  <a:pt x="17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9" y="7"/>
                  <a:pt x="9" y="7"/>
                  <a:pt x="9" y="6"/>
                </a:cubicBezTo>
                <a:cubicBezTo>
                  <a:pt x="9" y="6"/>
                  <a:pt x="8" y="6"/>
                  <a:pt x="8" y="6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9" y="1"/>
                  <a:pt x="9" y="1"/>
                </a:cubicBezTo>
                <a:cubicBezTo>
                  <a:pt x="9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lose/>
                <a:moveTo>
                  <a:pt x="11" y="2"/>
                </a:moveTo>
                <a:cubicBezTo>
                  <a:pt x="16" y="2"/>
                  <a:pt x="16" y="2"/>
                  <a:pt x="16" y="2"/>
                </a:cubicBezTo>
                <a:cubicBezTo>
                  <a:pt x="16" y="2"/>
                  <a:pt x="16" y="2"/>
                  <a:pt x="17" y="2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2"/>
                  <a:pt x="17" y="3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5"/>
                  <a:pt x="17" y="5"/>
                </a:cubicBezTo>
                <a:cubicBezTo>
                  <a:pt x="17" y="5"/>
                  <a:pt x="17" y="5"/>
                  <a:pt x="17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0" y="5"/>
                  <a:pt x="9" y="4"/>
                  <a:pt x="9" y="4"/>
                </a:cubicBezTo>
                <a:cubicBezTo>
                  <a:pt x="9" y="3"/>
                  <a:pt x="9" y="3"/>
                  <a:pt x="9" y="3"/>
                </a:cubicBezTo>
                <a:cubicBezTo>
                  <a:pt x="9" y="2"/>
                  <a:pt x="10" y="2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2"/>
                  <a:pt x="10" y="2"/>
                  <a:pt x="11" y="2"/>
                </a:cubicBezTo>
                <a:close/>
                <a:moveTo>
                  <a:pt x="26" y="18"/>
                </a:moveTo>
                <a:cubicBezTo>
                  <a:pt x="26" y="3"/>
                  <a:pt x="26" y="3"/>
                  <a:pt x="26" y="3"/>
                </a:cubicBezTo>
                <a:cubicBezTo>
                  <a:pt x="26" y="2"/>
                  <a:pt x="25" y="2"/>
                  <a:pt x="24" y="2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5"/>
                  <a:pt x="19" y="5"/>
                  <a:pt x="19" y="5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7"/>
                  <a:pt x="23" y="7"/>
                  <a:pt x="23" y="7"/>
                </a:cubicBezTo>
                <a:cubicBezTo>
                  <a:pt x="23" y="18"/>
                  <a:pt x="23" y="18"/>
                  <a:pt x="23" y="18"/>
                </a:cubicBezTo>
                <a:cubicBezTo>
                  <a:pt x="24" y="18"/>
                  <a:pt x="25" y="18"/>
                  <a:pt x="26" y="18"/>
                </a:cubicBezTo>
                <a:close/>
                <a:moveTo>
                  <a:pt x="7" y="24"/>
                </a:moveTo>
                <a:cubicBezTo>
                  <a:pt x="11" y="24"/>
                  <a:pt x="11" y="24"/>
                  <a:pt x="11" y="24"/>
                </a:cubicBezTo>
                <a:cubicBezTo>
                  <a:pt x="11" y="25"/>
                  <a:pt x="11" y="25"/>
                  <a:pt x="10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6" y="26"/>
                  <a:pt x="6" y="25"/>
                  <a:pt x="6" y="25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6" y="24"/>
                  <a:pt x="7" y="24"/>
                </a:cubicBezTo>
                <a:close/>
                <a:moveTo>
                  <a:pt x="12" y="22"/>
                </a:move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14" y="20"/>
                  <a:pt x="14" y="20"/>
                  <a:pt x="14" y="20"/>
                </a:cubicBezTo>
                <a:cubicBezTo>
                  <a:pt x="13" y="21"/>
                  <a:pt x="13" y="21"/>
                  <a:pt x="12" y="22"/>
                </a:cubicBezTo>
                <a:close/>
                <a:moveTo>
                  <a:pt x="6" y="21"/>
                </a:moveTo>
                <a:cubicBezTo>
                  <a:pt x="6" y="21"/>
                  <a:pt x="6" y="21"/>
                  <a:pt x="6" y="21"/>
                </a:cubicBezTo>
                <a:close/>
                <a:moveTo>
                  <a:pt x="7" y="17"/>
                </a:move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7"/>
                  <a:pt x="20" y="17"/>
                  <a:pt x="20" y="18"/>
                </a:cubicBezTo>
                <a:cubicBezTo>
                  <a:pt x="20" y="18"/>
                  <a:pt x="19" y="18"/>
                  <a:pt x="18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6" y="18"/>
                  <a:pt x="6" y="18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7" y="17"/>
                </a:cubicBezTo>
                <a:close/>
                <a:moveTo>
                  <a:pt x="7" y="13"/>
                </a:move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4"/>
                  <a:pt x="20" y="14"/>
                  <a:pt x="20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6" y="14"/>
                  <a:pt x="6" y="14"/>
                  <a:pt x="6" y="13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3"/>
                  <a:pt x="7" y="13"/>
                </a:cubicBezTo>
                <a:close/>
                <a:moveTo>
                  <a:pt x="7" y="9"/>
                </a:moveTo>
                <a:cubicBezTo>
                  <a:pt x="20" y="9"/>
                  <a:pt x="20" y="9"/>
                  <a:pt x="20" y="9"/>
                </a:cubicBezTo>
                <a:cubicBezTo>
                  <a:pt x="20" y="9"/>
                  <a:pt x="20" y="9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6" y="9"/>
                  <a:pt x="6" y="9"/>
                  <a:pt x="7" y="9"/>
                </a:cubicBezTo>
                <a:close/>
                <a:moveTo>
                  <a:pt x="10" y="5"/>
                </a:moveTo>
                <a:cubicBezTo>
                  <a:pt x="10" y="3"/>
                  <a:pt x="10" y="3"/>
                  <a:pt x="10" y="3"/>
                </a:cubicBezTo>
                <a:cubicBezTo>
                  <a:pt x="10" y="3"/>
                  <a:pt x="10" y="3"/>
                  <a:pt x="10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2"/>
                  <a:pt x="10" y="2"/>
                  <a:pt x="11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6" y="2"/>
                  <a:pt x="16" y="2"/>
                  <a:pt x="16" y="2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5"/>
                  <a:pt x="16" y="5"/>
                  <a:pt x="16" y="5"/>
                </a:cubicBezTo>
                <a:lnTo>
                  <a:pt x="10" y="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0" name="Freeform 267">
            <a:extLst>
              <a:ext uri="{FF2B5EF4-FFF2-40B4-BE49-F238E27FC236}">
                <a16:creationId xmlns:a16="http://schemas.microsoft.com/office/drawing/2014/main" id="{7F716CAC-3136-3FEE-58DE-2A854D817840}"/>
              </a:ext>
            </a:extLst>
          </p:cNvPr>
          <p:cNvSpPr>
            <a:spLocks noEditPoints="1"/>
          </p:cNvSpPr>
          <p:nvPr/>
        </p:nvSpPr>
        <p:spPr bwMode="auto">
          <a:xfrm>
            <a:off x="8089695" y="2486275"/>
            <a:ext cx="307663" cy="345668"/>
          </a:xfrm>
          <a:custGeom>
            <a:avLst/>
            <a:gdLst>
              <a:gd name="T0" fmla="*/ 30 w 32"/>
              <a:gd name="T1" fmla="*/ 9 h 36"/>
              <a:gd name="T2" fmla="*/ 22 w 32"/>
              <a:gd name="T3" fmla="*/ 3 h 36"/>
              <a:gd name="T4" fmla="*/ 30 w 32"/>
              <a:gd name="T5" fmla="*/ 2 h 36"/>
              <a:gd name="T6" fmla="*/ 27 w 32"/>
              <a:gd name="T7" fmla="*/ 18 h 36"/>
              <a:gd name="T8" fmla="*/ 5 w 32"/>
              <a:gd name="T9" fmla="*/ 18 h 36"/>
              <a:gd name="T10" fmla="*/ 3 w 32"/>
              <a:gd name="T11" fmla="*/ 2 h 36"/>
              <a:gd name="T12" fmla="*/ 11 w 32"/>
              <a:gd name="T13" fmla="*/ 3 h 36"/>
              <a:gd name="T14" fmla="*/ 2 w 32"/>
              <a:gd name="T15" fmla="*/ 9 h 36"/>
              <a:gd name="T16" fmla="*/ 16 w 32"/>
              <a:gd name="T17" fmla="*/ 16 h 36"/>
              <a:gd name="T18" fmla="*/ 17 w 32"/>
              <a:gd name="T19" fmla="*/ 16 h 36"/>
              <a:gd name="T20" fmla="*/ 17 w 32"/>
              <a:gd name="T21" fmla="*/ 16 h 36"/>
              <a:gd name="T22" fmla="*/ 23 w 32"/>
              <a:gd name="T23" fmla="*/ 11 h 36"/>
              <a:gd name="T24" fmla="*/ 23 w 32"/>
              <a:gd name="T25" fmla="*/ 12 h 36"/>
              <a:gd name="T26" fmla="*/ 17 w 32"/>
              <a:gd name="T27" fmla="*/ 18 h 36"/>
              <a:gd name="T28" fmla="*/ 18 w 32"/>
              <a:gd name="T29" fmla="*/ 19 h 36"/>
              <a:gd name="T30" fmla="*/ 17 w 32"/>
              <a:gd name="T31" fmla="*/ 20 h 36"/>
              <a:gd name="T32" fmla="*/ 13 w 32"/>
              <a:gd name="T33" fmla="*/ 27 h 36"/>
              <a:gd name="T34" fmla="*/ 13 w 32"/>
              <a:gd name="T35" fmla="*/ 27 h 36"/>
              <a:gd name="T36" fmla="*/ 15 w 32"/>
              <a:gd name="T37" fmla="*/ 20 h 36"/>
              <a:gd name="T38" fmla="*/ 14 w 32"/>
              <a:gd name="T39" fmla="*/ 20 h 36"/>
              <a:gd name="T40" fmla="*/ 14 w 32"/>
              <a:gd name="T41" fmla="*/ 19 h 36"/>
              <a:gd name="T42" fmla="*/ 10 w 32"/>
              <a:gd name="T43" fmla="*/ 15 h 36"/>
              <a:gd name="T44" fmla="*/ 10 w 32"/>
              <a:gd name="T45" fmla="*/ 14 h 36"/>
              <a:gd name="T46" fmla="*/ 11 w 32"/>
              <a:gd name="T47" fmla="*/ 14 h 36"/>
              <a:gd name="T48" fmla="*/ 16 w 32"/>
              <a:gd name="T49" fmla="*/ 16 h 36"/>
              <a:gd name="T50" fmla="*/ 25 w 32"/>
              <a:gd name="T51" fmla="*/ 34 h 36"/>
              <a:gd name="T52" fmla="*/ 28 w 32"/>
              <a:gd name="T53" fmla="*/ 31 h 36"/>
              <a:gd name="T54" fmla="*/ 31 w 32"/>
              <a:gd name="T55" fmla="*/ 18 h 36"/>
              <a:gd name="T56" fmla="*/ 19 w 32"/>
              <a:gd name="T57" fmla="*/ 4 h 36"/>
              <a:gd name="T58" fmla="*/ 18 w 32"/>
              <a:gd name="T59" fmla="*/ 4 h 36"/>
              <a:gd name="T60" fmla="*/ 18 w 32"/>
              <a:gd name="T61" fmla="*/ 4 h 36"/>
              <a:gd name="T62" fmla="*/ 17 w 32"/>
              <a:gd name="T63" fmla="*/ 4 h 36"/>
              <a:gd name="T64" fmla="*/ 17 w 32"/>
              <a:gd name="T65" fmla="*/ 4 h 36"/>
              <a:gd name="T66" fmla="*/ 17 w 32"/>
              <a:gd name="T67" fmla="*/ 4 h 36"/>
              <a:gd name="T68" fmla="*/ 16 w 32"/>
              <a:gd name="T69" fmla="*/ 4 h 36"/>
              <a:gd name="T70" fmla="*/ 16 w 32"/>
              <a:gd name="T71" fmla="*/ 4 h 36"/>
              <a:gd name="T72" fmla="*/ 16 w 32"/>
              <a:gd name="T73" fmla="*/ 4 h 36"/>
              <a:gd name="T74" fmla="*/ 15 w 32"/>
              <a:gd name="T75" fmla="*/ 4 h 36"/>
              <a:gd name="T76" fmla="*/ 15 w 32"/>
              <a:gd name="T77" fmla="*/ 4 h 36"/>
              <a:gd name="T78" fmla="*/ 14 w 32"/>
              <a:gd name="T79" fmla="*/ 4 h 36"/>
              <a:gd name="T80" fmla="*/ 14 w 32"/>
              <a:gd name="T81" fmla="*/ 4 h 36"/>
              <a:gd name="T82" fmla="*/ 2 w 32"/>
              <a:gd name="T83" fmla="*/ 18 h 36"/>
              <a:gd name="T84" fmla="*/ 5 w 32"/>
              <a:gd name="T85" fmla="*/ 31 h 36"/>
              <a:gd name="T86" fmla="*/ 8 w 32"/>
              <a:gd name="T87" fmla="*/ 34 h 36"/>
              <a:gd name="T88" fmla="*/ 16 w 32"/>
              <a:gd name="T89" fmla="*/ 33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" h="36">
                <a:moveTo>
                  <a:pt x="30" y="2"/>
                </a:moveTo>
                <a:cubicBezTo>
                  <a:pt x="32" y="4"/>
                  <a:pt x="32" y="7"/>
                  <a:pt x="30" y="9"/>
                </a:cubicBezTo>
                <a:cubicBezTo>
                  <a:pt x="30" y="9"/>
                  <a:pt x="30" y="10"/>
                  <a:pt x="30" y="10"/>
                </a:cubicBezTo>
                <a:cubicBezTo>
                  <a:pt x="28" y="7"/>
                  <a:pt x="25" y="5"/>
                  <a:pt x="22" y="3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"/>
                  <a:pt x="27" y="0"/>
                  <a:pt x="30" y="2"/>
                </a:cubicBezTo>
                <a:close/>
                <a:moveTo>
                  <a:pt x="16" y="29"/>
                </a:moveTo>
                <a:cubicBezTo>
                  <a:pt x="22" y="29"/>
                  <a:pt x="27" y="24"/>
                  <a:pt x="27" y="18"/>
                </a:cubicBezTo>
                <a:cubicBezTo>
                  <a:pt x="27" y="12"/>
                  <a:pt x="22" y="7"/>
                  <a:pt x="16" y="7"/>
                </a:cubicBezTo>
                <a:cubicBezTo>
                  <a:pt x="10" y="7"/>
                  <a:pt x="5" y="12"/>
                  <a:pt x="5" y="18"/>
                </a:cubicBezTo>
                <a:cubicBezTo>
                  <a:pt x="5" y="24"/>
                  <a:pt x="10" y="29"/>
                  <a:pt x="16" y="29"/>
                </a:cubicBezTo>
                <a:close/>
                <a:moveTo>
                  <a:pt x="3" y="2"/>
                </a:moveTo>
                <a:cubicBezTo>
                  <a:pt x="5" y="0"/>
                  <a:pt x="9" y="1"/>
                  <a:pt x="10" y="3"/>
                </a:cubicBezTo>
                <a:cubicBezTo>
                  <a:pt x="10" y="3"/>
                  <a:pt x="11" y="3"/>
                  <a:pt x="11" y="3"/>
                </a:cubicBezTo>
                <a:cubicBezTo>
                  <a:pt x="7" y="5"/>
                  <a:pt x="5" y="7"/>
                  <a:pt x="3" y="10"/>
                </a:cubicBezTo>
                <a:cubicBezTo>
                  <a:pt x="3" y="10"/>
                  <a:pt x="2" y="9"/>
                  <a:pt x="2" y="9"/>
                </a:cubicBezTo>
                <a:cubicBezTo>
                  <a:pt x="0" y="7"/>
                  <a:pt x="1" y="4"/>
                  <a:pt x="3" y="2"/>
                </a:cubicBezTo>
                <a:close/>
                <a:moveTo>
                  <a:pt x="16" y="16"/>
                </a:moveTo>
                <a:cubicBezTo>
                  <a:pt x="16" y="16"/>
                  <a:pt x="16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22" y="11"/>
                  <a:pt x="22" y="11"/>
                  <a:pt x="22" y="11"/>
                </a:cubicBezTo>
                <a:cubicBezTo>
                  <a:pt x="22" y="11"/>
                  <a:pt x="22" y="11"/>
                  <a:pt x="23" y="11"/>
                </a:cubicBezTo>
                <a:cubicBezTo>
                  <a:pt x="23" y="11"/>
                  <a:pt x="23" y="11"/>
                  <a:pt x="23" y="11"/>
                </a:cubicBezTo>
                <a:cubicBezTo>
                  <a:pt x="23" y="11"/>
                  <a:pt x="23" y="12"/>
                  <a:pt x="23" y="12"/>
                </a:cubicBezTo>
                <a:cubicBezTo>
                  <a:pt x="23" y="12"/>
                  <a:pt x="23" y="12"/>
                  <a:pt x="23" y="12"/>
                </a:cubicBezTo>
                <a:cubicBezTo>
                  <a:pt x="17" y="18"/>
                  <a:pt x="17" y="18"/>
                  <a:pt x="17" y="18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0"/>
                  <a:pt x="18" y="20"/>
                  <a:pt x="18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6" y="19"/>
                  <a:pt x="16" y="19"/>
                  <a:pt x="16" y="19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20"/>
                  <a:pt x="14" y="20"/>
                </a:cubicBezTo>
                <a:cubicBezTo>
                  <a:pt x="14" y="20"/>
                  <a:pt x="14" y="20"/>
                  <a:pt x="14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5" y="18"/>
                  <a:pt x="15" y="18"/>
                  <a:pt x="15" y="18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10" y="15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11" y="13"/>
                  <a:pt x="11" y="13"/>
                </a:cubicBezTo>
                <a:cubicBezTo>
                  <a:pt x="11" y="13"/>
                  <a:pt x="11" y="13"/>
                  <a:pt x="11" y="14"/>
                </a:cubicBezTo>
                <a:cubicBezTo>
                  <a:pt x="16" y="17"/>
                  <a:pt x="16" y="17"/>
                  <a:pt x="16" y="17"/>
                </a:cubicBezTo>
                <a:cubicBezTo>
                  <a:pt x="16" y="16"/>
                  <a:pt x="16" y="16"/>
                  <a:pt x="16" y="16"/>
                </a:cubicBezTo>
                <a:close/>
                <a:moveTo>
                  <a:pt x="22" y="32"/>
                </a:moveTo>
                <a:cubicBezTo>
                  <a:pt x="23" y="32"/>
                  <a:pt x="24" y="34"/>
                  <a:pt x="25" y="34"/>
                </a:cubicBezTo>
                <a:cubicBezTo>
                  <a:pt x="27" y="36"/>
                  <a:pt x="28" y="34"/>
                  <a:pt x="28" y="34"/>
                </a:cubicBezTo>
                <a:cubicBezTo>
                  <a:pt x="29" y="33"/>
                  <a:pt x="29" y="32"/>
                  <a:pt x="28" y="31"/>
                </a:cubicBezTo>
                <a:cubicBezTo>
                  <a:pt x="26" y="29"/>
                  <a:pt x="26" y="29"/>
                  <a:pt x="26" y="29"/>
                </a:cubicBezTo>
                <a:cubicBezTo>
                  <a:pt x="29" y="26"/>
                  <a:pt x="31" y="23"/>
                  <a:pt x="31" y="18"/>
                </a:cubicBezTo>
                <a:cubicBezTo>
                  <a:pt x="31" y="11"/>
                  <a:pt x="26" y="5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8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7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5" y="4"/>
                  <a:pt x="15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7" y="5"/>
                  <a:pt x="2" y="11"/>
                  <a:pt x="2" y="18"/>
                </a:cubicBezTo>
                <a:cubicBezTo>
                  <a:pt x="2" y="23"/>
                  <a:pt x="4" y="26"/>
                  <a:pt x="7" y="29"/>
                </a:cubicBezTo>
                <a:cubicBezTo>
                  <a:pt x="5" y="31"/>
                  <a:pt x="5" y="31"/>
                  <a:pt x="5" y="31"/>
                </a:cubicBezTo>
                <a:cubicBezTo>
                  <a:pt x="4" y="32"/>
                  <a:pt x="4" y="34"/>
                  <a:pt x="5" y="34"/>
                </a:cubicBezTo>
                <a:cubicBezTo>
                  <a:pt x="5" y="35"/>
                  <a:pt x="7" y="35"/>
                  <a:pt x="8" y="34"/>
                </a:cubicBezTo>
                <a:cubicBezTo>
                  <a:pt x="8" y="34"/>
                  <a:pt x="10" y="32"/>
                  <a:pt x="10" y="32"/>
                </a:cubicBezTo>
                <a:cubicBezTo>
                  <a:pt x="12" y="32"/>
                  <a:pt x="14" y="33"/>
                  <a:pt x="16" y="33"/>
                </a:cubicBezTo>
                <a:cubicBezTo>
                  <a:pt x="19" y="33"/>
                  <a:pt x="21" y="32"/>
                  <a:pt x="22" y="3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2" name="Freeform 268">
            <a:extLst>
              <a:ext uri="{FF2B5EF4-FFF2-40B4-BE49-F238E27FC236}">
                <a16:creationId xmlns:a16="http://schemas.microsoft.com/office/drawing/2014/main" id="{4D04A1ED-A0A7-864F-8800-E72CA36D0B11}"/>
              </a:ext>
            </a:extLst>
          </p:cNvPr>
          <p:cNvSpPr>
            <a:spLocks noEditPoints="1"/>
          </p:cNvSpPr>
          <p:nvPr/>
        </p:nvSpPr>
        <p:spPr bwMode="auto">
          <a:xfrm>
            <a:off x="8771982" y="2515231"/>
            <a:ext cx="191837" cy="278706"/>
          </a:xfrm>
          <a:custGeom>
            <a:avLst/>
            <a:gdLst>
              <a:gd name="T0" fmla="*/ 5 w 20"/>
              <a:gd name="T1" fmla="*/ 24 h 29"/>
              <a:gd name="T2" fmla="*/ 14 w 20"/>
              <a:gd name="T3" fmla="*/ 24 h 29"/>
              <a:gd name="T4" fmla="*/ 14 w 20"/>
              <a:gd name="T5" fmla="*/ 24 h 29"/>
              <a:gd name="T6" fmla="*/ 15 w 20"/>
              <a:gd name="T7" fmla="*/ 24 h 29"/>
              <a:gd name="T8" fmla="*/ 15 w 20"/>
              <a:gd name="T9" fmla="*/ 23 h 29"/>
              <a:gd name="T10" fmla="*/ 10 w 20"/>
              <a:gd name="T11" fmla="*/ 17 h 29"/>
              <a:gd name="T12" fmla="*/ 5 w 20"/>
              <a:gd name="T13" fmla="*/ 23 h 29"/>
              <a:gd name="T14" fmla="*/ 5 w 20"/>
              <a:gd name="T15" fmla="*/ 24 h 29"/>
              <a:gd name="T16" fmla="*/ 5 w 20"/>
              <a:gd name="T17" fmla="*/ 24 h 29"/>
              <a:gd name="T18" fmla="*/ 5 w 20"/>
              <a:gd name="T19" fmla="*/ 24 h 29"/>
              <a:gd name="T20" fmla="*/ 18 w 20"/>
              <a:gd name="T21" fmla="*/ 5 h 29"/>
              <a:gd name="T22" fmla="*/ 20 w 20"/>
              <a:gd name="T23" fmla="*/ 3 h 29"/>
              <a:gd name="T24" fmla="*/ 20 w 20"/>
              <a:gd name="T25" fmla="*/ 2 h 29"/>
              <a:gd name="T26" fmla="*/ 18 w 20"/>
              <a:gd name="T27" fmla="*/ 0 h 29"/>
              <a:gd name="T28" fmla="*/ 2 w 20"/>
              <a:gd name="T29" fmla="*/ 0 h 29"/>
              <a:gd name="T30" fmla="*/ 0 w 20"/>
              <a:gd name="T31" fmla="*/ 2 h 29"/>
              <a:gd name="T32" fmla="*/ 0 w 20"/>
              <a:gd name="T33" fmla="*/ 3 h 29"/>
              <a:gd name="T34" fmla="*/ 2 w 20"/>
              <a:gd name="T35" fmla="*/ 5 h 29"/>
              <a:gd name="T36" fmla="*/ 18 w 20"/>
              <a:gd name="T37" fmla="*/ 5 h 29"/>
              <a:gd name="T38" fmla="*/ 16 w 20"/>
              <a:gd name="T39" fmla="*/ 6 h 29"/>
              <a:gd name="T40" fmla="*/ 18 w 20"/>
              <a:gd name="T41" fmla="*/ 6 h 29"/>
              <a:gd name="T42" fmla="*/ 13 w 20"/>
              <a:gd name="T43" fmla="*/ 15 h 29"/>
              <a:gd name="T44" fmla="*/ 18 w 20"/>
              <a:gd name="T45" fmla="*/ 24 h 29"/>
              <a:gd name="T46" fmla="*/ 16 w 20"/>
              <a:gd name="T47" fmla="*/ 24 h 29"/>
              <a:gd name="T48" fmla="*/ 11 w 20"/>
              <a:gd name="T49" fmla="*/ 16 h 29"/>
              <a:gd name="T50" fmla="*/ 10 w 20"/>
              <a:gd name="T51" fmla="*/ 15 h 29"/>
              <a:gd name="T52" fmla="*/ 11 w 20"/>
              <a:gd name="T53" fmla="*/ 14 h 29"/>
              <a:gd name="T54" fmla="*/ 11 w 20"/>
              <a:gd name="T55" fmla="*/ 14 h 29"/>
              <a:gd name="T56" fmla="*/ 16 w 20"/>
              <a:gd name="T57" fmla="*/ 6 h 29"/>
              <a:gd name="T58" fmla="*/ 2 w 20"/>
              <a:gd name="T59" fmla="*/ 25 h 29"/>
              <a:gd name="T60" fmla="*/ 0 w 20"/>
              <a:gd name="T61" fmla="*/ 27 h 29"/>
              <a:gd name="T62" fmla="*/ 0 w 20"/>
              <a:gd name="T63" fmla="*/ 27 h 29"/>
              <a:gd name="T64" fmla="*/ 2 w 20"/>
              <a:gd name="T65" fmla="*/ 29 h 29"/>
              <a:gd name="T66" fmla="*/ 18 w 20"/>
              <a:gd name="T67" fmla="*/ 29 h 29"/>
              <a:gd name="T68" fmla="*/ 20 w 20"/>
              <a:gd name="T69" fmla="*/ 27 h 29"/>
              <a:gd name="T70" fmla="*/ 20 w 20"/>
              <a:gd name="T71" fmla="*/ 27 h 29"/>
              <a:gd name="T72" fmla="*/ 18 w 20"/>
              <a:gd name="T73" fmla="*/ 25 h 29"/>
              <a:gd name="T74" fmla="*/ 2 w 20"/>
              <a:gd name="T75" fmla="*/ 25 h 29"/>
              <a:gd name="T76" fmla="*/ 4 w 20"/>
              <a:gd name="T77" fmla="*/ 24 h 29"/>
              <a:gd name="T78" fmla="*/ 2 w 20"/>
              <a:gd name="T79" fmla="*/ 24 h 29"/>
              <a:gd name="T80" fmla="*/ 7 w 20"/>
              <a:gd name="T81" fmla="*/ 15 h 29"/>
              <a:gd name="T82" fmla="*/ 2 w 20"/>
              <a:gd name="T83" fmla="*/ 6 h 29"/>
              <a:gd name="T84" fmla="*/ 4 w 20"/>
              <a:gd name="T85" fmla="*/ 6 h 29"/>
              <a:gd name="T86" fmla="*/ 9 w 20"/>
              <a:gd name="T87" fmla="*/ 14 h 29"/>
              <a:gd name="T88" fmla="*/ 10 w 20"/>
              <a:gd name="T89" fmla="*/ 15 h 29"/>
              <a:gd name="T90" fmla="*/ 9 w 20"/>
              <a:gd name="T91" fmla="*/ 16 h 29"/>
              <a:gd name="T92" fmla="*/ 4 w 20"/>
              <a:gd name="T93" fmla="*/ 2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0" h="29">
                <a:moveTo>
                  <a:pt x="5" y="24"/>
                </a:moveTo>
                <a:cubicBezTo>
                  <a:pt x="14" y="24"/>
                  <a:pt x="14" y="24"/>
                  <a:pt x="14" y="24"/>
                </a:cubicBezTo>
                <a:cubicBezTo>
                  <a:pt x="14" y="24"/>
                  <a:pt x="14" y="24"/>
                  <a:pt x="14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0"/>
                  <a:pt x="13" y="17"/>
                  <a:pt x="10" y="17"/>
                </a:cubicBezTo>
                <a:cubicBezTo>
                  <a:pt x="7" y="17"/>
                  <a:pt x="5" y="20"/>
                  <a:pt x="5" y="23"/>
                </a:cubicBezTo>
                <a:cubicBezTo>
                  <a:pt x="5" y="23"/>
                  <a:pt x="5" y="23"/>
                  <a:pt x="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4"/>
                  <a:pt x="5" y="24"/>
                  <a:pt x="5" y="24"/>
                </a:cubicBezTo>
                <a:close/>
                <a:moveTo>
                  <a:pt x="18" y="5"/>
                </a:moveTo>
                <a:cubicBezTo>
                  <a:pt x="19" y="5"/>
                  <a:pt x="20" y="4"/>
                  <a:pt x="20" y="3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19" y="0"/>
                  <a:pt x="18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0" y="3"/>
                  <a:pt x="0" y="3"/>
                </a:cubicBezTo>
                <a:cubicBezTo>
                  <a:pt x="0" y="4"/>
                  <a:pt x="1" y="5"/>
                  <a:pt x="2" y="5"/>
                </a:cubicBezTo>
                <a:cubicBezTo>
                  <a:pt x="18" y="5"/>
                  <a:pt x="18" y="5"/>
                  <a:pt x="18" y="5"/>
                </a:cubicBezTo>
                <a:close/>
                <a:moveTo>
                  <a:pt x="16" y="6"/>
                </a:moveTo>
                <a:cubicBezTo>
                  <a:pt x="18" y="6"/>
                  <a:pt x="18" y="6"/>
                  <a:pt x="18" y="6"/>
                </a:cubicBezTo>
                <a:cubicBezTo>
                  <a:pt x="17" y="9"/>
                  <a:pt x="16" y="13"/>
                  <a:pt x="13" y="15"/>
                </a:cubicBezTo>
                <a:cubicBezTo>
                  <a:pt x="16" y="17"/>
                  <a:pt x="17" y="20"/>
                  <a:pt x="18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1"/>
                  <a:pt x="14" y="17"/>
                  <a:pt x="11" y="16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4"/>
                  <a:pt x="11" y="14"/>
                  <a:pt x="11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4" y="13"/>
                  <a:pt x="16" y="9"/>
                  <a:pt x="16" y="6"/>
                </a:cubicBezTo>
                <a:close/>
                <a:moveTo>
                  <a:pt x="2" y="25"/>
                </a:moveTo>
                <a:cubicBezTo>
                  <a:pt x="1" y="25"/>
                  <a:pt x="0" y="26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8"/>
                  <a:pt x="1" y="29"/>
                  <a:pt x="2" y="29"/>
                </a:cubicBezTo>
                <a:cubicBezTo>
                  <a:pt x="18" y="29"/>
                  <a:pt x="18" y="29"/>
                  <a:pt x="18" y="29"/>
                </a:cubicBezTo>
                <a:cubicBezTo>
                  <a:pt x="19" y="29"/>
                  <a:pt x="20" y="28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6"/>
                  <a:pt x="19" y="25"/>
                  <a:pt x="18" y="25"/>
                </a:cubicBezTo>
                <a:cubicBezTo>
                  <a:pt x="2" y="25"/>
                  <a:pt x="2" y="25"/>
                  <a:pt x="2" y="25"/>
                </a:cubicBezTo>
                <a:close/>
                <a:moveTo>
                  <a:pt x="4" y="24"/>
                </a:moveTo>
                <a:cubicBezTo>
                  <a:pt x="2" y="24"/>
                  <a:pt x="2" y="24"/>
                  <a:pt x="2" y="24"/>
                </a:cubicBezTo>
                <a:cubicBezTo>
                  <a:pt x="2" y="20"/>
                  <a:pt x="4" y="17"/>
                  <a:pt x="7" y="15"/>
                </a:cubicBezTo>
                <a:cubicBezTo>
                  <a:pt x="4" y="13"/>
                  <a:pt x="2" y="9"/>
                  <a:pt x="2" y="6"/>
                </a:cubicBezTo>
                <a:cubicBezTo>
                  <a:pt x="4" y="6"/>
                  <a:pt x="4" y="6"/>
                  <a:pt x="4" y="6"/>
                </a:cubicBezTo>
                <a:cubicBezTo>
                  <a:pt x="4" y="9"/>
                  <a:pt x="6" y="13"/>
                  <a:pt x="9" y="14"/>
                </a:cubicBezTo>
                <a:cubicBezTo>
                  <a:pt x="10" y="14"/>
                  <a:pt x="10" y="15"/>
                  <a:pt x="10" y="15"/>
                </a:cubicBezTo>
                <a:cubicBezTo>
                  <a:pt x="10" y="15"/>
                  <a:pt x="9" y="15"/>
                  <a:pt x="9" y="16"/>
                </a:cubicBezTo>
                <a:cubicBezTo>
                  <a:pt x="6" y="17"/>
                  <a:pt x="4" y="21"/>
                  <a:pt x="4" y="2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" name="Freeform 269">
            <a:extLst>
              <a:ext uri="{FF2B5EF4-FFF2-40B4-BE49-F238E27FC236}">
                <a16:creationId xmlns:a16="http://schemas.microsoft.com/office/drawing/2014/main" id="{5F7C2B1D-6E36-73E3-A9B5-A5EFF6051BF6}"/>
              </a:ext>
            </a:extLst>
          </p:cNvPr>
          <p:cNvSpPr>
            <a:spLocks noEditPoints="1"/>
          </p:cNvSpPr>
          <p:nvPr/>
        </p:nvSpPr>
        <p:spPr bwMode="auto">
          <a:xfrm>
            <a:off x="7485229" y="2533329"/>
            <a:ext cx="278706" cy="278706"/>
          </a:xfrm>
          <a:custGeom>
            <a:avLst/>
            <a:gdLst>
              <a:gd name="T0" fmla="*/ 23 w 29"/>
              <a:gd name="T1" fmla="*/ 7 h 29"/>
              <a:gd name="T2" fmla="*/ 19 w 29"/>
              <a:gd name="T3" fmla="*/ 4 h 29"/>
              <a:gd name="T4" fmla="*/ 15 w 29"/>
              <a:gd name="T5" fmla="*/ 4 h 29"/>
              <a:gd name="T6" fmla="*/ 10 w 29"/>
              <a:gd name="T7" fmla="*/ 4 h 29"/>
              <a:gd name="T8" fmla="*/ 7 w 29"/>
              <a:gd name="T9" fmla="*/ 7 h 29"/>
              <a:gd name="T10" fmla="*/ 4 w 29"/>
              <a:gd name="T11" fmla="*/ 10 h 29"/>
              <a:gd name="T12" fmla="*/ 4 w 29"/>
              <a:gd name="T13" fmla="*/ 15 h 29"/>
              <a:gd name="T14" fmla="*/ 4 w 29"/>
              <a:gd name="T15" fmla="*/ 19 h 29"/>
              <a:gd name="T16" fmla="*/ 7 w 29"/>
              <a:gd name="T17" fmla="*/ 22 h 29"/>
              <a:gd name="T18" fmla="*/ 10 w 29"/>
              <a:gd name="T19" fmla="*/ 25 h 29"/>
              <a:gd name="T20" fmla="*/ 15 w 29"/>
              <a:gd name="T21" fmla="*/ 26 h 29"/>
              <a:gd name="T22" fmla="*/ 19 w 29"/>
              <a:gd name="T23" fmla="*/ 25 h 29"/>
              <a:gd name="T24" fmla="*/ 23 w 29"/>
              <a:gd name="T25" fmla="*/ 22 h 29"/>
              <a:gd name="T26" fmla="*/ 25 w 29"/>
              <a:gd name="T27" fmla="*/ 19 h 29"/>
              <a:gd name="T28" fmla="*/ 26 w 29"/>
              <a:gd name="T29" fmla="*/ 15 h 29"/>
              <a:gd name="T30" fmla="*/ 25 w 29"/>
              <a:gd name="T31" fmla="*/ 10 h 29"/>
              <a:gd name="T32" fmla="*/ 23 w 29"/>
              <a:gd name="T33" fmla="*/ 7 h 29"/>
              <a:gd name="T34" fmla="*/ 4 w 29"/>
              <a:gd name="T35" fmla="*/ 4 h 29"/>
              <a:gd name="T36" fmla="*/ 15 w 29"/>
              <a:gd name="T37" fmla="*/ 0 h 29"/>
              <a:gd name="T38" fmla="*/ 25 w 29"/>
              <a:gd name="T39" fmla="*/ 4 h 29"/>
              <a:gd name="T40" fmla="*/ 29 w 29"/>
              <a:gd name="T41" fmla="*/ 15 h 29"/>
              <a:gd name="T42" fmla="*/ 25 w 29"/>
              <a:gd name="T43" fmla="*/ 25 h 29"/>
              <a:gd name="T44" fmla="*/ 15 w 29"/>
              <a:gd name="T45" fmla="*/ 29 h 29"/>
              <a:gd name="T46" fmla="*/ 4 w 29"/>
              <a:gd name="T47" fmla="*/ 25 h 29"/>
              <a:gd name="T48" fmla="*/ 0 w 29"/>
              <a:gd name="T49" fmla="*/ 15 h 29"/>
              <a:gd name="T50" fmla="*/ 4 w 29"/>
              <a:gd name="T51" fmla="*/ 4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9" h="29">
                <a:moveTo>
                  <a:pt x="23" y="7"/>
                </a:moveTo>
                <a:cubicBezTo>
                  <a:pt x="22" y="6"/>
                  <a:pt x="20" y="5"/>
                  <a:pt x="19" y="4"/>
                </a:cubicBezTo>
                <a:cubicBezTo>
                  <a:pt x="18" y="4"/>
                  <a:pt x="16" y="4"/>
                  <a:pt x="15" y="4"/>
                </a:cubicBezTo>
                <a:cubicBezTo>
                  <a:pt x="13" y="4"/>
                  <a:pt x="12" y="4"/>
                  <a:pt x="10" y="4"/>
                </a:cubicBezTo>
                <a:cubicBezTo>
                  <a:pt x="9" y="5"/>
                  <a:pt x="8" y="6"/>
                  <a:pt x="7" y="7"/>
                </a:cubicBezTo>
                <a:cubicBezTo>
                  <a:pt x="6" y="8"/>
                  <a:pt x="5" y="9"/>
                  <a:pt x="4" y="10"/>
                </a:cubicBezTo>
                <a:cubicBezTo>
                  <a:pt x="4" y="12"/>
                  <a:pt x="4" y="13"/>
                  <a:pt x="4" y="15"/>
                </a:cubicBezTo>
                <a:cubicBezTo>
                  <a:pt x="4" y="16"/>
                  <a:pt x="4" y="18"/>
                  <a:pt x="4" y="19"/>
                </a:cubicBezTo>
                <a:cubicBezTo>
                  <a:pt x="5" y="20"/>
                  <a:pt x="6" y="21"/>
                  <a:pt x="7" y="22"/>
                </a:cubicBezTo>
                <a:cubicBezTo>
                  <a:pt x="8" y="23"/>
                  <a:pt x="9" y="24"/>
                  <a:pt x="10" y="25"/>
                </a:cubicBezTo>
                <a:cubicBezTo>
                  <a:pt x="12" y="25"/>
                  <a:pt x="13" y="26"/>
                  <a:pt x="15" y="26"/>
                </a:cubicBezTo>
                <a:cubicBezTo>
                  <a:pt x="16" y="26"/>
                  <a:pt x="18" y="25"/>
                  <a:pt x="19" y="25"/>
                </a:cubicBezTo>
                <a:cubicBezTo>
                  <a:pt x="20" y="24"/>
                  <a:pt x="22" y="23"/>
                  <a:pt x="23" y="22"/>
                </a:cubicBezTo>
                <a:cubicBezTo>
                  <a:pt x="24" y="21"/>
                  <a:pt x="24" y="20"/>
                  <a:pt x="25" y="19"/>
                </a:cubicBezTo>
                <a:cubicBezTo>
                  <a:pt x="25" y="18"/>
                  <a:pt x="26" y="16"/>
                  <a:pt x="26" y="15"/>
                </a:cubicBezTo>
                <a:cubicBezTo>
                  <a:pt x="26" y="13"/>
                  <a:pt x="25" y="12"/>
                  <a:pt x="25" y="10"/>
                </a:cubicBezTo>
                <a:cubicBezTo>
                  <a:pt x="24" y="9"/>
                  <a:pt x="24" y="8"/>
                  <a:pt x="23" y="7"/>
                </a:cubicBezTo>
                <a:close/>
                <a:moveTo>
                  <a:pt x="4" y="4"/>
                </a:moveTo>
                <a:cubicBezTo>
                  <a:pt x="7" y="2"/>
                  <a:pt x="11" y="0"/>
                  <a:pt x="15" y="0"/>
                </a:cubicBezTo>
                <a:cubicBezTo>
                  <a:pt x="19" y="0"/>
                  <a:pt x="22" y="2"/>
                  <a:pt x="25" y="4"/>
                </a:cubicBezTo>
                <a:cubicBezTo>
                  <a:pt x="28" y="7"/>
                  <a:pt x="29" y="11"/>
                  <a:pt x="29" y="15"/>
                </a:cubicBezTo>
                <a:cubicBezTo>
                  <a:pt x="29" y="19"/>
                  <a:pt x="28" y="22"/>
                  <a:pt x="25" y="25"/>
                </a:cubicBezTo>
                <a:cubicBezTo>
                  <a:pt x="22" y="28"/>
                  <a:pt x="19" y="29"/>
                  <a:pt x="15" y="29"/>
                </a:cubicBezTo>
                <a:cubicBezTo>
                  <a:pt x="11" y="29"/>
                  <a:pt x="7" y="28"/>
                  <a:pt x="4" y="25"/>
                </a:cubicBezTo>
                <a:cubicBezTo>
                  <a:pt x="2" y="22"/>
                  <a:pt x="0" y="19"/>
                  <a:pt x="0" y="15"/>
                </a:cubicBezTo>
                <a:cubicBezTo>
                  <a:pt x="0" y="11"/>
                  <a:pt x="2" y="7"/>
                  <a:pt x="4" y="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6" name="Freeform 270">
            <a:extLst>
              <a:ext uri="{FF2B5EF4-FFF2-40B4-BE49-F238E27FC236}">
                <a16:creationId xmlns:a16="http://schemas.microsoft.com/office/drawing/2014/main" id="{E7E13169-51CD-FF82-07FB-18F24A9505FC}"/>
              </a:ext>
            </a:extLst>
          </p:cNvPr>
          <p:cNvSpPr>
            <a:spLocks/>
          </p:cNvSpPr>
          <p:nvPr/>
        </p:nvSpPr>
        <p:spPr bwMode="auto">
          <a:xfrm>
            <a:off x="7610104" y="2611150"/>
            <a:ext cx="86870" cy="76011"/>
          </a:xfrm>
          <a:custGeom>
            <a:avLst/>
            <a:gdLst>
              <a:gd name="T0" fmla="*/ 8 w 9"/>
              <a:gd name="T1" fmla="*/ 0 h 8"/>
              <a:gd name="T2" fmla="*/ 8 w 9"/>
              <a:gd name="T3" fmla="*/ 1 h 8"/>
              <a:gd name="T4" fmla="*/ 2 w 9"/>
              <a:gd name="T5" fmla="*/ 8 h 8"/>
              <a:gd name="T6" fmla="*/ 1 w 9"/>
              <a:gd name="T7" fmla="*/ 8 h 8"/>
              <a:gd name="T8" fmla="*/ 0 w 9"/>
              <a:gd name="T9" fmla="*/ 7 h 8"/>
              <a:gd name="T10" fmla="*/ 8 w 9"/>
              <a:gd name="T11" fmla="*/ 0 h 8"/>
              <a:gd name="T12" fmla="*/ 8 w 9"/>
              <a:gd name="T13" fmla="*/ 0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" h="8">
                <a:moveTo>
                  <a:pt x="8" y="0"/>
                </a:moveTo>
                <a:cubicBezTo>
                  <a:pt x="9" y="0"/>
                  <a:pt x="9" y="1"/>
                  <a:pt x="8" y="1"/>
                </a:cubicBezTo>
                <a:cubicBezTo>
                  <a:pt x="2" y="8"/>
                  <a:pt x="2" y="8"/>
                  <a:pt x="2" y="8"/>
                </a:cubicBezTo>
                <a:cubicBezTo>
                  <a:pt x="1" y="8"/>
                  <a:pt x="1" y="8"/>
                  <a:pt x="1" y="8"/>
                </a:cubicBezTo>
                <a:cubicBezTo>
                  <a:pt x="0" y="7"/>
                  <a:pt x="0" y="7"/>
                  <a:pt x="0" y="7"/>
                </a:cubicBezTo>
                <a:cubicBezTo>
                  <a:pt x="8" y="0"/>
                  <a:pt x="8" y="0"/>
                  <a:pt x="8" y="0"/>
                </a:cubicBezTo>
                <a:cubicBezTo>
                  <a:pt x="8" y="0"/>
                  <a:pt x="8" y="0"/>
                  <a:pt x="8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Freeform 271">
            <a:extLst>
              <a:ext uri="{FF2B5EF4-FFF2-40B4-BE49-F238E27FC236}">
                <a16:creationId xmlns:a16="http://schemas.microsoft.com/office/drawing/2014/main" id="{0A517047-3B0D-EE78-ED75-C8879E1CD973}"/>
              </a:ext>
            </a:extLst>
          </p:cNvPr>
          <p:cNvSpPr>
            <a:spLocks/>
          </p:cNvSpPr>
          <p:nvPr/>
        </p:nvSpPr>
        <p:spPr bwMode="auto">
          <a:xfrm>
            <a:off x="7610104" y="2506183"/>
            <a:ext cx="38006" cy="27148"/>
          </a:xfrm>
          <a:custGeom>
            <a:avLst/>
            <a:gdLst>
              <a:gd name="T0" fmla="*/ 0 w 4"/>
              <a:gd name="T1" fmla="*/ 3 h 3"/>
              <a:gd name="T2" fmla="*/ 4 w 4"/>
              <a:gd name="T3" fmla="*/ 3 h 3"/>
              <a:gd name="T4" fmla="*/ 4 w 4"/>
              <a:gd name="T5" fmla="*/ 0 h 3"/>
              <a:gd name="T6" fmla="*/ 0 w 4"/>
              <a:gd name="T7" fmla="*/ 0 h 3"/>
              <a:gd name="T8" fmla="*/ 0 w 4"/>
              <a:gd name="T9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3">
                <a:moveTo>
                  <a:pt x="0" y="3"/>
                </a:moveTo>
                <a:cubicBezTo>
                  <a:pt x="1" y="3"/>
                  <a:pt x="3" y="3"/>
                  <a:pt x="4" y="3"/>
                </a:cubicBezTo>
                <a:cubicBezTo>
                  <a:pt x="4" y="0"/>
                  <a:pt x="4" y="0"/>
                  <a:pt x="4" y="0"/>
                </a:cubicBezTo>
                <a:cubicBezTo>
                  <a:pt x="0" y="0"/>
                  <a:pt x="0" y="0"/>
                  <a:pt x="0" y="0"/>
                </a:cubicBez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0" name="Rectangle 272">
            <a:extLst>
              <a:ext uri="{FF2B5EF4-FFF2-40B4-BE49-F238E27FC236}">
                <a16:creationId xmlns:a16="http://schemas.microsoft.com/office/drawing/2014/main" id="{2A44A1CD-7C6B-B429-7B3D-DE4CBA091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1147" y="2495324"/>
            <a:ext cx="95919" cy="1990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2" name="Freeform 273">
            <a:extLst>
              <a:ext uri="{FF2B5EF4-FFF2-40B4-BE49-F238E27FC236}">
                <a16:creationId xmlns:a16="http://schemas.microsoft.com/office/drawing/2014/main" id="{E8DD3BCC-3ABE-8DF6-80CC-1301AD73E9E7}"/>
              </a:ext>
            </a:extLst>
          </p:cNvPr>
          <p:cNvSpPr>
            <a:spLocks/>
          </p:cNvSpPr>
          <p:nvPr/>
        </p:nvSpPr>
        <p:spPr bwMode="auto">
          <a:xfrm>
            <a:off x="7716881" y="2553237"/>
            <a:ext cx="47055" cy="38006"/>
          </a:xfrm>
          <a:custGeom>
            <a:avLst/>
            <a:gdLst>
              <a:gd name="T0" fmla="*/ 0 w 5"/>
              <a:gd name="T1" fmla="*/ 1 h 4"/>
              <a:gd name="T2" fmla="*/ 3 w 5"/>
              <a:gd name="T3" fmla="*/ 4 h 4"/>
              <a:gd name="T4" fmla="*/ 5 w 5"/>
              <a:gd name="T5" fmla="*/ 2 h 4"/>
              <a:gd name="T6" fmla="*/ 2 w 5"/>
              <a:gd name="T7" fmla="*/ 0 h 4"/>
              <a:gd name="T8" fmla="*/ 0 w 5"/>
              <a:gd name="T9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4">
                <a:moveTo>
                  <a:pt x="0" y="1"/>
                </a:moveTo>
                <a:cubicBezTo>
                  <a:pt x="2" y="2"/>
                  <a:pt x="2" y="3"/>
                  <a:pt x="3" y="4"/>
                </a:cubicBezTo>
                <a:cubicBezTo>
                  <a:pt x="5" y="2"/>
                  <a:pt x="5" y="2"/>
                  <a:pt x="5" y="2"/>
                </a:cubicBezTo>
                <a:cubicBezTo>
                  <a:pt x="2" y="0"/>
                  <a:pt x="2" y="0"/>
                  <a:pt x="2" y="0"/>
                </a:cubicBezTo>
                <a:lnTo>
                  <a:pt x="0" y="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4" name="Freeform 274">
            <a:extLst>
              <a:ext uri="{FF2B5EF4-FFF2-40B4-BE49-F238E27FC236}">
                <a16:creationId xmlns:a16="http://schemas.microsoft.com/office/drawing/2014/main" id="{3FA3CDB3-02EE-0552-C379-78CB1D428AEE}"/>
              </a:ext>
            </a:extLst>
          </p:cNvPr>
          <p:cNvSpPr>
            <a:spLocks noEditPoints="1"/>
          </p:cNvSpPr>
          <p:nvPr/>
        </p:nvSpPr>
        <p:spPr bwMode="auto">
          <a:xfrm>
            <a:off x="7523234" y="2573144"/>
            <a:ext cx="202696" cy="200886"/>
          </a:xfrm>
          <a:custGeom>
            <a:avLst/>
            <a:gdLst>
              <a:gd name="T0" fmla="*/ 4 w 21"/>
              <a:gd name="T1" fmla="*/ 10 h 21"/>
              <a:gd name="T2" fmla="*/ 5 w 21"/>
              <a:gd name="T3" fmla="*/ 11 h 21"/>
              <a:gd name="T4" fmla="*/ 4 w 21"/>
              <a:gd name="T5" fmla="*/ 11 h 21"/>
              <a:gd name="T6" fmla="*/ 1 w 21"/>
              <a:gd name="T7" fmla="*/ 11 h 21"/>
              <a:gd name="T8" fmla="*/ 0 w 21"/>
              <a:gd name="T9" fmla="*/ 11 h 21"/>
              <a:gd name="T10" fmla="*/ 1 w 21"/>
              <a:gd name="T11" fmla="*/ 10 h 21"/>
              <a:gd name="T12" fmla="*/ 4 w 21"/>
              <a:gd name="T13" fmla="*/ 10 h 21"/>
              <a:gd name="T14" fmla="*/ 17 w 21"/>
              <a:gd name="T15" fmla="*/ 11 h 21"/>
              <a:gd name="T16" fmla="*/ 17 w 21"/>
              <a:gd name="T17" fmla="*/ 11 h 21"/>
              <a:gd name="T18" fmla="*/ 17 w 21"/>
              <a:gd name="T19" fmla="*/ 10 h 21"/>
              <a:gd name="T20" fmla="*/ 21 w 21"/>
              <a:gd name="T21" fmla="*/ 10 h 21"/>
              <a:gd name="T22" fmla="*/ 21 w 21"/>
              <a:gd name="T23" fmla="*/ 11 h 21"/>
              <a:gd name="T24" fmla="*/ 21 w 21"/>
              <a:gd name="T25" fmla="*/ 11 h 21"/>
              <a:gd name="T26" fmla="*/ 17 w 21"/>
              <a:gd name="T27" fmla="*/ 11 h 21"/>
              <a:gd name="T28" fmla="*/ 10 w 21"/>
              <a:gd name="T29" fmla="*/ 17 h 21"/>
              <a:gd name="T30" fmla="*/ 11 w 21"/>
              <a:gd name="T31" fmla="*/ 17 h 21"/>
              <a:gd name="T32" fmla="*/ 11 w 21"/>
              <a:gd name="T33" fmla="*/ 17 h 21"/>
              <a:gd name="T34" fmla="*/ 11 w 21"/>
              <a:gd name="T35" fmla="*/ 21 h 21"/>
              <a:gd name="T36" fmla="*/ 11 w 21"/>
              <a:gd name="T37" fmla="*/ 21 h 21"/>
              <a:gd name="T38" fmla="*/ 10 w 21"/>
              <a:gd name="T39" fmla="*/ 21 h 21"/>
              <a:gd name="T40" fmla="*/ 10 w 21"/>
              <a:gd name="T41" fmla="*/ 17 h 21"/>
              <a:gd name="T42" fmla="*/ 11 w 21"/>
              <a:gd name="T43" fmla="*/ 4 h 21"/>
              <a:gd name="T44" fmla="*/ 11 w 21"/>
              <a:gd name="T45" fmla="*/ 5 h 21"/>
              <a:gd name="T46" fmla="*/ 10 w 21"/>
              <a:gd name="T47" fmla="*/ 4 h 21"/>
              <a:gd name="T48" fmla="*/ 10 w 21"/>
              <a:gd name="T49" fmla="*/ 1 h 21"/>
              <a:gd name="T50" fmla="*/ 11 w 21"/>
              <a:gd name="T51" fmla="*/ 0 h 21"/>
              <a:gd name="T52" fmla="*/ 11 w 21"/>
              <a:gd name="T53" fmla="*/ 1 h 21"/>
              <a:gd name="T54" fmla="*/ 11 w 21"/>
              <a:gd name="T55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" h="21">
                <a:moveTo>
                  <a:pt x="4" y="10"/>
                </a:moveTo>
                <a:cubicBezTo>
                  <a:pt x="4" y="10"/>
                  <a:pt x="5" y="10"/>
                  <a:pt x="5" y="11"/>
                </a:cubicBezTo>
                <a:cubicBezTo>
                  <a:pt x="5" y="11"/>
                  <a:pt x="4" y="11"/>
                  <a:pt x="4" y="11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0" y="10"/>
                  <a:pt x="1" y="10"/>
                </a:cubicBezTo>
                <a:cubicBezTo>
                  <a:pt x="4" y="10"/>
                  <a:pt x="4" y="10"/>
                  <a:pt x="4" y="10"/>
                </a:cubicBezTo>
                <a:close/>
                <a:moveTo>
                  <a:pt x="17" y="11"/>
                </a:moveTo>
                <a:cubicBezTo>
                  <a:pt x="17" y="11"/>
                  <a:pt x="17" y="11"/>
                  <a:pt x="17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17" y="11"/>
                  <a:pt x="17" y="11"/>
                  <a:pt x="17" y="11"/>
                </a:cubicBezTo>
                <a:close/>
                <a:moveTo>
                  <a:pt x="10" y="17"/>
                </a:moveTo>
                <a:cubicBezTo>
                  <a:pt x="10" y="17"/>
                  <a:pt x="10" y="17"/>
                  <a:pt x="11" y="17"/>
                </a:cubicBezTo>
                <a:cubicBezTo>
                  <a:pt x="11" y="17"/>
                  <a:pt x="11" y="17"/>
                  <a:pt x="11" y="17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10" y="17"/>
                  <a:pt x="10" y="17"/>
                  <a:pt x="10" y="17"/>
                </a:cubicBezTo>
                <a:close/>
                <a:moveTo>
                  <a:pt x="11" y="4"/>
                </a:moveTo>
                <a:cubicBezTo>
                  <a:pt x="11" y="4"/>
                  <a:pt x="11" y="5"/>
                  <a:pt x="11" y="5"/>
                </a:cubicBezTo>
                <a:cubicBezTo>
                  <a:pt x="10" y="5"/>
                  <a:pt x="10" y="4"/>
                  <a:pt x="10" y="4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0"/>
                  <a:pt x="10" y="0"/>
                  <a:pt x="11" y="0"/>
                </a:cubicBezTo>
                <a:cubicBezTo>
                  <a:pt x="11" y="0"/>
                  <a:pt x="11" y="0"/>
                  <a:pt x="11" y="1"/>
                </a:cubicBezTo>
                <a:lnTo>
                  <a:pt x="11" y="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6" name="Freeform 275">
            <a:extLst>
              <a:ext uri="{FF2B5EF4-FFF2-40B4-BE49-F238E27FC236}">
                <a16:creationId xmlns:a16="http://schemas.microsoft.com/office/drawing/2014/main" id="{FDB8FF00-8332-72ED-4D4E-6B5A72E12F96}"/>
              </a:ext>
            </a:extLst>
          </p:cNvPr>
          <p:cNvSpPr>
            <a:spLocks noEditPoints="1"/>
          </p:cNvSpPr>
          <p:nvPr/>
        </p:nvSpPr>
        <p:spPr bwMode="auto">
          <a:xfrm>
            <a:off x="6871714" y="2515231"/>
            <a:ext cx="278706" cy="278706"/>
          </a:xfrm>
          <a:custGeom>
            <a:avLst/>
            <a:gdLst>
              <a:gd name="T0" fmla="*/ 15 w 29"/>
              <a:gd name="T1" fmla="*/ 13 h 29"/>
              <a:gd name="T2" fmla="*/ 15 w 29"/>
              <a:gd name="T3" fmla="*/ 13 h 29"/>
              <a:gd name="T4" fmla="*/ 20 w 29"/>
              <a:gd name="T5" fmla="*/ 8 h 29"/>
              <a:gd name="T6" fmla="*/ 21 w 29"/>
              <a:gd name="T7" fmla="*/ 8 h 29"/>
              <a:gd name="T8" fmla="*/ 21 w 29"/>
              <a:gd name="T9" fmla="*/ 9 h 29"/>
              <a:gd name="T10" fmla="*/ 16 w 29"/>
              <a:gd name="T11" fmla="*/ 15 h 29"/>
              <a:gd name="T12" fmla="*/ 16 w 29"/>
              <a:gd name="T13" fmla="*/ 17 h 29"/>
              <a:gd name="T14" fmla="*/ 14 w 29"/>
              <a:gd name="T15" fmla="*/ 16 h 29"/>
              <a:gd name="T16" fmla="*/ 11 w 29"/>
              <a:gd name="T17" fmla="*/ 24 h 29"/>
              <a:gd name="T18" fmla="*/ 11 w 29"/>
              <a:gd name="T19" fmla="*/ 24 h 29"/>
              <a:gd name="T20" fmla="*/ 13 w 29"/>
              <a:gd name="T21" fmla="*/ 17 h 29"/>
              <a:gd name="T22" fmla="*/ 12 w 29"/>
              <a:gd name="T23" fmla="*/ 16 h 29"/>
              <a:gd name="T24" fmla="*/ 13 w 29"/>
              <a:gd name="T25" fmla="*/ 15 h 29"/>
              <a:gd name="T26" fmla="*/ 8 w 29"/>
              <a:gd name="T27" fmla="*/ 11 h 29"/>
              <a:gd name="T28" fmla="*/ 8 w 29"/>
              <a:gd name="T29" fmla="*/ 10 h 29"/>
              <a:gd name="T30" fmla="*/ 14 w 29"/>
              <a:gd name="T31" fmla="*/ 14 h 29"/>
              <a:gd name="T32" fmla="*/ 22 w 29"/>
              <a:gd name="T33" fmla="*/ 7 h 29"/>
              <a:gd name="T34" fmla="*/ 14 w 29"/>
              <a:gd name="T35" fmla="*/ 4 h 29"/>
              <a:gd name="T36" fmla="*/ 6 w 29"/>
              <a:gd name="T37" fmla="*/ 7 h 29"/>
              <a:gd name="T38" fmla="*/ 3 w 29"/>
              <a:gd name="T39" fmla="*/ 15 h 29"/>
              <a:gd name="T40" fmla="*/ 6 w 29"/>
              <a:gd name="T41" fmla="*/ 23 h 29"/>
              <a:gd name="T42" fmla="*/ 14 w 29"/>
              <a:gd name="T43" fmla="*/ 26 h 29"/>
              <a:gd name="T44" fmla="*/ 22 w 29"/>
              <a:gd name="T45" fmla="*/ 23 h 29"/>
              <a:gd name="T46" fmla="*/ 25 w 29"/>
              <a:gd name="T47" fmla="*/ 15 h 29"/>
              <a:gd name="T48" fmla="*/ 22 w 29"/>
              <a:gd name="T49" fmla="*/ 7 h 29"/>
              <a:gd name="T50" fmla="*/ 0 w 29"/>
              <a:gd name="T51" fmla="*/ 15 h 29"/>
              <a:gd name="T52" fmla="*/ 14 w 29"/>
              <a:gd name="T53" fmla="*/ 29 h 29"/>
              <a:gd name="T54" fmla="*/ 29 w 29"/>
              <a:gd name="T55" fmla="*/ 15 h 29"/>
              <a:gd name="T56" fmla="*/ 14 w 29"/>
              <a:gd name="T57" fmla="*/ 0 h 29"/>
              <a:gd name="T58" fmla="*/ 8 w 29"/>
              <a:gd name="T59" fmla="*/ 14 h 29"/>
              <a:gd name="T60" fmla="*/ 4 w 29"/>
              <a:gd name="T61" fmla="*/ 15 h 29"/>
              <a:gd name="T62" fmla="*/ 8 w 29"/>
              <a:gd name="T63" fmla="*/ 15 h 29"/>
              <a:gd name="T64" fmla="*/ 8 w 29"/>
              <a:gd name="T65" fmla="*/ 14 h 29"/>
              <a:gd name="T66" fmla="*/ 24 w 29"/>
              <a:gd name="T67" fmla="*/ 15 h 29"/>
              <a:gd name="T68" fmla="*/ 24 w 29"/>
              <a:gd name="T69" fmla="*/ 14 h 29"/>
              <a:gd name="T70" fmla="*/ 20 w 29"/>
              <a:gd name="T71" fmla="*/ 15 h 29"/>
              <a:gd name="T72" fmla="*/ 13 w 29"/>
              <a:gd name="T73" fmla="*/ 21 h 29"/>
              <a:gd name="T74" fmla="*/ 14 w 29"/>
              <a:gd name="T75" fmla="*/ 25 h 29"/>
              <a:gd name="T76" fmla="*/ 15 w 29"/>
              <a:gd name="T77" fmla="*/ 21 h 29"/>
              <a:gd name="T78" fmla="*/ 13 w 29"/>
              <a:gd name="T79" fmla="*/ 21 h 29"/>
              <a:gd name="T80" fmla="*/ 15 w 29"/>
              <a:gd name="T81" fmla="*/ 5 h 29"/>
              <a:gd name="T82" fmla="*/ 13 w 29"/>
              <a:gd name="T83" fmla="*/ 5 h 29"/>
              <a:gd name="T84" fmla="*/ 14 w 29"/>
              <a:gd name="T85" fmla="*/ 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9" h="29">
                <a:moveTo>
                  <a:pt x="14" y="13"/>
                </a:moveTo>
                <a:cubicBezTo>
                  <a:pt x="14" y="13"/>
                  <a:pt x="14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3"/>
                  <a:pt x="15" y="13"/>
                  <a:pt x="15" y="13"/>
                </a:cubicBezTo>
                <a:cubicBezTo>
                  <a:pt x="20" y="8"/>
                  <a:pt x="20" y="8"/>
                  <a:pt x="20" y="8"/>
                </a:cubicBezTo>
                <a:cubicBezTo>
                  <a:pt x="20" y="8"/>
                  <a:pt x="21" y="7"/>
                  <a:pt x="21" y="7"/>
                </a:cubicBezTo>
                <a:cubicBezTo>
                  <a:pt x="21" y="7"/>
                  <a:pt x="21" y="8"/>
                  <a:pt x="21" y="8"/>
                </a:cubicBezTo>
                <a:cubicBezTo>
                  <a:pt x="21" y="8"/>
                  <a:pt x="21" y="8"/>
                  <a:pt x="21" y="8"/>
                </a:cubicBezTo>
                <a:cubicBezTo>
                  <a:pt x="21" y="8"/>
                  <a:pt x="21" y="8"/>
                  <a:pt x="21" y="9"/>
                </a:cubicBezTo>
                <a:cubicBezTo>
                  <a:pt x="15" y="15"/>
                  <a:pt x="15" y="15"/>
                  <a:pt x="15" y="15"/>
                </a:cubicBezTo>
                <a:cubicBezTo>
                  <a:pt x="16" y="15"/>
                  <a:pt x="16" y="15"/>
                  <a:pt x="16" y="15"/>
                </a:cubicBezTo>
                <a:cubicBezTo>
                  <a:pt x="16" y="15"/>
                  <a:pt x="16" y="16"/>
                  <a:pt x="16" y="16"/>
                </a:cubicBezTo>
                <a:cubicBezTo>
                  <a:pt x="16" y="16"/>
                  <a:pt x="16" y="17"/>
                  <a:pt x="16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7"/>
                  <a:pt x="12" y="17"/>
                  <a:pt x="12" y="17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3" y="15"/>
                  <a:pt x="13" y="15"/>
                  <a:pt x="13" y="15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ubicBezTo>
                  <a:pt x="8" y="11"/>
                  <a:pt x="8" y="10"/>
                  <a:pt x="8" y="10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13"/>
                  <a:pt x="14" y="13"/>
                  <a:pt x="14" y="13"/>
                </a:cubicBezTo>
                <a:close/>
                <a:moveTo>
                  <a:pt x="22" y="7"/>
                </a:moveTo>
                <a:cubicBezTo>
                  <a:pt x="21" y="6"/>
                  <a:pt x="20" y="5"/>
                  <a:pt x="18" y="5"/>
                </a:cubicBezTo>
                <a:cubicBezTo>
                  <a:pt x="17" y="4"/>
                  <a:pt x="16" y="4"/>
                  <a:pt x="14" y="4"/>
                </a:cubicBezTo>
                <a:cubicBezTo>
                  <a:pt x="13" y="4"/>
                  <a:pt x="11" y="4"/>
                  <a:pt x="10" y="5"/>
                </a:cubicBezTo>
                <a:cubicBezTo>
                  <a:pt x="8" y="5"/>
                  <a:pt x="7" y="6"/>
                  <a:pt x="6" y="7"/>
                </a:cubicBezTo>
                <a:cubicBezTo>
                  <a:pt x="5" y="8"/>
                  <a:pt x="4" y="9"/>
                  <a:pt x="4" y="11"/>
                </a:cubicBezTo>
                <a:cubicBezTo>
                  <a:pt x="3" y="12"/>
                  <a:pt x="3" y="13"/>
                  <a:pt x="3" y="15"/>
                </a:cubicBezTo>
                <a:cubicBezTo>
                  <a:pt x="3" y="16"/>
                  <a:pt x="3" y="18"/>
                  <a:pt x="4" y="19"/>
                </a:cubicBezTo>
                <a:cubicBezTo>
                  <a:pt x="4" y="20"/>
                  <a:pt x="5" y="22"/>
                  <a:pt x="6" y="23"/>
                </a:cubicBezTo>
                <a:cubicBezTo>
                  <a:pt x="7" y="24"/>
                  <a:pt x="8" y="24"/>
                  <a:pt x="10" y="25"/>
                </a:cubicBezTo>
                <a:cubicBezTo>
                  <a:pt x="11" y="26"/>
                  <a:pt x="13" y="26"/>
                  <a:pt x="14" y="26"/>
                </a:cubicBezTo>
                <a:cubicBezTo>
                  <a:pt x="16" y="26"/>
                  <a:pt x="17" y="26"/>
                  <a:pt x="18" y="25"/>
                </a:cubicBezTo>
                <a:cubicBezTo>
                  <a:pt x="20" y="24"/>
                  <a:pt x="21" y="24"/>
                  <a:pt x="22" y="23"/>
                </a:cubicBezTo>
                <a:cubicBezTo>
                  <a:pt x="23" y="22"/>
                  <a:pt x="24" y="20"/>
                  <a:pt x="24" y="19"/>
                </a:cubicBezTo>
                <a:cubicBezTo>
                  <a:pt x="25" y="18"/>
                  <a:pt x="25" y="16"/>
                  <a:pt x="25" y="15"/>
                </a:cubicBezTo>
                <a:cubicBezTo>
                  <a:pt x="25" y="13"/>
                  <a:pt x="25" y="12"/>
                  <a:pt x="24" y="11"/>
                </a:cubicBezTo>
                <a:cubicBezTo>
                  <a:pt x="24" y="9"/>
                  <a:pt x="23" y="8"/>
                  <a:pt x="22" y="7"/>
                </a:cubicBezTo>
                <a:close/>
                <a:moveTo>
                  <a:pt x="4" y="5"/>
                </a:moveTo>
                <a:cubicBezTo>
                  <a:pt x="1" y="7"/>
                  <a:pt x="0" y="11"/>
                  <a:pt x="0" y="15"/>
                </a:cubicBezTo>
                <a:cubicBezTo>
                  <a:pt x="0" y="19"/>
                  <a:pt x="1" y="22"/>
                  <a:pt x="4" y="25"/>
                </a:cubicBezTo>
                <a:cubicBezTo>
                  <a:pt x="6" y="28"/>
                  <a:pt x="10" y="29"/>
                  <a:pt x="14" y="29"/>
                </a:cubicBezTo>
                <a:cubicBezTo>
                  <a:pt x="18" y="29"/>
                  <a:pt x="22" y="28"/>
                  <a:pt x="24" y="25"/>
                </a:cubicBezTo>
                <a:cubicBezTo>
                  <a:pt x="27" y="22"/>
                  <a:pt x="29" y="19"/>
                  <a:pt x="29" y="15"/>
                </a:cubicBezTo>
                <a:cubicBezTo>
                  <a:pt x="29" y="11"/>
                  <a:pt x="27" y="7"/>
                  <a:pt x="24" y="5"/>
                </a:cubicBezTo>
                <a:cubicBezTo>
                  <a:pt x="22" y="2"/>
                  <a:pt x="18" y="0"/>
                  <a:pt x="14" y="0"/>
                </a:cubicBezTo>
                <a:cubicBezTo>
                  <a:pt x="10" y="0"/>
                  <a:pt x="6" y="2"/>
                  <a:pt x="4" y="5"/>
                </a:cubicBezTo>
                <a:close/>
                <a:moveTo>
                  <a:pt x="8" y="14"/>
                </a:moveTo>
                <a:cubicBezTo>
                  <a:pt x="5" y="14"/>
                  <a:pt x="5" y="14"/>
                  <a:pt x="5" y="14"/>
                </a:cubicBezTo>
                <a:cubicBezTo>
                  <a:pt x="4" y="14"/>
                  <a:pt x="4" y="14"/>
                  <a:pt x="4" y="15"/>
                </a:cubicBezTo>
                <a:cubicBezTo>
                  <a:pt x="4" y="15"/>
                  <a:pt x="4" y="15"/>
                  <a:pt x="5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14"/>
                  <a:pt x="8" y="14"/>
                  <a:pt x="8" y="14"/>
                </a:cubicBezTo>
                <a:close/>
                <a:moveTo>
                  <a:pt x="20" y="15"/>
                </a:moveTo>
                <a:cubicBezTo>
                  <a:pt x="24" y="15"/>
                  <a:pt x="24" y="15"/>
                  <a:pt x="24" y="15"/>
                </a:cubicBezTo>
                <a:cubicBezTo>
                  <a:pt x="24" y="15"/>
                  <a:pt x="24" y="15"/>
                  <a:pt x="24" y="15"/>
                </a:cubicBezTo>
                <a:cubicBezTo>
                  <a:pt x="24" y="14"/>
                  <a:pt x="24" y="14"/>
                  <a:pt x="24" y="14"/>
                </a:cubicBezTo>
                <a:cubicBezTo>
                  <a:pt x="20" y="14"/>
                  <a:pt x="20" y="14"/>
                  <a:pt x="20" y="14"/>
                </a:cubicBezTo>
                <a:cubicBezTo>
                  <a:pt x="20" y="14"/>
                  <a:pt x="20" y="14"/>
                  <a:pt x="20" y="15"/>
                </a:cubicBezTo>
                <a:cubicBezTo>
                  <a:pt x="20" y="15"/>
                  <a:pt x="20" y="15"/>
                  <a:pt x="20" y="15"/>
                </a:cubicBezTo>
                <a:close/>
                <a:moveTo>
                  <a:pt x="13" y="21"/>
                </a:moveTo>
                <a:cubicBezTo>
                  <a:pt x="13" y="24"/>
                  <a:pt x="13" y="24"/>
                  <a:pt x="13" y="24"/>
                </a:cubicBezTo>
                <a:cubicBezTo>
                  <a:pt x="13" y="25"/>
                  <a:pt x="14" y="25"/>
                  <a:pt x="14" y="25"/>
                </a:cubicBezTo>
                <a:cubicBezTo>
                  <a:pt x="14" y="25"/>
                  <a:pt x="15" y="25"/>
                  <a:pt x="15" y="24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4" y="21"/>
                  <a:pt x="14" y="21"/>
                </a:cubicBezTo>
                <a:cubicBezTo>
                  <a:pt x="14" y="21"/>
                  <a:pt x="13" y="21"/>
                  <a:pt x="13" y="21"/>
                </a:cubicBezTo>
                <a:close/>
                <a:moveTo>
                  <a:pt x="15" y="8"/>
                </a:moveTo>
                <a:cubicBezTo>
                  <a:pt x="15" y="5"/>
                  <a:pt x="15" y="5"/>
                  <a:pt x="15" y="5"/>
                </a:cubicBezTo>
                <a:cubicBezTo>
                  <a:pt x="15" y="5"/>
                  <a:pt x="14" y="5"/>
                  <a:pt x="14" y="5"/>
                </a:cubicBezTo>
                <a:cubicBezTo>
                  <a:pt x="14" y="5"/>
                  <a:pt x="13" y="5"/>
                  <a:pt x="13" y="5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9"/>
                  <a:pt x="14" y="9"/>
                  <a:pt x="14" y="9"/>
                </a:cubicBezTo>
                <a:cubicBezTo>
                  <a:pt x="14" y="9"/>
                  <a:pt x="15" y="9"/>
                  <a:pt x="15" y="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8" name="Freeform 276">
            <a:extLst>
              <a:ext uri="{FF2B5EF4-FFF2-40B4-BE49-F238E27FC236}">
                <a16:creationId xmlns:a16="http://schemas.microsoft.com/office/drawing/2014/main" id="{15864754-F42D-6F81-231F-ED00D3AB4587}"/>
              </a:ext>
            </a:extLst>
          </p:cNvPr>
          <p:cNvSpPr>
            <a:spLocks noEditPoints="1"/>
          </p:cNvSpPr>
          <p:nvPr/>
        </p:nvSpPr>
        <p:spPr bwMode="auto">
          <a:xfrm>
            <a:off x="8147609" y="2562285"/>
            <a:ext cx="200886" cy="202696"/>
          </a:xfrm>
          <a:custGeom>
            <a:avLst/>
            <a:gdLst>
              <a:gd name="T0" fmla="*/ 4 w 21"/>
              <a:gd name="T1" fmla="*/ 10 h 21"/>
              <a:gd name="T2" fmla="*/ 4 w 21"/>
              <a:gd name="T3" fmla="*/ 10 h 21"/>
              <a:gd name="T4" fmla="*/ 4 w 21"/>
              <a:gd name="T5" fmla="*/ 11 h 21"/>
              <a:gd name="T6" fmla="*/ 0 w 21"/>
              <a:gd name="T7" fmla="*/ 11 h 21"/>
              <a:gd name="T8" fmla="*/ 0 w 21"/>
              <a:gd name="T9" fmla="*/ 10 h 21"/>
              <a:gd name="T10" fmla="*/ 0 w 21"/>
              <a:gd name="T11" fmla="*/ 10 h 21"/>
              <a:gd name="T12" fmla="*/ 4 w 21"/>
              <a:gd name="T13" fmla="*/ 10 h 21"/>
              <a:gd name="T14" fmla="*/ 17 w 21"/>
              <a:gd name="T15" fmla="*/ 11 h 21"/>
              <a:gd name="T16" fmla="*/ 16 w 21"/>
              <a:gd name="T17" fmla="*/ 10 h 21"/>
              <a:gd name="T18" fmla="*/ 17 w 21"/>
              <a:gd name="T19" fmla="*/ 10 h 21"/>
              <a:gd name="T20" fmla="*/ 20 w 21"/>
              <a:gd name="T21" fmla="*/ 10 h 21"/>
              <a:gd name="T22" fmla="*/ 21 w 21"/>
              <a:gd name="T23" fmla="*/ 10 h 21"/>
              <a:gd name="T24" fmla="*/ 20 w 21"/>
              <a:gd name="T25" fmla="*/ 11 h 21"/>
              <a:gd name="T26" fmla="*/ 17 w 21"/>
              <a:gd name="T27" fmla="*/ 11 h 21"/>
              <a:gd name="T28" fmla="*/ 10 w 21"/>
              <a:gd name="T29" fmla="*/ 17 h 21"/>
              <a:gd name="T30" fmla="*/ 10 w 21"/>
              <a:gd name="T31" fmla="*/ 16 h 21"/>
              <a:gd name="T32" fmla="*/ 11 w 21"/>
              <a:gd name="T33" fmla="*/ 17 h 21"/>
              <a:gd name="T34" fmla="*/ 11 w 21"/>
              <a:gd name="T35" fmla="*/ 20 h 21"/>
              <a:gd name="T36" fmla="*/ 10 w 21"/>
              <a:gd name="T37" fmla="*/ 21 h 21"/>
              <a:gd name="T38" fmla="*/ 10 w 21"/>
              <a:gd name="T39" fmla="*/ 20 h 21"/>
              <a:gd name="T40" fmla="*/ 10 w 21"/>
              <a:gd name="T41" fmla="*/ 17 h 21"/>
              <a:gd name="T42" fmla="*/ 11 w 21"/>
              <a:gd name="T43" fmla="*/ 4 h 21"/>
              <a:gd name="T44" fmla="*/ 10 w 21"/>
              <a:gd name="T45" fmla="*/ 4 h 21"/>
              <a:gd name="T46" fmla="*/ 10 w 21"/>
              <a:gd name="T47" fmla="*/ 4 h 21"/>
              <a:gd name="T48" fmla="*/ 10 w 21"/>
              <a:gd name="T49" fmla="*/ 0 h 21"/>
              <a:gd name="T50" fmla="*/ 10 w 21"/>
              <a:gd name="T51" fmla="*/ 0 h 21"/>
              <a:gd name="T52" fmla="*/ 11 w 21"/>
              <a:gd name="T53" fmla="*/ 0 h 21"/>
              <a:gd name="T54" fmla="*/ 11 w 21"/>
              <a:gd name="T55" fmla="*/ 4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" h="21">
                <a:moveTo>
                  <a:pt x="4" y="10"/>
                </a:moveTo>
                <a:cubicBezTo>
                  <a:pt x="4" y="10"/>
                  <a:pt x="4" y="10"/>
                  <a:pt x="4" y="10"/>
                </a:cubicBezTo>
                <a:cubicBezTo>
                  <a:pt x="4" y="11"/>
                  <a:pt x="4" y="11"/>
                  <a:pt x="4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4" y="10"/>
                  <a:pt x="4" y="10"/>
                  <a:pt x="4" y="10"/>
                </a:cubicBezTo>
                <a:close/>
                <a:moveTo>
                  <a:pt x="17" y="11"/>
                </a:moveTo>
                <a:cubicBezTo>
                  <a:pt x="17" y="11"/>
                  <a:pt x="16" y="11"/>
                  <a:pt x="16" y="10"/>
                </a:cubicBezTo>
                <a:cubicBezTo>
                  <a:pt x="16" y="10"/>
                  <a:pt x="17" y="10"/>
                  <a:pt x="17" y="10"/>
                </a:cubicBezTo>
                <a:cubicBezTo>
                  <a:pt x="20" y="10"/>
                  <a:pt x="20" y="10"/>
                  <a:pt x="20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1"/>
                  <a:pt x="21" y="11"/>
                  <a:pt x="20" y="11"/>
                </a:cubicBezTo>
                <a:cubicBezTo>
                  <a:pt x="17" y="11"/>
                  <a:pt x="17" y="11"/>
                  <a:pt x="17" y="11"/>
                </a:cubicBezTo>
                <a:close/>
                <a:moveTo>
                  <a:pt x="10" y="17"/>
                </a:moveTo>
                <a:cubicBezTo>
                  <a:pt x="10" y="17"/>
                  <a:pt x="10" y="16"/>
                  <a:pt x="10" y="16"/>
                </a:cubicBezTo>
                <a:cubicBezTo>
                  <a:pt x="11" y="16"/>
                  <a:pt x="11" y="17"/>
                  <a:pt x="11" y="17"/>
                </a:cubicBezTo>
                <a:cubicBezTo>
                  <a:pt x="11" y="20"/>
                  <a:pt x="11" y="20"/>
                  <a:pt x="11" y="20"/>
                </a:cubicBezTo>
                <a:cubicBezTo>
                  <a:pt x="11" y="21"/>
                  <a:pt x="11" y="21"/>
                  <a:pt x="10" y="21"/>
                </a:cubicBezTo>
                <a:cubicBezTo>
                  <a:pt x="10" y="21"/>
                  <a:pt x="10" y="21"/>
                  <a:pt x="10" y="20"/>
                </a:cubicBezTo>
                <a:cubicBezTo>
                  <a:pt x="10" y="17"/>
                  <a:pt x="10" y="17"/>
                  <a:pt x="10" y="17"/>
                </a:cubicBezTo>
                <a:close/>
                <a:moveTo>
                  <a:pt x="11" y="4"/>
                </a:moveTo>
                <a:cubicBezTo>
                  <a:pt x="11" y="4"/>
                  <a:pt x="11" y="4"/>
                  <a:pt x="1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1" y="0"/>
                  <a:pt x="11" y="0"/>
                  <a:pt x="11" y="0"/>
                </a:cubicBezTo>
                <a:lnTo>
                  <a:pt x="11" y="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0" name="Freeform 277">
            <a:extLst>
              <a:ext uri="{FF2B5EF4-FFF2-40B4-BE49-F238E27FC236}">
                <a16:creationId xmlns:a16="http://schemas.microsoft.com/office/drawing/2014/main" id="{67E904A1-1C2E-90A6-126B-65327172CBCF}"/>
              </a:ext>
            </a:extLst>
          </p:cNvPr>
          <p:cNvSpPr>
            <a:spLocks noEditPoints="1"/>
          </p:cNvSpPr>
          <p:nvPr/>
        </p:nvSpPr>
        <p:spPr bwMode="auto">
          <a:xfrm>
            <a:off x="9971866" y="2486275"/>
            <a:ext cx="267848" cy="316712"/>
          </a:xfrm>
          <a:custGeom>
            <a:avLst/>
            <a:gdLst>
              <a:gd name="T0" fmla="*/ 7 w 28"/>
              <a:gd name="T1" fmla="*/ 26 h 33"/>
              <a:gd name="T2" fmla="*/ 10 w 28"/>
              <a:gd name="T3" fmla="*/ 21 h 33"/>
              <a:gd name="T4" fmla="*/ 11 w 28"/>
              <a:gd name="T5" fmla="*/ 18 h 33"/>
              <a:gd name="T6" fmla="*/ 8 w 28"/>
              <a:gd name="T7" fmla="*/ 19 h 33"/>
              <a:gd name="T8" fmla="*/ 7 w 28"/>
              <a:gd name="T9" fmla="*/ 19 h 33"/>
              <a:gd name="T10" fmla="*/ 13 w 28"/>
              <a:gd name="T11" fmla="*/ 17 h 33"/>
              <a:gd name="T12" fmla="*/ 10 w 28"/>
              <a:gd name="T13" fmla="*/ 22 h 33"/>
              <a:gd name="T14" fmla="*/ 8 w 28"/>
              <a:gd name="T15" fmla="*/ 24 h 33"/>
              <a:gd name="T16" fmla="*/ 23 w 28"/>
              <a:gd name="T17" fmla="*/ 0 h 33"/>
              <a:gd name="T18" fmla="*/ 23 w 28"/>
              <a:gd name="T19" fmla="*/ 7 h 33"/>
              <a:gd name="T20" fmla="*/ 24 w 28"/>
              <a:gd name="T21" fmla="*/ 1 h 33"/>
              <a:gd name="T22" fmla="*/ 5 w 28"/>
              <a:gd name="T23" fmla="*/ 0 h 33"/>
              <a:gd name="T24" fmla="*/ 5 w 28"/>
              <a:gd name="T25" fmla="*/ 7 h 33"/>
              <a:gd name="T26" fmla="*/ 6 w 28"/>
              <a:gd name="T27" fmla="*/ 1 h 33"/>
              <a:gd name="T28" fmla="*/ 26 w 28"/>
              <a:gd name="T29" fmla="*/ 12 h 33"/>
              <a:gd name="T30" fmla="*/ 2 w 28"/>
              <a:gd name="T31" fmla="*/ 29 h 33"/>
              <a:gd name="T32" fmla="*/ 26 w 28"/>
              <a:gd name="T33" fmla="*/ 29 h 33"/>
              <a:gd name="T34" fmla="*/ 26 w 28"/>
              <a:gd name="T35" fmla="*/ 31 h 33"/>
              <a:gd name="T36" fmla="*/ 26 w 28"/>
              <a:gd name="T37" fmla="*/ 31 h 33"/>
              <a:gd name="T38" fmla="*/ 2 w 28"/>
              <a:gd name="T39" fmla="*/ 32 h 33"/>
              <a:gd name="T40" fmla="*/ 26 w 28"/>
              <a:gd name="T41" fmla="*/ 3 h 33"/>
              <a:gd name="T42" fmla="*/ 23 w 28"/>
              <a:gd name="T43" fmla="*/ 7 h 33"/>
              <a:gd name="T44" fmla="*/ 21 w 28"/>
              <a:gd name="T45" fmla="*/ 3 h 33"/>
              <a:gd name="T46" fmla="*/ 6 w 28"/>
              <a:gd name="T47" fmla="*/ 7 h 33"/>
              <a:gd name="T48" fmla="*/ 4 w 28"/>
              <a:gd name="T49" fmla="*/ 3 h 33"/>
              <a:gd name="T50" fmla="*/ 0 w 28"/>
              <a:gd name="T51" fmla="*/ 31 h 33"/>
              <a:gd name="T52" fmla="*/ 28 w 28"/>
              <a:gd name="T53" fmla="*/ 31 h 33"/>
              <a:gd name="T54" fmla="*/ 11 w 28"/>
              <a:gd name="T55" fmla="*/ 6 h 33"/>
              <a:gd name="T56" fmla="*/ 10 w 28"/>
              <a:gd name="T57" fmla="*/ 10 h 33"/>
              <a:gd name="T58" fmla="*/ 9 w 28"/>
              <a:gd name="T59" fmla="*/ 8 h 33"/>
              <a:gd name="T60" fmla="*/ 10 w 28"/>
              <a:gd name="T61" fmla="*/ 9 h 33"/>
              <a:gd name="T62" fmla="*/ 11 w 28"/>
              <a:gd name="T63" fmla="*/ 8 h 33"/>
              <a:gd name="T64" fmla="*/ 14 w 28"/>
              <a:gd name="T65" fmla="*/ 7 h 33"/>
              <a:gd name="T66" fmla="*/ 13 w 28"/>
              <a:gd name="T67" fmla="*/ 9 h 33"/>
              <a:gd name="T68" fmla="*/ 12 w 28"/>
              <a:gd name="T69" fmla="*/ 9 h 33"/>
              <a:gd name="T70" fmla="*/ 12 w 28"/>
              <a:gd name="T71" fmla="*/ 9 h 33"/>
              <a:gd name="T72" fmla="*/ 13 w 28"/>
              <a:gd name="T73" fmla="*/ 9 h 33"/>
              <a:gd name="T74" fmla="*/ 15 w 28"/>
              <a:gd name="T75" fmla="*/ 7 h 33"/>
              <a:gd name="T76" fmla="*/ 15 w 28"/>
              <a:gd name="T77" fmla="*/ 8 h 33"/>
              <a:gd name="T78" fmla="*/ 17 w 28"/>
              <a:gd name="T79" fmla="*/ 10 h 33"/>
              <a:gd name="T80" fmla="*/ 16 w 28"/>
              <a:gd name="T81" fmla="*/ 8 h 33"/>
              <a:gd name="T82" fmla="*/ 15 w 28"/>
              <a:gd name="T83" fmla="*/ 8 h 33"/>
              <a:gd name="T84" fmla="*/ 15 w 28"/>
              <a:gd name="T85" fmla="*/ 7 h 33"/>
              <a:gd name="T86" fmla="*/ 19 w 28"/>
              <a:gd name="T87" fmla="*/ 9 h 33"/>
              <a:gd name="T88" fmla="*/ 17 w 28"/>
              <a:gd name="T89" fmla="*/ 8 h 33"/>
              <a:gd name="T90" fmla="*/ 19 w 28"/>
              <a:gd name="T91" fmla="*/ 7 h 33"/>
              <a:gd name="T92" fmla="*/ 18 w 28"/>
              <a:gd name="T93" fmla="*/ 9 h 33"/>
              <a:gd name="T94" fmla="*/ 18 w 28"/>
              <a:gd name="T95" fmla="*/ 9 h 33"/>
              <a:gd name="T96" fmla="*/ 19 w 28"/>
              <a:gd name="T97" fmla="*/ 8 h 33"/>
              <a:gd name="T98" fmla="*/ 18 w 28"/>
              <a:gd name="T99" fmla="*/ 8 h 33"/>
              <a:gd name="T100" fmla="*/ 19 w 28"/>
              <a:gd name="T101" fmla="*/ 8 h 33"/>
              <a:gd name="T102" fmla="*/ 22 w 28"/>
              <a:gd name="T103" fmla="*/ 23 h 33"/>
              <a:gd name="T104" fmla="*/ 16 w 28"/>
              <a:gd name="T105" fmla="*/ 25 h 33"/>
              <a:gd name="T106" fmla="*/ 17 w 28"/>
              <a:gd name="T107" fmla="*/ 21 h 33"/>
              <a:gd name="T108" fmla="*/ 16 w 28"/>
              <a:gd name="T109" fmla="*/ 17 h 33"/>
              <a:gd name="T110" fmla="*/ 22 w 28"/>
              <a:gd name="T111" fmla="*/ 19 h 33"/>
              <a:gd name="T112" fmla="*/ 20 w 28"/>
              <a:gd name="T113" fmla="*/ 18 h 33"/>
              <a:gd name="T114" fmla="*/ 19 w 28"/>
              <a:gd name="T115" fmla="*/ 20 h 33"/>
              <a:gd name="T116" fmla="*/ 17 w 28"/>
              <a:gd name="T117" fmla="*/ 18 h 33"/>
              <a:gd name="T118" fmla="*/ 20 w 28"/>
              <a:gd name="T119" fmla="*/ 22 h 33"/>
              <a:gd name="T120" fmla="*/ 19 w 28"/>
              <a:gd name="T121" fmla="*/ 24 h 33"/>
              <a:gd name="T122" fmla="*/ 17 w 28"/>
              <a:gd name="T123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8" h="33">
                <a:moveTo>
                  <a:pt x="14" y="24"/>
                </a:moveTo>
                <a:cubicBezTo>
                  <a:pt x="14" y="26"/>
                  <a:pt x="14" y="26"/>
                  <a:pt x="14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7" y="24"/>
                  <a:pt x="7" y="24"/>
                  <a:pt x="7" y="24"/>
                </a:cubicBezTo>
                <a:cubicBezTo>
                  <a:pt x="7" y="23"/>
                  <a:pt x="7" y="22"/>
                  <a:pt x="7" y="22"/>
                </a:cubicBezTo>
                <a:cubicBezTo>
                  <a:pt x="7" y="22"/>
                  <a:pt x="8" y="21"/>
                  <a:pt x="10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0"/>
                  <a:pt x="12" y="20"/>
                  <a:pt x="12" y="19"/>
                </a:cubicBezTo>
                <a:cubicBezTo>
                  <a:pt x="12" y="19"/>
                  <a:pt x="12" y="18"/>
                  <a:pt x="11" y="18"/>
                </a:cubicBezTo>
                <a:cubicBezTo>
                  <a:pt x="11" y="18"/>
                  <a:pt x="11" y="18"/>
                  <a:pt x="10" y="18"/>
                </a:cubicBezTo>
                <a:cubicBezTo>
                  <a:pt x="9" y="18"/>
                  <a:pt x="9" y="18"/>
                  <a:pt x="9" y="18"/>
                </a:cubicBezTo>
                <a:cubicBezTo>
                  <a:pt x="8" y="18"/>
                  <a:pt x="8" y="19"/>
                  <a:pt x="8" y="19"/>
                </a:cubicBezTo>
                <a:cubicBezTo>
                  <a:pt x="8" y="20"/>
                  <a:pt x="8" y="20"/>
                  <a:pt x="8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9"/>
                  <a:pt x="7" y="19"/>
                  <a:pt x="7" y="19"/>
                </a:cubicBezTo>
                <a:cubicBezTo>
                  <a:pt x="7" y="18"/>
                  <a:pt x="7" y="17"/>
                  <a:pt x="7" y="17"/>
                </a:cubicBezTo>
                <a:cubicBezTo>
                  <a:pt x="8" y="17"/>
                  <a:pt x="9" y="16"/>
                  <a:pt x="10" y="16"/>
                </a:cubicBezTo>
                <a:cubicBezTo>
                  <a:pt x="11" y="16"/>
                  <a:pt x="12" y="17"/>
                  <a:pt x="13" y="17"/>
                </a:cubicBezTo>
                <a:cubicBezTo>
                  <a:pt x="13" y="17"/>
                  <a:pt x="14" y="18"/>
                  <a:pt x="14" y="19"/>
                </a:cubicBezTo>
                <a:cubicBezTo>
                  <a:pt x="14" y="20"/>
                  <a:pt x="13" y="21"/>
                  <a:pt x="13" y="22"/>
                </a:cubicBezTo>
                <a:cubicBezTo>
                  <a:pt x="13" y="22"/>
                  <a:pt x="12" y="22"/>
                  <a:pt x="10" y="22"/>
                </a:cubicBezTo>
                <a:cubicBezTo>
                  <a:pt x="9" y="23"/>
                  <a:pt x="9" y="23"/>
                  <a:pt x="9" y="23"/>
                </a:cubicBezTo>
                <a:cubicBezTo>
                  <a:pt x="8" y="23"/>
                  <a:pt x="8" y="23"/>
                  <a:pt x="8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14" y="24"/>
                  <a:pt x="14" y="24"/>
                  <a:pt x="14" y="24"/>
                </a:cubicBezTo>
                <a:close/>
                <a:moveTo>
                  <a:pt x="23" y="0"/>
                </a:moveTo>
                <a:cubicBezTo>
                  <a:pt x="23" y="0"/>
                  <a:pt x="23" y="0"/>
                  <a:pt x="23" y="0"/>
                </a:cubicBezTo>
                <a:cubicBezTo>
                  <a:pt x="22" y="0"/>
                  <a:pt x="22" y="1"/>
                  <a:pt x="22" y="1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4" y="7"/>
                  <a:pt x="24" y="6"/>
                  <a:pt x="24" y="6"/>
                </a:cubicBezTo>
                <a:cubicBezTo>
                  <a:pt x="24" y="1"/>
                  <a:pt x="24" y="1"/>
                  <a:pt x="24" y="1"/>
                </a:cubicBezTo>
                <a:cubicBezTo>
                  <a:pt x="24" y="1"/>
                  <a:pt x="24" y="0"/>
                  <a:pt x="23" y="0"/>
                </a:cubicBezTo>
                <a:close/>
                <a:moveTo>
                  <a:pt x="5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4" y="1"/>
                  <a:pt x="4" y="1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5" y="7"/>
                  <a:pt x="5" y="7"/>
                </a:cubicBezTo>
                <a:cubicBezTo>
                  <a:pt x="5" y="7"/>
                  <a:pt x="5" y="7"/>
                  <a:pt x="5" y="7"/>
                </a:cubicBezTo>
                <a:cubicBezTo>
                  <a:pt x="6" y="7"/>
                  <a:pt x="6" y="6"/>
                  <a:pt x="6" y="6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0"/>
                  <a:pt x="5" y="0"/>
                </a:cubicBezTo>
                <a:close/>
                <a:moveTo>
                  <a:pt x="26" y="13"/>
                </a:moveTo>
                <a:cubicBezTo>
                  <a:pt x="26" y="12"/>
                  <a:pt x="26" y="12"/>
                  <a:pt x="26" y="12"/>
                </a:cubicBezTo>
                <a:cubicBezTo>
                  <a:pt x="3" y="12"/>
                  <a:pt x="3" y="12"/>
                  <a:pt x="3" y="12"/>
                </a:cubicBezTo>
                <a:cubicBezTo>
                  <a:pt x="2" y="12"/>
                  <a:pt x="2" y="12"/>
                  <a:pt x="2" y="13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29"/>
                  <a:pt x="2" y="30"/>
                  <a:pt x="3" y="30"/>
                </a:cubicBezTo>
                <a:cubicBezTo>
                  <a:pt x="26" y="30"/>
                  <a:pt x="26" y="30"/>
                  <a:pt x="26" y="30"/>
                </a:cubicBezTo>
                <a:cubicBezTo>
                  <a:pt x="26" y="30"/>
                  <a:pt x="26" y="29"/>
                  <a:pt x="26" y="29"/>
                </a:cubicBezTo>
                <a:cubicBezTo>
                  <a:pt x="26" y="13"/>
                  <a:pt x="26" y="13"/>
                  <a:pt x="26" y="13"/>
                </a:cubicBezTo>
                <a:close/>
                <a:moveTo>
                  <a:pt x="26" y="31"/>
                </a:moveTo>
                <a:cubicBezTo>
                  <a:pt x="26" y="31"/>
                  <a:pt x="26" y="31"/>
                  <a:pt x="26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26" y="31"/>
                  <a:pt x="26" y="31"/>
                  <a:pt x="26" y="31"/>
                </a:cubicBezTo>
                <a:close/>
                <a:moveTo>
                  <a:pt x="26" y="32"/>
                </a:moveTo>
                <a:cubicBezTo>
                  <a:pt x="26" y="32"/>
                  <a:pt x="26" y="32"/>
                  <a:pt x="26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26" y="32"/>
                  <a:pt x="26" y="32"/>
                  <a:pt x="26" y="32"/>
                </a:cubicBezTo>
                <a:close/>
                <a:moveTo>
                  <a:pt x="26" y="3"/>
                </a:moveTo>
                <a:cubicBezTo>
                  <a:pt x="25" y="3"/>
                  <a:pt x="25" y="3"/>
                  <a:pt x="25" y="3"/>
                </a:cubicBezTo>
                <a:cubicBezTo>
                  <a:pt x="25" y="4"/>
                  <a:pt x="25" y="5"/>
                  <a:pt x="25" y="6"/>
                </a:cubicBezTo>
                <a:cubicBezTo>
                  <a:pt x="25" y="7"/>
                  <a:pt x="24" y="7"/>
                  <a:pt x="23" y="7"/>
                </a:cubicBezTo>
                <a:cubicBezTo>
                  <a:pt x="23" y="7"/>
                  <a:pt x="23" y="7"/>
                  <a:pt x="23" y="7"/>
                </a:cubicBezTo>
                <a:cubicBezTo>
                  <a:pt x="22" y="7"/>
                  <a:pt x="21" y="7"/>
                  <a:pt x="21" y="6"/>
                </a:cubicBezTo>
                <a:cubicBezTo>
                  <a:pt x="21" y="5"/>
                  <a:pt x="21" y="4"/>
                  <a:pt x="21" y="3"/>
                </a:cubicBezTo>
                <a:cubicBezTo>
                  <a:pt x="7" y="3"/>
                  <a:pt x="7" y="3"/>
                  <a:pt x="7" y="3"/>
                </a:cubicBezTo>
                <a:cubicBezTo>
                  <a:pt x="7" y="4"/>
                  <a:pt x="7" y="5"/>
                  <a:pt x="7" y="6"/>
                </a:cubicBezTo>
                <a:cubicBezTo>
                  <a:pt x="7" y="7"/>
                  <a:pt x="6" y="7"/>
                  <a:pt x="6" y="7"/>
                </a:cubicBezTo>
                <a:cubicBezTo>
                  <a:pt x="6" y="7"/>
                  <a:pt x="5" y="7"/>
                  <a:pt x="5" y="7"/>
                </a:cubicBezTo>
                <a:cubicBezTo>
                  <a:pt x="4" y="7"/>
                  <a:pt x="4" y="7"/>
                  <a:pt x="4" y="6"/>
                </a:cubicBezTo>
                <a:cubicBezTo>
                  <a:pt x="4" y="5"/>
                  <a:pt x="4" y="4"/>
                  <a:pt x="4" y="3"/>
                </a:cubicBezTo>
                <a:cubicBezTo>
                  <a:pt x="3" y="3"/>
                  <a:pt x="3" y="3"/>
                  <a:pt x="3" y="3"/>
                </a:cubicBezTo>
                <a:cubicBezTo>
                  <a:pt x="1" y="3"/>
                  <a:pt x="0" y="4"/>
                  <a:pt x="0" y="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2"/>
                  <a:pt x="1" y="33"/>
                  <a:pt x="3" y="33"/>
                </a:cubicBezTo>
                <a:cubicBezTo>
                  <a:pt x="10" y="33"/>
                  <a:pt x="18" y="33"/>
                  <a:pt x="26" y="33"/>
                </a:cubicBezTo>
                <a:cubicBezTo>
                  <a:pt x="27" y="33"/>
                  <a:pt x="28" y="32"/>
                  <a:pt x="28" y="31"/>
                </a:cubicBezTo>
                <a:cubicBezTo>
                  <a:pt x="28" y="5"/>
                  <a:pt x="28" y="5"/>
                  <a:pt x="28" y="5"/>
                </a:cubicBezTo>
                <a:cubicBezTo>
                  <a:pt x="28" y="4"/>
                  <a:pt x="27" y="3"/>
                  <a:pt x="26" y="3"/>
                </a:cubicBezTo>
                <a:close/>
                <a:moveTo>
                  <a:pt x="11" y="6"/>
                </a:move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10"/>
                  <a:pt x="10" y="10"/>
                  <a:pt x="10" y="10"/>
                </a:cubicBezTo>
                <a:cubicBezTo>
                  <a:pt x="10" y="10"/>
                  <a:pt x="9" y="10"/>
                  <a:pt x="9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8"/>
                  <a:pt x="9" y="8"/>
                  <a:pt x="9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8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9"/>
                  <a:pt x="11" y="9"/>
                  <a:pt x="11" y="8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lose/>
                <a:moveTo>
                  <a:pt x="14" y="7"/>
                </a:moveTo>
                <a:cubicBezTo>
                  <a:pt x="14" y="10"/>
                  <a:pt x="14" y="10"/>
                  <a:pt x="14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9"/>
                  <a:pt x="12" y="9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7"/>
                  <a:pt x="13" y="7"/>
                  <a:pt x="13" y="7"/>
                </a:cubicBezTo>
                <a:cubicBezTo>
                  <a:pt x="14" y="7"/>
                  <a:pt x="14" y="7"/>
                  <a:pt x="14" y="7"/>
                </a:cubicBezTo>
                <a:close/>
                <a:moveTo>
                  <a:pt x="15" y="7"/>
                </a:moveTo>
                <a:cubicBezTo>
                  <a:pt x="15" y="7"/>
                  <a:pt x="15" y="7"/>
                  <a:pt x="15" y="7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7"/>
                  <a:pt x="15" y="7"/>
                  <a:pt x="16" y="7"/>
                </a:cubicBezTo>
                <a:cubicBezTo>
                  <a:pt x="16" y="7"/>
                  <a:pt x="17" y="7"/>
                  <a:pt x="17" y="8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7"/>
                  <a:pt x="15" y="7"/>
                  <a:pt x="15" y="7"/>
                </a:cubicBezTo>
                <a:close/>
                <a:moveTo>
                  <a:pt x="19" y="9"/>
                </a:move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10"/>
                  <a:pt x="18" y="10"/>
                </a:cubicBezTo>
                <a:cubicBezTo>
                  <a:pt x="18" y="10"/>
                  <a:pt x="18" y="10"/>
                  <a:pt x="17" y="9"/>
                </a:cubicBezTo>
                <a:cubicBezTo>
                  <a:pt x="17" y="9"/>
                  <a:pt x="17" y="9"/>
                  <a:pt x="17" y="8"/>
                </a:cubicBezTo>
                <a:cubicBezTo>
                  <a:pt x="17" y="8"/>
                  <a:pt x="17" y="8"/>
                  <a:pt x="17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9"/>
                  <a:pt x="19" y="9"/>
                  <a:pt x="19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9"/>
                  <a:pt x="19" y="9"/>
                  <a:pt x="19" y="9"/>
                </a:cubicBezTo>
                <a:close/>
                <a:moveTo>
                  <a:pt x="19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lose/>
                <a:moveTo>
                  <a:pt x="21" y="21"/>
                </a:moveTo>
                <a:cubicBezTo>
                  <a:pt x="21" y="21"/>
                  <a:pt x="21" y="21"/>
                  <a:pt x="21" y="21"/>
                </a:cubicBezTo>
                <a:cubicBezTo>
                  <a:pt x="22" y="21"/>
                  <a:pt x="22" y="22"/>
                  <a:pt x="22" y="23"/>
                </a:cubicBezTo>
                <a:cubicBezTo>
                  <a:pt x="22" y="24"/>
                  <a:pt x="22" y="25"/>
                  <a:pt x="22" y="25"/>
                </a:cubicBezTo>
                <a:cubicBezTo>
                  <a:pt x="21" y="26"/>
                  <a:pt x="20" y="26"/>
                  <a:pt x="19" y="26"/>
                </a:cubicBezTo>
                <a:cubicBezTo>
                  <a:pt x="17" y="26"/>
                  <a:pt x="16" y="26"/>
                  <a:pt x="16" y="25"/>
                </a:cubicBezTo>
                <a:cubicBezTo>
                  <a:pt x="15" y="25"/>
                  <a:pt x="15" y="24"/>
                  <a:pt x="15" y="23"/>
                </a:cubicBezTo>
                <a:cubicBezTo>
                  <a:pt x="15" y="22"/>
                  <a:pt x="16" y="21"/>
                  <a:pt x="17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6" y="21"/>
                  <a:pt x="16" y="21"/>
                  <a:pt x="16" y="20"/>
                </a:cubicBezTo>
                <a:cubicBezTo>
                  <a:pt x="15" y="20"/>
                  <a:pt x="15" y="20"/>
                  <a:pt x="15" y="19"/>
                </a:cubicBezTo>
                <a:cubicBezTo>
                  <a:pt x="15" y="18"/>
                  <a:pt x="15" y="17"/>
                  <a:pt x="16" y="17"/>
                </a:cubicBezTo>
                <a:cubicBezTo>
                  <a:pt x="16" y="17"/>
                  <a:pt x="17" y="16"/>
                  <a:pt x="19" y="16"/>
                </a:cubicBezTo>
                <a:cubicBezTo>
                  <a:pt x="20" y="16"/>
                  <a:pt x="21" y="17"/>
                  <a:pt x="21" y="17"/>
                </a:cubicBezTo>
                <a:cubicBezTo>
                  <a:pt x="22" y="17"/>
                  <a:pt x="22" y="18"/>
                  <a:pt x="22" y="19"/>
                </a:cubicBezTo>
                <a:cubicBezTo>
                  <a:pt x="22" y="20"/>
                  <a:pt x="22" y="21"/>
                  <a:pt x="21" y="21"/>
                </a:cubicBezTo>
                <a:close/>
                <a:moveTo>
                  <a:pt x="19" y="18"/>
                </a:moveTo>
                <a:cubicBezTo>
                  <a:pt x="19" y="18"/>
                  <a:pt x="20" y="18"/>
                  <a:pt x="20" y="18"/>
                </a:cubicBezTo>
                <a:cubicBezTo>
                  <a:pt x="20" y="18"/>
                  <a:pt x="20" y="18"/>
                  <a:pt x="20" y="19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20" y="20"/>
                  <a:pt x="19" y="20"/>
                </a:cubicBezTo>
                <a:cubicBezTo>
                  <a:pt x="18" y="20"/>
                  <a:pt x="17" y="20"/>
                  <a:pt x="17" y="20"/>
                </a:cubicBezTo>
                <a:cubicBezTo>
                  <a:pt x="17" y="20"/>
                  <a:pt x="17" y="20"/>
                  <a:pt x="17" y="19"/>
                </a:cubicBezTo>
                <a:cubicBezTo>
                  <a:pt x="17" y="19"/>
                  <a:pt x="17" y="18"/>
                  <a:pt x="17" y="18"/>
                </a:cubicBezTo>
                <a:cubicBezTo>
                  <a:pt x="17" y="18"/>
                  <a:pt x="18" y="18"/>
                  <a:pt x="19" y="18"/>
                </a:cubicBezTo>
                <a:close/>
                <a:moveTo>
                  <a:pt x="19" y="22"/>
                </a:moveTo>
                <a:cubicBezTo>
                  <a:pt x="20" y="22"/>
                  <a:pt x="20" y="22"/>
                  <a:pt x="20" y="22"/>
                </a:cubicBezTo>
                <a:cubicBezTo>
                  <a:pt x="20" y="22"/>
                  <a:pt x="21" y="22"/>
                  <a:pt x="21" y="23"/>
                </a:cubicBezTo>
                <a:cubicBezTo>
                  <a:pt x="21" y="24"/>
                  <a:pt x="20" y="24"/>
                  <a:pt x="20" y="24"/>
                </a:cubicBezTo>
                <a:cubicBezTo>
                  <a:pt x="20" y="24"/>
                  <a:pt x="20" y="24"/>
                  <a:pt x="19" y="24"/>
                </a:cubicBezTo>
                <a:cubicBezTo>
                  <a:pt x="18" y="24"/>
                  <a:pt x="17" y="24"/>
                  <a:pt x="17" y="24"/>
                </a:cubicBezTo>
                <a:cubicBezTo>
                  <a:pt x="17" y="24"/>
                  <a:pt x="17" y="24"/>
                  <a:pt x="17" y="23"/>
                </a:cubicBezTo>
                <a:cubicBezTo>
                  <a:pt x="17" y="22"/>
                  <a:pt x="17" y="22"/>
                  <a:pt x="17" y="22"/>
                </a:cubicBezTo>
                <a:cubicBezTo>
                  <a:pt x="17" y="22"/>
                  <a:pt x="18" y="22"/>
                  <a:pt x="19" y="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2" name="Freeform 278">
            <a:extLst>
              <a:ext uri="{FF2B5EF4-FFF2-40B4-BE49-F238E27FC236}">
                <a16:creationId xmlns:a16="http://schemas.microsoft.com/office/drawing/2014/main" id="{CF9526A8-E8B8-50A1-1F35-00829BF28B42}"/>
              </a:ext>
            </a:extLst>
          </p:cNvPr>
          <p:cNvSpPr>
            <a:spLocks noEditPoints="1"/>
          </p:cNvSpPr>
          <p:nvPr/>
        </p:nvSpPr>
        <p:spPr bwMode="auto">
          <a:xfrm>
            <a:off x="10594430" y="2495324"/>
            <a:ext cx="327571" cy="336619"/>
          </a:xfrm>
          <a:custGeom>
            <a:avLst/>
            <a:gdLst>
              <a:gd name="T0" fmla="*/ 24 w 34"/>
              <a:gd name="T1" fmla="*/ 23 h 35"/>
              <a:gd name="T2" fmla="*/ 29 w 34"/>
              <a:gd name="T3" fmla="*/ 20 h 35"/>
              <a:gd name="T4" fmla="*/ 25 w 34"/>
              <a:gd name="T5" fmla="*/ 25 h 35"/>
              <a:gd name="T6" fmla="*/ 23 w 34"/>
              <a:gd name="T7" fmla="*/ 26 h 35"/>
              <a:gd name="T8" fmla="*/ 21 w 34"/>
              <a:gd name="T9" fmla="*/ 31 h 35"/>
              <a:gd name="T10" fmla="*/ 22 w 34"/>
              <a:gd name="T11" fmla="*/ 26 h 35"/>
              <a:gd name="T12" fmla="*/ 19 w 34"/>
              <a:gd name="T13" fmla="*/ 22 h 35"/>
              <a:gd name="T14" fmla="*/ 23 w 34"/>
              <a:gd name="T15" fmla="*/ 24 h 35"/>
              <a:gd name="T16" fmla="*/ 14 w 34"/>
              <a:gd name="T17" fmla="*/ 17 h 35"/>
              <a:gd name="T18" fmla="*/ 16 w 34"/>
              <a:gd name="T19" fmla="*/ 16 h 35"/>
              <a:gd name="T20" fmla="*/ 24 w 34"/>
              <a:gd name="T21" fmla="*/ 11 h 35"/>
              <a:gd name="T22" fmla="*/ 26 w 34"/>
              <a:gd name="T23" fmla="*/ 4 h 35"/>
              <a:gd name="T24" fmla="*/ 21 w 34"/>
              <a:gd name="T25" fmla="*/ 6 h 35"/>
              <a:gd name="T26" fmla="*/ 7 w 34"/>
              <a:gd name="T27" fmla="*/ 2 h 35"/>
              <a:gd name="T28" fmla="*/ 3 w 34"/>
              <a:gd name="T29" fmla="*/ 5 h 35"/>
              <a:gd name="T30" fmla="*/ 0 w 34"/>
              <a:gd name="T31" fmla="*/ 28 h 35"/>
              <a:gd name="T32" fmla="*/ 1 w 34"/>
              <a:gd name="T33" fmla="*/ 29 h 35"/>
              <a:gd name="T34" fmla="*/ 1 w 34"/>
              <a:gd name="T35" fmla="*/ 28 h 35"/>
              <a:gd name="T36" fmla="*/ 2 w 34"/>
              <a:gd name="T37" fmla="*/ 27 h 35"/>
              <a:gd name="T38" fmla="*/ 24 w 34"/>
              <a:gd name="T39" fmla="*/ 11 h 35"/>
              <a:gd name="T40" fmla="*/ 21 w 34"/>
              <a:gd name="T41" fmla="*/ 1 h 35"/>
              <a:gd name="T42" fmla="*/ 19 w 34"/>
              <a:gd name="T43" fmla="*/ 5 h 35"/>
              <a:gd name="T44" fmla="*/ 5 w 34"/>
              <a:gd name="T45" fmla="*/ 0 h 35"/>
              <a:gd name="T46" fmla="*/ 5 w 34"/>
              <a:gd name="T47" fmla="*/ 5 h 35"/>
              <a:gd name="T48" fmla="*/ 12 w 34"/>
              <a:gd name="T49" fmla="*/ 22 h 35"/>
              <a:gd name="T50" fmla="*/ 6 w 34"/>
              <a:gd name="T51" fmla="*/ 20 h 35"/>
              <a:gd name="T52" fmla="*/ 10 w 34"/>
              <a:gd name="T53" fmla="*/ 16 h 35"/>
              <a:gd name="T54" fmla="*/ 7 w 34"/>
              <a:gd name="T55" fmla="*/ 18 h 35"/>
              <a:gd name="T56" fmla="*/ 9 w 34"/>
              <a:gd name="T57" fmla="*/ 15 h 35"/>
              <a:gd name="T58" fmla="*/ 9 w 34"/>
              <a:gd name="T59" fmla="*/ 20 h 35"/>
              <a:gd name="T60" fmla="*/ 12 w 34"/>
              <a:gd name="T61" fmla="*/ 22 h 35"/>
              <a:gd name="T62" fmla="*/ 17 w 34"/>
              <a:gd name="T63" fmla="*/ 8 h 35"/>
              <a:gd name="T64" fmla="*/ 17 w 34"/>
              <a:gd name="T65" fmla="*/ 6 h 35"/>
              <a:gd name="T66" fmla="*/ 16 w 34"/>
              <a:gd name="T67" fmla="*/ 7 h 35"/>
              <a:gd name="T68" fmla="*/ 17 w 34"/>
              <a:gd name="T69" fmla="*/ 8 h 35"/>
              <a:gd name="T70" fmla="*/ 10 w 34"/>
              <a:gd name="T71" fmla="*/ 8 h 35"/>
              <a:gd name="T72" fmla="*/ 8 w 34"/>
              <a:gd name="T73" fmla="*/ 7 h 35"/>
              <a:gd name="T74" fmla="*/ 9 w 34"/>
              <a:gd name="T75" fmla="*/ 8 h 35"/>
              <a:gd name="T76" fmla="*/ 10 w 34"/>
              <a:gd name="T77" fmla="*/ 5 h 35"/>
              <a:gd name="T78" fmla="*/ 12 w 34"/>
              <a:gd name="T79" fmla="*/ 8 h 35"/>
              <a:gd name="T80" fmla="*/ 10 w 34"/>
              <a:gd name="T81" fmla="*/ 6 h 35"/>
              <a:gd name="T82" fmla="*/ 11 w 34"/>
              <a:gd name="T83" fmla="*/ 8 h 35"/>
              <a:gd name="T84" fmla="*/ 13 w 34"/>
              <a:gd name="T85" fmla="*/ 6 h 35"/>
              <a:gd name="T86" fmla="*/ 14 w 34"/>
              <a:gd name="T87" fmla="*/ 6 h 35"/>
              <a:gd name="T88" fmla="*/ 14 w 34"/>
              <a:gd name="T89" fmla="*/ 7 h 35"/>
              <a:gd name="T90" fmla="*/ 13 w 34"/>
              <a:gd name="T91" fmla="*/ 7 h 35"/>
              <a:gd name="T92" fmla="*/ 17 w 34"/>
              <a:gd name="T93" fmla="*/ 7 h 35"/>
              <a:gd name="T94" fmla="*/ 17 w 34"/>
              <a:gd name="T95" fmla="*/ 7 h 35"/>
              <a:gd name="T96" fmla="*/ 27 w 34"/>
              <a:gd name="T97" fmla="*/ 17 h 35"/>
              <a:gd name="T98" fmla="*/ 16 w 34"/>
              <a:gd name="T99" fmla="*/ 22 h 35"/>
              <a:gd name="T100" fmla="*/ 20 w 34"/>
              <a:gd name="T101" fmla="*/ 32 h 35"/>
              <a:gd name="T102" fmla="*/ 31 w 34"/>
              <a:gd name="T103" fmla="*/ 28 h 35"/>
              <a:gd name="T104" fmla="*/ 16 w 34"/>
              <a:gd name="T105" fmla="*/ 17 h 35"/>
              <a:gd name="T106" fmla="*/ 31 w 34"/>
              <a:gd name="T107" fmla="*/ 32 h 35"/>
              <a:gd name="T108" fmla="*/ 16 w 34"/>
              <a:gd name="T109" fmla="*/ 17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" h="35">
                <a:moveTo>
                  <a:pt x="24" y="24"/>
                </a:move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3"/>
                  <a:pt x="24" y="23"/>
                </a:cubicBezTo>
                <a:cubicBezTo>
                  <a:pt x="24" y="23"/>
                  <a:pt x="24" y="24"/>
                  <a:pt x="24" y="24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0"/>
                  <a:pt x="29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24" y="25"/>
                  <a:pt x="24" y="25"/>
                  <a:pt x="24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5" y="25"/>
                  <a:pt x="25" y="25"/>
                  <a:pt x="25" y="26"/>
                </a:cubicBezTo>
                <a:cubicBezTo>
                  <a:pt x="25" y="26"/>
                  <a:pt x="25" y="26"/>
                  <a:pt x="25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1" y="31"/>
                  <a:pt x="21" y="31"/>
                  <a:pt x="21" y="31"/>
                </a:cubicBezTo>
                <a:cubicBezTo>
                  <a:pt x="21" y="31"/>
                  <a:pt x="21" y="31"/>
                  <a:pt x="21" y="32"/>
                </a:cubicBezTo>
                <a:cubicBezTo>
                  <a:pt x="21" y="32"/>
                  <a:pt x="21" y="32"/>
                  <a:pt x="21" y="31"/>
                </a:cubicBezTo>
                <a:cubicBezTo>
                  <a:pt x="21" y="31"/>
                  <a:pt x="21" y="31"/>
                  <a:pt x="21" y="31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22" y="26"/>
                  <a:pt x="22" y="26"/>
                  <a:pt x="22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19" y="21"/>
                  <a:pt x="19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3" y="24"/>
                  <a:pt x="23" y="24"/>
                  <a:pt x="23" y="24"/>
                </a:cubicBezTo>
                <a:cubicBezTo>
                  <a:pt x="24" y="24"/>
                  <a:pt x="24" y="24"/>
                  <a:pt x="24" y="24"/>
                </a:cubicBezTo>
                <a:close/>
                <a:moveTo>
                  <a:pt x="14" y="19"/>
                </a:moveTo>
                <a:cubicBezTo>
                  <a:pt x="14" y="19"/>
                  <a:pt x="14" y="19"/>
                  <a:pt x="14" y="18"/>
                </a:cubicBezTo>
                <a:cubicBezTo>
                  <a:pt x="14" y="18"/>
                  <a:pt x="14" y="18"/>
                  <a:pt x="14" y="17"/>
                </a:cubicBezTo>
                <a:cubicBezTo>
                  <a:pt x="14" y="16"/>
                  <a:pt x="14" y="16"/>
                  <a:pt x="14" y="15"/>
                </a:cubicBezTo>
                <a:cubicBezTo>
                  <a:pt x="15" y="15"/>
                  <a:pt x="16" y="15"/>
                  <a:pt x="17" y="15"/>
                </a:cubicBezTo>
                <a:cubicBezTo>
                  <a:pt x="17" y="15"/>
                  <a:pt x="18" y="15"/>
                  <a:pt x="18" y="15"/>
                </a:cubicBezTo>
                <a:cubicBezTo>
                  <a:pt x="17" y="15"/>
                  <a:pt x="17" y="16"/>
                  <a:pt x="16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5" y="16"/>
                  <a:pt x="15" y="17"/>
                  <a:pt x="15" y="17"/>
                </a:cubicBezTo>
                <a:cubicBezTo>
                  <a:pt x="15" y="18"/>
                  <a:pt x="14" y="18"/>
                  <a:pt x="14" y="19"/>
                </a:cubicBezTo>
                <a:close/>
                <a:moveTo>
                  <a:pt x="24" y="11"/>
                </a:moveTo>
                <a:cubicBezTo>
                  <a:pt x="24" y="14"/>
                  <a:pt x="24" y="14"/>
                  <a:pt x="24" y="14"/>
                </a:cubicBezTo>
                <a:cubicBezTo>
                  <a:pt x="25" y="14"/>
                  <a:pt x="25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3"/>
                  <a:pt x="25" y="2"/>
                  <a:pt x="23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6"/>
                  <a:pt x="21" y="6"/>
                  <a:pt x="21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19" y="6"/>
                  <a:pt x="19" y="6"/>
                  <a:pt x="19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5"/>
                  <a:pt x="7" y="5"/>
                  <a:pt x="7" y="5"/>
                </a:cubicBezTo>
                <a:cubicBezTo>
                  <a:pt x="7" y="6"/>
                  <a:pt x="6" y="6"/>
                  <a:pt x="5" y="6"/>
                </a:cubicBezTo>
                <a:cubicBezTo>
                  <a:pt x="5" y="6"/>
                  <a:pt x="5" y="6"/>
                  <a:pt x="5" y="6"/>
                </a:cubicBezTo>
                <a:cubicBezTo>
                  <a:pt x="4" y="6"/>
                  <a:pt x="3" y="6"/>
                  <a:pt x="3" y="5"/>
                </a:cubicBezTo>
                <a:cubicBezTo>
                  <a:pt x="3" y="2"/>
                  <a:pt x="3" y="2"/>
                  <a:pt x="3" y="2"/>
                </a:cubicBezTo>
                <a:cubicBezTo>
                  <a:pt x="2" y="2"/>
                  <a:pt x="2" y="2"/>
                  <a:pt x="2" y="2"/>
                </a:cubicBezTo>
                <a:cubicBezTo>
                  <a:pt x="1" y="2"/>
                  <a:pt x="0" y="3"/>
                  <a:pt x="0" y="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9"/>
                  <a:pt x="1" y="30"/>
                  <a:pt x="2" y="30"/>
                </a:cubicBezTo>
                <a:cubicBezTo>
                  <a:pt x="6" y="30"/>
                  <a:pt x="10" y="30"/>
                  <a:pt x="14" y="30"/>
                </a:cubicBezTo>
                <a:cubicBezTo>
                  <a:pt x="13" y="30"/>
                  <a:pt x="13" y="30"/>
                  <a:pt x="13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29"/>
                  <a:pt x="13" y="29"/>
                  <a:pt x="13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8"/>
                  <a:pt x="12" y="28"/>
                  <a:pt x="1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1" y="27"/>
                  <a:pt x="1" y="27"/>
                  <a:pt x="1" y="27"/>
                </a:cubicBezTo>
                <a:cubicBezTo>
                  <a:pt x="1" y="11"/>
                  <a:pt x="1" y="11"/>
                  <a:pt x="1" y="11"/>
                </a:cubicBezTo>
                <a:cubicBezTo>
                  <a:pt x="1" y="11"/>
                  <a:pt x="1" y="11"/>
                  <a:pt x="2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11"/>
                  <a:pt x="24" y="11"/>
                  <a:pt x="24" y="11"/>
                </a:cubicBezTo>
                <a:close/>
                <a:moveTo>
                  <a:pt x="20" y="0"/>
                </a:moveTo>
                <a:cubicBezTo>
                  <a:pt x="20" y="0"/>
                  <a:pt x="20" y="0"/>
                  <a:pt x="20" y="0"/>
                </a:cubicBezTo>
                <a:cubicBezTo>
                  <a:pt x="21" y="0"/>
                  <a:pt x="21" y="0"/>
                  <a:pt x="21" y="1"/>
                </a:cubicBezTo>
                <a:cubicBezTo>
                  <a:pt x="21" y="5"/>
                  <a:pt x="21" y="5"/>
                  <a:pt x="21" y="5"/>
                </a:cubicBezTo>
                <a:cubicBezTo>
                  <a:pt x="21" y="5"/>
                  <a:pt x="21" y="5"/>
                  <a:pt x="20" y="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5"/>
                  <a:pt x="19" y="5"/>
                  <a:pt x="19" y="5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0" y="0"/>
                </a:cubicBezTo>
                <a:close/>
                <a:moveTo>
                  <a:pt x="5" y="0"/>
                </a:moveTo>
                <a:cubicBezTo>
                  <a:pt x="5" y="0"/>
                  <a:pt x="5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6" y="5"/>
                  <a:pt x="6" y="5"/>
                  <a:pt x="6" y="5"/>
                </a:cubicBezTo>
                <a:cubicBezTo>
                  <a:pt x="6" y="5"/>
                  <a:pt x="5" y="5"/>
                  <a:pt x="5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5"/>
                  <a:pt x="4" y="5"/>
                  <a:pt x="4" y="5"/>
                </a:cubicBezTo>
                <a:cubicBezTo>
                  <a:pt x="4" y="1"/>
                  <a:pt x="4" y="1"/>
                  <a:pt x="4" y="1"/>
                </a:cubicBezTo>
                <a:cubicBezTo>
                  <a:pt x="4" y="0"/>
                  <a:pt x="5" y="0"/>
                  <a:pt x="5" y="0"/>
                </a:cubicBezTo>
                <a:close/>
                <a:moveTo>
                  <a:pt x="12" y="22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22"/>
                  <a:pt x="5" y="22"/>
                  <a:pt x="5" y="22"/>
                </a:cubicBezTo>
                <a:cubicBezTo>
                  <a:pt x="5" y="21"/>
                  <a:pt x="6" y="20"/>
                  <a:pt x="6" y="20"/>
                </a:cubicBezTo>
                <a:cubicBezTo>
                  <a:pt x="6" y="20"/>
                  <a:pt x="7" y="19"/>
                  <a:pt x="8" y="19"/>
                </a:cubicBezTo>
                <a:cubicBezTo>
                  <a:pt x="9" y="19"/>
                  <a:pt x="10" y="19"/>
                  <a:pt x="10" y="19"/>
                </a:cubicBezTo>
                <a:cubicBezTo>
                  <a:pt x="10" y="19"/>
                  <a:pt x="10" y="18"/>
                  <a:pt x="10" y="18"/>
                </a:cubicBezTo>
                <a:cubicBezTo>
                  <a:pt x="10" y="17"/>
                  <a:pt x="10" y="17"/>
                  <a:pt x="10" y="16"/>
                </a:cubicBezTo>
                <a:cubicBezTo>
                  <a:pt x="10" y="16"/>
                  <a:pt x="9" y="16"/>
                  <a:pt x="9" y="16"/>
                </a:cubicBezTo>
                <a:cubicBezTo>
                  <a:pt x="8" y="16"/>
                  <a:pt x="8" y="16"/>
                  <a:pt x="7" y="16"/>
                </a:cubicBezTo>
                <a:cubicBezTo>
                  <a:pt x="7" y="17"/>
                  <a:pt x="7" y="17"/>
                  <a:pt x="7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6"/>
                  <a:pt x="6" y="16"/>
                  <a:pt x="6" y="15"/>
                </a:cubicBezTo>
                <a:cubicBezTo>
                  <a:pt x="7" y="15"/>
                  <a:pt x="7" y="15"/>
                  <a:pt x="9" y="15"/>
                </a:cubicBezTo>
                <a:cubicBezTo>
                  <a:pt x="10" y="15"/>
                  <a:pt x="11" y="15"/>
                  <a:pt x="11" y="15"/>
                </a:cubicBezTo>
                <a:cubicBezTo>
                  <a:pt x="12" y="16"/>
                  <a:pt x="12" y="16"/>
                  <a:pt x="12" y="18"/>
                </a:cubicBezTo>
                <a:cubicBezTo>
                  <a:pt x="12" y="19"/>
                  <a:pt x="12" y="19"/>
                  <a:pt x="11" y="20"/>
                </a:cubicBezTo>
                <a:cubicBezTo>
                  <a:pt x="11" y="20"/>
                  <a:pt x="10" y="20"/>
                  <a:pt x="9" y="20"/>
                </a:cubicBezTo>
                <a:cubicBezTo>
                  <a:pt x="8" y="21"/>
                  <a:pt x="7" y="21"/>
                  <a:pt x="7" y="21"/>
                </a:cubicBezTo>
                <a:cubicBezTo>
                  <a:pt x="7" y="21"/>
                  <a:pt x="7" y="21"/>
                  <a:pt x="7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12" y="22"/>
                  <a:pt x="12" y="22"/>
                  <a:pt x="12" y="22"/>
                </a:cubicBezTo>
                <a:close/>
                <a:moveTo>
                  <a:pt x="17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8" y="8"/>
                  <a:pt x="17" y="8"/>
                  <a:pt x="17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5" y="8"/>
                  <a:pt x="15" y="7"/>
                </a:cubicBezTo>
                <a:cubicBezTo>
                  <a:pt x="15" y="7"/>
                  <a:pt x="16" y="6"/>
                  <a:pt x="16" y="6"/>
                </a:cubicBezTo>
                <a:cubicBezTo>
                  <a:pt x="16" y="6"/>
                  <a:pt x="16" y="6"/>
                  <a:pt x="17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7"/>
                  <a:pt x="18" y="7"/>
                </a:cubicBezTo>
                <a:cubicBezTo>
                  <a:pt x="18" y="7"/>
                  <a:pt x="18" y="7"/>
                  <a:pt x="1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8"/>
                  <a:pt x="16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ubicBezTo>
                  <a:pt x="17" y="8"/>
                  <a:pt x="17" y="8"/>
                  <a:pt x="17" y="8"/>
                </a:cubicBezTo>
                <a:close/>
                <a:moveTo>
                  <a:pt x="10" y="5"/>
                </a:moveTo>
                <a:cubicBezTo>
                  <a:pt x="10" y="7"/>
                  <a:pt x="10" y="7"/>
                  <a:pt x="10" y="7"/>
                </a:cubicBezTo>
                <a:cubicBezTo>
                  <a:pt x="10" y="8"/>
                  <a:pt x="10" y="8"/>
                  <a:pt x="10" y="8"/>
                </a:cubicBezTo>
                <a:cubicBezTo>
                  <a:pt x="9" y="8"/>
                  <a:pt x="9" y="8"/>
                  <a:pt x="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8"/>
                  <a:pt x="8" y="8"/>
                  <a:pt x="8" y="7"/>
                </a:cubicBezTo>
                <a:cubicBezTo>
                  <a:pt x="8" y="7"/>
                  <a:pt x="8" y="7"/>
                  <a:pt x="8" y="7"/>
                </a:cubicBezTo>
                <a:cubicBezTo>
                  <a:pt x="8" y="7"/>
                  <a:pt x="8" y="7"/>
                  <a:pt x="8" y="7"/>
                </a:cubicBezTo>
                <a:cubicBezTo>
                  <a:pt x="8" y="7"/>
                  <a:pt x="8" y="7"/>
                  <a:pt x="8" y="7"/>
                </a:cubicBezTo>
                <a:cubicBezTo>
                  <a:pt x="8" y="7"/>
                  <a:pt x="8" y="7"/>
                  <a:pt x="8" y="8"/>
                </a:cubicBezTo>
                <a:cubicBezTo>
                  <a:pt x="8" y="8"/>
                  <a:pt x="8" y="8"/>
                  <a:pt x="9" y="8"/>
                </a:cubicBezTo>
                <a:cubicBezTo>
                  <a:pt x="9" y="8"/>
                  <a:pt x="9" y="8"/>
                  <a:pt x="9" y="8"/>
                </a:cubicBezTo>
                <a:cubicBezTo>
                  <a:pt x="9" y="8"/>
                  <a:pt x="9" y="8"/>
                  <a:pt x="9" y="7"/>
                </a:cubicBezTo>
                <a:cubicBezTo>
                  <a:pt x="9" y="5"/>
                  <a:pt x="9" y="5"/>
                  <a:pt x="9" y="5"/>
                </a:cubicBezTo>
                <a:cubicBezTo>
                  <a:pt x="10" y="5"/>
                  <a:pt x="10" y="5"/>
                  <a:pt x="10" y="5"/>
                </a:cubicBezTo>
                <a:close/>
                <a:moveTo>
                  <a:pt x="12" y="6"/>
                </a:move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2" y="8"/>
                  <a:pt x="11" y="8"/>
                  <a:pt x="11" y="8"/>
                </a:cubicBezTo>
                <a:cubicBezTo>
                  <a:pt x="11" y="8"/>
                  <a:pt x="10" y="8"/>
                  <a:pt x="10" y="8"/>
                </a:cubicBezTo>
                <a:cubicBezTo>
                  <a:pt x="10" y="6"/>
                  <a:pt x="10" y="6"/>
                  <a:pt x="10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12" y="8"/>
                  <a:pt x="12" y="8"/>
                  <a:pt x="12" y="7"/>
                </a:cubicBezTo>
                <a:cubicBezTo>
                  <a:pt x="12" y="6"/>
                  <a:pt x="12" y="6"/>
                  <a:pt x="12" y="6"/>
                </a:cubicBezTo>
                <a:cubicBezTo>
                  <a:pt x="12" y="6"/>
                  <a:pt x="12" y="6"/>
                  <a:pt x="12" y="6"/>
                </a:cubicBezTo>
                <a:close/>
                <a:moveTo>
                  <a:pt x="13" y="6"/>
                </a:move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6"/>
                  <a:pt x="14" y="6"/>
                  <a:pt x="14" y="6"/>
                </a:cubicBezTo>
                <a:cubicBezTo>
                  <a:pt x="15" y="6"/>
                  <a:pt x="15" y="6"/>
                  <a:pt x="15" y="7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8"/>
                  <a:pt x="14" y="8"/>
                  <a:pt x="14" y="8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7"/>
                  <a:pt x="14" y="6"/>
                  <a:pt x="14" y="6"/>
                </a:cubicBezTo>
                <a:cubicBezTo>
                  <a:pt x="14" y="6"/>
                  <a:pt x="13" y="7"/>
                  <a:pt x="13" y="7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6"/>
                  <a:pt x="13" y="6"/>
                  <a:pt x="13" y="6"/>
                </a:cubicBezTo>
                <a:close/>
                <a:moveTo>
                  <a:pt x="17" y="7"/>
                </a:moveTo>
                <a:cubicBezTo>
                  <a:pt x="16" y="7"/>
                  <a:pt x="16" y="7"/>
                  <a:pt x="16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6"/>
                  <a:pt x="16" y="6"/>
                  <a:pt x="17" y="6"/>
                </a:cubicBezTo>
                <a:cubicBezTo>
                  <a:pt x="17" y="6"/>
                  <a:pt x="17" y="6"/>
                  <a:pt x="17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7" y="7"/>
                  <a:pt x="17" y="7"/>
                  <a:pt x="17" y="7"/>
                </a:cubicBezTo>
                <a:close/>
                <a:moveTo>
                  <a:pt x="29" y="19"/>
                </a:moveTo>
                <a:cubicBezTo>
                  <a:pt x="28" y="18"/>
                  <a:pt x="27" y="18"/>
                  <a:pt x="27" y="17"/>
                </a:cubicBezTo>
                <a:cubicBezTo>
                  <a:pt x="26" y="17"/>
                  <a:pt x="25" y="17"/>
                  <a:pt x="23" y="17"/>
                </a:cubicBezTo>
                <a:cubicBezTo>
                  <a:pt x="22" y="17"/>
                  <a:pt x="21" y="17"/>
                  <a:pt x="20" y="17"/>
                </a:cubicBezTo>
                <a:cubicBezTo>
                  <a:pt x="19" y="18"/>
                  <a:pt x="19" y="18"/>
                  <a:pt x="18" y="19"/>
                </a:cubicBezTo>
                <a:cubicBezTo>
                  <a:pt x="17" y="20"/>
                  <a:pt x="17" y="21"/>
                  <a:pt x="16" y="22"/>
                </a:cubicBez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6" y="28"/>
                </a:cubicBezTo>
                <a:cubicBezTo>
                  <a:pt x="17" y="29"/>
                  <a:pt x="17" y="30"/>
                  <a:pt x="18" y="30"/>
                </a:cubicBezTo>
                <a:cubicBezTo>
                  <a:pt x="19" y="31"/>
                  <a:pt x="19" y="32"/>
                  <a:pt x="20" y="32"/>
                </a:cubicBezTo>
                <a:cubicBezTo>
                  <a:pt x="21" y="33"/>
                  <a:pt x="22" y="33"/>
                  <a:pt x="23" y="33"/>
                </a:cubicBezTo>
                <a:cubicBezTo>
                  <a:pt x="25" y="33"/>
                  <a:pt x="26" y="33"/>
                  <a:pt x="27" y="32"/>
                </a:cubicBezTo>
                <a:cubicBezTo>
                  <a:pt x="27" y="32"/>
                  <a:pt x="28" y="31"/>
                  <a:pt x="29" y="30"/>
                </a:cubicBezTo>
                <a:cubicBezTo>
                  <a:pt x="30" y="30"/>
                  <a:pt x="30" y="29"/>
                  <a:pt x="31" y="28"/>
                </a:cubicBezTo>
                <a:cubicBezTo>
                  <a:pt x="31" y="27"/>
                  <a:pt x="31" y="26"/>
                  <a:pt x="31" y="25"/>
                </a:cubicBezTo>
                <a:cubicBezTo>
                  <a:pt x="31" y="24"/>
                  <a:pt x="31" y="23"/>
                  <a:pt x="31" y="22"/>
                </a:cubicBezTo>
                <a:cubicBezTo>
                  <a:pt x="30" y="21"/>
                  <a:pt x="30" y="20"/>
                  <a:pt x="29" y="19"/>
                </a:cubicBezTo>
                <a:close/>
                <a:moveTo>
                  <a:pt x="16" y="17"/>
                </a:moveTo>
                <a:cubicBezTo>
                  <a:pt x="14" y="19"/>
                  <a:pt x="13" y="22"/>
                  <a:pt x="13" y="25"/>
                </a:cubicBezTo>
                <a:cubicBezTo>
                  <a:pt x="13" y="28"/>
                  <a:pt x="14" y="30"/>
                  <a:pt x="16" y="32"/>
                </a:cubicBezTo>
                <a:cubicBezTo>
                  <a:pt x="18" y="34"/>
                  <a:pt x="21" y="35"/>
                  <a:pt x="23" y="35"/>
                </a:cubicBezTo>
                <a:cubicBezTo>
                  <a:pt x="26" y="35"/>
                  <a:pt x="29" y="34"/>
                  <a:pt x="31" y="32"/>
                </a:cubicBezTo>
                <a:cubicBezTo>
                  <a:pt x="33" y="30"/>
                  <a:pt x="34" y="28"/>
                  <a:pt x="34" y="25"/>
                </a:cubicBezTo>
                <a:cubicBezTo>
                  <a:pt x="34" y="22"/>
                  <a:pt x="33" y="19"/>
                  <a:pt x="31" y="17"/>
                </a:cubicBezTo>
                <a:cubicBezTo>
                  <a:pt x="29" y="16"/>
                  <a:pt x="26" y="14"/>
                  <a:pt x="23" y="14"/>
                </a:cubicBezTo>
                <a:cubicBezTo>
                  <a:pt x="21" y="14"/>
                  <a:pt x="18" y="16"/>
                  <a:pt x="16" y="1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4" name="Freeform 279">
            <a:extLst>
              <a:ext uri="{FF2B5EF4-FFF2-40B4-BE49-F238E27FC236}">
                <a16:creationId xmlns:a16="http://schemas.microsoft.com/office/drawing/2014/main" id="{36CC103C-FE07-4B9F-3713-72E9FBCB38BA}"/>
              </a:ext>
            </a:extLst>
          </p:cNvPr>
          <p:cNvSpPr>
            <a:spLocks noEditPoints="1"/>
          </p:cNvSpPr>
          <p:nvPr/>
        </p:nvSpPr>
        <p:spPr bwMode="auto">
          <a:xfrm>
            <a:off x="9356541" y="2544188"/>
            <a:ext cx="258799" cy="200886"/>
          </a:xfrm>
          <a:custGeom>
            <a:avLst/>
            <a:gdLst>
              <a:gd name="T0" fmla="*/ 25 w 27"/>
              <a:gd name="T1" fmla="*/ 3 h 21"/>
              <a:gd name="T2" fmla="*/ 2 w 27"/>
              <a:gd name="T3" fmla="*/ 16 h 21"/>
              <a:gd name="T4" fmla="*/ 25 w 27"/>
              <a:gd name="T5" fmla="*/ 16 h 21"/>
              <a:gd name="T6" fmla="*/ 14 w 27"/>
              <a:gd name="T7" fmla="*/ 9 h 21"/>
              <a:gd name="T8" fmla="*/ 13 w 27"/>
              <a:gd name="T9" fmla="*/ 8 h 21"/>
              <a:gd name="T10" fmla="*/ 9 w 27"/>
              <a:gd name="T11" fmla="*/ 14 h 21"/>
              <a:gd name="T12" fmla="*/ 9 w 27"/>
              <a:gd name="T13" fmla="*/ 10 h 21"/>
              <a:gd name="T14" fmla="*/ 11 w 27"/>
              <a:gd name="T15" fmla="*/ 13 h 21"/>
              <a:gd name="T16" fmla="*/ 12 w 27"/>
              <a:gd name="T17" fmla="*/ 10 h 21"/>
              <a:gd name="T18" fmla="*/ 9 w 27"/>
              <a:gd name="T19" fmla="*/ 14 h 21"/>
              <a:gd name="T20" fmla="*/ 11 w 27"/>
              <a:gd name="T21" fmla="*/ 6 h 21"/>
              <a:gd name="T22" fmla="*/ 12 w 27"/>
              <a:gd name="T23" fmla="*/ 10 h 21"/>
              <a:gd name="T24" fmla="*/ 11 w 27"/>
              <a:gd name="T25" fmla="*/ 7 h 21"/>
              <a:gd name="T26" fmla="*/ 9 w 27"/>
              <a:gd name="T27" fmla="*/ 10 h 21"/>
              <a:gd name="T28" fmla="*/ 8 w 27"/>
              <a:gd name="T29" fmla="*/ 7 h 21"/>
              <a:gd name="T30" fmla="*/ 3 w 27"/>
              <a:gd name="T31" fmla="*/ 10 h 21"/>
              <a:gd name="T32" fmla="*/ 4 w 27"/>
              <a:gd name="T33" fmla="*/ 13 h 21"/>
              <a:gd name="T34" fmla="*/ 7 w 27"/>
              <a:gd name="T35" fmla="*/ 10 h 21"/>
              <a:gd name="T36" fmla="*/ 6 w 27"/>
              <a:gd name="T37" fmla="*/ 14 h 21"/>
              <a:gd name="T38" fmla="*/ 4 w 27"/>
              <a:gd name="T39" fmla="*/ 6 h 21"/>
              <a:gd name="T40" fmla="*/ 7 w 27"/>
              <a:gd name="T41" fmla="*/ 9 h 21"/>
              <a:gd name="T42" fmla="*/ 6 w 27"/>
              <a:gd name="T43" fmla="*/ 9 h 21"/>
              <a:gd name="T44" fmla="*/ 4 w 27"/>
              <a:gd name="T45" fmla="*/ 9 h 21"/>
              <a:gd name="T46" fmla="*/ 3 w 27"/>
              <a:gd name="T47" fmla="*/ 9 h 21"/>
              <a:gd name="T48" fmla="*/ 20 w 27"/>
              <a:gd name="T49" fmla="*/ 13 h 21"/>
              <a:gd name="T50" fmla="*/ 21 w 27"/>
              <a:gd name="T51" fmla="*/ 10 h 21"/>
              <a:gd name="T52" fmla="*/ 23 w 27"/>
              <a:gd name="T53" fmla="*/ 10 h 21"/>
              <a:gd name="T54" fmla="*/ 24 w 27"/>
              <a:gd name="T55" fmla="*/ 13 h 21"/>
              <a:gd name="T56" fmla="*/ 20 w 27"/>
              <a:gd name="T57" fmla="*/ 7 h 21"/>
              <a:gd name="T58" fmla="*/ 24 w 27"/>
              <a:gd name="T59" fmla="*/ 7 h 21"/>
              <a:gd name="T60" fmla="*/ 24 w 27"/>
              <a:gd name="T61" fmla="*/ 10 h 21"/>
              <a:gd name="T62" fmla="*/ 21 w 27"/>
              <a:gd name="T63" fmla="*/ 7 h 21"/>
              <a:gd name="T64" fmla="*/ 21 w 27"/>
              <a:gd name="T65" fmla="*/ 10 h 21"/>
              <a:gd name="T66" fmla="*/ 16 w 27"/>
              <a:gd name="T67" fmla="*/ 14 h 21"/>
              <a:gd name="T68" fmla="*/ 15 w 27"/>
              <a:gd name="T69" fmla="*/ 10 h 21"/>
              <a:gd name="T70" fmla="*/ 18 w 27"/>
              <a:gd name="T71" fmla="*/ 13 h 21"/>
              <a:gd name="T72" fmla="*/ 19 w 27"/>
              <a:gd name="T73" fmla="*/ 10 h 21"/>
              <a:gd name="T74" fmla="*/ 16 w 27"/>
              <a:gd name="T75" fmla="*/ 14 h 21"/>
              <a:gd name="T76" fmla="*/ 18 w 27"/>
              <a:gd name="T77" fmla="*/ 6 h 21"/>
              <a:gd name="T78" fmla="*/ 19 w 27"/>
              <a:gd name="T79" fmla="*/ 10 h 21"/>
              <a:gd name="T80" fmla="*/ 18 w 27"/>
              <a:gd name="T81" fmla="*/ 7 h 21"/>
              <a:gd name="T82" fmla="*/ 15 w 27"/>
              <a:gd name="T83" fmla="*/ 10 h 21"/>
              <a:gd name="T84" fmla="*/ 15 w 27"/>
              <a:gd name="T85" fmla="*/ 7 h 21"/>
              <a:gd name="T86" fmla="*/ 14 w 27"/>
              <a:gd name="T87" fmla="*/ 12 h 21"/>
              <a:gd name="T88" fmla="*/ 13 w 27"/>
              <a:gd name="T89" fmla="*/ 11 h 21"/>
              <a:gd name="T90" fmla="*/ 25 w 27"/>
              <a:gd name="T91" fmla="*/ 21 h 21"/>
              <a:gd name="T92" fmla="*/ 0 w 27"/>
              <a:gd name="T93" fmla="*/ 2 h 21"/>
              <a:gd name="T94" fmla="*/ 27 w 27"/>
              <a:gd name="T95" fmla="*/ 2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7" h="21">
                <a:moveTo>
                  <a:pt x="25" y="16"/>
                </a:moveTo>
                <a:cubicBezTo>
                  <a:pt x="25" y="3"/>
                  <a:pt x="25" y="3"/>
                  <a:pt x="25" y="3"/>
                </a:cubicBezTo>
                <a:cubicBezTo>
                  <a:pt x="25" y="3"/>
                  <a:pt x="25" y="3"/>
                  <a:pt x="25" y="3"/>
                </a:cubicBezTo>
                <a:cubicBezTo>
                  <a:pt x="2" y="3"/>
                  <a:pt x="2" y="3"/>
                  <a:pt x="2" y="3"/>
                </a:cubicBezTo>
                <a:cubicBezTo>
                  <a:pt x="2" y="3"/>
                  <a:pt x="2" y="3"/>
                  <a:pt x="2" y="3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7"/>
                  <a:pt x="2" y="17"/>
                  <a:pt x="2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5" y="17"/>
                  <a:pt x="25" y="17"/>
                  <a:pt x="25" y="16"/>
                </a:cubicBezTo>
                <a:close/>
                <a:moveTo>
                  <a:pt x="14" y="8"/>
                </a:move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9"/>
                  <a:pt x="13" y="9"/>
                  <a:pt x="13" y="9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9" y="14"/>
                </a:moveTo>
                <a:cubicBezTo>
                  <a:pt x="8" y="13"/>
                  <a:pt x="8" y="13"/>
                  <a:pt x="8" y="13"/>
                </a:cubicBezTo>
                <a:cubicBezTo>
                  <a:pt x="8" y="10"/>
                  <a:pt x="8" y="10"/>
                  <a:pt x="8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3"/>
                  <a:pt x="9" y="13"/>
                  <a:pt x="9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11" y="10"/>
                  <a:pt x="11" y="10"/>
                  <a:pt x="11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3"/>
                  <a:pt x="12" y="13"/>
                  <a:pt x="12" y="13"/>
                </a:cubicBezTo>
                <a:cubicBezTo>
                  <a:pt x="11" y="14"/>
                  <a:pt x="11" y="14"/>
                  <a:pt x="11" y="14"/>
                </a:cubicBezTo>
                <a:cubicBezTo>
                  <a:pt x="9" y="14"/>
                  <a:pt x="9" y="14"/>
                  <a:pt x="9" y="14"/>
                </a:cubicBezTo>
                <a:close/>
                <a:moveTo>
                  <a:pt x="8" y="7"/>
                </a:moveTo>
                <a:cubicBezTo>
                  <a:pt x="9" y="6"/>
                  <a:pt x="9" y="6"/>
                  <a:pt x="9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7"/>
                  <a:pt x="11" y="7"/>
                  <a:pt x="11" y="7"/>
                </a:cubicBezTo>
                <a:cubicBezTo>
                  <a:pt x="9" y="7"/>
                  <a:pt x="9" y="7"/>
                  <a:pt x="9" y="7"/>
                </a:cubicBezTo>
                <a:cubicBezTo>
                  <a:pt x="9" y="9"/>
                  <a:pt x="9" y="9"/>
                  <a:pt x="9" y="9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8" y="9"/>
                  <a:pt x="8" y="9"/>
                  <a:pt x="8" y="9"/>
                </a:cubicBezTo>
                <a:cubicBezTo>
                  <a:pt x="8" y="7"/>
                  <a:pt x="8" y="7"/>
                  <a:pt x="8" y="7"/>
                </a:cubicBezTo>
                <a:close/>
                <a:moveTo>
                  <a:pt x="4" y="14"/>
                </a:moveTo>
                <a:cubicBezTo>
                  <a:pt x="3" y="13"/>
                  <a:pt x="3" y="13"/>
                  <a:pt x="3" y="13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4" y="10"/>
                  <a:pt x="4" y="10"/>
                  <a:pt x="4" y="10"/>
                </a:cubicBezTo>
                <a:cubicBezTo>
                  <a:pt x="4" y="13"/>
                  <a:pt x="4" y="13"/>
                  <a:pt x="4" y="13"/>
                </a:cubicBezTo>
                <a:cubicBezTo>
                  <a:pt x="6" y="13"/>
                  <a:pt x="6" y="13"/>
                  <a:pt x="6" y="13"/>
                </a:cubicBezTo>
                <a:cubicBezTo>
                  <a:pt x="6" y="10"/>
                  <a:pt x="6" y="10"/>
                  <a:pt x="6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3"/>
                  <a:pt x="7" y="13"/>
                  <a:pt x="7" y="13"/>
                </a:cubicBezTo>
                <a:cubicBezTo>
                  <a:pt x="6" y="14"/>
                  <a:pt x="6" y="14"/>
                  <a:pt x="6" y="14"/>
                </a:cubicBezTo>
                <a:cubicBezTo>
                  <a:pt x="4" y="14"/>
                  <a:pt x="4" y="14"/>
                  <a:pt x="4" y="14"/>
                </a:cubicBezTo>
                <a:close/>
                <a:moveTo>
                  <a:pt x="3" y="7"/>
                </a:moveTo>
                <a:cubicBezTo>
                  <a:pt x="4" y="6"/>
                  <a:pt x="4" y="6"/>
                  <a:pt x="4" y="6"/>
                </a:cubicBezTo>
                <a:cubicBezTo>
                  <a:pt x="6" y="6"/>
                  <a:pt x="6" y="6"/>
                  <a:pt x="6" y="6"/>
                </a:cubicBezTo>
                <a:cubicBezTo>
                  <a:pt x="7" y="7"/>
                  <a:pt x="7" y="7"/>
                  <a:pt x="7" y="7"/>
                </a:cubicBezTo>
                <a:cubicBezTo>
                  <a:pt x="7" y="9"/>
                  <a:pt x="7" y="9"/>
                  <a:pt x="7" y="9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9"/>
                  <a:pt x="6" y="9"/>
                  <a:pt x="6" y="9"/>
                </a:cubicBezTo>
                <a:cubicBezTo>
                  <a:pt x="6" y="7"/>
                  <a:pt x="6" y="7"/>
                  <a:pt x="6" y="7"/>
                </a:cubicBezTo>
                <a:cubicBezTo>
                  <a:pt x="4" y="7"/>
                  <a:pt x="4" y="7"/>
                  <a:pt x="4" y="7"/>
                </a:cubicBezTo>
                <a:cubicBezTo>
                  <a:pt x="4" y="9"/>
                  <a:pt x="4" y="9"/>
                  <a:pt x="4" y="9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9"/>
                  <a:pt x="3" y="9"/>
                  <a:pt x="3" y="9"/>
                </a:cubicBezTo>
                <a:cubicBezTo>
                  <a:pt x="3" y="7"/>
                  <a:pt x="3" y="7"/>
                  <a:pt x="3" y="7"/>
                </a:cubicBezTo>
                <a:close/>
                <a:moveTo>
                  <a:pt x="21" y="14"/>
                </a:moveTo>
                <a:cubicBezTo>
                  <a:pt x="20" y="13"/>
                  <a:pt x="20" y="13"/>
                  <a:pt x="20" y="13"/>
                </a:cubicBezTo>
                <a:cubicBezTo>
                  <a:pt x="20" y="10"/>
                  <a:pt x="20" y="10"/>
                  <a:pt x="20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3"/>
                  <a:pt x="21" y="13"/>
                  <a:pt x="21" y="13"/>
                </a:cubicBezTo>
                <a:cubicBezTo>
                  <a:pt x="23" y="13"/>
                  <a:pt x="23" y="13"/>
                  <a:pt x="23" y="13"/>
                </a:cubicBezTo>
                <a:cubicBezTo>
                  <a:pt x="23" y="10"/>
                  <a:pt x="23" y="10"/>
                  <a:pt x="23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3"/>
                  <a:pt x="24" y="13"/>
                  <a:pt x="24" y="13"/>
                </a:cubicBezTo>
                <a:cubicBezTo>
                  <a:pt x="23" y="14"/>
                  <a:pt x="23" y="14"/>
                  <a:pt x="23" y="14"/>
                </a:cubicBezTo>
                <a:cubicBezTo>
                  <a:pt x="21" y="14"/>
                  <a:pt x="21" y="14"/>
                  <a:pt x="21" y="14"/>
                </a:cubicBezTo>
                <a:close/>
                <a:moveTo>
                  <a:pt x="20" y="7"/>
                </a:moveTo>
                <a:cubicBezTo>
                  <a:pt x="21" y="6"/>
                  <a:pt x="21" y="6"/>
                  <a:pt x="21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4" y="10"/>
                  <a:pt x="24" y="10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7"/>
                  <a:pt x="23" y="7"/>
                  <a:pt x="23" y="7"/>
                </a:cubicBezTo>
                <a:cubicBezTo>
                  <a:pt x="21" y="7"/>
                  <a:pt x="21" y="7"/>
                  <a:pt x="21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7"/>
                  <a:pt x="20" y="7"/>
                  <a:pt x="20" y="7"/>
                </a:cubicBezTo>
                <a:close/>
                <a:moveTo>
                  <a:pt x="16" y="14"/>
                </a:moveTo>
                <a:cubicBezTo>
                  <a:pt x="15" y="13"/>
                  <a:pt x="15" y="13"/>
                  <a:pt x="15" y="13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6" y="10"/>
                  <a:pt x="16" y="10"/>
                  <a:pt x="16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4"/>
                  <a:pt x="18" y="14"/>
                  <a:pt x="18" y="14"/>
                </a:cubicBezTo>
                <a:cubicBezTo>
                  <a:pt x="16" y="14"/>
                  <a:pt x="16" y="14"/>
                  <a:pt x="16" y="14"/>
                </a:cubicBezTo>
                <a:close/>
                <a:moveTo>
                  <a:pt x="15" y="7"/>
                </a:moveTo>
                <a:cubicBezTo>
                  <a:pt x="16" y="6"/>
                  <a:pt x="16" y="6"/>
                  <a:pt x="16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9" y="7"/>
                  <a:pt x="19" y="7"/>
                  <a:pt x="19" y="7"/>
                </a:cubicBezTo>
                <a:cubicBezTo>
                  <a:pt x="19" y="9"/>
                  <a:pt x="19" y="9"/>
                  <a:pt x="19" y="9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7"/>
                  <a:pt x="18" y="7"/>
                  <a:pt x="1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7"/>
                  <a:pt x="15" y="7"/>
                  <a:pt x="15" y="7"/>
                </a:cubicBezTo>
                <a:close/>
                <a:moveTo>
                  <a:pt x="14" y="11"/>
                </a:moveTo>
                <a:cubicBezTo>
                  <a:pt x="14" y="12"/>
                  <a:pt x="14" y="12"/>
                  <a:pt x="14" y="12"/>
                </a:cubicBezTo>
                <a:cubicBezTo>
                  <a:pt x="14" y="12"/>
                  <a:pt x="14" y="12"/>
                  <a:pt x="14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2"/>
                  <a:pt x="13" y="12"/>
                  <a:pt x="13" y="12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4" y="11"/>
                  <a:pt x="14" y="11"/>
                  <a:pt x="14" y="11"/>
                </a:cubicBezTo>
                <a:close/>
                <a:moveTo>
                  <a:pt x="25" y="21"/>
                </a:moveTo>
                <a:cubicBezTo>
                  <a:pt x="23" y="21"/>
                  <a:pt x="5" y="21"/>
                  <a:pt x="2" y="21"/>
                </a:cubicBezTo>
                <a:cubicBezTo>
                  <a:pt x="1" y="21"/>
                  <a:pt x="0" y="20"/>
                  <a:pt x="0" y="18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0" y="0"/>
                  <a:pt x="17" y="0"/>
                  <a:pt x="25" y="0"/>
                </a:cubicBezTo>
                <a:cubicBezTo>
                  <a:pt x="26" y="0"/>
                  <a:pt x="27" y="1"/>
                  <a:pt x="27" y="2"/>
                </a:cubicBezTo>
                <a:cubicBezTo>
                  <a:pt x="27" y="18"/>
                  <a:pt x="27" y="18"/>
                  <a:pt x="27" y="18"/>
                </a:cubicBezTo>
                <a:cubicBezTo>
                  <a:pt x="27" y="20"/>
                  <a:pt x="26" y="21"/>
                  <a:pt x="25" y="2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6" name="Freeform 280">
            <a:extLst>
              <a:ext uri="{FF2B5EF4-FFF2-40B4-BE49-F238E27FC236}">
                <a16:creationId xmlns:a16="http://schemas.microsoft.com/office/drawing/2014/main" id="{4ACCA33E-2C6D-C23E-BE4B-21A67BFE45C4}"/>
              </a:ext>
            </a:extLst>
          </p:cNvPr>
          <p:cNvSpPr>
            <a:spLocks/>
          </p:cNvSpPr>
          <p:nvPr/>
        </p:nvSpPr>
        <p:spPr bwMode="auto">
          <a:xfrm>
            <a:off x="9539328" y="2745074"/>
            <a:ext cx="57913" cy="19908"/>
          </a:xfrm>
          <a:custGeom>
            <a:avLst/>
            <a:gdLst>
              <a:gd name="T0" fmla="*/ 5 w 6"/>
              <a:gd name="T1" fmla="*/ 2 h 2"/>
              <a:gd name="T2" fmla="*/ 1 w 6"/>
              <a:gd name="T3" fmla="*/ 2 h 2"/>
              <a:gd name="T4" fmla="*/ 0 w 6"/>
              <a:gd name="T5" fmla="*/ 2 h 2"/>
              <a:gd name="T6" fmla="*/ 0 w 6"/>
              <a:gd name="T7" fmla="*/ 1 h 2"/>
              <a:gd name="T8" fmla="*/ 0 w 6"/>
              <a:gd name="T9" fmla="*/ 0 h 2"/>
              <a:gd name="T10" fmla="*/ 6 w 6"/>
              <a:gd name="T11" fmla="*/ 0 h 2"/>
              <a:gd name="T12" fmla="*/ 6 w 6"/>
              <a:gd name="T13" fmla="*/ 1 h 2"/>
              <a:gd name="T14" fmla="*/ 6 w 6"/>
              <a:gd name="T15" fmla="*/ 2 h 2"/>
              <a:gd name="T16" fmla="*/ 5 w 6"/>
              <a:gd name="T1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" h="2">
                <a:moveTo>
                  <a:pt x="5" y="2"/>
                </a:move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0" y="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1"/>
                  <a:pt x="6" y="2"/>
                </a:cubicBezTo>
                <a:cubicBezTo>
                  <a:pt x="5" y="2"/>
                  <a:pt x="5" y="2"/>
                  <a:pt x="5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8" name="Freeform 281">
            <a:extLst>
              <a:ext uri="{FF2B5EF4-FFF2-40B4-BE49-F238E27FC236}">
                <a16:creationId xmlns:a16="http://schemas.microsoft.com/office/drawing/2014/main" id="{CB8C85C0-9B3F-2CF5-4723-516536A39286}"/>
              </a:ext>
            </a:extLst>
          </p:cNvPr>
          <p:cNvSpPr>
            <a:spLocks/>
          </p:cNvSpPr>
          <p:nvPr/>
        </p:nvSpPr>
        <p:spPr bwMode="auto">
          <a:xfrm>
            <a:off x="9376448" y="2745074"/>
            <a:ext cx="57913" cy="19908"/>
          </a:xfrm>
          <a:custGeom>
            <a:avLst/>
            <a:gdLst>
              <a:gd name="T0" fmla="*/ 5 w 6"/>
              <a:gd name="T1" fmla="*/ 2 h 2"/>
              <a:gd name="T2" fmla="*/ 1 w 6"/>
              <a:gd name="T3" fmla="*/ 2 h 2"/>
              <a:gd name="T4" fmla="*/ 0 w 6"/>
              <a:gd name="T5" fmla="*/ 2 h 2"/>
              <a:gd name="T6" fmla="*/ 0 w 6"/>
              <a:gd name="T7" fmla="*/ 1 h 2"/>
              <a:gd name="T8" fmla="*/ 0 w 6"/>
              <a:gd name="T9" fmla="*/ 0 h 2"/>
              <a:gd name="T10" fmla="*/ 6 w 6"/>
              <a:gd name="T11" fmla="*/ 0 h 2"/>
              <a:gd name="T12" fmla="*/ 6 w 6"/>
              <a:gd name="T13" fmla="*/ 1 h 2"/>
              <a:gd name="T14" fmla="*/ 6 w 6"/>
              <a:gd name="T15" fmla="*/ 2 h 2"/>
              <a:gd name="T16" fmla="*/ 5 w 6"/>
              <a:gd name="T1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" h="2">
                <a:moveTo>
                  <a:pt x="5" y="2"/>
                </a:move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0" y="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6" y="1"/>
                  <a:pt x="6" y="1"/>
                  <a:pt x="6" y="1"/>
                </a:cubicBezTo>
                <a:cubicBezTo>
                  <a:pt x="6" y="1"/>
                  <a:pt x="6" y="1"/>
                  <a:pt x="6" y="2"/>
                </a:cubicBezTo>
                <a:cubicBezTo>
                  <a:pt x="6" y="2"/>
                  <a:pt x="5" y="2"/>
                  <a:pt x="5" y="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0" name="Rectangle 282">
            <a:extLst>
              <a:ext uri="{FF2B5EF4-FFF2-40B4-BE49-F238E27FC236}">
                <a16:creationId xmlns:a16="http://schemas.microsoft.com/office/drawing/2014/main" id="{6F21ADF9-01F6-C628-5344-F58D4FB9E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8378" y="2524281"/>
            <a:ext cx="48865" cy="90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2" name="Freeform 283">
            <a:extLst>
              <a:ext uri="{FF2B5EF4-FFF2-40B4-BE49-F238E27FC236}">
                <a16:creationId xmlns:a16="http://schemas.microsoft.com/office/drawing/2014/main" id="{63FF220A-1BC3-4490-9292-02A64D2D2B8F}"/>
              </a:ext>
            </a:extLst>
          </p:cNvPr>
          <p:cNvSpPr>
            <a:spLocks noEditPoints="1"/>
          </p:cNvSpPr>
          <p:nvPr/>
        </p:nvSpPr>
        <p:spPr bwMode="auto">
          <a:xfrm>
            <a:off x="1266828" y="3099790"/>
            <a:ext cx="336619" cy="354717"/>
          </a:xfrm>
          <a:custGeom>
            <a:avLst/>
            <a:gdLst>
              <a:gd name="T0" fmla="*/ 19 w 35"/>
              <a:gd name="T1" fmla="*/ 32 h 37"/>
              <a:gd name="T2" fmla="*/ 20 w 35"/>
              <a:gd name="T3" fmla="*/ 24 h 37"/>
              <a:gd name="T4" fmla="*/ 24 w 35"/>
              <a:gd name="T5" fmla="*/ 13 h 37"/>
              <a:gd name="T6" fmla="*/ 15 w 35"/>
              <a:gd name="T7" fmla="*/ 12 h 37"/>
              <a:gd name="T8" fmla="*/ 18 w 35"/>
              <a:gd name="T9" fmla="*/ 15 h 37"/>
              <a:gd name="T10" fmla="*/ 18 w 35"/>
              <a:gd name="T11" fmla="*/ 16 h 37"/>
              <a:gd name="T12" fmla="*/ 11 w 35"/>
              <a:gd name="T13" fmla="*/ 16 h 37"/>
              <a:gd name="T14" fmla="*/ 3 w 35"/>
              <a:gd name="T15" fmla="*/ 16 h 37"/>
              <a:gd name="T16" fmla="*/ 1 w 35"/>
              <a:gd name="T17" fmla="*/ 16 h 37"/>
              <a:gd name="T18" fmla="*/ 7 w 35"/>
              <a:gd name="T19" fmla="*/ 0 h 37"/>
              <a:gd name="T20" fmla="*/ 7 w 35"/>
              <a:gd name="T21" fmla="*/ 0 h 37"/>
              <a:gd name="T22" fmla="*/ 10 w 35"/>
              <a:gd name="T23" fmla="*/ 5 h 37"/>
              <a:gd name="T24" fmla="*/ 30 w 35"/>
              <a:gd name="T25" fmla="*/ 9 h 37"/>
              <a:gd name="T26" fmla="*/ 9 w 35"/>
              <a:gd name="T27" fmla="*/ 27 h 37"/>
              <a:gd name="T28" fmla="*/ 6 w 35"/>
              <a:gd name="T29" fmla="*/ 25 h 37"/>
              <a:gd name="T30" fmla="*/ 5 w 35"/>
              <a:gd name="T31" fmla="*/ 25 h 37"/>
              <a:gd name="T32" fmla="*/ 5 w 35"/>
              <a:gd name="T33" fmla="*/ 26 h 37"/>
              <a:gd name="T34" fmla="*/ 8 w 35"/>
              <a:gd name="T35" fmla="*/ 28 h 37"/>
              <a:gd name="T36" fmla="*/ 8 w 35"/>
              <a:gd name="T37" fmla="*/ 29 h 37"/>
              <a:gd name="T38" fmla="*/ 8 w 35"/>
              <a:gd name="T39" fmla="*/ 29 h 37"/>
              <a:gd name="T40" fmla="*/ 7 w 35"/>
              <a:gd name="T41" fmla="*/ 34 h 37"/>
              <a:gd name="T42" fmla="*/ 7 w 35"/>
              <a:gd name="T43" fmla="*/ 34 h 37"/>
              <a:gd name="T44" fmla="*/ 9 w 35"/>
              <a:gd name="T45" fmla="*/ 29 h 37"/>
              <a:gd name="T46" fmla="*/ 10 w 35"/>
              <a:gd name="T47" fmla="*/ 28 h 37"/>
              <a:gd name="T48" fmla="*/ 10 w 35"/>
              <a:gd name="T49" fmla="*/ 28 h 37"/>
              <a:gd name="T50" fmla="*/ 14 w 35"/>
              <a:gd name="T51" fmla="*/ 24 h 37"/>
              <a:gd name="T52" fmla="*/ 13 w 35"/>
              <a:gd name="T53" fmla="*/ 23 h 37"/>
              <a:gd name="T54" fmla="*/ 9 w 35"/>
              <a:gd name="T55" fmla="*/ 27 h 37"/>
              <a:gd name="T56" fmla="*/ 9 w 35"/>
              <a:gd name="T57" fmla="*/ 26 h 37"/>
              <a:gd name="T58" fmla="*/ 9 w 35"/>
              <a:gd name="T59" fmla="*/ 27 h 37"/>
              <a:gd name="T60" fmla="*/ 12 w 35"/>
              <a:gd name="T61" fmla="*/ 21 h 37"/>
              <a:gd name="T62" fmla="*/ 6 w 35"/>
              <a:gd name="T63" fmla="*/ 21 h 37"/>
              <a:gd name="T64" fmla="*/ 2 w 35"/>
              <a:gd name="T65" fmla="*/ 25 h 37"/>
              <a:gd name="T66" fmla="*/ 2 w 35"/>
              <a:gd name="T67" fmla="*/ 30 h 37"/>
              <a:gd name="T68" fmla="*/ 6 w 35"/>
              <a:gd name="T69" fmla="*/ 34 h 37"/>
              <a:gd name="T70" fmla="*/ 12 w 35"/>
              <a:gd name="T71" fmla="*/ 34 h 37"/>
              <a:gd name="T72" fmla="*/ 15 w 35"/>
              <a:gd name="T73" fmla="*/ 30 h 37"/>
              <a:gd name="T74" fmla="*/ 15 w 35"/>
              <a:gd name="T75" fmla="*/ 25 h 37"/>
              <a:gd name="T76" fmla="*/ 2 w 35"/>
              <a:gd name="T77" fmla="*/ 21 h 37"/>
              <a:gd name="T78" fmla="*/ 2 w 35"/>
              <a:gd name="T79" fmla="*/ 34 h 37"/>
              <a:gd name="T80" fmla="*/ 15 w 35"/>
              <a:gd name="T81" fmla="*/ 34 h 37"/>
              <a:gd name="T82" fmla="*/ 15 w 35"/>
              <a:gd name="T83" fmla="*/ 21 h 37"/>
              <a:gd name="T84" fmla="*/ 2 w 35"/>
              <a:gd name="T85" fmla="*/ 21 h 37"/>
              <a:gd name="T86" fmla="*/ 3 w 35"/>
              <a:gd name="T87" fmla="*/ 27 h 37"/>
              <a:gd name="T88" fmla="*/ 3 w 35"/>
              <a:gd name="T89" fmla="*/ 28 h 37"/>
              <a:gd name="T90" fmla="*/ 5 w 35"/>
              <a:gd name="T91" fmla="*/ 28 h 37"/>
              <a:gd name="T92" fmla="*/ 13 w 35"/>
              <a:gd name="T93" fmla="*/ 28 h 37"/>
              <a:gd name="T94" fmla="*/ 15 w 35"/>
              <a:gd name="T95" fmla="*/ 28 h 37"/>
              <a:gd name="T96" fmla="*/ 13 w 35"/>
              <a:gd name="T97" fmla="*/ 27 h 37"/>
              <a:gd name="T98" fmla="*/ 13 w 35"/>
              <a:gd name="T99" fmla="*/ 28 h 37"/>
              <a:gd name="T100" fmla="*/ 8 w 35"/>
              <a:gd name="T101" fmla="*/ 34 h 37"/>
              <a:gd name="T102" fmla="*/ 9 w 35"/>
              <a:gd name="T103" fmla="*/ 34 h 37"/>
              <a:gd name="T104" fmla="*/ 9 w 35"/>
              <a:gd name="T105" fmla="*/ 31 h 37"/>
              <a:gd name="T106" fmla="*/ 9 w 35"/>
              <a:gd name="T107" fmla="*/ 24 h 37"/>
              <a:gd name="T108" fmla="*/ 9 w 35"/>
              <a:gd name="T109" fmla="*/ 21 h 37"/>
              <a:gd name="T110" fmla="*/ 8 w 35"/>
              <a:gd name="T111" fmla="*/ 24 h 37"/>
              <a:gd name="T112" fmla="*/ 9 w 35"/>
              <a:gd name="T113" fmla="*/ 24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5" h="37">
                <a:moveTo>
                  <a:pt x="27" y="30"/>
                </a:moveTo>
                <a:cubicBezTo>
                  <a:pt x="25" y="31"/>
                  <a:pt x="22" y="32"/>
                  <a:pt x="19" y="32"/>
                </a:cubicBezTo>
                <a:cubicBezTo>
                  <a:pt x="20" y="31"/>
                  <a:pt x="20" y="29"/>
                  <a:pt x="20" y="28"/>
                </a:cubicBezTo>
                <a:cubicBezTo>
                  <a:pt x="20" y="26"/>
                  <a:pt x="20" y="25"/>
                  <a:pt x="20" y="24"/>
                </a:cubicBezTo>
                <a:cubicBezTo>
                  <a:pt x="21" y="24"/>
                  <a:pt x="21" y="23"/>
                  <a:pt x="22" y="23"/>
                </a:cubicBezTo>
                <a:cubicBezTo>
                  <a:pt x="25" y="21"/>
                  <a:pt x="26" y="16"/>
                  <a:pt x="24" y="13"/>
                </a:cubicBezTo>
                <a:cubicBezTo>
                  <a:pt x="22" y="11"/>
                  <a:pt x="18" y="10"/>
                  <a:pt x="15" y="11"/>
                </a:cubicBezTo>
                <a:cubicBezTo>
                  <a:pt x="15" y="11"/>
                  <a:pt x="15" y="11"/>
                  <a:pt x="15" y="12"/>
                </a:cubicBezTo>
                <a:cubicBezTo>
                  <a:pt x="14" y="12"/>
                  <a:pt x="15" y="12"/>
                  <a:pt x="15" y="12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5"/>
                  <a:pt x="18" y="16"/>
                  <a:pt x="18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3" y="16"/>
                  <a:pt x="3" y="16"/>
                  <a:pt x="3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1" y="16"/>
                  <a:pt x="1" y="16"/>
                  <a:pt x="1" y="16"/>
                </a:cubicBezTo>
                <a:cubicBezTo>
                  <a:pt x="1" y="16"/>
                  <a:pt x="1" y="16"/>
                  <a:pt x="1" y="16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9" y="4"/>
                  <a:pt x="9" y="4"/>
                  <a:pt x="9" y="4"/>
                </a:cubicBezTo>
                <a:cubicBezTo>
                  <a:pt x="9" y="5"/>
                  <a:pt x="9" y="5"/>
                  <a:pt x="1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17" y="0"/>
                  <a:pt x="26" y="2"/>
                  <a:pt x="30" y="9"/>
                </a:cubicBezTo>
                <a:cubicBezTo>
                  <a:pt x="35" y="15"/>
                  <a:pt x="34" y="25"/>
                  <a:pt x="27" y="30"/>
                </a:cubicBezTo>
                <a:close/>
                <a:moveTo>
                  <a:pt x="9" y="27"/>
                </a:moveTo>
                <a:cubicBezTo>
                  <a:pt x="9" y="27"/>
                  <a:pt x="9" y="27"/>
                  <a:pt x="9" y="27"/>
                </a:cubicBezTo>
                <a:cubicBezTo>
                  <a:pt x="6" y="25"/>
                  <a:pt x="6" y="25"/>
                  <a:pt x="6" y="25"/>
                </a:cubicBezTo>
                <a:cubicBezTo>
                  <a:pt x="6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25"/>
                  <a:pt x="5" y="26"/>
                  <a:pt x="5" y="26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8"/>
                  <a:pt x="8" y="29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7" y="33"/>
                  <a:pt x="7" y="33"/>
                  <a:pt x="7" y="33"/>
                </a:cubicBezTo>
                <a:cubicBezTo>
                  <a:pt x="7" y="33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10" y="29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4" y="24"/>
                  <a:pt x="14" y="24"/>
                </a:cubicBezTo>
                <a:cubicBezTo>
                  <a:pt x="14" y="23"/>
                  <a:pt x="13" y="23"/>
                  <a:pt x="13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9" y="27"/>
                  <a:pt x="9" y="26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7"/>
                </a:cubicBezTo>
                <a:close/>
                <a:moveTo>
                  <a:pt x="14" y="23"/>
                </a:moveTo>
                <a:cubicBezTo>
                  <a:pt x="13" y="22"/>
                  <a:pt x="12" y="22"/>
                  <a:pt x="12" y="21"/>
                </a:cubicBezTo>
                <a:cubicBezTo>
                  <a:pt x="11" y="21"/>
                  <a:pt x="10" y="21"/>
                  <a:pt x="9" y="21"/>
                </a:cubicBezTo>
                <a:cubicBezTo>
                  <a:pt x="8" y="21"/>
                  <a:pt x="7" y="21"/>
                  <a:pt x="6" y="21"/>
                </a:cubicBezTo>
                <a:cubicBezTo>
                  <a:pt x="5" y="22"/>
                  <a:pt x="5" y="22"/>
                  <a:pt x="4" y="23"/>
                </a:cubicBezTo>
                <a:cubicBezTo>
                  <a:pt x="3" y="23"/>
                  <a:pt x="3" y="24"/>
                  <a:pt x="2" y="25"/>
                </a:cubicBezTo>
                <a:cubicBezTo>
                  <a:pt x="2" y="26"/>
                  <a:pt x="2" y="27"/>
                  <a:pt x="2" y="28"/>
                </a:cubicBezTo>
                <a:cubicBezTo>
                  <a:pt x="2" y="29"/>
                  <a:pt x="2" y="30"/>
                  <a:pt x="2" y="30"/>
                </a:cubicBezTo>
                <a:cubicBezTo>
                  <a:pt x="3" y="31"/>
                  <a:pt x="3" y="32"/>
                  <a:pt x="4" y="33"/>
                </a:cubicBezTo>
                <a:cubicBezTo>
                  <a:pt x="5" y="33"/>
                  <a:pt x="5" y="34"/>
                  <a:pt x="6" y="34"/>
                </a:cubicBezTo>
                <a:cubicBezTo>
                  <a:pt x="7" y="35"/>
                  <a:pt x="8" y="35"/>
                  <a:pt x="9" y="35"/>
                </a:cubicBezTo>
                <a:cubicBezTo>
                  <a:pt x="10" y="35"/>
                  <a:pt x="11" y="35"/>
                  <a:pt x="12" y="34"/>
                </a:cubicBezTo>
                <a:cubicBezTo>
                  <a:pt x="12" y="34"/>
                  <a:pt x="13" y="33"/>
                  <a:pt x="14" y="33"/>
                </a:cubicBezTo>
                <a:cubicBezTo>
                  <a:pt x="14" y="32"/>
                  <a:pt x="15" y="31"/>
                  <a:pt x="15" y="30"/>
                </a:cubicBezTo>
                <a:cubicBezTo>
                  <a:pt x="16" y="30"/>
                  <a:pt x="16" y="29"/>
                  <a:pt x="16" y="28"/>
                </a:cubicBezTo>
                <a:cubicBezTo>
                  <a:pt x="16" y="27"/>
                  <a:pt x="16" y="26"/>
                  <a:pt x="15" y="25"/>
                </a:cubicBezTo>
                <a:cubicBezTo>
                  <a:pt x="15" y="24"/>
                  <a:pt x="14" y="23"/>
                  <a:pt x="14" y="23"/>
                </a:cubicBezTo>
                <a:close/>
                <a:moveTo>
                  <a:pt x="2" y="21"/>
                </a:moveTo>
                <a:cubicBezTo>
                  <a:pt x="1" y="23"/>
                  <a:pt x="0" y="25"/>
                  <a:pt x="0" y="28"/>
                </a:cubicBezTo>
                <a:cubicBezTo>
                  <a:pt x="0" y="30"/>
                  <a:pt x="1" y="33"/>
                  <a:pt x="2" y="34"/>
                </a:cubicBezTo>
                <a:cubicBezTo>
                  <a:pt x="4" y="36"/>
                  <a:pt x="6" y="37"/>
                  <a:pt x="9" y="37"/>
                </a:cubicBezTo>
                <a:cubicBezTo>
                  <a:pt x="11" y="37"/>
                  <a:pt x="14" y="36"/>
                  <a:pt x="15" y="34"/>
                </a:cubicBezTo>
                <a:cubicBezTo>
                  <a:pt x="17" y="33"/>
                  <a:pt x="18" y="30"/>
                  <a:pt x="18" y="28"/>
                </a:cubicBezTo>
                <a:cubicBezTo>
                  <a:pt x="18" y="25"/>
                  <a:pt x="17" y="23"/>
                  <a:pt x="15" y="21"/>
                </a:cubicBezTo>
                <a:cubicBezTo>
                  <a:pt x="14" y="20"/>
                  <a:pt x="11" y="19"/>
                  <a:pt x="9" y="19"/>
                </a:cubicBezTo>
                <a:cubicBezTo>
                  <a:pt x="6" y="19"/>
                  <a:pt x="4" y="20"/>
                  <a:pt x="2" y="21"/>
                </a:cubicBezTo>
                <a:close/>
                <a:moveTo>
                  <a:pt x="5" y="27"/>
                </a:moveTo>
                <a:cubicBezTo>
                  <a:pt x="3" y="27"/>
                  <a:pt x="3" y="27"/>
                  <a:pt x="3" y="27"/>
                </a:cubicBezTo>
                <a:cubicBezTo>
                  <a:pt x="3" y="27"/>
                  <a:pt x="2" y="28"/>
                  <a:pt x="2" y="28"/>
                </a:cubicBezTo>
                <a:cubicBezTo>
                  <a:pt x="2" y="28"/>
                  <a:pt x="3" y="28"/>
                  <a:pt x="3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5" y="27"/>
                  <a:pt x="5" y="27"/>
                </a:cubicBezTo>
                <a:close/>
                <a:moveTo>
                  <a:pt x="13" y="28"/>
                </a:move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15" y="28"/>
                  <a:pt x="15" y="27"/>
                  <a:pt x="15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27"/>
                  <a:pt x="12" y="28"/>
                  <a:pt x="12" y="28"/>
                </a:cubicBezTo>
                <a:cubicBezTo>
                  <a:pt x="12" y="28"/>
                  <a:pt x="13" y="28"/>
                  <a:pt x="13" y="28"/>
                </a:cubicBezTo>
                <a:close/>
                <a:moveTo>
                  <a:pt x="8" y="32"/>
                </a:moveTo>
                <a:cubicBezTo>
                  <a:pt x="8" y="34"/>
                  <a:pt x="8" y="34"/>
                  <a:pt x="8" y="34"/>
                </a:cubicBezTo>
                <a:cubicBezTo>
                  <a:pt x="8" y="34"/>
                  <a:pt x="9" y="34"/>
                  <a:pt x="9" y="34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32"/>
                  <a:pt x="9" y="31"/>
                  <a:pt x="9" y="31"/>
                </a:cubicBezTo>
                <a:cubicBezTo>
                  <a:pt x="9" y="31"/>
                  <a:pt x="8" y="32"/>
                  <a:pt x="8" y="32"/>
                </a:cubicBezTo>
                <a:close/>
                <a:moveTo>
                  <a:pt x="9" y="24"/>
                </a:moveTo>
                <a:cubicBezTo>
                  <a:pt x="9" y="22"/>
                  <a:pt x="9" y="22"/>
                  <a:pt x="9" y="22"/>
                </a:cubicBezTo>
                <a:cubicBezTo>
                  <a:pt x="9" y="22"/>
                  <a:pt x="9" y="21"/>
                  <a:pt x="9" y="21"/>
                </a:cubicBezTo>
                <a:cubicBezTo>
                  <a:pt x="9" y="21"/>
                  <a:pt x="8" y="22"/>
                  <a:pt x="8" y="22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9" y="24"/>
                  <a:pt x="9" y="24"/>
                </a:cubicBezTo>
                <a:cubicBezTo>
                  <a:pt x="9" y="24"/>
                  <a:pt x="9" y="24"/>
                  <a:pt x="9" y="2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889" tIns="60944" rIns="121889" bIns="60944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4" name="TextBox 8">
            <a:extLst>
              <a:ext uri="{FF2B5EF4-FFF2-40B4-BE49-F238E27FC236}">
                <a16:creationId xmlns:a16="http://schemas.microsoft.com/office/drawing/2014/main" id="{9FB2569F-DEDC-8BF2-2971-61A8D51B8986}"/>
              </a:ext>
            </a:extLst>
          </p:cNvPr>
          <p:cNvSpPr txBox="1"/>
          <p:nvPr/>
        </p:nvSpPr>
        <p:spPr>
          <a:xfrm>
            <a:off x="3158048" y="956602"/>
            <a:ext cx="519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accent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أيقونات متنوعة للاستفادة منها في العروض التقديمية </a:t>
            </a:r>
            <a:endParaRPr lang="en-US" dirty="0">
              <a:solidFill>
                <a:schemeClr val="accent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359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BA008-F47C-12F6-F106-858EB63F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B1F4F65-A2A0-A08E-9E2A-62885A366F08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8B499A47-08EF-9D42-1277-09E4BC4E5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A39BA11C-F92A-7254-F901-57CD81258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234" name="TextBox 8">
            <a:extLst>
              <a:ext uri="{FF2B5EF4-FFF2-40B4-BE49-F238E27FC236}">
                <a16:creationId xmlns:a16="http://schemas.microsoft.com/office/drawing/2014/main" id="{515C1AB5-644D-D52C-3330-F68E3AE5FFE8}"/>
              </a:ext>
            </a:extLst>
          </p:cNvPr>
          <p:cNvSpPr txBox="1"/>
          <p:nvPr/>
        </p:nvSpPr>
        <p:spPr>
          <a:xfrm>
            <a:off x="3158048" y="956602"/>
            <a:ext cx="519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accent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أيقونات متنوعة للاستفادة منها في العروض التقديمية </a:t>
            </a:r>
            <a:endParaRPr lang="en-US" dirty="0">
              <a:solidFill>
                <a:schemeClr val="accent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9BC6349E-2909-EB80-A5D2-1DC6B3182F9A}"/>
              </a:ext>
            </a:extLst>
          </p:cNvPr>
          <p:cNvGrpSpPr/>
          <p:nvPr/>
        </p:nvGrpSpPr>
        <p:grpSpPr>
          <a:xfrm>
            <a:off x="8761532" y="1640439"/>
            <a:ext cx="308526" cy="308526"/>
            <a:chOff x="10064750" y="3017838"/>
            <a:chExt cx="830263" cy="83026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83653C8A-A3DF-4573-2120-96F8F8AB1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1638" y="3017838"/>
              <a:ext cx="333375" cy="330200"/>
            </a:xfrm>
            <a:custGeom>
              <a:avLst/>
              <a:gdLst>
                <a:gd name="T0" fmla="*/ 57 w 210"/>
                <a:gd name="T1" fmla="*/ 0 h 208"/>
                <a:gd name="T2" fmla="*/ 0 w 210"/>
                <a:gd name="T3" fmla="*/ 57 h 208"/>
                <a:gd name="T4" fmla="*/ 151 w 210"/>
                <a:gd name="T5" fmla="*/ 208 h 208"/>
                <a:gd name="T6" fmla="*/ 210 w 210"/>
                <a:gd name="T7" fmla="*/ 151 h 208"/>
                <a:gd name="T8" fmla="*/ 57 w 210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208">
                  <a:moveTo>
                    <a:pt x="57" y="0"/>
                  </a:moveTo>
                  <a:lnTo>
                    <a:pt x="0" y="57"/>
                  </a:lnTo>
                  <a:lnTo>
                    <a:pt x="151" y="208"/>
                  </a:lnTo>
                  <a:lnTo>
                    <a:pt x="210" y="151"/>
                  </a:ln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9B163FF-9BE5-BC0F-2412-9C146AAEF6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64750" y="3135313"/>
              <a:ext cx="709613" cy="712787"/>
            </a:xfrm>
            <a:custGeom>
              <a:avLst/>
              <a:gdLst>
                <a:gd name="T0" fmla="*/ 6 w 187"/>
                <a:gd name="T1" fmla="*/ 118 h 187"/>
                <a:gd name="T2" fmla="*/ 0 w 187"/>
                <a:gd name="T3" fmla="*/ 187 h 187"/>
                <a:gd name="T4" fmla="*/ 70 w 187"/>
                <a:gd name="T5" fmla="*/ 181 h 187"/>
                <a:gd name="T6" fmla="*/ 187 w 187"/>
                <a:gd name="T7" fmla="*/ 64 h 187"/>
                <a:gd name="T8" fmla="*/ 124 w 187"/>
                <a:gd name="T9" fmla="*/ 0 h 187"/>
                <a:gd name="T10" fmla="*/ 6 w 187"/>
                <a:gd name="T11" fmla="*/ 118 h 187"/>
                <a:gd name="T12" fmla="*/ 34 w 187"/>
                <a:gd name="T13" fmla="*/ 173 h 187"/>
                <a:gd name="T14" fmla="*/ 24 w 187"/>
                <a:gd name="T15" fmla="*/ 163 h 187"/>
                <a:gd name="T16" fmla="*/ 14 w 187"/>
                <a:gd name="T17" fmla="*/ 153 h 187"/>
                <a:gd name="T18" fmla="*/ 17 w 187"/>
                <a:gd name="T19" fmla="*/ 123 h 187"/>
                <a:gd name="T20" fmla="*/ 26 w 187"/>
                <a:gd name="T21" fmla="*/ 139 h 187"/>
                <a:gd name="T22" fmla="*/ 40 w 187"/>
                <a:gd name="T23" fmla="*/ 147 h 187"/>
                <a:gd name="T24" fmla="*/ 49 w 187"/>
                <a:gd name="T25" fmla="*/ 161 h 187"/>
                <a:gd name="T26" fmla="*/ 64 w 187"/>
                <a:gd name="T27" fmla="*/ 170 h 187"/>
                <a:gd name="T28" fmla="*/ 34 w 187"/>
                <a:gd name="T29" fmla="*/ 173 h 187"/>
                <a:gd name="T30" fmla="*/ 172 w 187"/>
                <a:gd name="T31" fmla="*/ 64 h 187"/>
                <a:gd name="T32" fmla="*/ 74 w 187"/>
                <a:gd name="T33" fmla="*/ 161 h 187"/>
                <a:gd name="T34" fmla="*/ 56 w 187"/>
                <a:gd name="T35" fmla="*/ 154 h 187"/>
                <a:gd name="T36" fmla="*/ 53 w 187"/>
                <a:gd name="T37" fmla="*/ 150 h 187"/>
                <a:gd name="T38" fmla="*/ 50 w 187"/>
                <a:gd name="T39" fmla="*/ 145 h 187"/>
                <a:gd name="T40" fmla="*/ 151 w 187"/>
                <a:gd name="T41" fmla="*/ 43 h 187"/>
                <a:gd name="T42" fmla="*/ 172 w 187"/>
                <a:gd name="T43" fmla="*/ 64 h 187"/>
                <a:gd name="T44" fmla="*/ 43 w 187"/>
                <a:gd name="T45" fmla="*/ 137 h 187"/>
                <a:gd name="T46" fmla="*/ 38 w 187"/>
                <a:gd name="T47" fmla="*/ 134 h 187"/>
                <a:gd name="T48" fmla="*/ 34 w 187"/>
                <a:gd name="T49" fmla="*/ 131 h 187"/>
                <a:gd name="T50" fmla="*/ 26 w 187"/>
                <a:gd name="T51" fmla="*/ 113 h 187"/>
                <a:gd name="T52" fmla="*/ 124 w 187"/>
                <a:gd name="T53" fmla="*/ 16 h 187"/>
                <a:gd name="T54" fmla="*/ 144 w 187"/>
                <a:gd name="T55" fmla="*/ 36 h 187"/>
                <a:gd name="T56" fmla="*/ 43 w 187"/>
                <a:gd name="T57" fmla="*/ 13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87" h="187">
                  <a:moveTo>
                    <a:pt x="6" y="118"/>
                  </a:moveTo>
                  <a:cubicBezTo>
                    <a:pt x="0" y="187"/>
                    <a:pt x="0" y="187"/>
                    <a:pt x="0" y="187"/>
                  </a:cubicBezTo>
                  <a:cubicBezTo>
                    <a:pt x="70" y="181"/>
                    <a:pt x="70" y="181"/>
                    <a:pt x="70" y="181"/>
                  </a:cubicBezTo>
                  <a:cubicBezTo>
                    <a:pt x="187" y="64"/>
                    <a:pt x="187" y="64"/>
                    <a:pt x="187" y="64"/>
                  </a:cubicBezTo>
                  <a:cubicBezTo>
                    <a:pt x="124" y="0"/>
                    <a:pt x="124" y="0"/>
                    <a:pt x="124" y="0"/>
                  </a:cubicBezTo>
                  <a:lnTo>
                    <a:pt x="6" y="118"/>
                  </a:lnTo>
                  <a:close/>
                  <a:moveTo>
                    <a:pt x="34" y="173"/>
                  </a:moveTo>
                  <a:cubicBezTo>
                    <a:pt x="24" y="163"/>
                    <a:pt x="24" y="163"/>
                    <a:pt x="24" y="163"/>
                  </a:cubicBezTo>
                  <a:cubicBezTo>
                    <a:pt x="14" y="153"/>
                    <a:pt x="14" y="153"/>
                    <a:pt x="14" y="153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18" y="129"/>
                    <a:pt x="22" y="134"/>
                    <a:pt x="26" y="139"/>
                  </a:cubicBezTo>
                  <a:cubicBezTo>
                    <a:pt x="30" y="143"/>
                    <a:pt x="35" y="146"/>
                    <a:pt x="40" y="147"/>
                  </a:cubicBezTo>
                  <a:cubicBezTo>
                    <a:pt x="42" y="152"/>
                    <a:pt x="44" y="157"/>
                    <a:pt x="49" y="161"/>
                  </a:cubicBezTo>
                  <a:cubicBezTo>
                    <a:pt x="53" y="166"/>
                    <a:pt x="58" y="169"/>
                    <a:pt x="64" y="170"/>
                  </a:cubicBezTo>
                  <a:lnTo>
                    <a:pt x="34" y="173"/>
                  </a:lnTo>
                  <a:close/>
                  <a:moveTo>
                    <a:pt x="172" y="64"/>
                  </a:moveTo>
                  <a:cubicBezTo>
                    <a:pt x="74" y="161"/>
                    <a:pt x="74" y="161"/>
                    <a:pt x="74" y="161"/>
                  </a:cubicBezTo>
                  <a:cubicBezTo>
                    <a:pt x="67" y="161"/>
                    <a:pt x="61" y="158"/>
                    <a:pt x="56" y="154"/>
                  </a:cubicBezTo>
                  <a:cubicBezTo>
                    <a:pt x="55" y="152"/>
                    <a:pt x="54" y="151"/>
                    <a:pt x="53" y="150"/>
                  </a:cubicBezTo>
                  <a:cubicBezTo>
                    <a:pt x="52" y="148"/>
                    <a:pt x="51" y="146"/>
                    <a:pt x="50" y="145"/>
                  </a:cubicBezTo>
                  <a:cubicBezTo>
                    <a:pt x="151" y="43"/>
                    <a:pt x="151" y="43"/>
                    <a:pt x="151" y="43"/>
                  </a:cubicBezTo>
                  <a:lnTo>
                    <a:pt x="172" y="64"/>
                  </a:lnTo>
                  <a:close/>
                  <a:moveTo>
                    <a:pt x="43" y="137"/>
                  </a:moveTo>
                  <a:cubicBezTo>
                    <a:pt x="41" y="136"/>
                    <a:pt x="39" y="135"/>
                    <a:pt x="38" y="134"/>
                  </a:cubicBezTo>
                  <a:cubicBezTo>
                    <a:pt x="36" y="133"/>
                    <a:pt x="35" y="132"/>
                    <a:pt x="34" y="131"/>
                  </a:cubicBezTo>
                  <a:cubicBezTo>
                    <a:pt x="29" y="126"/>
                    <a:pt x="26" y="120"/>
                    <a:pt x="26" y="113"/>
                  </a:cubicBezTo>
                  <a:cubicBezTo>
                    <a:pt x="124" y="16"/>
                    <a:pt x="124" y="16"/>
                    <a:pt x="124" y="16"/>
                  </a:cubicBezTo>
                  <a:cubicBezTo>
                    <a:pt x="144" y="36"/>
                    <a:pt x="144" y="36"/>
                    <a:pt x="144" y="36"/>
                  </a:cubicBezTo>
                  <a:lnTo>
                    <a:pt x="43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2" name="Group 8">
            <a:extLst>
              <a:ext uri="{FF2B5EF4-FFF2-40B4-BE49-F238E27FC236}">
                <a16:creationId xmlns:a16="http://schemas.microsoft.com/office/drawing/2014/main" id="{DEA0AFCA-BE93-511D-0DA9-B15E9BA1D48B}"/>
              </a:ext>
            </a:extLst>
          </p:cNvPr>
          <p:cNvGrpSpPr/>
          <p:nvPr/>
        </p:nvGrpSpPr>
        <p:grpSpPr>
          <a:xfrm>
            <a:off x="6362427" y="1597225"/>
            <a:ext cx="298921" cy="394954"/>
            <a:chOff x="8604250" y="889000"/>
            <a:chExt cx="701675" cy="9271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647BAA33-BE30-C07F-435C-3C301D9E4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09050" y="1385888"/>
              <a:ext cx="168275" cy="430213"/>
            </a:xfrm>
            <a:custGeom>
              <a:avLst/>
              <a:gdLst>
                <a:gd name="T0" fmla="*/ 28 w 44"/>
                <a:gd name="T1" fmla="*/ 113 h 113"/>
                <a:gd name="T2" fmla="*/ 18 w 44"/>
                <a:gd name="T3" fmla="*/ 113 h 113"/>
                <a:gd name="T4" fmla="*/ 0 w 44"/>
                <a:gd name="T5" fmla="*/ 99 h 113"/>
                <a:gd name="T6" fmla="*/ 0 w 44"/>
                <a:gd name="T7" fmla="*/ 19 h 113"/>
                <a:gd name="T8" fmla="*/ 21 w 44"/>
                <a:gd name="T9" fmla="*/ 0 h 113"/>
                <a:gd name="T10" fmla="*/ 44 w 44"/>
                <a:gd name="T11" fmla="*/ 19 h 113"/>
                <a:gd name="T12" fmla="*/ 44 w 44"/>
                <a:gd name="T13" fmla="*/ 99 h 113"/>
                <a:gd name="T14" fmla="*/ 28 w 44"/>
                <a:gd name="T15" fmla="*/ 113 h 113"/>
                <a:gd name="T16" fmla="*/ 21 w 44"/>
                <a:gd name="T17" fmla="*/ 12 h 113"/>
                <a:gd name="T18" fmla="*/ 12 w 44"/>
                <a:gd name="T19" fmla="*/ 19 h 113"/>
                <a:gd name="T20" fmla="*/ 12 w 44"/>
                <a:gd name="T21" fmla="*/ 99 h 113"/>
                <a:gd name="T22" fmla="*/ 18 w 44"/>
                <a:gd name="T23" fmla="*/ 101 h 113"/>
                <a:gd name="T24" fmla="*/ 28 w 44"/>
                <a:gd name="T25" fmla="*/ 101 h 113"/>
                <a:gd name="T26" fmla="*/ 32 w 44"/>
                <a:gd name="T27" fmla="*/ 99 h 113"/>
                <a:gd name="T28" fmla="*/ 32 w 44"/>
                <a:gd name="T29" fmla="*/ 19 h 113"/>
                <a:gd name="T30" fmla="*/ 21 w 44"/>
                <a:gd name="T31" fmla="*/ 1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" h="113">
                  <a:moveTo>
                    <a:pt x="28" y="113"/>
                  </a:moveTo>
                  <a:cubicBezTo>
                    <a:pt x="18" y="113"/>
                    <a:pt x="18" y="113"/>
                    <a:pt x="18" y="113"/>
                  </a:cubicBezTo>
                  <a:cubicBezTo>
                    <a:pt x="8" y="113"/>
                    <a:pt x="0" y="107"/>
                    <a:pt x="0" y="9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9" y="0"/>
                    <a:pt x="21" y="0"/>
                  </a:cubicBezTo>
                  <a:cubicBezTo>
                    <a:pt x="32" y="0"/>
                    <a:pt x="44" y="7"/>
                    <a:pt x="44" y="19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44" y="107"/>
                    <a:pt x="38" y="113"/>
                    <a:pt x="28" y="113"/>
                  </a:cubicBezTo>
                  <a:close/>
                  <a:moveTo>
                    <a:pt x="21" y="12"/>
                  </a:moveTo>
                  <a:cubicBezTo>
                    <a:pt x="17" y="12"/>
                    <a:pt x="12" y="14"/>
                    <a:pt x="12" y="19"/>
                  </a:cubicBezTo>
                  <a:cubicBezTo>
                    <a:pt x="12" y="99"/>
                    <a:pt x="12" y="99"/>
                    <a:pt x="12" y="99"/>
                  </a:cubicBezTo>
                  <a:cubicBezTo>
                    <a:pt x="12" y="100"/>
                    <a:pt x="15" y="101"/>
                    <a:pt x="18" y="101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32" y="101"/>
                    <a:pt x="32" y="100"/>
                    <a:pt x="32" y="9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4"/>
                    <a:pt x="26" y="12"/>
                    <a:pt x="2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124D14AD-C0AA-FAE1-0538-276FB7EA3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4250" y="1011238"/>
              <a:ext cx="411163" cy="420688"/>
            </a:xfrm>
            <a:custGeom>
              <a:avLst/>
              <a:gdLst>
                <a:gd name="T0" fmla="*/ 102 w 108"/>
                <a:gd name="T1" fmla="*/ 111 h 111"/>
                <a:gd name="T2" fmla="*/ 96 w 108"/>
                <a:gd name="T3" fmla="*/ 105 h 111"/>
                <a:gd name="T4" fmla="*/ 96 w 108"/>
                <a:gd name="T5" fmla="*/ 70 h 111"/>
                <a:gd name="T6" fmla="*/ 94 w 108"/>
                <a:gd name="T7" fmla="*/ 68 h 111"/>
                <a:gd name="T8" fmla="*/ 14 w 108"/>
                <a:gd name="T9" fmla="*/ 68 h 111"/>
                <a:gd name="T10" fmla="*/ 0 w 108"/>
                <a:gd name="T11" fmla="*/ 54 h 111"/>
                <a:gd name="T12" fmla="*/ 0 w 108"/>
                <a:gd name="T13" fmla="*/ 14 h 111"/>
                <a:gd name="T14" fmla="*/ 14 w 108"/>
                <a:gd name="T15" fmla="*/ 0 h 111"/>
                <a:gd name="T16" fmla="*/ 22 w 108"/>
                <a:gd name="T17" fmla="*/ 0 h 111"/>
                <a:gd name="T18" fmla="*/ 28 w 108"/>
                <a:gd name="T19" fmla="*/ 6 h 111"/>
                <a:gd name="T20" fmla="*/ 22 w 108"/>
                <a:gd name="T21" fmla="*/ 12 h 111"/>
                <a:gd name="T22" fmla="*/ 14 w 108"/>
                <a:gd name="T23" fmla="*/ 12 h 111"/>
                <a:gd name="T24" fmla="*/ 12 w 108"/>
                <a:gd name="T25" fmla="*/ 14 h 111"/>
                <a:gd name="T26" fmla="*/ 12 w 108"/>
                <a:gd name="T27" fmla="*/ 54 h 111"/>
                <a:gd name="T28" fmla="*/ 14 w 108"/>
                <a:gd name="T29" fmla="*/ 56 h 111"/>
                <a:gd name="T30" fmla="*/ 94 w 108"/>
                <a:gd name="T31" fmla="*/ 56 h 111"/>
                <a:gd name="T32" fmla="*/ 108 w 108"/>
                <a:gd name="T33" fmla="*/ 70 h 111"/>
                <a:gd name="T34" fmla="*/ 108 w 108"/>
                <a:gd name="T35" fmla="*/ 105 h 111"/>
                <a:gd name="T36" fmla="*/ 102 w 108"/>
                <a:gd name="T37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8" h="111">
                  <a:moveTo>
                    <a:pt x="102" y="111"/>
                  </a:moveTo>
                  <a:cubicBezTo>
                    <a:pt x="99" y="111"/>
                    <a:pt x="96" y="108"/>
                    <a:pt x="96" y="105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6" y="68"/>
                    <a:pt x="0" y="62"/>
                    <a:pt x="0" y="5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9"/>
                    <a:pt x="25" y="12"/>
                    <a:pt x="22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2"/>
                    <a:pt x="12" y="13"/>
                    <a:pt x="12" y="1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5"/>
                    <a:pt x="13" y="56"/>
                    <a:pt x="14" y="56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102" y="56"/>
                    <a:pt x="108" y="62"/>
                    <a:pt x="108" y="70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08" y="108"/>
                    <a:pt x="105" y="111"/>
                    <a:pt x="102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" name="Freeform 48">
              <a:extLst>
                <a:ext uri="{FF2B5EF4-FFF2-40B4-BE49-F238E27FC236}">
                  <a16:creationId xmlns:a16="http://schemas.microsoft.com/office/drawing/2014/main" id="{A8F3A288-655F-6324-D532-30A6E09558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66163" y="889000"/>
              <a:ext cx="593725" cy="258763"/>
            </a:xfrm>
            <a:custGeom>
              <a:avLst/>
              <a:gdLst>
                <a:gd name="T0" fmla="*/ 150 w 156"/>
                <a:gd name="T1" fmla="*/ 68 h 68"/>
                <a:gd name="T2" fmla="*/ 6 w 156"/>
                <a:gd name="T3" fmla="*/ 68 h 68"/>
                <a:gd name="T4" fmla="*/ 0 w 156"/>
                <a:gd name="T5" fmla="*/ 62 h 68"/>
                <a:gd name="T6" fmla="*/ 0 w 156"/>
                <a:gd name="T7" fmla="*/ 6 h 68"/>
                <a:gd name="T8" fmla="*/ 6 w 156"/>
                <a:gd name="T9" fmla="*/ 0 h 68"/>
                <a:gd name="T10" fmla="*/ 150 w 156"/>
                <a:gd name="T11" fmla="*/ 0 h 68"/>
                <a:gd name="T12" fmla="*/ 156 w 156"/>
                <a:gd name="T13" fmla="*/ 6 h 68"/>
                <a:gd name="T14" fmla="*/ 156 w 156"/>
                <a:gd name="T15" fmla="*/ 62 h 68"/>
                <a:gd name="T16" fmla="*/ 150 w 156"/>
                <a:gd name="T17" fmla="*/ 68 h 68"/>
                <a:gd name="T18" fmla="*/ 12 w 156"/>
                <a:gd name="T19" fmla="*/ 56 h 68"/>
                <a:gd name="T20" fmla="*/ 144 w 156"/>
                <a:gd name="T21" fmla="*/ 56 h 68"/>
                <a:gd name="T22" fmla="*/ 144 w 156"/>
                <a:gd name="T23" fmla="*/ 12 h 68"/>
                <a:gd name="T24" fmla="*/ 12 w 156"/>
                <a:gd name="T25" fmla="*/ 12 h 68"/>
                <a:gd name="T26" fmla="*/ 12 w 156"/>
                <a:gd name="T27" fmla="*/ 5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6" h="68">
                  <a:moveTo>
                    <a:pt x="150" y="68"/>
                  </a:moveTo>
                  <a:cubicBezTo>
                    <a:pt x="6" y="68"/>
                    <a:pt x="6" y="68"/>
                    <a:pt x="6" y="68"/>
                  </a:cubicBezTo>
                  <a:cubicBezTo>
                    <a:pt x="3" y="68"/>
                    <a:pt x="0" y="65"/>
                    <a:pt x="0" y="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3" y="0"/>
                    <a:pt x="156" y="3"/>
                    <a:pt x="156" y="6"/>
                  </a:cubicBezTo>
                  <a:cubicBezTo>
                    <a:pt x="156" y="62"/>
                    <a:pt x="156" y="62"/>
                    <a:pt x="156" y="62"/>
                  </a:cubicBezTo>
                  <a:cubicBezTo>
                    <a:pt x="156" y="65"/>
                    <a:pt x="153" y="68"/>
                    <a:pt x="150" y="68"/>
                  </a:cubicBezTo>
                  <a:close/>
                  <a:moveTo>
                    <a:pt x="12" y="56"/>
                  </a:moveTo>
                  <a:cubicBezTo>
                    <a:pt x="144" y="56"/>
                    <a:pt x="144" y="56"/>
                    <a:pt x="144" y="56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4ABE0BFC-6D8D-25D3-4CFF-888CD1331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3850" y="1003300"/>
              <a:ext cx="92075" cy="46038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2C181CB9-A244-B6E2-D962-1912D58F8322}"/>
              </a:ext>
            </a:extLst>
          </p:cNvPr>
          <p:cNvGrpSpPr/>
          <p:nvPr/>
        </p:nvGrpSpPr>
        <p:grpSpPr>
          <a:xfrm>
            <a:off x="2282892" y="2260866"/>
            <a:ext cx="249643" cy="319717"/>
            <a:chOff x="9115151" y="579188"/>
            <a:chExt cx="439080" cy="56233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F638EC53-1BF1-B73E-FA89-4B5D5FE9B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4832" y="855539"/>
              <a:ext cx="119399" cy="156952"/>
            </a:xfrm>
            <a:custGeom>
              <a:avLst/>
              <a:gdLst>
                <a:gd name="T0" fmla="*/ 18 w 52"/>
                <a:gd name="T1" fmla="*/ 68 h 68"/>
                <a:gd name="T2" fmla="*/ 6 w 52"/>
                <a:gd name="T3" fmla="*/ 68 h 68"/>
                <a:gd name="T4" fmla="*/ 0 w 52"/>
                <a:gd name="T5" fmla="*/ 62 h 68"/>
                <a:gd name="T6" fmla="*/ 6 w 52"/>
                <a:gd name="T7" fmla="*/ 56 h 68"/>
                <a:gd name="T8" fmla="*/ 18 w 52"/>
                <a:gd name="T9" fmla="*/ 56 h 68"/>
                <a:gd name="T10" fmla="*/ 40 w 52"/>
                <a:gd name="T11" fmla="*/ 34 h 68"/>
                <a:gd name="T12" fmla="*/ 18 w 52"/>
                <a:gd name="T13" fmla="*/ 12 h 68"/>
                <a:gd name="T14" fmla="*/ 6 w 52"/>
                <a:gd name="T15" fmla="*/ 12 h 68"/>
                <a:gd name="T16" fmla="*/ 0 w 52"/>
                <a:gd name="T17" fmla="*/ 6 h 68"/>
                <a:gd name="T18" fmla="*/ 6 w 52"/>
                <a:gd name="T19" fmla="*/ 0 h 68"/>
                <a:gd name="T20" fmla="*/ 18 w 52"/>
                <a:gd name="T21" fmla="*/ 0 h 68"/>
                <a:gd name="T22" fmla="*/ 52 w 52"/>
                <a:gd name="T23" fmla="*/ 34 h 68"/>
                <a:gd name="T24" fmla="*/ 18 w 52"/>
                <a:gd name="T25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8">
                  <a:moveTo>
                    <a:pt x="18" y="68"/>
                  </a:moveTo>
                  <a:cubicBezTo>
                    <a:pt x="6" y="68"/>
                    <a:pt x="6" y="68"/>
                    <a:pt x="6" y="68"/>
                  </a:cubicBezTo>
                  <a:cubicBezTo>
                    <a:pt x="3" y="68"/>
                    <a:pt x="0" y="65"/>
                    <a:pt x="0" y="62"/>
                  </a:cubicBezTo>
                  <a:cubicBezTo>
                    <a:pt x="0" y="59"/>
                    <a:pt x="3" y="56"/>
                    <a:pt x="6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31" y="56"/>
                    <a:pt x="40" y="47"/>
                    <a:pt x="40" y="34"/>
                  </a:cubicBezTo>
                  <a:cubicBezTo>
                    <a:pt x="40" y="21"/>
                    <a:pt x="31" y="12"/>
                    <a:pt x="18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8" y="0"/>
                    <a:pt x="52" y="14"/>
                    <a:pt x="52" y="34"/>
                  </a:cubicBezTo>
                  <a:cubicBezTo>
                    <a:pt x="52" y="54"/>
                    <a:pt x="38" y="68"/>
                    <a:pt x="18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" name="Freeform 54">
              <a:extLst>
                <a:ext uri="{FF2B5EF4-FFF2-40B4-BE49-F238E27FC236}">
                  <a16:creationId xmlns:a16="http://schemas.microsoft.com/office/drawing/2014/main" id="{8EB1C144-9A86-C823-8F22-49A6B046CD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42112" y="818949"/>
              <a:ext cx="320644" cy="322570"/>
            </a:xfrm>
            <a:custGeom>
              <a:avLst/>
              <a:gdLst>
                <a:gd name="T0" fmla="*/ 114 w 140"/>
                <a:gd name="T1" fmla="*/ 140 h 140"/>
                <a:gd name="T2" fmla="*/ 26 w 140"/>
                <a:gd name="T3" fmla="*/ 140 h 140"/>
                <a:gd name="T4" fmla="*/ 0 w 140"/>
                <a:gd name="T5" fmla="*/ 114 h 140"/>
                <a:gd name="T6" fmla="*/ 0 w 140"/>
                <a:gd name="T7" fmla="*/ 6 h 140"/>
                <a:gd name="T8" fmla="*/ 6 w 140"/>
                <a:gd name="T9" fmla="*/ 0 h 140"/>
                <a:gd name="T10" fmla="*/ 134 w 140"/>
                <a:gd name="T11" fmla="*/ 0 h 140"/>
                <a:gd name="T12" fmla="*/ 140 w 140"/>
                <a:gd name="T13" fmla="*/ 6 h 140"/>
                <a:gd name="T14" fmla="*/ 140 w 140"/>
                <a:gd name="T15" fmla="*/ 114 h 140"/>
                <a:gd name="T16" fmla="*/ 114 w 140"/>
                <a:gd name="T17" fmla="*/ 140 h 140"/>
                <a:gd name="T18" fmla="*/ 12 w 140"/>
                <a:gd name="T19" fmla="*/ 12 h 140"/>
                <a:gd name="T20" fmla="*/ 12 w 140"/>
                <a:gd name="T21" fmla="*/ 114 h 140"/>
                <a:gd name="T22" fmla="*/ 26 w 140"/>
                <a:gd name="T23" fmla="*/ 128 h 140"/>
                <a:gd name="T24" fmla="*/ 114 w 140"/>
                <a:gd name="T25" fmla="*/ 128 h 140"/>
                <a:gd name="T26" fmla="*/ 128 w 140"/>
                <a:gd name="T27" fmla="*/ 114 h 140"/>
                <a:gd name="T28" fmla="*/ 128 w 140"/>
                <a:gd name="T29" fmla="*/ 12 h 140"/>
                <a:gd name="T30" fmla="*/ 12 w 140"/>
                <a:gd name="T31" fmla="*/ 12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0" h="140">
                  <a:moveTo>
                    <a:pt x="114" y="140"/>
                  </a:moveTo>
                  <a:cubicBezTo>
                    <a:pt x="26" y="140"/>
                    <a:pt x="26" y="140"/>
                    <a:pt x="26" y="140"/>
                  </a:cubicBezTo>
                  <a:cubicBezTo>
                    <a:pt x="12" y="140"/>
                    <a:pt x="0" y="128"/>
                    <a:pt x="0" y="11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7" y="0"/>
                    <a:pt x="140" y="3"/>
                    <a:pt x="140" y="6"/>
                  </a:cubicBezTo>
                  <a:cubicBezTo>
                    <a:pt x="140" y="114"/>
                    <a:pt x="140" y="114"/>
                    <a:pt x="140" y="114"/>
                  </a:cubicBezTo>
                  <a:cubicBezTo>
                    <a:pt x="140" y="129"/>
                    <a:pt x="129" y="140"/>
                    <a:pt x="114" y="140"/>
                  </a:cubicBezTo>
                  <a:close/>
                  <a:moveTo>
                    <a:pt x="12" y="12"/>
                  </a:moveTo>
                  <a:cubicBezTo>
                    <a:pt x="12" y="114"/>
                    <a:pt x="12" y="114"/>
                    <a:pt x="12" y="114"/>
                  </a:cubicBezTo>
                  <a:cubicBezTo>
                    <a:pt x="12" y="122"/>
                    <a:pt x="18" y="128"/>
                    <a:pt x="26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22" y="128"/>
                    <a:pt x="128" y="122"/>
                    <a:pt x="128" y="114"/>
                  </a:cubicBezTo>
                  <a:cubicBezTo>
                    <a:pt x="128" y="12"/>
                    <a:pt x="128" y="12"/>
                    <a:pt x="128" y="12"/>
                  </a:cubicBezTo>
                  <a:lnTo>
                    <a:pt x="1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" name="Freeform 55">
              <a:extLst>
                <a:ext uri="{FF2B5EF4-FFF2-40B4-BE49-F238E27FC236}">
                  <a16:creationId xmlns:a16="http://schemas.microsoft.com/office/drawing/2014/main" id="{32511AC3-9570-04CE-244A-67C2F9364B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6537" y="579188"/>
              <a:ext cx="114584" cy="158878"/>
            </a:xfrm>
            <a:custGeom>
              <a:avLst/>
              <a:gdLst>
                <a:gd name="T0" fmla="*/ 25 w 50"/>
                <a:gd name="T1" fmla="*/ 69 h 69"/>
                <a:gd name="T2" fmla="*/ 25 w 50"/>
                <a:gd name="T3" fmla="*/ 69 h 69"/>
                <a:gd name="T4" fmla="*/ 14 w 50"/>
                <a:gd name="T5" fmla="*/ 67 h 69"/>
                <a:gd name="T6" fmla="*/ 2 w 50"/>
                <a:gd name="T7" fmla="*/ 55 h 69"/>
                <a:gd name="T8" fmla="*/ 2 w 50"/>
                <a:gd name="T9" fmla="*/ 37 h 69"/>
                <a:gd name="T10" fmla="*/ 8 w 50"/>
                <a:gd name="T11" fmla="*/ 29 h 69"/>
                <a:gd name="T12" fmla="*/ 11 w 50"/>
                <a:gd name="T13" fmla="*/ 10 h 69"/>
                <a:gd name="T14" fmla="*/ 12 w 50"/>
                <a:gd name="T15" fmla="*/ 3 h 69"/>
                <a:gd name="T16" fmla="*/ 18 w 50"/>
                <a:gd name="T17" fmla="*/ 1 h 69"/>
                <a:gd name="T18" fmla="*/ 48 w 50"/>
                <a:gd name="T19" fmla="*/ 44 h 69"/>
                <a:gd name="T20" fmla="*/ 25 w 50"/>
                <a:gd name="T21" fmla="*/ 69 h 69"/>
                <a:gd name="T22" fmla="*/ 26 w 50"/>
                <a:gd name="T23" fmla="*/ 18 h 69"/>
                <a:gd name="T24" fmla="*/ 17 w 50"/>
                <a:gd name="T25" fmla="*/ 36 h 69"/>
                <a:gd name="T26" fmla="*/ 13 w 50"/>
                <a:gd name="T27" fmla="*/ 42 h 69"/>
                <a:gd name="T28" fmla="*/ 13 w 50"/>
                <a:gd name="T29" fmla="*/ 50 h 69"/>
                <a:gd name="T30" fmla="*/ 19 w 50"/>
                <a:gd name="T31" fmla="*/ 56 h 69"/>
                <a:gd name="T32" fmla="*/ 25 w 50"/>
                <a:gd name="T33" fmla="*/ 57 h 69"/>
                <a:gd name="T34" fmla="*/ 25 w 50"/>
                <a:gd name="T35" fmla="*/ 57 h 69"/>
                <a:gd name="T36" fmla="*/ 36 w 50"/>
                <a:gd name="T37" fmla="*/ 43 h 69"/>
                <a:gd name="T38" fmla="*/ 26 w 50"/>
                <a:gd name="T39" fmla="*/ 18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69">
                  <a:moveTo>
                    <a:pt x="25" y="69"/>
                  </a:moveTo>
                  <a:cubicBezTo>
                    <a:pt x="25" y="69"/>
                    <a:pt x="25" y="69"/>
                    <a:pt x="25" y="69"/>
                  </a:cubicBezTo>
                  <a:cubicBezTo>
                    <a:pt x="21" y="69"/>
                    <a:pt x="18" y="68"/>
                    <a:pt x="14" y="67"/>
                  </a:cubicBezTo>
                  <a:cubicBezTo>
                    <a:pt x="9" y="64"/>
                    <a:pt x="4" y="60"/>
                    <a:pt x="2" y="55"/>
                  </a:cubicBezTo>
                  <a:cubicBezTo>
                    <a:pt x="0" y="49"/>
                    <a:pt x="0" y="43"/>
                    <a:pt x="2" y="37"/>
                  </a:cubicBezTo>
                  <a:cubicBezTo>
                    <a:pt x="4" y="34"/>
                    <a:pt x="6" y="32"/>
                    <a:pt x="8" y="29"/>
                  </a:cubicBezTo>
                  <a:cubicBezTo>
                    <a:pt x="14" y="22"/>
                    <a:pt x="16" y="18"/>
                    <a:pt x="11" y="10"/>
                  </a:cubicBezTo>
                  <a:cubicBezTo>
                    <a:pt x="10" y="8"/>
                    <a:pt x="10" y="5"/>
                    <a:pt x="12" y="3"/>
                  </a:cubicBezTo>
                  <a:cubicBezTo>
                    <a:pt x="13" y="1"/>
                    <a:pt x="15" y="0"/>
                    <a:pt x="18" y="1"/>
                  </a:cubicBezTo>
                  <a:cubicBezTo>
                    <a:pt x="41" y="6"/>
                    <a:pt x="50" y="27"/>
                    <a:pt x="48" y="44"/>
                  </a:cubicBezTo>
                  <a:cubicBezTo>
                    <a:pt x="46" y="59"/>
                    <a:pt x="37" y="69"/>
                    <a:pt x="25" y="69"/>
                  </a:cubicBezTo>
                  <a:close/>
                  <a:moveTo>
                    <a:pt x="26" y="18"/>
                  </a:moveTo>
                  <a:cubicBezTo>
                    <a:pt x="26" y="26"/>
                    <a:pt x="21" y="32"/>
                    <a:pt x="17" y="36"/>
                  </a:cubicBezTo>
                  <a:cubicBezTo>
                    <a:pt x="16" y="39"/>
                    <a:pt x="14" y="41"/>
                    <a:pt x="13" y="42"/>
                  </a:cubicBezTo>
                  <a:cubicBezTo>
                    <a:pt x="12" y="45"/>
                    <a:pt x="12" y="48"/>
                    <a:pt x="13" y="50"/>
                  </a:cubicBezTo>
                  <a:cubicBezTo>
                    <a:pt x="14" y="53"/>
                    <a:pt x="16" y="54"/>
                    <a:pt x="19" y="56"/>
                  </a:cubicBezTo>
                  <a:cubicBezTo>
                    <a:pt x="21" y="57"/>
                    <a:pt x="23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32" y="57"/>
                    <a:pt x="35" y="49"/>
                    <a:pt x="36" y="43"/>
                  </a:cubicBezTo>
                  <a:cubicBezTo>
                    <a:pt x="37" y="34"/>
                    <a:pt x="34" y="24"/>
                    <a:pt x="2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0" name="Freeform 56">
              <a:extLst>
                <a:ext uri="{FF2B5EF4-FFF2-40B4-BE49-F238E27FC236}">
                  <a16:creationId xmlns:a16="http://schemas.microsoft.com/office/drawing/2014/main" id="{EA2A226D-2378-2ABB-1684-F4EFBA866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8392" y="701476"/>
              <a:ext cx="94364" cy="145397"/>
            </a:xfrm>
            <a:custGeom>
              <a:avLst/>
              <a:gdLst>
                <a:gd name="T0" fmla="*/ 7 w 41"/>
                <a:gd name="T1" fmla="*/ 63 h 63"/>
                <a:gd name="T2" fmla="*/ 4 w 41"/>
                <a:gd name="T3" fmla="*/ 62 h 63"/>
                <a:gd name="T4" fmla="*/ 1 w 41"/>
                <a:gd name="T5" fmla="*/ 54 h 63"/>
                <a:gd name="T6" fmla="*/ 29 w 41"/>
                <a:gd name="T7" fmla="*/ 4 h 63"/>
                <a:gd name="T8" fmla="*/ 37 w 41"/>
                <a:gd name="T9" fmla="*/ 1 h 63"/>
                <a:gd name="T10" fmla="*/ 40 w 41"/>
                <a:gd name="T11" fmla="*/ 9 h 63"/>
                <a:gd name="T12" fmla="*/ 12 w 41"/>
                <a:gd name="T13" fmla="*/ 60 h 63"/>
                <a:gd name="T14" fmla="*/ 7 w 41"/>
                <a:gd name="T1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63">
                  <a:moveTo>
                    <a:pt x="7" y="63"/>
                  </a:moveTo>
                  <a:cubicBezTo>
                    <a:pt x="6" y="63"/>
                    <a:pt x="5" y="63"/>
                    <a:pt x="4" y="62"/>
                  </a:cubicBezTo>
                  <a:cubicBezTo>
                    <a:pt x="1" y="61"/>
                    <a:pt x="0" y="57"/>
                    <a:pt x="1" y="5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"/>
                    <a:pt x="34" y="0"/>
                    <a:pt x="37" y="1"/>
                  </a:cubicBezTo>
                  <a:cubicBezTo>
                    <a:pt x="40" y="3"/>
                    <a:pt x="41" y="6"/>
                    <a:pt x="40" y="9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2"/>
                    <a:pt x="9" y="63"/>
                    <a:pt x="7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6A8B99C6-001E-471A-A544-E084C598D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6537" y="708216"/>
              <a:ext cx="71254" cy="138657"/>
            </a:xfrm>
            <a:custGeom>
              <a:avLst/>
              <a:gdLst>
                <a:gd name="T0" fmla="*/ 6 w 31"/>
                <a:gd name="T1" fmla="*/ 60 h 60"/>
                <a:gd name="T2" fmla="*/ 4 w 31"/>
                <a:gd name="T3" fmla="*/ 60 h 60"/>
                <a:gd name="T4" fmla="*/ 1 w 31"/>
                <a:gd name="T5" fmla="*/ 52 h 60"/>
                <a:gd name="T6" fmla="*/ 19 w 31"/>
                <a:gd name="T7" fmla="*/ 5 h 60"/>
                <a:gd name="T8" fmla="*/ 26 w 31"/>
                <a:gd name="T9" fmla="*/ 1 h 60"/>
                <a:gd name="T10" fmla="*/ 30 w 31"/>
                <a:gd name="T11" fmla="*/ 9 h 60"/>
                <a:gd name="T12" fmla="*/ 12 w 31"/>
                <a:gd name="T13" fmla="*/ 56 h 60"/>
                <a:gd name="T14" fmla="*/ 6 w 31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60">
                  <a:moveTo>
                    <a:pt x="6" y="60"/>
                  </a:moveTo>
                  <a:cubicBezTo>
                    <a:pt x="6" y="60"/>
                    <a:pt x="5" y="60"/>
                    <a:pt x="4" y="60"/>
                  </a:cubicBezTo>
                  <a:cubicBezTo>
                    <a:pt x="1" y="58"/>
                    <a:pt x="0" y="55"/>
                    <a:pt x="1" y="52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2"/>
                    <a:pt x="23" y="0"/>
                    <a:pt x="26" y="1"/>
                  </a:cubicBezTo>
                  <a:cubicBezTo>
                    <a:pt x="29" y="3"/>
                    <a:pt x="31" y="6"/>
                    <a:pt x="30" y="9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1" y="59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" name="Freeform 58">
              <a:extLst>
                <a:ext uri="{FF2B5EF4-FFF2-40B4-BE49-F238E27FC236}">
                  <a16:creationId xmlns:a16="http://schemas.microsoft.com/office/drawing/2014/main" id="{936D9714-1441-C864-FD54-0BF2AD4D7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5151" y="671626"/>
              <a:ext cx="146360" cy="175247"/>
            </a:xfrm>
            <a:custGeom>
              <a:avLst/>
              <a:gdLst>
                <a:gd name="T0" fmla="*/ 58 w 64"/>
                <a:gd name="T1" fmla="*/ 76 h 76"/>
                <a:gd name="T2" fmla="*/ 58 w 64"/>
                <a:gd name="T3" fmla="*/ 76 h 76"/>
                <a:gd name="T4" fmla="*/ 26 w 64"/>
                <a:gd name="T5" fmla="*/ 76 h 76"/>
                <a:gd name="T6" fmla="*/ 21 w 64"/>
                <a:gd name="T7" fmla="*/ 73 h 76"/>
                <a:gd name="T8" fmla="*/ 5 w 64"/>
                <a:gd name="T9" fmla="*/ 41 h 76"/>
                <a:gd name="T10" fmla="*/ 4 w 64"/>
                <a:gd name="T11" fmla="*/ 39 h 76"/>
                <a:gd name="T12" fmla="*/ 0 w 64"/>
                <a:gd name="T13" fmla="*/ 7 h 76"/>
                <a:gd name="T14" fmla="*/ 3 w 64"/>
                <a:gd name="T15" fmla="*/ 1 h 76"/>
                <a:gd name="T16" fmla="*/ 9 w 64"/>
                <a:gd name="T17" fmla="*/ 1 h 76"/>
                <a:gd name="T18" fmla="*/ 37 w 64"/>
                <a:gd name="T19" fmla="*/ 17 h 76"/>
                <a:gd name="T20" fmla="*/ 39 w 64"/>
                <a:gd name="T21" fmla="*/ 19 h 76"/>
                <a:gd name="T22" fmla="*/ 63 w 64"/>
                <a:gd name="T23" fmla="*/ 67 h 76"/>
                <a:gd name="T24" fmla="*/ 64 w 64"/>
                <a:gd name="T25" fmla="*/ 70 h 76"/>
                <a:gd name="T26" fmla="*/ 58 w 64"/>
                <a:gd name="T27" fmla="*/ 76 h 76"/>
                <a:gd name="T28" fmla="*/ 30 w 64"/>
                <a:gd name="T29" fmla="*/ 64 h 76"/>
                <a:gd name="T30" fmla="*/ 48 w 64"/>
                <a:gd name="T31" fmla="*/ 64 h 76"/>
                <a:gd name="T32" fmla="*/ 29 w 64"/>
                <a:gd name="T33" fmla="*/ 26 h 76"/>
                <a:gd name="T34" fmla="*/ 13 w 64"/>
                <a:gd name="T35" fmla="*/ 17 h 76"/>
                <a:gd name="T36" fmla="*/ 16 w 64"/>
                <a:gd name="T37" fmla="*/ 36 h 76"/>
                <a:gd name="T38" fmla="*/ 30 w 64"/>
                <a:gd name="T39" fmla="*/ 6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" h="76">
                  <a:moveTo>
                    <a:pt x="58" y="76"/>
                  </a:moveTo>
                  <a:cubicBezTo>
                    <a:pt x="58" y="76"/>
                    <a:pt x="58" y="76"/>
                    <a:pt x="58" y="76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24" y="76"/>
                    <a:pt x="22" y="75"/>
                    <a:pt x="21" y="73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4" y="40"/>
                    <a:pt x="4" y="39"/>
                    <a:pt x="4" y="3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5" y="0"/>
                    <a:pt x="7" y="0"/>
                    <a:pt x="9" y="1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8" y="17"/>
                    <a:pt x="39" y="18"/>
                    <a:pt x="39" y="19"/>
                  </a:cubicBezTo>
                  <a:cubicBezTo>
                    <a:pt x="63" y="67"/>
                    <a:pt x="63" y="67"/>
                    <a:pt x="63" y="67"/>
                  </a:cubicBezTo>
                  <a:cubicBezTo>
                    <a:pt x="64" y="68"/>
                    <a:pt x="64" y="69"/>
                    <a:pt x="64" y="70"/>
                  </a:cubicBezTo>
                  <a:cubicBezTo>
                    <a:pt x="64" y="73"/>
                    <a:pt x="61" y="76"/>
                    <a:pt x="58" y="76"/>
                  </a:cubicBezTo>
                  <a:close/>
                  <a:moveTo>
                    <a:pt x="30" y="64"/>
                  </a:moveTo>
                  <a:cubicBezTo>
                    <a:pt x="48" y="64"/>
                    <a:pt x="48" y="64"/>
                    <a:pt x="48" y="64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6" y="36"/>
                    <a:pt x="16" y="36"/>
                    <a:pt x="16" y="36"/>
                  </a:cubicBezTo>
                  <a:lnTo>
                    <a:pt x="30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" name="Freeform 59">
              <a:extLst>
                <a:ext uri="{FF2B5EF4-FFF2-40B4-BE49-F238E27FC236}">
                  <a16:creationId xmlns:a16="http://schemas.microsoft.com/office/drawing/2014/main" id="{7260B6FD-5D8C-7662-0695-940C67ABB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1891" y="706290"/>
              <a:ext cx="86661" cy="66440"/>
            </a:xfrm>
            <a:custGeom>
              <a:avLst/>
              <a:gdLst>
                <a:gd name="T0" fmla="*/ 7 w 38"/>
                <a:gd name="T1" fmla="*/ 29 h 29"/>
                <a:gd name="T2" fmla="*/ 2 w 38"/>
                <a:gd name="T3" fmla="*/ 26 h 29"/>
                <a:gd name="T4" fmla="*/ 4 w 38"/>
                <a:gd name="T5" fmla="*/ 18 h 29"/>
                <a:gd name="T6" fmla="*/ 28 w 38"/>
                <a:gd name="T7" fmla="*/ 2 h 29"/>
                <a:gd name="T8" fmla="*/ 36 w 38"/>
                <a:gd name="T9" fmla="*/ 4 h 29"/>
                <a:gd name="T10" fmla="*/ 34 w 38"/>
                <a:gd name="T11" fmla="*/ 12 h 29"/>
                <a:gd name="T12" fmla="*/ 10 w 38"/>
                <a:gd name="T13" fmla="*/ 28 h 29"/>
                <a:gd name="T14" fmla="*/ 7 w 38"/>
                <a:gd name="T1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29">
                  <a:moveTo>
                    <a:pt x="7" y="29"/>
                  </a:moveTo>
                  <a:cubicBezTo>
                    <a:pt x="5" y="29"/>
                    <a:pt x="3" y="28"/>
                    <a:pt x="2" y="26"/>
                  </a:cubicBezTo>
                  <a:cubicBezTo>
                    <a:pt x="0" y="24"/>
                    <a:pt x="1" y="20"/>
                    <a:pt x="4" y="18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0"/>
                    <a:pt x="34" y="1"/>
                    <a:pt x="36" y="4"/>
                  </a:cubicBezTo>
                  <a:cubicBezTo>
                    <a:pt x="38" y="6"/>
                    <a:pt x="37" y="10"/>
                    <a:pt x="34" y="12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8" y="29"/>
                    <a:pt x="7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7F654669-39EE-C977-9A3A-4A3F7AEA92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51882" y="579188"/>
              <a:ext cx="137694" cy="267685"/>
            </a:xfrm>
            <a:custGeom>
              <a:avLst/>
              <a:gdLst>
                <a:gd name="T0" fmla="*/ 54 w 60"/>
                <a:gd name="T1" fmla="*/ 116 h 116"/>
                <a:gd name="T2" fmla="*/ 6 w 60"/>
                <a:gd name="T3" fmla="*/ 116 h 116"/>
                <a:gd name="T4" fmla="*/ 0 w 60"/>
                <a:gd name="T5" fmla="*/ 110 h 116"/>
                <a:gd name="T6" fmla="*/ 0 w 60"/>
                <a:gd name="T7" fmla="*/ 6 h 116"/>
                <a:gd name="T8" fmla="*/ 6 w 60"/>
                <a:gd name="T9" fmla="*/ 0 h 116"/>
                <a:gd name="T10" fmla="*/ 54 w 60"/>
                <a:gd name="T11" fmla="*/ 0 h 116"/>
                <a:gd name="T12" fmla="*/ 60 w 60"/>
                <a:gd name="T13" fmla="*/ 6 h 116"/>
                <a:gd name="T14" fmla="*/ 60 w 60"/>
                <a:gd name="T15" fmla="*/ 110 h 116"/>
                <a:gd name="T16" fmla="*/ 54 w 60"/>
                <a:gd name="T17" fmla="*/ 116 h 116"/>
                <a:gd name="T18" fmla="*/ 12 w 60"/>
                <a:gd name="T19" fmla="*/ 104 h 116"/>
                <a:gd name="T20" fmla="*/ 48 w 60"/>
                <a:gd name="T21" fmla="*/ 104 h 116"/>
                <a:gd name="T22" fmla="*/ 48 w 60"/>
                <a:gd name="T23" fmla="*/ 12 h 116"/>
                <a:gd name="T24" fmla="*/ 12 w 60"/>
                <a:gd name="T25" fmla="*/ 12 h 116"/>
                <a:gd name="T26" fmla="*/ 12 w 60"/>
                <a:gd name="T27" fmla="*/ 10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116">
                  <a:moveTo>
                    <a:pt x="54" y="116"/>
                  </a:moveTo>
                  <a:cubicBezTo>
                    <a:pt x="6" y="116"/>
                    <a:pt x="6" y="116"/>
                    <a:pt x="6" y="116"/>
                  </a:cubicBezTo>
                  <a:cubicBezTo>
                    <a:pt x="3" y="116"/>
                    <a:pt x="0" y="113"/>
                    <a:pt x="0" y="1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0" y="113"/>
                    <a:pt x="57" y="116"/>
                    <a:pt x="54" y="116"/>
                  </a:cubicBezTo>
                  <a:close/>
                  <a:moveTo>
                    <a:pt x="12" y="104"/>
                  </a:moveTo>
                  <a:cubicBezTo>
                    <a:pt x="48" y="104"/>
                    <a:pt x="48" y="104"/>
                    <a:pt x="48" y="10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3E40B076-47D5-FD60-812F-40AA7E7A4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6767" y="635036"/>
              <a:ext cx="82809" cy="26961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" name="Freeform 62">
              <a:extLst>
                <a:ext uri="{FF2B5EF4-FFF2-40B4-BE49-F238E27FC236}">
                  <a16:creationId xmlns:a16="http://schemas.microsoft.com/office/drawing/2014/main" id="{8DAF5EA7-1002-7693-C65D-A8EEC5CA9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5062" y="671626"/>
              <a:ext cx="64514" cy="27924"/>
            </a:xfrm>
            <a:custGeom>
              <a:avLst/>
              <a:gdLst>
                <a:gd name="T0" fmla="*/ 22 w 28"/>
                <a:gd name="T1" fmla="*/ 12 h 12"/>
                <a:gd name="T2" fmla="*/ 6 w 28"/>
                <a:gd name="T3" fmla="*/ 12 h 12"/>
                <a:gd name="T4" fmla="*/ 0 w 28"/>
                <a:gd name="T5" fmla="*/ 6 h 12"/>
                <a:gd name="T6" fmla="*/ 6 w 28"/>
                <a:gd name="T7" fmla="*/ 0 h 12"/>
                <a:gd name="T8" fmla="*/ 22 w 28"/>
                <a:gd name="T9" fmla="*/ 0 h 12"/>
                <a:gd name="T10" fmla="*/ 28 w 28"/>
                <a:gd name="T11" fmla="*/ 6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9"/>
                    <a:pt x="25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5" name="Freeform 63">
              <a:extLst>
                <a:ext uri="{FF2B5EF4-FFF2-40B4-BE49-F238E27FC236}">
                  <a16:creationId xmlns:a16="http://schemas.microsoft.com/office/drawing/2014/main" id="{B0817C3B-C263-DF4B-19E2-927DBD5D1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6767" y="708216"/>
              <a:ext cx="82809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7" name="Freeform 64">
              <a:extLst>
                <a:ext uri="{FF2B5EF4-FFF2-40B4-BE49-F238E27FC236}">
                  <a16:creationId xmlns:a16="http://schemas.microsoft.com/office/drawing/2014/main" id="{D4794F56-F84F-61B7-B0B0-2156200D2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5062" y="764064"/>
              <a:ext cx="64514" cy="26961"/>
            </a:xfrm>
            <a:custGeom>
              <a:avLst/>
              <a:gdLst>
                <a:gd name="T0" fmla="*/ 22 w 28"/>
                <a:gd name="T1" fmla="*/ 12 h 12"/>
                <a:gd name="T2" fmla="*/ 6 w 28"/>
                <a:gd name="T3" fmla="*/ 12 h 12"/>
                <a:gd name="T4" fmla="*/ 0 w 28"/>
                <a:gd name="T5" fmla="*/ 6 h 12"/>
                <a:gd name="T6" fmla="*/ 6 w 28"/>
                <a:gd name="T7" fmla="*/ 0 h 12"/>
                <a:gd name="T8" fmla="*/ 22 w 28"/>
                <a:gd name="T9" fmla="*/ 0 h 12"/>
                <a:gd name="T10" fmla="*/ 28 w 28"/>
                <a:gd name="T11" fmla="*/ 6 h 12"/>
                <a:gd name="T12" fmla="*/ 22 w 2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12">
                  <a:moveTo>
                    <a:pt x="2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9"/>
                    <a:pt x="25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9" name="Group 26">
            <a:extLst>
              <a:ext uri="{FF2B5EF4-FFF2-40B4-BE49-F238E27FC236}">
                <a16:creationId xmlns:a16="http://schemas.microsoft.com/office/drawing/2014/main" id="{CD8577D1-3F61-CD35-80CD-157555C9B469}"/>
              </a:ext>
            </a:extLst>
          </p:cNvPr>
          <p:cNvGrpSpPr/>
          <p:nvPr/>
        </p:nvGrpSpPr>
        <p:grpSpPr>
          <a:xfrm>
            <a:off x="7243098" y="2217196"/>
            <a:ext cx="244654" cy="407059"/>
            <a:chOff x="10294697" y="579188"/>
            <a:chExt cx="337976" cy="56233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51" name="Freeform 65">
              <a:extLst>
                <a:ext uri="{FF2B5EF4-FFF2-40B4-BE49-F238E27FC236}">
                  <a16:creationId xmlns:a16="http://schemas.microsoft.com/office/drawing/2014/main" id="{E4D2F696-CD7C-C453-2A89-7ED344B2D1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94697" y="653331"/>
              <a:ext cx="136731" cy="488188"/>
            </a:xfrm>
            <a:custGeom>
              <a:avLst/>
              <a:gdLst>
                <a:gd name="T0" fmla="*/ 31 w 60"/>
                <a:gd name="T1" fmla="*/ 212 h 212"/>
                <a:gd name="T2" fmla="*/ 0 w 60"/>
                <a:gd name="T3" fmla="*/ 186 h 212"/>
                <a:gd name="T4" fmla="*/ 0 w 60"/>
                <a:gd name="T5" fmla="*/ 54 h 212"/>
                <a:gd name="T6" fmla="*/ 1 w 60"/>
                <a:gd name="T7" fmla="*/ 51 h 212"/>
                <a:gd name="T8" fmla="*/ 25 w 60"/>
                <a:gd name="T9" fmla="*/ 3 h 212"/>
                <a:gd name="T10" fmla="*/ 30 w 60"/>
                <a:gd name="T11" fmla="*/ 0 h 212"/>
                <a:gd name="T12" fmla="*/ 35 w 60"/>
                <a:gd name="T13" fmla="*/ 3 h 212"/>
                <a:gd name="T14" fmla="*/ 59 w 60"/>
                <a:gd name="T15" fmla="*/ 51 h 212"/>
                <a:gd name="T16" fmla="*/ 60 w 60"/>
                <a:gd name="T17" fmla="*/ 54 h 212"/>
                <a:gd name="T18" fmla="*/ 60 w 60"/>
                <a:gd name="T19" fmla="*/ 186 h 212"/>
                <a:gd name="T20" fmla="*/ 31 w 60"/>
                <a:gd name="T21" fmla="*/ 212 h 212"/>
                <a:gd name="T22" fmla="*/ 12 w 60"/>
                <a:gd name="T23" fmla="*/ 55 h 212"/>
                <a:gd name="T24" fmla="*/ 12 w 60"/>
                <a:gd name="T25" fmla="*/ 186 h 212"/>
                <a:gd name="T26" fmla="*/ 31 w 60"/>
                <a:gd name="T27" fmla="*/ 200 h 212"/>
                <a:gd name="T28" fmla="*/ 48 w 60"/>
                <a:gd name="T29" fmla="*/ 186 h 212"/>
                <a:gd name="T30" fmla="*/ 48 w 60"/>
                <a:gd name="T31" fmla="*/ 55 h 212"/>
                <a:gd name="T32" fmla="*/ 30 w 60"/>
                <a:gd name="T33" fmla="*/ 19 h 212"/>
                <a:gd name="T34" fmla="*/ 12 w 60"/>
                <a:gd name="T35" fmla="*/ 5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212">
                  <a:moveTo>
                    <a:pt x="31" y="212"/>
                  </a:moveTo>
                  <a:cubicBezTo>
                    <a:pt x="17" y="212"/>
                    <a:pt x="0" y="201"/>
                    <a:pt x="0" y="18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2"/>
                    <a:pt x="1" y="51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6" y="1"/>
                    <a:pt x="28" y="0"/>
                    <a:pt x="30" y="0"/>
                  </a:cubicBezTo>
                  <a:cubicBezTo>
                    <a:pt x="32" y="0"/>
                    <a:pt x="34" y="1"/>
                    <a:pt x="35" y="3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2"/>
                    <a:pt x="60" y="53"/>
                    <a:pt x="60" y="54"/>
                  </a:cubicBezTo>
                  <a:cubicBezTo>
                    <a:pt x="60" y="186"/>
                    <a:pt x="60" y="186"/>
                    <a:pt x="60" y="186"/>
                  </a:cubicBezTo>
                  <a:cubicBezTo>
                    <a:pt x="60" y="201"/>
                    <a:pt x="45" y="212"/>
                    <a:pt x="31" y="212"/>
                  </a:cubicBezTo>
                  <a:close/>
                  <a:moveTo>
                    <a:pt x="12" y="55"/>
                  </a:moveTo>
                  <a:cubicBezTo>
                    <a:pt x="12" y="186"/>
                    <a:pt x="12" y="186"/>
                    <a:pt x="12" y="186"/>
                  </a:cubicBezTo>
                  <a:cubicBezTo>
                    <a:pt x="12" y="193"/>
                    <a:pt x="23" y="200"/>
                    <a:pt x="31" y="200"/>
                  </a:cubicBezTo>
                  <a:cubicBezTo>
                    <a:pt x="39" y="200"/>
                    <a:pt x="48" y="194"/>
                    <a:pt x="48" y="186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30" y="19"/>
                    <a:pt x="30" y="19"/>
                    <a:pt x="30" y="19"/>
                  </a:cubicBezTo>
                  <a:lnTo>
                    <a:pt x="12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3" name="Freeform 66">
              <a:extLst>
                <a:ext uri="{FF2B5EF4-FFF2-40B4-BE49-F238E27FC236}">
                  <a16:creationId xmlns:a16="http://schemas.microsoft.com/office/drawing/2014/main" id="{E72F85C2-BBD2-DB6E-202B-0871C6F1A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697" y="1040415"/>
              <a:ext cx="136731" cy="26961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5" name="Freeform 67">
              <a:extLst>
                <a:ext uri="{FF2B5EF4-FFF2-40B4-BE49-F238E27FC236}">
                  <a16:creationId xmlns:a16="http://schemas.microsoft.com/office/drawing/2014/main" id="{78493F2E-28BC-1DCB-C46E-FCDA1B049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697" y="1002862"/>
              <a:ext cx="136731" cy="27924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7" name="Freeform 68">
              <a:extLst>
                <a:ext uri="{FF2B5EF4-FFF2-40B4-BE49-F238E27FC236}">
                  <a16:creationId xmlns:a16="http://schemas.microsoft.com/office/drawing/2014/main" id="{B2BA9E32-D19D-54D2-2C1D-EAC013158D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59352" y="579188"/>
              <a:ext cx="173321" cy="562331"/>
            </a:xfrm>
            <a:custGeom>
              <a:avLst/>
              <a:gdLst>
                <a:gd name="T0" fmla="*/ 70 w 76"/>
                <a:gd name="T1" fmla="*/ 244 h 244"/>
                <a:gd name="T2" fmla="*/ 6 w 76"/>
                <a:gd name="T3" fmla="*/ 244 h 244"/>
                <a:gd name="T4" fmla="*/ 0 w 76"/>
                <a:gd name="T5" fmla="*/ 238 h 244"/>
                <a:gd name="T6" fmla="*/ 0 w 76"/>
                <a:gd name="T7" fmla="*/ 6 h 244"/>
                <a:gd name="T8" fmla="*/ 6 w 76"/>
                <a:gd name="T9" fmla="*/ 0 h 244"/>
                <a:gd name="T10" fmla="*/ 70 w 76"/>
                <a:gd name="T11" fmla="*/ 0 h 244"/>
                <a:gd name="T12" fmla="*/ 76 w 76"/>
                <a:gd name="T13" fmla="*/ 6 h 244"/>
                <a:gd name="T14" fmla="*/ 76 w 76"/>
                <a:gd name="T15" fmla="*/ 238 h 244"/>
                <a:gd name="T16" fmla="*/ 70 w 76"/>
                <a:gd name="T17" fmla="*/ 244 h 244"/>
                <a:gd name="T18" fmla="*/ 12 w 76"/>
                <a:gd name="T19" fmla="*/ 232 h 244"/>
                <a:gd name="T20" fmla="*/ 64 w 76"/>
                <a:gd name="T21" fmla="*/ 232 h 244"/>
                <a:gd name="T22" fmla="*/ 64 w 76"/>
                <a:gd name="T23" fmla="*/ 12 h 244"/>
                <a:gd name="T24" fmla="*/ 12 w 76"/>
                <a:gd name="T25" fmla="*/ 12 h 244"/>
                <a:gd name="T26" fmla="*/ 12 w 76"/>
                <a:gd name="T27" fmla="*/ 23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244">
                  <a:moveTo>
                    <a:pt x="70" y="244"/>
                  </a:moveTo>
                  <a:cubicBezTo>
                    <a:pt x="6" y="244"/>
                    <a:pt x="6" y="244"/>
                    <a:pt x="6" y="244"/>
                  </a:cubicBezTo>
                  <a:cubicBezTo>
                    <a:pt x="3" y="244"/>
                    <a:pt x="0" y="241"/>
                    <a:pt x="0" y="2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3" y="0"/>
                    <a:pt x="76" y="3"/>
                    <a:pt x="76" y="6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6" y="241"/>
                    <a:pt x="73" y="244"/>
                    <a:pt x="70" y="244"/>
                  </a:cubicBezTo>
                  <a:close/>
                  <a:moveTo>
                    <a:pt x="12" y="232"/>
                  </a:moveTo>
                  <a:cubicBezTo>
                    <a:pt x="64" y="232"/>
                    <a:pt x="64" y="232"/>
                    <a:pt x="64" y="23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59" name="Freeform 69">
              <a:extLst>
                <a:ext uri="{FF2B5EF4-FFF2-40B4-BE49-F238E27FC236}">
                  <a16:creationId xmlns:a16="http://schemas.microsoft.com/office/drawing/2014/main" id="{86C93D11-B636-C15C-E2F7-6BA029CC4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9352" y="653331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1" name="Freeform 70">
              <a:extLst>
                <a:ext uri="{FF2B5EF4-FFF2-40B4-BE49-F238E27FC236}">
                  <a16:creationId xmlns:a16="http://schemas.microsoft.com/office/drawing/2014/main" id="{CB5C2192-E119-CCC7-6B86-5B776F538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9352" y="744806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3" name="Freeform 71">
              <a:extLst>
                <a:ext uri="{FF2B5EF4-FFF2-40B4-BE49-F238E27FC236}">
                  <a16:creationId xmlns:a16="http://schemas.microsoft.com/office/drawing/2014/main" id="{808402DC-C746-6B31-3B09-887D2475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9352" y="837244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5" name="Freeform 72">
              <a:extLst>
                <a:ext uri="{FF2B5EF4-FFF2-40B4-BE49-F238E27FC236}">
                  <a16:creationId xmlns:a16="http://schemas.microsoft.com/office/drawing/2014/main" id="{87017435-342B-ED15-C5C8-ED3CABFAA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9352" y="929682"/>
              <a:ext cx="81846" cy="26961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7" name="Freeform 73">
              <a:extLst>
                <a:ext uri="{FF2B5EF4-FFF2-40B4-BE49-F238E27FC236}">
                  <a16:creationId xmlns:a16="http://schemas.microsoft.com/office/drawing/2014/main" id="{7FB5CF29-A6F3-EAA4-0229-9DC6674C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9352" y="1021157"/>
              <a:ext cx="81846" cy="27924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9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69" name="Freeform 74">
              <a:extLst>
                <a:ext uri="{FF2B5EF4-FFF2-40B4-BE49-F238E27FC236}">
                  <a16:creationId xmlns:a16="http://schemas.microsoft.com/office/drawing/2014/main" id="{FAF99169-32EA-E5A3-966D-417139333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697" y="764064"/>
              <a:ext cx="136731" cy="26961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9"/>
                    <a:pt x="57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1" name="Freeform 75">
              <a:extLst>
                <a:ext uri="{FF2B5EF4-FFF2-40B4-BE49-F238E27FC236}">
                  <a16:creationId xmlns:a16="http://schemas.microsoft.com/office/drawing/2014/main" id="{7F760CDD-FDC2-6D81-2CBA-7D194971D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9582" y="764064"/>
              <a:ext cx="26961" cy="266722"/>
            </a:xfrm>
            <a:custGeom>
              <a:avLst/>
              <a:gdLst>
                <a:gd name="T0" fmla="*/ 6 w 12"/>
                <a:gd name="T1" fmla="*/ 116 h 116"/>
                <a:gd name="T2" fmla="*/ 0 w 12"/>
                <a:gd name="T3" fmla="*/ 110 h 116"/>
                <a:gd name="T4" fmla="*/ 0 w 12"/>
                <a:gd name="T5" fmla="*/ 6 h 116"/>
                <a:gd name="T6" fmla="*/ 6 w 12"/>
                <a:gd name="T7" fmla="*/ 0 h 116"/>
                <a:gd name="T8" fmla="*/ 12 w 12"/>
                <a:gd name="T9" fmla="*/ 6 h 116"/>
                <a:gd name="T10" fmla="*/ 12 w 12"/>
                <a:gd name="T11" fmla="*/ 110 h 116"/>
                <a:gd name="T12" fmla="*/ 6 w 12"/>
                <a:gd name="T13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16">
                  <a:moveTo>
                    <a:pt x="6" y="116"/>
                  </a:moveTo>
                  <a:cubicBezTo>
                    <a:pt x="3" y="116"/>
                    <a:pt x="0" y="113"/>
                    <a:pt x="0" y="11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3"/>
                    <a:pt x="9" y="116"/>
                    <a:pt x="6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73" name="Group 38">
            <a:extLst>
              <a:ext uri="{FF2B5EF4-FFF2-40B4-BE49-F238E27FC236}">
                <a16:creationId xmlns:a16="http://schemas.microsoft.com/office/drawing/2014/main" id="{8E4DD79F-EAE1-FBF0-A5A1-BCC6C201FE49}"/>
              </a:ext>
            </a:extLst>
          </p:cNvPr>
          <p:cNvGrpSpPr/>
          <p:nvPr/>
        </p:nvGrpSpPr>
        <p:grpSpPr>
          <a:xfrm>
            <a:off x="8015443" y="2296273"/>
            <a:ext cx="321757" cy="248907"/>
            <a:chOff x="8758238" y="1104900"/>
            <a:chExt cx="925512" cy="71596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75" name="Freeform 87">
              <a:extLst>
                <a:ext uri="{FF2B5EF4-FFF2-40B4-BE49-F238E27FC236}">
                  <a16:creationId xmlns:a16="http://schemas.microsoft.com/office/drawing/2014/main" id="{5ADEF169-1254-4F94-200D-3AF9ECED06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58238" y="1104900"/>
              <a:ext cx="925512" cy="715963"/>
            </a:xfrm>
            <a:custGeom>
              <a:avLst/>
              <a:gdLst>
                <a:gd name="T0" fmla="*/ 218 w 244"/>
                <a:gd name="T1" fmla="*/ 188 h 188"/>
                <a:gd name="T2" fmla="*/ 26 w 244"/>
                <a:gd name="T3" fmla="*/ 188 h 188"/>
                <a:gd name="T4" fmla="*/ 0 w 244"/>
                <a:gd name="T5" fmla="*/ 162 h 188"/>
                <a:gd name="T6" fmla="*/ 0 w 244"/>
                <a:gd name="T7" fmla="*/ 26 h 188"/>
                <a:gd name="T8" fmla="*/ 26 w 244"/>
                <a:gd name="T9" fmla="*/ 0 h 188"/>
                <a:gd name="T10" fmla="*/ 218 w 244"/>
                <a:gd name="T11" fmla="*/ 0 h 188"/>
                <a:gd name="T12" fmla="*/ 244 w 244"/>
                <a:gd name="T13" fmla="*/ 26 h 188"/>
                <a:gd name="T14" fmla="*/ 244 w 244"/>
                <a:gd name="T15" fmla="*/ 162 h 188"/>
                <a:gd name="T16" fmla="*/ 218 w 244"/>
                <a:gd name="T17" fmla="*/ 188 h 188"/>
                <a:gd name="T18" fmla="*/ 26 w 244"/>
                <a:gd name="T19" fmla="*/ 12 h 188"/>
                <a:gd name="T20" fmla="*/ 12 w 244"/>
                <a:gd name="T21" fmla="*/ 26 h 188"/>
                <a:gd name="T22" fmla="*/ 12 w 244"/>
                <a:gd name="T23" fmla="*/ 162 h 188"/>
                <a:gd name="T24" fmla="*/ 26 w 244"/>
                <a:gd name="T25" fmla="*/ 176 h 188"/>
                <a:gd name="T26" fmla="*/ 218 w 244"/>
                <a:gd name="T27" fmla="*/ 176 h 188"/>
                <a:gd name="T28" fmla="*/ 232 w 244"/>
                <a:gd name="T29" fmla="*/ 162 h 188"/>
                <a:gd name="T30" fmla="*/ 232 w 244"/>
                <a:gd name="T31" fmla="*/ 26 h 188"/>
                <a:gd name="T32" fmla="*/ 218 w 244"/>
                <a:gd name="T33" fmla="*/ 12 h 188"/>
                <a:gd name="T34" fmla="*/ 26 w 244"/>
                <a:gd name="T35" fmla="*/ 12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188">
                  <a:moveTo>
                    <a:pt x="218" y="188"/>
                  </a:moveTo>
                  <a:cubicBezTo>
                    <a:pt x="26" y="188"/>
                    <a:pt x="26" y="188"/>
                    <a:pt x="26" y="188"/>
                  </a:cubicBezTo>
                  <a:cubicBezTo>
                    <a:pt x="12" y="188"/>
                    <a:pt x="0" y="176"/>
                    <a:pt x="0" y="16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233" y="0"/>
                    <a:pt x="244" y="12"/>
                    <a:pt x="244" y="26"/>
                  </a:cubicBezTo>
                  <a:cubicBezTo>
                    <a:pt x="244" y="162"/>
                    <a:pt x="244" y="162"/>
                    <a:pt x="244" y="162"/>
                  </a:cubicBezTo>
                  <a:cubicBezTo>
                    <a:pt x="244" y="176"/>
                    <a:pt x="233" y="188"/>
                    <a:pt x="218" y="188"/>
                  </a:cubicBezTo>
                  <a:close/>
                  <a:moveTo>
                    <a:pt x="26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70"/>
                    <a:pt x="19" y="176"/>
                    <a:pt x="26" y="176"/>
                  </a:cubicBezTo>
                  <a:cubicBezTo>
                    <a:pt x="218" y="176"/>
                    <a:pt x="218" y="176"/>
                    <a:pt x="218" y="176"/>
                  </a:cubicBezTo>
                  <a:cubicBezTo>
                    <a:pt x="226" y="176"/>
                    <a:pt x="232" y="170"/>
                    <a:pt x="232" y="162"/>
                  </a:cubicBezTo>
                  <a:cubicBezTo>
                    <a:pt x="232" y="26"/>
                    <a:pt x="232" y="26"/>
                    <a:pt x="232" y="26"/>
                  </a:cubicBezTo>
                  <a:cubicBezTo>
                    <a:pt x="232" y="18"/>
                    <a:pt x="226" y="12"/>
                    <a:pt x="218" y="12"/>
                  </a:cubicBezTo>
                  <a:lnTo>
                    <a:pt x="26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7" name="Freeform 88">
              <a:extLst>
                <a:ext uri="{FF2B5EF4-FFF2-40B4-BE49-F238E27FC236}">
                  <a16:creationId xmlns:a16="http://schemas.microsoft.com/office/drawing/2014/main" id="{FD399416-FDA9-6C0B-F236-AEDE39A59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8238" y="1257300"/>
              <a:ext cx="925512" cy="46038"/>
            </a:xfrm>
            <a:custGeom>
              <a:avLst/>
              <a:gdLst>
                <a:gd name="T0" fmla="*/ 238 w 244"/>
                <a:gd name="T1" fmla="*/ 12 h 12"/>
                <a:gd name="T2" fmla="*/ 6 w 244"/>
                <a:gd name="T3" fmla="*/ 12 h 12"/>
                <a:gd name="T4" fmla="*/ 0 w 244"/>
                <a:gd name="T5" fmla="*/ 6 h 12"/>
                <a:gd name="T6" fmla="*/ 6 w 244"/>
                <a:gd name="T7" fmla="*/ 0 h 12"/>
                <a:gd name="T8" fmla="*/ 238 w 244"/>
                <a:gd name="T9" fmla="*/ 0 h 12"/>
                <a:gd name="T10" fmla="*/ 244 w 244"/>
                <a:gd name="T11" fmla="*/ 6 h 12"/>
                <a:gd name="T12" fmla="*/ 238 w 2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12">
                  <a:moveTo>
                    <a:pt x="2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42" y="0"/>
                    <a:pt x="244" y="3"/>
                    <a:pt x="244" y="6"/>
                  </a:cubicBezTo>
                  <a:cubicBezTo>
                    <a:pt x="244" y="9"/>
                    <a:pt x="242" y="12"/>
                    <a:pt x="2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79" name="Freeform 89">
              <a:extLst>
                <a:ext uri="{FF2B5EF4-FFF2-40B4-BE49-F238E27FC236}">
                  <a16:creationId xmlns:a16="http://schemas.microsoft.com/office/drawing/2014/main" id="{CBB3436C-8524-9B60-5F0E-97A281F2F8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48725" y="1165225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1" name="Freeform 90">
              <a:extLst>
                <a:ext uri="{FF2B5EF4-FFF2-40B4-BE49-F238E27FC236}">
                  <a16:creationId xmlns:a16="http://schemas.microsoft.com/office/drawing/2014/main" id="{4997F790-4EE9-2646-B156-6F36618231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39213" y="1165225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3" name="Freeform 91">
              <a:extLst>
                <a:ext uri="{FF2B5EF4-FFF2-40B4-BE49-F238E27FC236}">
                  <a16:creationId xmlns:a16="http://schemas.microsoft.com/office/drawing/2014/main" id="{01BF2339-A4E3-A449-804D-641C03C80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31288" y="1165225"/>
              <a:ext cx="76200" cy="76200"/>
            </a:xfrm>
            <a:custGeom>
              <a:avLst/>
              <a:gdLst>
                <a:gd name="T0" fmla="*/ 10 w 20"/>
                <a:gd name="T1" fmla="*/ 20 h 20"/>
                <a:gd name="T2" fmla="*/ 0 w 20"/>
                <a:gd name="T3" fmla="*/ 10 h 20"/>
                <a:gd name="T4" fmla="*/ 10 w 20"/>
                <a:gd name="T5" fmla="*/ 0 h 20"/>
                <a:gd name="T6" fmla="*/ 20 w 20"/>
                <a:gd name="T7" fmla="*/ 10 h 20"/>
                <a:gd name="T8" fmla="*/ 10 w 20"/>
                <a:gd name="T9" fmla="*/ 20 h 20"/>
                <a:gd name="T10" fmla="*/ 10 w 20"/>
                <a:gd name="T11" fmla="*/ 8 h 20"/>
                <a:gd name="T12" fmla="*/ 8 w 20"/>
                <a:gd name="T13" fmla="*/ 10 h 20"/>
                <a:gd name="T14" fmla="*/ 10 w 20"/>
                <a:gd name="T15" fmla="*/ 12 h 20"/>
                <a:gd name="T16" fmla="*/ 12 w 20"/>
                <a:gd name="T17" fmla="*/ 10 h 20"/>
                <a:gd name="T18" fmla="*/ 10 w 20"/>
                <a:gd name="T19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0">
                  <a:moveTo>
                    <a:pt x="10" y="20"/>
                  </a:move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16"/>
                    <a:pt x="16" y="20"/>
                    <a:pt x="10" y="20"/>
                  </a:cubicBezTo>
                  <a:close/>
                  <a:moveTo>
                    <a:pt x="10" y="8"/>
                  </a:moveTo>
                  <a:cubicBezTo>
                    <a:pt x="9" y="8"/>
                    <a:pt x="8" y="9"/>
                    <a:pt x="8" y="10"/>
                  </a:cubicBezTo>
                  <a:cubicBezTo>
                    <a:pt x="8" y="11"/>
                    <a:pt x="9" y="12"/>
                    <a:pt x="10" y="12"/>
                  </a:cubicBezTo>
                  <a:cubicBezTo>
                    <a:pt x="11" y="12"/>
                    <a:pt x="12" y="11"/>
                    <a:pt x="12" y="10"/>
                  </a:cubicBezTo>
                  <a:cubicBezTo>
                    <a:pt x="12" y="9"/>
                    <a:pt x="11" y="8"/>
                    <a:pt x="1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85" name="Group 45">
            <a:extLst>
              <a:ext uri="{FF2B5EF4-FFF2-40B4-BE49-F238E27FC236}">
                <a16:creationId xmlns:a16="http://schemas.microsoft.com/office/drawing/2014/main" id="{4DB6E977-7BF3-0368-6F1D-66A2EF051CE2}"/>
              </a:ext>
            </a:extLst>
          </p:cNvPr>
          <p:cNvGrpSpPr/>
          <p:nvPr/>
        </p:nvGrpSpPr>
        <p:grpSpPr>
          <a:xfrm>
            <a:off x="5533693" y="4268137"/>
            <a:ext cx="305186" cy="235825"/>
            <a:chOff x="9945687" y="1014413"/>
            <a:chExt cx="454026" cy="35083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1FF13008-551F-A43C-3787-E42E7B9A6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5687" y="1065213"/>
              <a:ext cx="431800" cy="300037"/>
            </a:xfrm>
            <a:custGeom>
              <a:avLst/>
              <a:gdLst>
                <a:gd name="T0" fmla="*/ 103 w 112"/>
                <a:gd name="T1" fmla="*/ 78 h 78"/>
                <a:gd name="T2" fmla="*/ 9 w 112"/>
                <a:gd name="T3" fmla="*/ 78 h 78"/>
                <a:gd name="T4" fmla="*/ 0 w 112"/>
                <a:gd name="T5" fmla="*/ 69 h 78"/>
                <a:gd name="T6" fmla="*/ 0 w 112"/>
                <a:gd name="T7" fmla="*/ 8 h 78"/>
                <a:gd name="T8" fmla="*/ 9 w 112"/>
                <a:gd name="T9" fmla="*/ 0 h 78"/>
                <a:gd name="T10" fmla="*/ 42 w 112"/>
                <a:gd name="T11" fmla="*/ 0 h 78"/>
                <a:gd name="T12" fmla="*/ 46 w 112"/>
                <a:gd name="T13" fmla="*/ 4 h 78"/>
                <a:gd name="T14" fmla="*/ 42 w 112"/>
                <a:gd name="T15" fmla="*/ 8 h 78"/>
                <a:gd name="T16" fmla="*/ 9 w 112"/>
                <a:gd name="T17" fmla="*/ 8 h 78"/>
                <a:gd name="T18" fmla="*/ 8 w 112"/>
                <a:gd name="T19" fmla="*/ 8 h 78"/>
                <a:gd name="T20" fmla="*/ 8 w 112"/>
                <a:gd name="T21" fmla="*/ 69 h 78"/>
                <a:gd name="T22" fmla="*/ 9 w 112"/>
                <a:gd name="T23" fmla="*/ 70 h 78"/>
                <a:gd name="T24" fmla="*/ 103 w 112"/>
                <a:gd name="T25" fmla="*/ 70 h 78"/>
                <a:gd name="T26" fmla="*/ 104 w 112"/>
                <a:gd name="T27" fmla="*/ 69 h 78"/>
                <a:gd name="T28" fmla="*/ 104 w 112"/>
                <a:gd name="T29" fmla="*/ 43 h 78"/>
                <a:gd name="T30" fmla="*/ 108 w 112"/>
                <a:gd name="T31" fmla="*/ 39 h 78"/>
                <a:gd name="T32" fmla="*/ 112 w 112"/>
                <a:gd name="T33" fmla="*/ 43 h 78"/>
                <a:gd name="T34" fmla="*/ 112 w 112"/>
                <a:gd name="T35" fmla="*/ 69 h 78"/>
                <a:gd name="T36" fmla="*/ 103 w 112"/>
                <a:gd name="T3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2" h="78">
                  <a:moveTo>
                    <a:pt x="103" y="78"/>
                  </a:moveTo>
                  <a:cubicBezTo>
                    <a:pt x="9" y="78"/>
                    <a:pt x="9" y="78"/>
                    <a:pt x="9" y="78"/>
                  </a:cubicBezTo>
                  <a:cubicBezTo>
                    <a:pt x="4" y="78"/>
                    <a:pt x="0" y="74"/>
                    <a:pt x="0" y="6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6" y="1"/>
                    <a:pt x="46" y="4"/>
                  </a:cubicBezTo>
                  <a:cubicBezTo>
                    <a:pt x="46" y="6"/>
                    <a:pt x="44" y="8"/>
                    <a:pt x="42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0"/>
                    <a:pt x="8" y="70"/>
                    <a:pt x="9" y="70"/>
                  </a:cubicBezTo>
                  <a:cubicBezTo>
                    <a:pt x="103" y="70"/>
                    <a:pt x="103" y="70"/>
                    <a:pt x="103" y="70"/>
                  </a:cubicBezTo>
                  <a:cubicBezTo>
                    <a:pt x="103" y="70"/>
                    <a:pt x="104" y="70"/>
                    <a:pt x="104" y="69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1"/>
                    <a:pt x="105" y="39"/>
                    <a:pt x="108" y="39"/>
                  </a:cubicBezTo>
                  <a:cubicBezTo>
                    <a:pt x="110" y="39"/>
                    <a:pt x="112" y="41"/>
                    <a:pt x="112" y="43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74"/>
                    <a:pt x="108" y="78"/>
                    <a:pt x="103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E03B4FE3-FB5B-8187-EA96-1E956B41E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0625" y="1014413"/>
              <a:ext cx="319088" cy="288925"/>
            </a:xfrm>
            <a:custGeom>
              <a:avLst/>
              <a:gdLst>
                <a:gd name="T0" fmla="*/ 46 w 83"/>
                <a:gd name="T1" fmla="*/ 58 h 75"/>
                <a:gd name="T2" fmla="*/ 83 w 83"/>
                <a:gd name="T3" fmla="*/ 29 h 75"/>
                <a:gd name="T4" fmla="*/ 46 w 83"/>
                <a:gd name="T5" fmla="*/ 0 h 75"/>
                <a:gd name="T6" fmla="*/ 46 w 83"/>
                <a:gd name="T7" fmla="*/ 20 h 75"/>
                <a:gd name="T8" fmla="*/ 0 w 83"/>
                <a:gd name="T9" fmla="*/ 75 h 75"/>
                <a:gd name="T10" fmla="*/ 46 w 83"/>
                <a:gd name="T11" fmla="*/ 40 h 75"/>
                <a:gd name="T12" fmla="*/ 46 w 83"/>
                <a:gd name="T13" fmla="*/ 5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" h="75">
                  <a:moveTo>
                    <a:pt x="46" y="58"/>
                  </a:moveTo>
                  <a:cubicBezTo>
                    <a:pt x="83" y="29"/>
                    <a:pt x="83" y="29"/>
                    <a:pt x="83" y="2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10" y="21"/>
                    <a:pt x="0" y="38"/>
                    <a:pt x="0" y="75"/>
                  </a:cubicBezTo>
                  <a:cubicBezTo>
                    <a:pt x="15" y="43"/>
                    <a:pt x="30" y="41"/>
                    <a:pt x="46" y="40"/>
                  </a:cubicBezTo>
                  <a:cubicBezTo>
                    <a:pt x="46" y="58"/>
                    <a:pt x="46" y="58"/>
                    <a:pt x="46" y="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91" name="Group 48">
            <a:extLst>
              <a:ext uri="{FF2B5EF4-FFF2-40B4-BE49-F238E27FC236}">
                <a16:creationId xmlns:a16="http://schemas.microsoft.com/office/drawing/2014/main" id="{1F9856D0-5014-63D3-5129-52D359ADA61E}"/>
              </a:ext>
            </a:extLst>
          </p:cNvPr>
          <p:cNvGrpSpPr/>
          <p:nvPr/>
        </p:nvGrpSpPr>
        <p:grpSpPr>
          <a:xfrm>
            <a:off x="6348805" y="4231990"/>
            <a:ext cx="326164" cy="308120"/>
            <a:chOff x="10121900" y="790575"/>
            <a:chExt cx="746125" cy="70485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93603C24-0F5E-2270-0825-92DD313A4C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21900" y="947738"/>
              <a:ext cx="746125" cy="547688"/>
            </a:xfrm>
            <a:custGeom>
              <a:avLst/>
              <a:gdLst>
                <a:gd name="T0" fmla="*/ 167 w 196"/>
                <a:gd name="T1" fmla="*/ 35 h 144"/>
                <a:gd name="T2" fmla="*/ 153 w 196"/>
                <a:gd name="T3" fmla="*/ 34 h 144"/>
                <a:gd name="T4" fmla="*/ 136 w 196"/>
                <a:gd name="T5" fmla="*/ 28 h 144"/>
                <a:gd name="T6" fmla="*/ 172 w 196"/>
                <a:gd name="T7" fmla="*/ 28 h 144"/>
                <a:gd name="T8" fmla="*/ 167 w 196"/>
                <a:gd name="T9" fmla="*/ 18 h 144"/>
                <a:gd name="T10" fmla="*/ 167 w 196"/>
                <a:gd name="T11" fmla="*/ 11 h 144"/>
                <a:gd name="T12" fmla="*/ 151 w 196"/>
                <a:gd name="T13" fmla="*/ 8 h 144"/>
                <a:gd name="T14" fmla="*/ 136 w 196"/>
                <a:gd name="T15" fmla="*/ 6 h 144"/>
                <a:gd name="T16" fmla="*/ 122 w 196"/>
                <a:gd name="T17" fmla="*/ 7 h 144"/>
                <a:gd name="T18" fmla="*/ 113 w 196"/>
                <a:gd name="T19" fmla="*/ 10 h 144"/>
                <a:gd name="T20" fmla="*/ 105 w 196"/>
                <a:gd name="T21" fmla="*/ 6 h 144"/>
                <a:gd name="T22" fmla="*/ 105 w 196"/>
                <a:gd name="T23" fmla="*/ 0 h 144"/>
                <a:gd name="T24" fmla="*/ 43 w 196"/>
                <a:gd name="T25" fmla="*/ 0 h 144"/>
                <a:gd name="T26" fmla="*/ 0 w 196"/>
                <a:gd name="T27" fmla="*/ 71 h 144"/>
                <a:gd name="T28" fmla="*/ 108 w 196"/>
                <a:gd name="T29" fmla="*/ 132 h 144"/>
                <a:gd name="T30" fmla="*/ 170 w 196"/>
                <a:gd name="T31" fmla="*/ 126 h 144"/>
                <a:gd name="T32" fmla="*/ 167 w 196"/>
                <a:gd name="T33" fmla="*/ 37 h 144"/>
                <a:gd name="T34" fmla="*/ 76 w 196"/>
                <a:gd name="T35" fmla="*/ 109 h 144"/>
                <a:gd name="T36" fmla="*/ 64 w 196"/>
                <a:gd name="T37" fmla="*/ 110 h 144"/>
                <a:gd name="T38" fmla="*/ 37 w 196"/>
                <a:gd name="T39" fmla="*/ 79 h 144"/>
                <a:gd name="T40" fmla="*/ 53 w 196"/>
                <a:gd name="T41" fmla="*/ 76 h 144"/>
                <a:gd name="T42" fmla="*/ 67 w 196"/>
                <a:gd name="T43" fmla="*/ 84 h 144"/>
                <a:gd name="T44" fmla="*/ 54 w 196"/>
                <a:gd name="T45" fmla="*/ 67 h 144"/>
                <a:gd name="T46" fmla="*/ 59 w 196"/>
                <a:gd name="T47" fmla="*/ 30 h 144"/>
                <a:gd name="T48" fmla="*/ 60 w 196"/>
                <a:gd name="T49" fmla="*/ 22 h 144"/>
                <a:gd name="T50" fmla="*/ 73 w 196"/>
                <a:gd name="T51" fmla="*/ 29 h 144"/>
                <a:gd name="T52" fmla="*/ 95 w 196"/>
                <a:gd name="T53" fmla="*/ 52 h 144"/>
                <a:gd name="T54" fmla="*/ 70 w 196"/>
                <a:gd name="T55" fmla="*/ 48 h 144"/>
                <a:gd name="T56" fmla="*/ 82 w 196"/>
                <a:gd name="T57" fmla="*/ 62 h 144"/>
                <a:gd name="T58" fmla="*/ 76 w 196"/>
                <a:gd name="T59" fmla="*/ 102 h 144"/>
                <a:gd name="T60" fmla="*/ 145 w 196"/>
                <a:gd name="T61" fmla="*/ 108 h 144"/>
                <a:gd name="T62" fmla="*/ 137 w 196"/>
                <a:gd name="T63" fmla="*/ 110 h 144"/>
                <a:gd name="T64" fmla="*/ 118 w 196"/>
                <a:gd name="T65" fmla="*/ 87 h 144"/>
                <a:gd name="T66" fmla="*/ 129 w 196"/>
                <a:gd name="T67" fmla="*/ 85 h 144"/>
                <a:gd name="T68" fmla="*/ 139 w 196"/>
                <a:gd name="T69" fmla="*/ 91 h 144"/>
                <a:gd name="T70" fmla="*/ 129 w 196"/>
                <a:gd name="T71" fmla="*/ 79 h 144"/>
                <a:gd name="T72" fmla="*/ 133 w 196"/>
                <a:gd name="T73" fmla="*/ 53 h 144"/>
                <a:gd name="T74" fmla="*/ 134 w 196"/>
                <a:gd name="T75" fmla="*/ 47 h 144"/>
                <a:gd name="T76" fmla="*/ 143 w 196"/>
                <a:gd name="T77" fmla="*/ 52 h 144"/>
                <a:gd name="T78" fmla="*/ 158 w 196"/>
                <a:gd name="T79" fmla="*/ 68 h 144"/>
                <a:gd name="T80" fmla="*/ 141 w 196"/>
                <a:gd name="T81" fmla="*/ 65 h 144"/>
                <a:gd name="T82" fmla="*/ 150 w 196"/>
                <a:gd name="T83" fmla="*/ 75 h 144"/>
                <a:gd name="T84" fmla="*/ 145 w 196"/>
                <a:gd name="T85" fmla="*/ 10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96" h="144">
                  <a:moveTo>
                    <a:pt x="167" y="37"/>
                  </a:moveTo>
                  <a:cubicBezTo>
                    <a:pt x="168" y="36"/>
                    <a:pt x="168" y="35"/>
                    <a:pt x="167" y="35"/>
                  </a:cubicBezTo>
                  <a:cubicBezTo>
                    <a:pt x="167" y="34"/>
                    <a:pt x="167" y="33"/>
                    <a:pt x="167" y="33"/>
                  </a:cubicBezTo>
                  <a:cubicBezTo>
                    <a:pt x="163" y="33"/>
                    <a:pt x="158" y="34"/>
                    <a:pt x="153" y="34"/>
                  </a:cubicBezTo>
                  <a:cubicBezTo>
                    <a:pt x="133" y="34"/>
                    <a:pt x="117" y="26"/>
                    <a:pt x="115" y="17"/>
                  </a:cubicBezTo>
                  <a:cubicBezTo>
                    <a:pt x="122" y="22"/>
                    <a:pt x="132" y="27"/>
                    <a:pt x="136" y="28"/>
                  </a:cubicBezTo>
                  <a:cubicBezTo>
                    <a:pt x="136" y="28"/>
                    <a:pt x="137" y="28"/>
                    <a:pt x="137" y="28"/>
                  </a:cubicBezTo>
                  <a:cubicBezTo>
                    <a:pt x="149" y="33"/>
                    <a:pt x="172" y="28"/>
                    <a:pt x="172" y="28"/>
                  </a:cubicBezTo>
                  <a:cubicBezTo>
                    <a:pt x="172" y="28"/>
                    <a:pt x="173" y="27"/>
                    <a:pt x="171" y="25"/>
                  </a:cubicBezTo>
                  <a:cubicBezTo>
                    <a:pt x="168" y="22"/>
                    <a:pt x="165" y="21"/>
                    <a:pt x="167" y="18"/>
                  </a:cubicBezTo>
                  <a:cubicBezTo>
                    <a:pt x="168" y="16"/>
                    <a:pt x="170" y="14"/>
                    <a:pt x="169" y="12"/>
                  </a:cubicBezTo>
                  <a:cubicBezTo>
                    <a:pt x="169" y="12"/>
                    <a:pt x="168" y="11"/>
                    <a:pt x="167" y="11"/>
                  </a:cubicBezTo>
                  <a:cubicBezTo>
                    <a:pt x="163" y="11"/>
                    <a:pt x="157" y="12"/>
                    <a:pt x="157" y="12"/>
                  </a:cubicBezTo>
                  <a:cubicBezTo>
                    <a:pt x="157" y="12"/>
                    <a:pt x="156" y="9"/>
                    <a:pt x="151" y="8"/>
                  </a:cubicBezTo>
                  <a:cubicBezTo>
                    <a:pt x="147" y="7"/>
                    <a:pt x="140" y="5"/>
                    <a:pt x="136" y="5"/>
                  </a:cubicBezTo>
                  <a:cubicBezTo>
                    <a:pt x="136" y="5"/>
                    <a:pt x="136" y="6"/>
                    <a:pt x="136" y="6"/>
                  </a:cubicBezTo>
                  <a:cubicBezTo>
                    <a:pt x="133" y="7"/>
                    <a:pt x="129" y="10"/>
                    <a:pt x="125" y="9"/>
                  </a:cubicBezTo>
                  <a:cubicBezTo>
                    <a:pt x="123" y="8"/>
                    <a:pt x="122" y="8"/>
                    <a:pt x="122" y="7"/>
                  </a:cubicBezTo>
                  <a:cubicBezTo>
                    <a:pt x="120" y="7"/>
                    <a:pt x="119" y="6"/>
                    <a:pt x="117" y="7"/>
                  </a:cubicBezTo>
                  <a:cubicBezTo>
                    <a:pt x="113" y="7"/>
                    <a:pt x="113" y="10"/>
                    <a:pt x="113" y="10"/>
                  </a:cubicBezTo>
                  <a:cubicBezTo>
                    <a:pt x="113" y="10"/>
                    <a:pt x="112" y="10"/>
                    <a:pt x="112" y="10"/>
                  </a:cubicBezTo>
                  <a:cubicBezTo>
                    <a:pt x="110" y="8"/>
                    <a:pt x="107" y="7"/>
                    <a:pt x="105" y="6"/>
                  </a:cubicBezTo>
                  <a:cubicBezTo>
                    <a:pt x="106" y="5"/>
                    <a:pt x="106" y="4"/>
                    <a:pt x="104" y="3"/>
                  </a:cubicBezTo>
                  <a:cubicBezTo>
                    <a:pt x="105" y="2"/>
                    <a:pt x="105" y="1"/>
                    <a:pt x="105" y="0"/>
                  </a:cubicBezTo>
                  <a:cubicBezTo>
                    <a:pt x="96" y="2"/>
                    <a:pt x="85" y="3"/>
                    <a:pt x="73" y="3"/>
                  </a:cubicBezTo>
                  <a:cubicBezTo>
                    <a:pt x="62" y="3"/>
                    <a:pt x="51" y="2"/>
                    <a:pt x="43" y="0"/>
                  </a:cubicBezTo>
                  <a:cubicBezTo>
                    <a:pt x="42" y="2"/>
                    <a:pt x="41" y="4"/>
                    <a:pt x="41" y="5"/>
                  </a:cubicBezTo>
                  <a:cubicBezTo>
                    <a:pt x="17" y="17"/>
                    <a:pt x="0" y="42"/>
                    <a:pt x="0" y="71"/>
                  </a:cubicBezTo>
                  <a:cubicBezTo>
                    <a:pt x="0" y="93"/>
                    <a:pt x="10" y="113"/>
                    <a:pt x="26" y="127"/>
                  </a:cubicBezTo>
                  <a:cubicBezTo>
                    <a:pt x="43" y="142"/>
                    <a:pt x="89" y="144"/>
                    <a:pt x="108" y="132"/>
                  </a:cubicBezTo>
                  <a:cubicBezTo>
                    <a:pt x="111" y="131"/>
                    <a:pt x="114" y="128"/>
                    <a:pt x="117" y="126"/>
                  </a:cubicBezTo>
                  <a:cubicBezTo>
                    <a:pt x="132" y="133"/>
                    <a:pt x="158" y="133"/>
                    <a:pt x="170" y="126"/>
                  </a:cubicBezTo>
                  <a:cubicBezTo>
                    <a:pt x="184" y="118"/>
                    <a:pt x="196" y="100"/>
                    <a:pt x="196" y="83"/>
                  </a:cubicBezTo>
                  <a:cubicBezTo>
                    <a:pt x="196" y="62"/>
                    <a:pt x="184" y="45"/>
                    <a:pt x="167" y="37"/>
                  </a:cubicBezTo>
                  <a:close/>
                  <a:moveTo>
                    <a:pt x="76" y="102"/>
                  </a:moveTo>
                  <a:cubicBezTo>
                    <a:pt x="76" y="109"/>
                    <a:pt x="76" y="109"/>
                    <a:pt x="76" y="109"/>
                  </a:cubicBezTo>
                  <a:cubicBezTo>
                    <a:pt x="76" y="109"/>
                    <a:pt x="76" y="110"/>
                    <a:pt x="75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3" y="110"/>
                    <a:pt x="63" y="109"/>
                    <a:pt x="63" y="102"/>
                  </a:cubicBezTo>
                  <a:cubicBezTo>
                    <a:pt x="47" y="101"/>
                    <a:pt x="38" y="93"/>
                    <a:pt x="37" y="79"/>
                  </a:cubicBezTo>
                  <a:cubicBezTo>
                    <a:pt x="37" y="78"/>
                    <a:pt x="38" y="78"/>
                    <a:pt x="38" y="78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4" y="76"/>
                    <a:pt x="54" y="76"/>
                    <a:pt x="55" y="77"/>
                  </a:cubicBezTo>
                  <a:cubicBezTo>
                    <a:pt x="56" y="84"/>
                    <a:pt x="63" y="84"/>
                    <a:pt x="67" y="84"/>
                  </a:cubicBezTo>
                  <a:cubicBezTo>
                    <a:pt x="69" y="83"/>
                    <a:pt x="70" y="82"/>
                    <a:pt x="70" y="81"/>
                  </a:cubicBezTo>
                  <a:cubicBezTo>
                    <a:pt x="71" y="77"/>
                    <a:pt x="68" y="73"/>
                    <a:pt x="54" y="67"/>
                  </a:cubicBezTo>
                  <a:cubicBezTo>
                    <a:pt x="44" y="62"/>
                    <a:pt x="39" y="60"/>
                    <a:pt x="39" y="52"/>
                  </a:cubicBezTo>
                  <a:cubicBezTo>
                    <a:pt x="38" y="43"/>
                    <a:pt x="45" y="33"/>
                    <a:pt x="59" y="30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59" y="23"/>
                    <a:pt x="60" y="22"/>
                    <a:pt x="60" y="22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2" y="22"/>
                    <a:pt x="72" y="22"/>
                    <a:pt x="73" y="29"/>
                  </a:cubicBezTo>
                  <a:cubicBezTo>
                    <a:pt x="87" y="31"/>
                    <a:pt x="96" y="40"/>
                    <a:pt x="96" y="50"/>
                  </a:cubicBezTo>
                  <a:cubicBezTo>
                    <a:pt x="96" y="51"/>
                    <a:pt x="96" y="51"/>
                    <a:pt x="95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8" y="47"/>
                    <a:pt x="70" y="48"/>
                  </a:cubicBezTo>
                  <a:cubicBezTo>
                    <a:pt x="67" y="48"/>
                    <a:pt x="67" y="50"/>
                    <a:pt x="67" y="51"/>
                  </a:cubicBezTo>
                  <a:cubicBezTo>
                    <a:pt x="67" y="55"/>
                    <a:pt x="72" y="57"/>
                    <a:pt x="82" y="62"/>
                  </a:cubicBezTo>
                  <a:cubicBezTo>
                    <a:pt x="92" y="67"/>
                    <a:pt x="97" y="71"/>
                    <a:pt x="98" y="79"/>
                  </a:cubicBezTo>
                  <a:cubicBezTo>
                    <a:pt x="98" y="90"/>
                    <a:pt x="90" y="99"/>
                    <a:pt x="76" y="102"/>
                  </a:cubicBezTo>
                  <a:close/>
                  <a:moveTo>
                    <a:pt x="145" y="104"/>
                  </a:moveTo>
                  <a:cubicBezTo>
                    <a:pt x="145" y="108"/>
                    <a:pt x="145" y="108"/>
                    <a:pt x="145" y="108"/>
                  </a:cubicBezTo>
                  <a:cubicBezTo>
                    <a:pt x="145" y="109"/>
                    <a:pt x="145" y="109"/>
                    <a:pt x="145" y="10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36" y="110"/>
                    <a:pt x="136" y="109"/>
                    <a:pt x="136" y="104"/>
                  </a:cubicBezTo>
                  <a:cubicBezTo>
                    <a:pt x="124" y="103"/>
                    <a:pt x="118" y="97"/>
                    <a:pt x="118" y="87"/>
                  </a:cubicBezTo>
                  <a:cubicBezTo>
                    <a:pt x="118" y="87"/>
                    <a:pt x="118" y="87"/>
                    <a:pt x="119" y="87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30" y="85"/>
                    <a:pt x="130" y="86"/>
                    <a:pt x="130" y="86"/>
                  </a:cubicBezTo>
                  <a:cubicBezTo>
                    <a:pt x="131" y="91"/>
                    <a:pt x="136" y="91"/>
                    <a:pt x="139" y="91"/>
                  </a:cubicBezTo>
                  <a:cubicBezTo>
                    <a:pt x="140" y="90"/>
                    <a:pt x="141" y="90"/>
                    <a:pt x="141" y="89"/>
                  </a:cubicBezTo>
                  <a:cubicBezTo>
                    <a:pt x="142" y="86"/>
                    <a:pt x="140" y="83"/>
                    <a:pt x="129" y="79"/>
                  </a:cubicBezTo>
                  <a:cubicBezTo>
                    <a:pt x="123" y="76"/>
                    <a:pt x="119" y="74"/>
                    <a:pt x="119" y="68"/>
                  </a:cubicBezTo>
                  <a:cubicBezTo>
                    <a:pt x="118" y="62"/>
                    <a:pt x="124" y="55"/>
                    <a:pt x="133" y="53"/>
                  </a:cubicBezTo>
                  <a:cubicBezTo>
                    <a:pt x="133" y="48"/>
                    <a:pt x="133" y="48"/>
                    <a:pt x="133" y="48"/>
                  </a:cubicBezTo>
                  <a:cubicBezTo>
                    <a:pt x="133" y="48"/>
                    <a:pt x="134" y="47"/>
                    <a:pt x="134" y="47"/>
                  </a:cubicBezTo>
                  <a:cubicBezTo>
                    <a:pt x="142" y="47"/>
                    <a:pt x="142" y="47"/>
                    <a:pt x="142" y="47"/>
                  </a:cubicBezTo>
                  <a:cubicBezTo>
                    <a:pt x="143" y="47"/>
                    <a:pt x="143" y="47"/>
                    <a:pt x="143" y="52"/>
                  </a:cubicBezTo>
                  <a:cubicBezTo>
                    <a:pt x="153" y="53"/>
                    <a:pt x="159" y="60"/>
                    <a:pt x="160" y="67"/>
                  </a:cubicBezTo>
                  <a:cubicBezTo>
                    <a:pt x="160" y="68"/>
                    <a:pt x="159" y="68"/>
                    <a:pt x="158" y="68"/>
                  </a:cubicBezTo>
                  <a:cubicBezTo>
                    <a:pt x="147" y="69"/>
                    <a:pt x="147" y="69"/>
                    <a:pt x="147" y="69"/>
                  </a:cubicBezTo>
                  <a:cubicBezTo>
                    <a:pt x="147" y="69"/>
                    <a:pt x="147" y="65"/>
                    <a:pt x="141" y="65"/>
                  </a:cubicBezTo>
                  <a:cubicBezTo>
                    <a:pt x="139" y="66"/>
                    <a:pt x="139" y="67"/>
                    <a:pt x="139" y="68"/>
                  </a:cubicBezTo>
                  <a:cubicBezTo>
                    <a:pt x="139" y="70"/>
                    <a:pt x="142" y="72"/>
                    <a:pt x="150" y="75"/>
                  </a:cubicBezTo>
                  <a:cubicBezTo>
                    <a:pt x="157" y="79"/>
                    <a:pt x="160" y="82"/>
                    <a:pt x="161" y="87"/>
                  </a:cubicBezTo>
                  <a:cubicBezTo>
                    <a:pt x="161" y="96"/>
                    <a:pt x="155" y="102"/>
                    <a:pt x="145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95" name="Freeform 30">
              <a:extLst>
                <a:ext uri="{FF2B5EF4-FFF2-40B4-BE49-F238E27FC236}">
                  <a16:creationId xmlns:a16="http://schemas.microsoft.com/office/drawing/2014/main" id="{872689F7-4C2F-F0B5-2489-3E9CF04B3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8100" y="790575"/>
              <a:ext cx="406400" cy="152400"/>
            </a:xfrm>
            <a:custGeom>
              <a:avLst/>
              <a:gdLst>
                <a:gd name="T0" fmla="*/ 26 w 107"/>
                <a:gd name="T1" fmla="*/ 38 h 40"/>
                <a:gd name="T2" fmla="*/ 50 w 107"/>
                <a:gd name="T3" fmla="*/ 40 h 40"/>
                <a:gd name="T4" fmla="*/ 84 w 107"/>
                <a:gd name="T5" fmla="*/ 37 h 40"/>
                <a:gd name="T6" fmla="*/ 107 w 107"/>
                <a:gd name="T7" fmla="*/ 25 h 40"/>
                <a:gd name="T8" fmla="*/ 102 w 107"/>
                <a:gd name="T9" fmla="*/ 20 h 40"/>
                <a:gd name="T10" fmla="*/ 93 w 107"/>
                <a:gd name="T11" fmla="*/ 12 h 40"/>
                <a:gd name="T12" fmla="*/ 95 w 107"/>
                <a:gd name="T13" fmla="*/ 1 h 40"/>
                <a:gd name="T14" fmla="*/ 91 w 107"/>
                <a:gd name="T15" fmla="*/ 1 h 40"/>
                <a:gd name="T16" fmla="*/ 75 w 107"/>
                <a:gd name="T17" fmla="*/ 7 h 40"/>
                <a:gd name="T18" fmla="*/ 64 w 107"/>
                <a:gd name="T19" fmla="*/ 3 h 40"/>
                <a:gd name="T20" fmla="*/ 40 w 107"/>
                <a:gd name="T21" fmla="*/ 5 h 40"/>
                <a:gd name="T22" fmla="*/ 39 w 107"/>
                <a:gd name="T23" fmla="*/ 6 h 40"/>
                <a:gd name="T24" fmla="*/ 23 w 107"/>
                <a:gd name="T25" fmla="*/ 16 h 40"/>
                <a:gd name="T26" fmla="*/ 17 w 107"/>
                <a:gd name="T27" fmla="*/ 15 h 40"/>
                <a:gd name="T28" fmla="*/ 10 w 107"/>
                <a:gd name="T29" fmla="*/ 16 h 40"/>
                <a:gd name="T30" fmla="*/ 5 w 107"/>
                <a:gd name="T31" fmla="*/ 23 h 40"/>
                <a:gd name="T32" fmla="*/ 0 w 107"/>
                <a:gd name="T33" fmla="*/ 28 h 40"/>
                <a:gd name="T34" fmla="*/ 27 w 107"/>
                <a:gd name="T35" fmla="*/ 38 h 40"/>
                <a:gd name="T36" fmla="*/ 26 w 107"/>
                <a:gd name="T37" fmla="*/ 3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" h="40">
                  <a:moveTo>
                    <a:pt x="26" y="38"/>
                  </a:moveTo>
                  <a:cubicBezTo>
                    <a:pt x="33" y="40"/>
                    <a:pt x="42" y="40"/>
                    <a:pt x="50" y="40"/>
                  </a:cubicBezTo>
                  <a:cubicBezTo>
                    <a:pt x="63" y="40"/>
                    <a:pt x="74" y="39"/>
                    <a:pt x="84" y="37"/>
                  </a:cubicBezTo>
                  <a:cubicBezTo>
                    <a:pt x="107" y="25"/>
                    <a:pt x="107" y="25"/>
                    <a:pt x="107" y="25"/>
                  </a:cubicBezTo>
                  <a:cubicBezTo>
                    <a:pt x="107" y="25"/>
                    <a:pt x="107" y="22"/>
                    <a:pt x="102" y="20"/>
                  </a:cubicBezTo>
                  <a:cubicBezTo>
                    <a:pt x="98" y="17"/>
                    <a:pt x="92" y="16"/>
                    <a:pt x="93" y="12"/>
                  </a:cubicBezTo>
                  <a:cubicBezTo>
                    <a:pt x="94" y="8"/>
                    <a:pt x="96" y="3"/>
                    <a:pt x="95" y="1"/>
                  </a:cubicBezTo>
                  <a:cubicBezTo>
                    <a:pt x="94" y="0"/>
                    <a:pt x="93" y="0"/>
                    <a:pt x="91" y="1"/>
                  </a:cubicBezTo>
                  <a:cubicBezTo>
                    <a:pt x="84" y="2"/>
                    <a:pt x="75" y="7"/>
                    <a:pt x="75" y="7"/>
                  </a:cubicBezTo>
                  <a:cubicBezTo>
                    <a:pt x="75" y="7"/>
                    <a:pt x="73" y="3"/>
                    <a:pt x="64" y="3"/>
                  </a:cubicBezTo>
                  <a:cubicBezTo>
                    <a:pt x="57" y="3"/>
                    <a:pt x="45" y="3"/>
                    <a:pt x="40" y="5"/>
                  </a:cubicBezTo>
                  <a:cubicBezTo>
                    <a:pt x="39" y="5"/>
                    <a:pt x="39" y="6"/>
                    <a:pt x="39" y="6"/>
                  </a:cubicBezTo>
                  <a:cubicBezTo>
                    <a:pt x="36" y="8"/>
                    <a:pt x="30" y="16"/>
                    <a:pt x="23" y="16"/>
                  </a:cubicBezTo>
                  <a:cubicBezTo>
                    <a:pt x="21" y="16"/>
                    <a:pt x="19" y="15"/>
                    <a:pt x="17" y="15"/>
                  </a:cubicBezTo>
                  <a:cubicBezTo>
                    <a:pt x="15" y="14"/>
                    <a:pt x="14" y="14"/>
                    <a:pt x="10" y="16"/>
                  </a:cubicBezTo>
                  <a:cubicBezTo>
                    <a:pt x="5" y="19"/>
                    <a:pt x="5" y="23"/>
                    <a:pt x="5" y="23"/>
                  </a:cubicBezTo>
                  <a:cubicBezTo>
                    <a:pt x="5" y="23"/>
                    <a:pt x="0" y="22"/>
                    <a:pt x="0" y="28"/>
                  </a:cubicBezTo>
                  <a:cubicBezTo>
                    <a:pt x="15" y="35"/>
                    <a:pt x="27" y="38"/>
                    <a:pt x="27" y="38"/>
                  </a:cubicBezTo>
                  <a:cubicBezTo>
                    <a:pt x="27" y="38"/>
                    <a:pt x="26" y="38"/>
                    <a:pt x="26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97" name="Group 51">
            <a:extLst>
              <a:ext uri="{FF2B5EF4-FFF2-40B4-BE49-F238E27FC236}">
                <a16:creationId xmlns:a16="http://schemas.microsoft.com/office/drawing/2014/main" id="{939156BC-C39D-95E4-2EA3-1A03EA762132}"/>
              </a:ext>
            </a:extLst>
          </p:cNvPr>
          <p:cNvGrpSpPr/>
          <p:nvPr/>
        </p:nvGrpSpPr>
        <p:grpSpPr>
          <a:xfrm>
            <a:off x="4692194" y="2925231"/>
            <a:ext cx="293560" cy="279448"/>
            <a:chOff x="10755313" y="220663"/>
            <a:chExt cx="990600" cy="94297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99" name="Freeform 24">
              <a:extLst>
                <a:ext uri="{FF2B5EF4-FFF2-40B4-BE49-F238E27FC236}">
                  <a16:creationId xmlns:a16="http://schemas.microsoft.com/office/drawing/2014/main" id="{0E5F1634-C908-B863-D9C4-4862B052D1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55313" y="220663"/>
              <a:ext cx="990600" cy="942975"/>
            </a:xfrm>
            <a:custGeom>
              <a:avLst/>
              <a:gdLst>
                <a:gd name="T0" fmla="*/ 239 w 261"/>
                <a:gd name="T1" fmla="*/ 0 h 248"/>
                <a:gd name="T2" fmla="*/ 22 w 261"/>
                <a:gd name="T3" fmla="*/ 0 h 248"/>
                <a:gd name="T4" fmla="*/ 0 w 261"/>
                <a:gd name="T5" fmla="*/ 22 h 248"/>
                <a:gd name="T6" fmla="*/ 0 w 261"/>
                <a:gd name="T7" fmla="*/ 190 h 248"/>
                <a:gd name="T8" fmla="*/ 22 w 261"/>
                <a:gd name="T9" fmla="*/ 212 h 248"/>
                <a:gd name="T10" fmla="*/ 88 w 261"/>
                <a:gd name="T11" fmla="*/ 212 h 248"/>
                <a:gd name="T12" fmla="*/ 76 w 261"/>
                <a:gd name="T13" fmla="*/ 224 h 248"/>
                <a:gd name="T14" fmla="*/ 70 w 261"/>
                <a:gd name="T15" fmla="*/ 231 h 248"/>
                <a:gd name="T16" fmla="*/ 70 w 261"/>
                <a:gd name="T17" fmla="*/ 241 h 248"/>
                <a:gd name="T18" fmla="*/ 86 w 261"/>
                <a:gd name="T19" fmla="*/ 248 h 248"/>
                <a:gd name="T20" fmla="*/ 175 w 261"/>
                <a:gd name="T21" fmla="*/ 248 h 248"/>
                <a:gd name="T22" fmla="*/ 191 w 261"/>
                <a:gd name="T23" fmla="*/ 241 h 248"/>
                <a:gd name="T24" fmla="*/ 191 w 261"/>
                <a:gd name="T25" fmla="*/ 231 h 248"/>
                <a:gd name="T26" fmla="*/ 185 w 261"/>
                <a:gd name="T27" fmla="*/ 224 h 248"/>
                <a:gd name="T28" fmla="*/ 173 w 261"/>
                <a:gd name="T29" fmla="*/ 212 h 248"/>
                <a:gd name="T30" fmla="*/ 239 w 261"/>
                <a:gd name="T31" fmla="*/ 212 h 248"/>
                <a:gd name="T32" fmla="*/ 261 w 261"/>
                <a:gd name="T33" fmla="*/ 190 h 248"/>
                <a:gd name="T34" fmla="*/ 261 w 261"/>
                <a:gd name="T35" fmla="*/ 22 h 248"/>
                <a:gd name="T36" fmla="*/ 239 w 261"/>
                <a:gd name="T37" fmla="*/ 0 h 248"/>
                <a:gd name="T38" fmla="*/ 179 w 261"/>
                <a:gd name="T39" fmla="*/ 230 h 248"/>
                <a:gd name="T40" fmla="*/ 184 w 261"/>
                <a:gd name="T41" fmla="*/ 236 h 248"/>
                <a:gd name="T42" fmla="*/ 184 w 261"/>
                <a:gd name="T43" fmla="*/ 238 h 248"/>
                <a:gd name="T44" fmla="*/ 175 w 261"/>
                <a:gd name="T45" fmla="*/ 240 h 248"/>
                <a:gd name="T46" fmla="*/ 86 w 261"/>
                <a:gd name="T47" fmla="*/ 240 h 248"/>
                <a:gd name="T48" fmla="*/ 77 w 261"/>
                <a:gd name="T49" fmla="*/ 238 h 248"/>
                <a:gd name="T50" fmla="*/ 77 w 261"/>
                <a:gd name="T51" fmla="*/ 236 h 248"/>
                <a:gd name="T52" fmla="*/ 77 w 261"/>
                <a:gd name="T53" fmla="*/ 236 h 248"/>
                <a:gd name="T54" fmla="*/ 82 w 261"/>
                <a:gd name="T55" fmla="*/ 230 h 248"/>
                <a:gd name="T56" fmla="*/ 98 w 261"/>
                <a:gd name="T57" fmla="*/ 212 h 248"/>
                <a:gd name="T58" fmla="*/ 163 w 261"/>
                <a:gd name="T59" fmla="*/ 212 h 248"/>
                <a:gd name="T60" fmla="*/ 179 w 261"/>
                <a:gd name="T61" fmla="*/ 230 h 248"/>
                <a:gd name="T62" fmla="*/ 245 w 261"/>
                <a:gd name="T63" fmla="*/ 190 h 248"/>
                <a:gd name="T64" fmla="*/ 239 w 261"/>
                <a:gd name="T65" fmla="*/ 196 h 248"/>
                <a:gd name="T66" fmla="*/ 22 w 261"/>
                <a:gd name="T67" fmla="*/ 196 h 248"/>
                <a:gd name="T68" fmla="*/ 16 w 261"/>
                <a:gd name="T69" fmla="*/ 190 h 248"/>
                <a:gd name="T70" fmla="*/ 16 w 261"/>
                <a:gd name="T71" fmla="*/ 22 h 248"/>
                <a:gd name="T72" fmla="*/ 22 w 261"/>
                <a:gd name="T73" fmla="*/ 16 h 248"/>
                <a:gd name="T74" fmla="*/ 239 w 261"/>
                <a:gd name="T75" fmla="*/ 16 h 248"/>
                <a:gd name="T76" fmla="*/ 245 w 261"/>
                <a:gd name="T77" fmla="*/ 22 h 248"/>
                <a:gd name="T78" fmla="*/ 245 w 261"/>
                <a:gd name="T79" fmla="*/ 19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1" h="248">
                  <a:moveTo>
                    <a:pt x="23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202"/>
                    <a:pt x="10" y="212"/>
                    <a:pt x="22" y="212"/>
                  </a:cubicBezTo>
                  <a:cubicBezTo>
                    <a:pt x="88" y="212"/>
                    <a:pt x="88" y="212"/>
                    <a:pt x="88" y="212"/>
                  </a:cubicBezTo>
                  <a:cubicBezTo>
                    <a:pt x="85" y="216"/>
                    <a:pt x="79" y="222"/>
                    <a:pt x="76" y="224"/>
                  </a:cubicBezTo>
                  <a:cubicBezTo>
                    <a:pt x="74" y="227"/>
                    <a:pt x="71" y="229"/>
                    <a:pt x="70" y="231"/>
                  </a:cubicBezTo>
                  <a:cubicBezTo>
                    <a:pt x="69" y="233"/>
                    <a:pt x="68" y="237"/>
                    <a:pt x="70" y="241"/>
                  </a:cubicBezTo>
                  <a:cubicBezTo>
                    <a:pt x="71" y="244"/>
                    <a:pt x="76" y="248"/>
                    <a:pt x="86" y="248"/>
                  </a:cubicBezTo>
                  <a:cubicBezTo>
                    <a:pt x="175" y="248"/>
                    <a:pt x="175" y="248"/>
                    <a:pt x="175" y="248"/>
                  </a:cubicBezTo>
                  <a:cubicBezTo>
                    <a:pt x="185" y="248"/>
                    <a:pt x="190" y="244"/>
                    <a:pt x="191" y="241"/>
                  </a:cubicBezTo>
                  <a:cubicBezTo>
                    <a:pt x="193" y="237"/>
                    <a:pt x="192" y="233"/>
                    <a:pt x="191" y="231"/>
                  </a:cubicBezTo>
                  <a:cubicBezTo>
                    <a:pt x="190" y="229"/>
                    <a:pt x="187" y="227"/>
                    <a:pt x="185" y="224"/>
                  </a:cubicBezTo>
                  <a:cubicBezTo>
                    <a:pt x="182" y="222"/>
                    <a:pt x="176" y="216"/>
                    <a:pt x="173" y="212"/>
                  </a:cubicBezTo>
                  <a:cubicBezTo>
                    <a:pt x="239" y="212"/>
                    <a:pt x="239" y="212"/>
                    <a:pt x="239" y="212"/>
                  </a:cubicBezTo>
                  <a:cubicBezTo>
                    <a:pt x="251" y="212"/>
                    <a:pt x="261" y="202"/>
                    <a:pt x="261" y="190"/>
                  </a:cubicBezTo>
                  <a:cubicBezTo>
                    <a:pt x="261" y="22"/>
                    <a:pt x="261" y="22"/>
                    <a:pt x="261" y="22"/>
                  </a:cubicBezTo>
                  <a:cubicBezTo>
                    <a:pt x="261" y="10"/>
                    <a:pt x="251" y="0"/>
                    <a:pt x="239" y="0"/>
                  </a:cubicBezTo>
                  <a:close/>
                  <a:moveTo>
                    <a:pt x="179" y="230"/>
                  </a:moveTo>
                  <a:cubicBezTo>
                    <a:pt x="181" y="233"/>
                    <a:pt x="183" y="235"/>
                    <a:pt x="184" y="236"/>
                  </a:cubicBezTo>
                  <a:cubicBezTo>
                    <a:pt x="184" y="236"/>
                    <a:pt x="185" y="237"/>
                    <a:pt x="184" y="238"/>
                  </a:cubicBezTo>
                  <a:cubicBezTo>
                    <a:pt x="183" y="239"/>
                    <a:pt x="179" y="240"/>
                    <a:pt x="175" y="240"/>
                  </a:cubicBezTo>
                  <a:cubicBezTo>
                    <a:pt x="86" y="240"/>
                    <a:pt x="86" y="240"/>
                    <a:pt x="86" y="240"/>
                  </a:cubicBezTo>
                  <a:cubicBezTo>
                    <a:pt x="82" y="240"/>
                    <a:pt x="78" y="239"/>
                    <a:pt x="77" y="238"/>
                  </a:cubicBezTo>
                  <a:cubicBezTo>
                    <a:pt x="77" y="237"/>
                    <a:pt x="77" y="236"/>
                    <a:pt x="77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78" y="235"/>
                    <a:pt x="80" y="233"/>
                    <a:pt x="82" y="230"/>
                  </a:cubicBezTo>
                  <a:cubicBezTo>
                    <a:pt x="89" y="223"/>
                    <a:pt x="95" y="217"/>
                    <a:pt x="98" y="212"/>
                  </a:cubicBezTo>
                  <a:cubicBezTo>
                    <a:pt x="163" y="212"/>
                    <a:pt x="163" y="212"/>
                    <a:pt x="163" y="212"/>
                  </a:cubicBezTo>
                  <a:cubicBezTo>
                    <a:pt x="166" y="217"/>
                    <a:pt x="172" y="223"/>
                    <a:pt x="179" y="230"/>
                  </a:cubicBezTo>
                  <a:close/>
                  <a:moveTo>
                    <a:pt x="245" y="190"/>
                  </a:moveTo>
                  <a:cubicBezTo>
                    <a:pt x="245" y="193"/>
                    <a:pt x="242" y="196"/>
                    <a:pt x="239" y="196"/>
                  </a:cubicBezTo>
                  <a:cubicBezTo>
                    <a:pt x="22" y="196"/>
                    <a:pt x="22" y="196"/>
                    <a:pt x="22" y="196"/>
                  </a:cubicBezTo>
                  <a:cubicBezTo>
                    <a:pt x="19" y="196"/>
                    <a:pt x="16" y="193"/>
                    <a:pt x="16" y="190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19"/>
                    <a:pt x="19" y="16"/>
                    <a:pt x="22" y="16"/>
                  </a:cubicBezTo>
                  <a:cubicBezTo>
                    <a:pt x="239" y="16"/>
                    <a:pt x="239" y="16"/>
                    <a:pt x="239" y="16"/>
                  </a:cubicBezTo>
                  <a:cubicBezTo>
                    <a:pt x="242" y="16"/>
                    <a:pt x="245" y="19"/>
                    <a:pt x="245" y="22"/>
                  </a:cubicBezTo>
                  <a:lnTo>
                    <a:pt x="245" y="1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1" name="Freeform 25">
              <a:extLst>
                <a:ext uri="{FF2B5EF4-FFF2-40B4-BE49-F238E27FC236}">
                  <a16:creationId xmlns:a16="http://schemas.microsoft.com/office/drawing/2014/main" id="{7FF52CFC-1CC6-FB03-4C2E-DBDAAFC6D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79138" y="342901"/>
              <a:ext cx="741363" cy="498475"/>
            </a:xfrm>
            <a:custGeom>
              <a:avLst/>
              <a:gdLst>
                <a:gd name="T0" fmla="*/ 182 w 195"/>
                <a:gd name="T1" fmla="*/ 0 h 131"/>
                <a:gd name="T2" fmla="*/ 13 w 195"/>
                <a:gd name="T3" fmla="*/ 0 h 131"/>
                <a:gd name="T4" fmla="*/ 0 w 195"/>
                <a:gd name="T5" fmla="*/ 14 h 131"/>
                <a:gd name="T6" fmla="*/ 0 w 195"/>
                <a:gd name="T7" fmla="*/ 117 h 131"/>
                <a:gd name="T8" fmla="*/ 13 w 195"/>
                <a:gd name="T9" fmla="*/ 131 h 131"/>
                <a:gd name="T10" fmla="*/ 182 w 195"/>
                <a:gd name="T11" fmla="*/ 131 h 131"/>
                <a:gd name="T12" fmla="*/ 195 w 195"/>
                <a:gd name="T13" fmla="*/ 117 h 131"/>
                <a:gd name="T14" fmla="*/ 195 w 195"/>
                <a:gd name="T15" fmla="*/ 14 h 131"/>
                <a:gd name="T16" fmla="*/ 182 w 195"/>
                <a:gd name="T17" fmla="*/ 0 h 131"/>
                <a:gd name="T18" fmla="*/ 13 w 195"/>
                <a:gd name="T19" fmla="*/ 9 h 131"/>
                <a:gd name="T20" fmla="*/ 182 w 195"/>
                <a:gd name="T21" fmla="*/ 9 h 131"/>
                <a:gd name="T22" fmla="*/ 187 w 195"/>
                <a:gd name="T23" fmla="*/ 14 h 131"/>
                <a:gd name="T24" fmla="*/ 187 w 195"/>
                <a:gd name="T25" fmla="*/ 48 h 131"/>
                <a:gd name="T26" fmla="*/ 154 w 195"/>
                <a:gd name="T27" fmla="*/ 85 h 131"/>
                <a:gd name="T28" fmla="*/ 125 w 195"/>
                <a:gd name="T29" fmla="*/ 47 h 131"/>
                <a:gd name="T30" fmla="*/ 122 w 195"/>
                <a:gd name="T31" fmla="*/ 45 h 131"/>
                <a:gd name="T32" fmla="*/ 119 w 195"/>
                <a:gd name="T33" fmla="*/ 47 h 131"/>
                <a:gd name="T34" fmla="*/ 81 w 195"/>
                <a:gd name="T35" fmla="*/ 100 h 131"/>
                <a:gd name="T36" fmla="*/ 51 w 195"/>
                <a:gd name="T37" fmla="*/ 71 h 131"/>
                <a:gd name="T38" fmla="*/ 46 w 195"/>
                <a:gd name="T39" fmla="*/ 71 h 131"/>
                <a:gd name="T40" fmla="*/ 8 w 195"/>
                <a:gd name="T41" fmla="*/ 105 h 131"/>
                <a:gd name="T42" fmla="*/ 8 w 195"/>
                <a:gd name="T43" fmla="*/ 14 h 131"/>
                <a:gd name="T44" fmla="*/ 13 w 195"/>
                <a:gd name="T45" fmla="*/ 9 h 131"/>
                <a:gd name="T46" fmla="*/ 182 w 195"/>
                <a:gd name="T47" fmla="*/ 123 h 131"/>
                <a:gd name="T48" fmla="*/ 13 w 195"/>
                <a:gd name="T49" fmla="*/ 123 h 131"/>
                <a:gd name="T50" fmla="*/ 8 w 195"/>
                <a:gd name="T51" fmla="*/ 117 h 131"/>
                <a:gd name="T52" fmla="*/ 8 w 195"/>
                <a:gd name="T53" fmla="*/ 116 h 131"/>
                <a:gd name="T54" fmla="*/ 48 w 195"/>
                <a:gd name="T55" fmla="*/ 79 h 131"/>
                <a:gd name="T56" fmla="*/ 78 w 195"/>
                <a:gd name="T57" fmla="*/ 109 h 131"/>
                <a:gd name="T58" fmla="*/ 82 w 195"/>
                <a:gd name="T59" fmla="*/ 110 h 131"/>
                <a:gd name="T60" fmla="*/ 85 w 195"/>
                <a:gd name="T61" fmla="*/ 109 h 131"/>
                <a:gd name="T62" fmla="*/ 122 w 195"/>
                <a:gd name="T63" fmla="*/ 56 h 131"/>
                <a:gd name="T64" fmla="*/ 151 w 195"/>
                <a:gd name="T65" fmla="*/ 94 h 131"/>
                <a:gd name="T66" fmla="*/ 154 w 195"/>
                <a:gd name="T67" fmla="*/ 95 h 131"/>
                <a:gd name="T68" fmla="*/ 157 w 195"/>
                <a:gd name="T69" fmla="*/ 94 h 131"/>
                <a:gd name="T70" fmla="*/ 187 w 195"/>
                <a:gd name="T71" fmla="*/ 60 h 131"/>
                <a:gd name="T72" fmla="*/ 187 w 195"/>
                <a:gd name="T73" fmla="*/ 117 h 131"/>
                <a:gd name="T74" fmla="*/ 182 w 195"/>
                <a:gd name="T75" fmla="*/ 12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5" h="131">
                  <a:moveTo>
                    <a:pt x="182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7"/>
                    <a:pt x="0" y="14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5"/>
                    <a:pt x="6" y="131"/>
                    <a:pt x="13" y="131"/>
                  </a:cubicBezTo>
                  <a:cubicBezTo>
                    <a:pt x="182" y="131"/>
                    <a:pt x="182" y="131"/>
                    <a:pt x="182" y="131"/>
                  </a:cubicBezTo>
                  <a:cubicBezTo>
                    <a:pt x="189" y="131"/>
                    <a:pt x="195" y="125"/>
                    <a:pt x="195" y="117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5" y="7"/>
                    <a:pt x="189" y="0"/>
                    <a:pt x="182" y="0"/>
                  </a:cubicBezTo>
                  <a:close/>
                  <a:moveTo>
                    <a:pt x="13" y="9"/>
                  </a:moveTo>
                  <a:cubicBezTo>
                    <a:pt x="182" y="9"/>
                    <a:pt x="182" y="9"/>
                    <a:pt x="182" y="9"/>
                  </a:cubicBezTo>
                  <a:cubicBezTo>
                    <a:pt x="185" y="9"/>
                    <a:pt x="187" y="11"/>
                    <a:pt x="187" y="14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25" y="47"/>
                    <a:pt x="125" y="47"/>
                    <a:pt x="125" y="47"/>
                  </a:cubicBezTo>
                  <a:cubicBezTo>
                    <a:pt x="124" y="46"/>
                    <a:pt x="123" y="45"/>
                    <a:pt x="122" y="45"/>
                  </a:cubicBezTo>
                  <a:cubicBezTo>
                    <a:pt x="121" y="45"/>
                    <a:pt x="119" y="46"/>
                    <a:pt x="119" y="47"/>
                  </a:cubicBezTo>
                  <a:cubicBezTo>
                    <a:pt x="81" y="100"/>
                    <a:pt x="81" y="100"/>
                    <a:pt x="81" y="100"/>
                  </a:cubicBezTo>
                  <a:cubicBezTo>
                    <a:pt x="51" y="71"/>
                    <a:pt x="51" y="71"/>
                    <a:pt x="51" y="71"/>
                  </a:cubicBezTo>
                  <a:cubicBezTo>
                    <a:pt x="50" y="69"/>
                    <a:pt x="47" y="69"/>
                    <a:pt x="46" y="71"/>
                  </a:cubicBezTo>
                  <a:cubicBezTo>
                    <a:pt x="8" y="105"/>
                    <a:pt x="8" y="105"/>
                    <a:pt x="8" y="105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1"/>
                    <a:pt x="10" y="9"/>
                    <a:pt x="13" y="9"/>
                  </a:cubicBezTo>
                  <a:close/>
                  <a:moveTo>
                    <a:pt x="182" y="123"/>
                  </a:moveTo>
                  <a:cubicBezTo>
                    <a:pt x="13" y="123"/>
                    <a:pt x="13" y="123"/>
                    <a:pt x="13" y="123"/>
                  </a:cubicBezTo>
                  <a:cubicBezTo>
                    <a:pt x="10" y="123"/>
                    <a:pt x="8" y="120"/>
                    <a:pt x="8" y="117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9" y="110"/>
                    <a:pt x="80" y="111"/>
                    <a:pt x="82" y="110"/>
                  </a:cubicBezTo>
                  <a:cubicBezTo>
                    <a:pt x="83" y="110"/>
                    <a:pt x="84" y="110"/>
                    <a:pt x="85" y="109"/>
                  </a:cubicBezTo>
                  <a:cubicBezTo>
                    <a:pt x="122" y="56"/>
                    <a:pt x="122" y="56"/>
                    <a:pt x="122" y="56"/>
                  </a:cubicBezTo>
                  <a:cubicBezTo>
                    <a:pt x="151" y="94"/>
                    <a:pt x="151" y="94"/>
                    <a:pt x="151" y="94"/>
                  </a:cubicBezTo>
                  <a:cubicBezTo>
                    <a:pt x="152" y="95"/>
                    <a:pt x="153" y="95"/>
                    <a:pt x="154" y="95"/>
                  </a:cubicBezTo>
                  <a:cubicBezTo>
                    <a:pt x="155" y="95"/>
                    <a:pt x="156" y="95"/>
                    <a:pt x="157" y="94"/>
                  </a:cubicBezTo>
                  <a:cubicBezTo>
                    <a:pt x="187" y="60"/>
                    <a:pt x="187" y="60"/>
                    <a:pt x="187" y="60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20"/>
                    <a:pt x="185" y="123"/>
                    <a:pt x="182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2731F56A-76FE-2EB6-A236-FB9AE2685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02988" y="855663"/>
              <a:ext cx="93663" cy="92075"/>
            </a:xfrm>
            <a:custGeom>
              <a:avLst/>
              <a:gdLst>
                <a:gd name="T0" fmla="*/ 13 w 25"/>
                <a:gd name="T1" fmla="*/ 0 h 24"/>
                <a:gd name="T2" fmla="*/ 0 w 25"/>
                <a:gd name="T3" fmla="*/ 12 h 24"/>
                <a:gd name="T4" fmla="*/ 13 w 25"/>
                <a:gd name="T5" fmla="*/ 24 h 24"/>
                <a:gd name="T6" fmla="*/ 25 w 25"/>
                <a:gd name="T7" fmla="*/ 12 h 24"/>
                <a:gd name="T8" fmla="*/ 13 w 25"/>
                <a:gd name="T9" fmla="*/ 0 h 24"/>
                <a:gd name="T10" fmla="*/ 13 w 25"/>
                <a:gd name="T11" fmla="*/ 16 h 24"/>
                <a:gd name="T12" fmla="*/ 8 w 25"/>
                <a:gd name="T13" fmla="*/ 12 h 24"/>
                <a:gd name="T14" fmla="*/ 13 w 25"/>
                <a:gd name="T15" fmla="*/ 8 h 24"/>
                <a:gd name="T16" fmla="*/ 17 w 25"/>
                <a:gd name="T17" fmla="*/ 12 h 24"/>
                <a:gd name="T18" fmla="*/ 13 w 25"/>
                <a:gd name="T19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4">
                  <a:moveTo>
                    <a:pt x="13" y="0"/>
                  </a:move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4"/>
                    <a:pt x="13" y="24"/>
                  </a:cubicBezTo>
                  <a:cubicBezTo>
                    <a:pt x="19" y="24"/>
                    <a:pt x="25" y="19"/>
                    <a:pt x="25" y="12"/>
                  </a:cubicBezTo>
                  <a:cubicBezTo>
                    <a:pt x="25" y="5"/>
                    <a:pt x="19" y="0"/>
                    <a:pt x="13" y="0"/>
                  </a:cubicBezTo>
                  <a:close/>
                  <a:moveTo>
                    <a:pt x="13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3" y="8"/>
                  </a:cubicBezTo>
                  <a:cubicBezTo>
                    <a:pt x="15" y="8"/>
                    <a:pt x="17" y="10"/>
                    <a:pt x="17" y="12"/>
                  </a:cubicBezTo>
                  <a:cubicBezTo>
                    <a:pt x="17" y="14"/>
                    <a:pt x="15" y="16"/>
                    <a:pt x="1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05" name="Group 55">
            <a:extLst>
              <a:ext uri="{FF2B5EF4-FFF2-40B4-BE49-F238E27FC236}">
                <a16:creationId xmlns:a16="http://schemas.microsoft.com/office/drawing/2014/main" id="{1789D1A4-F81E-43AE-A50F-CECC4A2EC208}"/>
              </a:ext>
            </a:extLst>
          </p:cNvPr>
          <p:cNvGrpSpPr/>
          <p:nvPr/>
        </p:nvGrpSpPr>
        <p:grpSpPr>
          <a:xfrm>
            <a:off x="3002162" y="1638210"/>
            <a:ext cx="391078" cy="312987"/>
            <a:chOff x="10755313" y="4014788"/>
            <a:chExt cx="1001712" cy="80168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4DEEE6CE-5C04-8626-3907-F694F265C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3" y="4014788"/>
              <a:ext cx="1001712" cy="669925"/>
            </a:xfrm>
            <a:custGeom>
              <a:avLst/>
              <a:gdLst>
                <a:gd name="T0" fmla="*/ 193 w 264"/>
                <a:gd name="T1" fmla="*/ 176 h 176"/>
                <a:gd name="T2" fmla="*/ 184 w 264"/>
                <a:gd name="T3" fmla="*/ 167 h 176"/>
                <a:gd name="T4" fmla="*/ 193 w 264"/>
                <a:gd name="T5" fmla="*/ 159 h 176"/>
                <a:gd name="T6" fmla="*/ 211 w 264"/>
                <a:gd name="T7" fmla="*/ 158 h 176"/>
                <a:gd name="T8" fmla="*/ 212 w 264"/>
                <a:gd name="T9" fmla="*/ 158 h 176"/>
                <a:gd name="T10" fmla="*/ 212 w 264"/>
                <a:gd name="T11" fmla="*/ 158 h 176"/>
                <a:gd name="T12" fmla="*/ 246 w 264"/>
                <a:gd name="T13" fmla="*/ 123 h 176"/>
                <a:gd name="T14" fmla="*/ 211 w 264"/>
                <a:gd name="T15" fmla="*/ 88 h 176"/>
                <a:gd name="T16" fmla="*/ 203 w 264"/>
                <a:gd name="T17" fmla="*/ 89 h 176"/>
                <a:gd name="T18" fmla="*/ 195 w 264"/>
                <a:gd name="T19" fmla="*/ 87 h 176"/>
                <a:gd name="T20" fmla="*/ 193 w 264"/>
                <a:gd name="T21" fmla="*/ 79 h 176"/>
                <a:gd name="T22" fmla="*/ 194 w 264"/>
                <a:gd name="T23" fmla="*/ 70 h 176"/>
                <a:gd name="T24" fmla="*/ 141 w 264"/>
                <a:gd name="T25" fmla="*/ 18 h 176"/>
                <a:gd name="T26" fmla="*/ 88 w 264"/>
                <a:gd name="T27" fmla="*/ 66 h 176"/>
                <a:gd name="T28" fmla="*/ 84 w 264"/>
                <a:gd name="T29" fmla="*/ 72 h 176"/>
                <a:gd name="T30" fmla="*/ 77 w 264"/>
                <a:gd name="T31" fmla="*/ 73 h 176"/>
                <a:gd name="T32" fmla="*/ 62 w 264"/>
                <a:gd name="T33" fmla="*/ 70 h 176"/>
                <a:gd name="T34" fmla="*/ 18 w 264"/>
                <a:gd name="T35" fmla="*/ 114 h 176"/>
                <a:gd name="T36" fmla="*/ 60 w 264"/>
                <a:gd name="T37" fmla="*/ 158 h 176"/>
                <a:gd name="T38" fmla="*/ 61 w 264"/>
                <a:gd name="T39" fmla="*/ 158 h 176"/>
                <a:gd name="T40" fmla="*/ 65 w 264"/>
                <a:gd name="T41" fmla="*/ 159 h 176"/>
                <a:gd name="T42" fmla="*/ 80 w 264"/>
                <a:gd name="T43" fmla="*/ 159 h 176"/>
                <a:gd name="T44" fmla="*/ 88 w 264"/>
                <a:gd name="T45" fmla="*/ 167 h 176"/>
                <a:gd name="T46" fmla="*/ 80 w 264"/>
                <a:gd name="T47" fmla="*/ 176 h 176"/>
                <a:gd name="T48" fmla="*/ 63 w 264"/>
                <a:gd name="T49" fmla="*/ 176 h 176"/>
                <a:gd name="T50" fmla="*/ 62 w 264"/>
                <a:gd name="T51" fmla="*/ 176 h 176"/>
                <a:gd name="T52" fmla="*/ 0 w 264"/>
                <a:gd name="T53" fmla="*/ 114 h 176"/>
                <a:gd name="T54" fmla="*/ 62 w 264"/>
                <a:gd name="T55" fmla="*/ 53 h 176"/>
                <a:gd name="T56" fmla="*/ 73 w 264"/>
                <a:gd name="T57" fmla="*/ 54 h 176"/>
                <a:gd name="T58" fmla="*/ 141 w 264"/>
                <a:gd name="T59" fmla="*/ 0 h 176"/>
                <a:gd name="T60" fmla="*/ 211 w 264"/>
                <a:gd name="T61" fmla="*/ 70 h 176"/>
                <a:gd name="T62" fmla="*/ 211 w 264"/>
                <a:gd name="T63" fmla="*/ 70 h 176"/>
                <a:gd name="T64" fmla="*/ 211 w 264"/>
                <a:gd name="T65" fmla="*/ 70 h 176"/>
                <a:gd name="T66" fmla="*/ 264 w 264"/>
                <a:gd name="T67" fmla="*/ 123 h 176"/>
                <a:gd name="T68" fmla="*/ 211 w 264"/>
                <a:gd name="T69" fmla="*/ 176 h 176"/>
                <a:gd name="T70" fmla="*/ 210 w 264"/>
                <a:gd name="T71" fmla="*/ 176 h 176"/>
                <a:gd name="T72" fmla="*/ 193 w 264"/>
                <a:gd name="T73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4" h="176">
                  <a:moveTo>
                    <a:pt x="193" y="176"/>
                  </a:moveTo>
                  <a:cubicBezTo>
                    <a:pt x="188" y="176"/>
                    <a:pt x="184" y="172"/>
                    <a:pt x="184" y="167"/>
                  </a:cubicBezTo>
                  <a:cubicBezTo>
                    <a:pt x="184" y="162"/>
                    <a:pt x="188" y="159"/>
                    <a:pt x="193" y="159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8"/>
                    <a:pt x="212" y="158"/>
                    <a:pt x="212" y="158"/>
                  </a:cubicBezTo>
                  <a:cubicBezTo>
                    <a:pt x="212" y="158"/>
                    <a:pt x="212" y="158"/>
                    <a:pt x="212" y="158"/>
                  </a:cubicBezTo>
                  <a:cubicBezTo>
                    <a:pt x="231" y="158"/>
                    <a:pt x="246" y="142"/>
                    <a:pt x="246" y="123"/>
                  </a:cubicBezTo>
                  <a:cubicBezTo>
                    <a:pt x="246" y="104"/>
                    <a:pt x="231" y="88"/>
                    <a:pt x="211" y="88"/>
                  </a:cubicBezTo>
                  <a:cubicBezTo>
                    <a:pt x="209" y="88"/>
                    <a:pt x="206" y="88"/>
                    <a:pt x="203" y="89"/>
                  </a:cubicBezTo>
                  <a:cubicBezTo>
                    <a:pt x="201" y="90"/>
                    <a:pt x="198" y="89"/>
                    <a:pt x="195" y="87"/>
                  </a:cubicBezTo>
                  <a:cubicBezTo>
                    <a:pt x="193" y="85"/>
                    <a:pt x="192" y="82"/>
                    <a:pt x="193" y="79"/>
                  </a:cubicBezTo>
                  <a:cubicBezTo>
                    <a:pt x="193" y="76"/>
                    <a:pt x="194" y="73"/>
                    <a:pt x="194" y="70"/>
                  </a:cubicBezTo>
                  <a:cubicBezTo>
                    <a:pt x="194" y="41"/>
                    <a:pt x="170" y="18"/>
                    <a:pt x="141" y="18"/>
                  </a:cubicBezTo>
                  <a:cubicBezTo>
                    <a:pt x="113" y="18"/>
                    <a:pt x="91" y="38"/>
                    <a:pt x="88" y="66"/>
                  </a:cubicBezTo>
                  <a:cubicBezTo>
                    <a:pt x="88" y="68"/>
                    <a:pt x="87" y="71"/>
                    <a:pt x="84" y="72"/>
                  </a:cubicBezTo>
                  <a:cubicBezTo>
                    <a:pt x="82" y="74"/>
                    <a:pt x="79" y="74"/>
                    <a:pt x="77" y="73"/>
                  </a:cubicBezTo>
                  <a:cubicBezTo>
                    <a:pt x="71" y="71"/>
                    <a:pt x="67" y="70"/>
                    <a:pt x="62" y="70"/>
                  </a:cubicBezTo>
                  <a:cubicBezTo>
                    <a:pt x="37" y="70"/>
                    <a:pt x="18" y="90"/>
                    <a:pt x="18" y="114"/>
                  </a:cubicBezTo>
                  <a:cubicBezTo>
                    <a:pt x="18" y="138"/>
                    <a:pt x="37" y="158"/>
                    <a:pt x="60" y="158"/>
                  </a:cubicBezTo>
                  <a:cubicBezTo>
                    <a:pt x="61" y="158"/>
                    <a:pt x="61" y="158"/>
                    <a:pt x="61" y="158"/>
                  </a:cubicBezTo>
                  <a:cubicBezTo>
                    <a:pt x="65" y="159"/>
                    <a:pt x="65" y="159"/>
                    <a:pt x="65" y="159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85" y="159"/>
                    <a:pt x="88" y="162"/>
                    <a:pt x="88" y="167"/>
                  </a:cubicBezTo>
                  <a:cubicBezTo>
                    <a:pt x="88" y="172"/>
                    <a:pt x="85" y="176"/>
                    <a:pt x="80" y="176"/>
                  </a:cubicBezTo>
                  <a:cubicBezTo>
                    <a:pt x="63" y="176"/>
                    <a:pt x="63" y="176"/>
                    <a:pt x="63" y="176"/>
                  </a:cubicBezTo>
                  <a:cubicBezTo>
                    <a:pt x="62" y="176"/>
                    <a:pt x="62" y="176"/>
                    <a:pt x="62" y="176"/>
                  </a:cubicBezTo>
                  <a:cubicBezTo>
                    <a:pt x="28" y="176"/>
                    <a:pt x="0" y="148"/>
                    <a:pt x="0" y="114"/>
                  </a:cubicBezTo>
                  <a:cubicBezTo>
                    <a:pt x="0" y="80"/>
                    <a:pt x="28" y="53"/>
                    <a:pt x="62" y="53"/>
                  </a:cubicBezTo>
                  <a:cubicBezTo>
                    <a:pt x="65" y="53"/>
                    <a:pt x="69" y="53"/>
                    <a:pt x="73" y="54"/>
                  </a:cubicBezTo>
                  <a:cubicBezTo>
                    <a:pt x="80" y="23"/>
                    <a:pt x="108" y="0"/>
                    <a:pt x="141" y="0"/>
                  </a:cubicBezTo>
                  <a:cubicBezTo>
                    <a:pt x="180" y="0"/>
                    <a:pt x="211" y="32"/>
                    <a:pt x="211" y="70"/>
                  </a:cubicBezTo>
                  <a:cubicBezTo>
                    <a:pt x="211" y="70"/>
                    <a:pt x="211" y="70"/>
                    <a:pt x="211" y="70"/>
                  </a:cubicBezTo>
                  <a:cubicBezTo>
                    <a:pt x="211" y="70"/>
                    <a:pt x="211" y="70"/>
                    <a:pt x="211" y="70"/>
                  </a:cubicBezTo>
                  <a:cubicBezTo>
                    <a:pt x="240" y="70"/>
                    <a:pt x="264" y="94"/>
                    <a:pt x="264" y="123"/>
                  </a:cubicBezTo>
                  <a:cubicBezTo>
                    <a:pt x="264" y="152"/>
                    <a:pt x="240" y="176"/>
                    <a:pt x="211" y="176"/>
                  </a:cubicBezTo>
                  <a:cubicBezTo>
                    <a:pt x="211" y="176"/>
                    <a:pt x="211" y="176"/>
                    <a:pt x="210" y="176"/>
                  </a:cubicBezTo>
                  <a:lnTo>
                    <a:pt x="193" y="1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D4A16728-18D0-2192-F2E7-8A1DD12C2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2025" y="4251326"/>
              <a:ext cx="334962" cy="565150"/>
            </a:xfrm>
            <a:custGeom>
              <a:avLst/>
              <a:gdLst>
                <a:gd name="T0" fmla="*/ 211 w 211"/>
                <a:gd name="T1" fmla="*/ 146 h 356"/>
                <a:gd name="T2" fmla="*/ 127 w 211"/>
                <a:gd name="T3" fmla="*/ 146 h 356"/>
                <a:gd name="T4" fmla="*/ 127 w 211"/>
                <a:gd name="T5" fmla="*/ 0 h 356"/>
                <a:gd name="T6" fmla="*/ 0 w 211"/>
                <a:gd name="T7" fmla="*/ 210 h 356"/>
                <a:gd name="T8" fmla="*/ 84 w 211"/>
                <a:gd name="T9" fmla="*/ 210 h 356"/>
                <a:gd name="T10" fmla="*/ 84 w 211"/>
                <a:gd name="T11" fmla="*/ 356 h 356"/>
                <a:gd name="T12" fmla="*/ 211 w 211"/>
                <a:gd name="T13" fmla="*/ 14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1" h="356">
                  <a:moveTo>
                    <a:pt x="211" y="146"/>
                  </a:moveTo>
                  <a:lnTo>
                    <a:pt x="127" y="146"/>
                  </a:lnTo>
                  <a:lnTo>
                    <a:pt x="127" y="0"/>
                  </a:lnTo>
                  <a:lnTo>
                    <a:pt x="0" y="210"/>
                  </a:lnTo>
                  <a:lnTo>
                    <a:pt x="84" y="210"/>
                  </a:lnTo>
                  <a:lnTo>
                    <a:pt x="84" y="356"/>
                  </a:lnTo>
                  <a:lnTo>
                    <a:pt x="211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11" name="Freeform 53">
            <a:extLst>
              <a:ext uri="{FF2B5EF4-FFF2-40B4-BE49-F238E27FC236}">
                <a16:creationId xmlns:a16="http://schemas.microsoft.com/office/drawing/2014/main" id="{04BE6694-4953-6E42-A93C-62198473C6DF}"/>
              </a:ext>
            </a:extLst>
          </p:cNvPr>
          <p:cNvSpPr>
            <a:spLocks noEditPoints="1"/>
          </p:cNvSpPr>
          <p:nvPr/>
        </p:nvSpPr>
        <p:spPr bwMode="auto">
          <a:xfrm>
            <a:off x="10432570" y="2263768"/>
            <a:ext cx="332508" cy="316289"/>
          </a:xfrm>
          <a:custGeom>
            <a:avLst/>
            <a:gdLst>
              <a:gd name="T0" fmla="*/ 96 w 122"/>
              <a:gd name="T1" fmla="*/ 116 h 116"/>
              <a:gd name="T2" fmla="*/ 94 w 122"/>
              <a:gd name="T3" fmla="*/ 116 h 116"/>
              <a:gd name="T4" fmla="*/ 61 w 122"/>
              <a:gd name="T5" fmla="*/ 100 h 116"/>
              <a:gd name="T6" fmla="*/ 28 w 122"/>
              <a:gd name="T7" fmla="*/ 116 h 116"/>
              <a:gd name="T8" fmla="*/ 24 w 122"/>
              <a:gd name="T9" fmla="*/ 115 h 116"/>
              <a:gd name="T10" fmla="*/ 22 w 122"/>
              <a:gd name="T11" fmla="*/ 111 h 116"/>
              <a:gd name="T12" fmla="*/ 27 w 122"/>
              <a:gd name="T13" fmla="*/ 75 h 116"/>
              <a:gd name="T14" fmla="*/ 2 w 122"/>
              <a:gd name="T15" fmla="*/ 48 h 116"/>
              <a:gd name="T16" fmla="*/ 1 w 122"/>
              <a:gd name="T17" fmla="*/ 44 h 116"/>
              <a:gd name="T18" fmla="*/ 4 w 122"/>
              <a:gd name="T19" fmla="*/ 41 h 116"/>
              <a:gd name="T20" fmla="*/ 40 w 122"/>
              <a:gd name="T21" fmla="*/ 34 h 116"/>
              <a:gd name="T22" fmla="*/ 57 w 122"/>
              <a:gd name="T23" fmla="*/ 2 h 116"/>
              <a:gd name="T24" fmla="*/ 65 w 122"/>
              <a:gd name="T25" fmla="*/ 2 h 116"/>
              <a:gd name="T26" fmla="*/ 82 w 122"/>
              <a:gd name="T27" fmla="*/ 34 h 116"/>
              <a:gd name="T28" fmla="*/ 118 w 122"/>
              <a:gd name="T29" fmla="*/ 41 h 116"/>
              <a:gd name="T30" fmla="*/ 121 w 122"/>
              <a:gd name="T31" fmla="*/ 44 h 116"/>
              <a:gd name="T32" fmla="*/ 120 w 122"/>
              <a:gd name="T33" fmla="*/ 48 h 116"/>
              <a:gd name="T34" fmla="*/ 95 w 122"/>
              <a:gd name="T35" fmla="*/ 75 h 116"/>
              <a:gd name="T36" fmla="*/ 100 w 122"/>
              <a:gd name="T37" fmla="*/ 111 h 116"/>
              <a:gd name="T38" fmla="*/ 98 w 122"/>
              <a:gd name="T39" fmla="*/ 115 h 116"/>
              <a:gd name="T40" fmla="*/ 96 w 122"/>
              <a:gd name="T41" fmla="*/ 116 h 116"/>
              <a:gd name="T42" fmla="*/ 61 w 122"/>
              <a:gd name="T43" fmla="*/ 92 h 116"/>
              <a:gd name="T44" fmla="*/ 63 w 122"/>
              <a:gd name="T45" fmla="*/ 92 h 116"/>
              <a:gd name="T46" fmla="*/ 91 w 122"/>
              <a:gd name="T47" fmla="*/ 105 h 116"/>
              <a:gd name="T48" fmla="*/ 87 w 122"/>
              <a:gd name="T49" fmla="*/ 74 h 116"/>
              <a:gd name="T50" fmla="*/ 88 w 122"/>
              <a:gd name="T51" fmla="*/ 71 h 116"/>
              <a:gd name="T52" fmla="*/ 109 w 122"/>
              <a:gd name="T53" fmla="*/ 48 h 116"/>
              <a:gd name="T54" fmla="*/ 79 w 122"/>
              <a:gd name="T55" fmla="*/ 42 h 116"/>
              <a:gd name="T56" fmla="*/ 76 w 122"/>
              <a:gd name="T57" fmla="*/ 40 h 116"/>
              <a:gd name="T58" fmla="*/ 61 w 122"/>
              <a:gd name="T59" fmla="*/ 12 h 116"/>
              <a:gd name="T60" fmla="*/ 46 w 122"/>
              <a:gd name="T61" fmla="*/ 40 h 116"/>
              <a:gd name="T62" fmla="*/ 43 w 122"/>
              <a:gd name="T63" fmla="*/ 42 h 116"/>
              <a:gd name="T64" fmla="*/ 13 w 122"/>
              <a:gd name="T65" fmla="*/ 48 h 116"/>
              <a:gd name="T66" fmla="*/ 34 w 122"/>
              <a:gd name="T67" fmla="*/ 71 h 116"/>
              <a:gd name="T68" fmla="*/ 35 w 122"/>
              <a:gd name="T69" fmla="*/ 74 h 116"/>
              <a:gd name="T70" fmla="*/ 31 w 122"/>
              <a:gd name="T71" fmla="*/ 105 h 116"/>
              <a:gd name="T72" fmla="*/ 59 w 122"/>
              <a:gd name="T73" fmla="*/ 92 h 116"/>
              <a:gd name="T74" fmla="*/ 61 w 122"/>
              <a:gd name="T75" fmla="*/ 9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2" h="116">
                <a:moveTo>
                  <a:pt x="96" y="116"/>
                </a:moveTo>
                <a:cubicBezTo>
                  <a:pt x="95" y="116"/>
                  <a:pt x="95" y="116"/>
                  <a:pt x="94" y="116"/>
                </a:cubicBezTo>
                <a:cubicBezTo>
                  <a:pt x="61" y="100"/>
                  <a:pt x="61" y="100"/>
                  <a:pt x="61" y="100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7" y="116"/>
                  <a:pt x="25" y="116"/>
                  <a:pt x="24" y="115"/>
                </a:cubicBezTo>
                <a:cubicBezTo>
                  <a:pt x="23" y="114"/>
                  <a:pt x="22" y="113"/>
                  <a:pt x="22" y="111"/>
                </a:cubicBezTo>
                <a:cubicBezTo>
                  <a:pt x="27" y="75"/>
                  <a:pt x="27" y="75"/>
                  <a:pt x="27" y="75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1" y="44"/>
                </a:cubicBezTo>
                <a:cubicBezTo>
                  <a:pt x="1" y="43"/>
                  <a:pt x="2" y="42"/>
                  <a:pt x="4" y="41"/>
                </a:cubicBezTo>
                <a:cubicBezTo>
                  <a:pt x="40" y="34"/>
                  <a:pt x="40" y="34"/>
                  <a:pt x="40" y="34"/>
                </a:cubicBezTo>
                <a:cubicBezTo>
                  <a:pt x="57" y="2"/>
                  <a:pt x="57" y="2"/>
                  <a:pt x="57" y="2"/>
                </a:cubicBezTo>
                <a:cubicBezTo>
                  <a:pt x="59" y="0"/>
                  <a:pt x="63" y="0"/>
                  <a:pt x="65" y="2"/>
                </a:cubicBezTo>
                <a:cubicBezTo>
                  <a:pt x="82" y="34"/>
                  <a:pt x="82" y="34"/>
                  <a:pt x="82" y="34"/>
                </a:cubicBezTo>
                <a:cubicBezTo>
                  <a:pt x="118" y="41"/>
                  <a:pt x="118" y="41"/>
                  <a:pt x="118" y="41"/>
                </a:cubicBezTo>
                <a:cubicBezTo>
                  <a:pt x="120" y="42"/>
                  <a:pt x="121" y="43"/>
                  <a:pt x="121" y="44"/>
                </a:cubicBezTo>
                <a:cubicBezTo>
                  <a:pt x="122" y="45"/>
                  <a:pt x="121" y="47"/>
                  <a:pt x="120" y="48"/>
                </a:cubicBezTo>
                <a:cubicBezTo>
                  <a:pt x="95" y="75"/>
                  <a:pt x="95" y="75"/>
                  <a:pt x="95" y="75"/>
                </a:cubicBezTo>
                <a:cubicBezTo>
                  <a:pt x="100" y="111"/>
                  <a:pt x="100" y="111"/>
                  <a:pt x="100" y="111"/>
                </a:cubicBezTo>
                <a:cubicBezTo>
                  <a:pt x="100" y="113"/>
                  <a:pt x="99" y="114"/>
                  <a:pt x="98" y="115"/>
                </a:cubicBezTo>
                <a:cubicBezTo>
                  <a:pt x="97" y="116"/>
                  <a:pt x="97" y="116"/>
                  <a:pt x="96" y="116"/>
                </a:cubicBezTo>
                <a:close/>
                <a:moveTo>
                  <a:pt x="61" y="92"/>
                </a:moveTo>
                <a:cubicBezTo>
                  <a:pt x="62" y="92"/>
                  <a:pt x="62" y="92"/>
                  <a:pt x="63" y="92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87" y="74"/>
                  <a:pt x="87" y="74"/>
                  <a:pt x="87" y="74"/>
                </a:cubicBezTo>
                <a:cubicBezTo>
                  <a:pt x="87" y="73"/>
                  <a:pt x="87" y="72"/>
                  <a:pt x="88" y="71"/>
                </a:cubicBezTo>
                <a:cubicBezTo>
                  <a:pt x="109" y="48"/>
                  <a:pt x="109" y="48"/>
                  <a:pt x="109" y="48"/>
                </a:cubicBezTo>
                <a:cubicBezTo>
                  <a:pt x="79" y="42"/>
                  <a:pt x="79" y="42"/>
                  <a:pt x="79" y="42"/>
                </a:cubicBezTo>
                <a:cubicBezTo>
                  <a:pt x="78" y="42"/>
                  <a:pt x="77" y="41"/>
                  <a:pt x="76" y="40"/>
                </a:cubicBezTo>
                <a:cubicBezTo>
                  <a:pt x="61" y="12"/>
                  <a:pt x="61" y="12"/>
                  <a:pt x="61" y="12"/>
                </a:cubicBezTo>
                <a:cubicBezTo>
                  <a:pt x="46" y="40"/>
                  <a:pt x="46" y="40"/>
                  <a:pt x="46" y="40"/>
                </a:cubicBezTo>
                <a:cubicBezTo>
                  <a:pt x="45" y="41"/>
                  <a:pt x="44" y="42"/>
                  <a:pt x="43" y="42"/>
                </a:cubicBezTo>
                <a:cubicBezTo>
                  <a:pt x="13" y="48"/>
                  <a:pt x="13" y="48"/>
                  <a:pt x="13" y="48"/>
                </a:cubicBezTo>
                <a:cubicBezTo>
                  <a:pt x="34" y="71"/>
                  <a:pt x="34" y="71"/>
                  <a:pt x="34" y="71"/>
                </a:cubicBezTo>
                <a:cubicBezTo>
                  <a:pt x="35" y="72"/>
                  <a:pt x="35" y="73"/>
                  <a:pt x="35" y="74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59" y="92"/>
                  <a:pt x="59" y="92"/>
                  <a:pt x="59" y="92"/>
                </a:cubicBezTo>
                <a:cubicBezTo>
                  <a:pt x="60" y="92"/>
                  <a:pt x="60" y="92"/>
                  <a:pt x="61" y="9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13" name="Group 59">
            <a:extLst>
              <a:ext uri="{FF2B5EF4-FFF2-40B4-BE49-F238E27FC236}">
                <a16:creationId xmlns:a16="http://schemas.microsoft.com/office/drawing/2014/main" id="{390ACB60-4BC1-EC0F-A1A4-347A16D2BCD2}"/>
              </a:ext>
            </a:extLst>
          </p:cNvPr>
          <p:cNvGrpSpPr/>
          <p:nvPr/>
        </p:nvGrpSpPr>
        <p:grpSpPr>
          <a:xfrm>
            <a:off x="5531160" y="2935832"/>
            <a:ext cx="303327" cy="289382"/>
            <a:chOff x="4849813" y="501081"/>
            <a:chExt cx="1104900" cy="10541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15" name="Freeform 5">
              <a:extLst>
                <a:ext uri="{FF2B5EF4-FFF2-40B4-BE49-F238E27FC236}">
                  <a16:creationId xmlns:a16="http://schemas.microsoft.com/office/drawing/2014/main" id="{2D47AE04-BC84-F161-222A-04D847CFCD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49813" y="501081"/>
              <a:ext cx="1104900" cy="1054100"/>
            </a:xfrm>
            <a:custGeom>
              <a:avLst/>
              <a:gdLst>
                <a:gd name="T0" fmla="*/ 482 w 526"/>
                <a:gd name="T1" fmla="*/ 0 h 502"/>
                <a:gd name="T2" fmla="*/ 44 w 526"/>
                <a:gd name="T3" fmla="*/ 0 h 502"/>
                <a:gd name="T4" fmla="*/ 0 w 526"/>
                <a:gd name="T5" fmla="*/ 45 h 502"/>
                <a:gd name="T6" fmla="*/ 0 w 526"/>
                <a:gd name="T7" fmla="*/ 384 h 502"/>
                <a:gd name="T8" fmla="*/ 44 w 526"/>
                <a:gd name="T9" fmla="*/ 428 h 502"/>
                <a:gd name="T10" fmla="*/ 177 w 526"/>
                <a:gd name="T11" fmla="*/ 428 h 502"/>
                <a:gd name="T12" fmla="*/ 154 w 526"/>
                <a:gd name="T13" fmla="*/ 454 h 502"/>
                <a:gd name="T14" fmla="*/ 141 w 526"/>
                <a:gd name="T15" fmla="*/ 467 h 502"/>
                <a:gd name="T16" fmla="*/ 140 w 526"/>
                <a:gd name="T17" fmla="*/ 487 h 502"/>
                <a:gd name="T18" fmla="*/ 173 w 526"/>
                <a:gd name="T19" fmla="*/ 502 h 502"/>
                <a:gd name="T20" fmla="*/ 352 w 526"/>
                <a:gd name="T21" fmla="*/ 502 h 502"/>
                <a:gd name="T22" fmla="*/ 386 w 526"/>
                <a:gd name="T23" fmla="*/ 487 h 502"/>
                <a:gd name="T24" fmla="*/ 384 w 526"/>
                <a:gd name="T25" fmla="*/ 467 h 502"/>
                <a:gd name="T26" fmla="*/ 372 w 526"/>
                <a:gd name="T27" fmla="*/ 453 h 502"/>
                <a:gd name="T28" fmla="*/ 348 w 526"/>
                <a:gd name="T29" fmla="*/ 428 h 502"/>
                <a:gd name="T30" fmla="*/ 482 w 526"/>
                <a:gd name="T31" fmla="*/ 428 h 502"/>
                <a:gd name="T32" fmla="*/ 526 w 526"/>
                <a:gd name="T33" fmla="*/ 384 h 502"/>
                <a:gd name="T34" fmla="*/ 526 w 526"/>
                <a:gd name="T35" fmla="*/ 45 h 502"/>
                <a:gd name="T36" fmla="*/ 482 w 526"/>
                <a:gd name="T37" fmla="*/ 0 h 502"/>
                <a:gd name="T38" fmla="*/ 360 w 526"/>
                <a:gd name="T39" fmla="*/ 465 h 502"/>
                <a:gd name="T40" fmla="*/ 371 w 526"/>
                <a:gd name="T41" fmla="*/ 476 h 502"/>
                <a:gd name="T42" fmla="*/ 371 w 526"/>
                <a:gd name="T43" fmla="*/ 480 h 502"/>
                <a:gd name="T44" fmla="*/ 352 w 526"/>
                <a:gd name="T45" fmla="*/ 485 h 502"/>
                <a:gd name="T46" fmla="*/ 173 w 526"/>
                <a:gd name="T47" fmla="*/ 485 h 502"/>
                <a:gd name="T48" fmla="*/ 155 w 526"/>
                <a:gd name="T49" fmla="*/ 480 h 502"/>
                <a:gd name="T50" fmla="*/ 154 w 526"/>
                <a:gd name="T51" fmla="*/ 476 h 502"/>
                <a:gd name="T52" fmla="*/ 154 w 526"/>
                <a:gd name="T53" fmla="*/ 477 h 502"/>
                <a:gd name="T54" fmla="*/ 165 w 526"/>
                <a:gd name="T55" fmla="*/ 465 h 502"/>
                <a:gd name="T56" fmla="*/ 196 w 526"/>
                <a:gd name="T57" fmla="*/ 428 h 502"/>
                <a:gd name="T58" fmla="*/ 329 w 526"/>
                <a:gd name="T59" fmla="*/ 428 h 502"/>
                <a:gd name="T60" fmla="*/ 360 w 526"/>
                <a:gd name="T61" fmla="*/ 465 h 502"/>
                <a:gd name="T62" fmla="*/ 493 w 526"/>
                <a:gd name="T63" fmla="*/ 384 h 502"/>
                <a:gd name="T64" fmla="*/ 482 w 526"/>
                <a:gd name="T65" fmla="*/ 395 h 502"/>
                <a:gd name="T66" fmla="*/ 44 w 526"/>
                <a:gd name="T67" fmla="*/ 395 h 502"/>
                <a:gd name="T68" fmla="*/ 32 w 526"/>
                <a:gd name="T69" fmla="*/ 384 h 502"/>
                <a:gd name="T70" fmla="*/ 32 w 526"/>
                <a:gd name="T71" fmla="*/ 45 h 502"/>
                <a:gd name="T72" fmla="*/ 44 w 526"/>
                <a:gd name="T73" fmla="*/ 33 h 502"/>
                <a:gd name="T74" fmla="*/ 482 w 526"/>
                <a:gd name="T75" fmla="*/ 33 h 502"/>
                <a:gd name="T76" fmla="*/ 493 w 526"/>
                <a:gd name="T77" fmla="*/ 45 h 502"/>
                <a:gd name="T78" fmla="*/ 493 w 526"/>
                <a:gd name="T79" fmla="*/ 384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26" h="502">
                  <a:moveTo>
                    <a:pt x="482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19" y="0"/>
                    <a:pt x="0" y="20"/>
                    <a:pt x="0" y="45"/>
                  </a:cubicBezTo>
                  <a:cubicBezTo>
                    <a:pt x="0" y="384"/>
                    <a:pt x="0" y="384"/>
                    <a:pt x="0" y="384"/>
                  </a:cubicBezTo>
                  <a:cubicBezTo>
                    <a:pt x="0" y="408"/>
                    <a:pt x="19" y="428"/>
                    <a:pt x="44" y="428"/>
                  </a:cubicBezTo>
                  <a:cubicBezTo>
                    <a:pt x="177" y="428"/>
                    <a:pt x="177" y="428"/>
                    <a:pt x="177" y="428"/>
                  </a:cubicBezTo>
                  <a:cubicBezTo>
                    <a:pt x="170" y="437"/>
                    <a:pt x="159" y="448"/>
                    <a:pt x="154" y="454"/>
                  </a:cubicBezTo>
                  <a:cubicBezTo>
                    <a:pt x="148" y="459"/>
                    <a:pt x="144" y="463"/>
                    <a:pt x="141" y="467"/>
                  </a:cubicBezTo>
                  <a:cubicBezTo>
                    <a:pt x="138" y="471"/>
                    <a:pt x="136" y="480"/>
                    <a:pt x="140" y="487"/>
                  </a:cubicBezTo>
                  <a:cubicBezTo>
                    <a:pt x="144" y="494"/>
                    <a:pt x="152" y="502"/>
                    <a:pt x="173" y="502"/>
                  </a:cubicBezTo>
                  <a:cubicBezTo>
                    <a:pt x="352" y="502"/>
                    <a:pt x="352" y="502"/>
                    <a:pt x="352" y="502"/>
                  </a:cubicBezTo>
                  <a:cubicBezTo>
                    <a:pt x="374" y="502"/>
                    <a:pt x="382" y="494"/>
                    <a:pt x="386" y="487"/>
                  </a:cubicBezTo>
                  <a:cubicBezTo>
                    <a:pt x="389" y="480"/>
                    <a:pt x="388" y="471"/>
                    <a:pt x="384" y="467"/>
                  </a:cubicBezTo>
                  <a:cubicBezTo>
                    <a:pt x="382" y="463"/>
                    <a:pt x="378" y="459"/>
                    <a:pt x="372" y="453"/>
                  </a:cubicBezTo>
                  <a:cubicBezTo>
                    <a:pt x="367" y="448"/>
                    <a:pt x="355" y="437"/>
                    <a:pt x="348" y="428"/>
                  </a:cubicBezTo>
                  <a:cubicBezTo>
                    <a:pt x="482" y="428"/>
                    <a:pt x="482" y="428"/>
                    <a:pt x="482" y="428"/>
                  </a:cubicBezTo>
                  <a:cubicBezTo>
                    <a:pt x="506" y="428"/>
                    <a:pt x="526" y="408"/>
                    <a:pt x="526" y="384"/>
                  </a:cubicBezTo>
                  <a:cubicBezTo>
                    <a:pt x="526" y="45"/>
                    <a:pt x="526" y="45"/>
                    <a:pt x="526" y="45"/>
                  </a:cubicBezTo>
                  <a:cubicBezTo>
                    <a:pt x="526" y="20"/>
                    <a:pt x="506" y="0"/>
                    <a:pt x="482" y="0"/>
                  </a:cubicBezTo>
                  <a:close/>
                  <a:moveTo>
                    <a:pt x="360" y="465"/>
                  </a:moveTo>
                  <a:cubicBezTo>
                    <a:pt x="365" y="470"/>
                    <a:pt x="370" y="474"/>
                    <a:pt x="371" y="476"/>
                  </a:cubicBezTo>
                  <a:cubicBezTo>
                    <a:pt x="371" y="476"/>
                    <a:pt x="372" y="478"/>
                    <a:pt x="371" y="480"/>
                  </a:cubicBezTo>
                  <a:cubicBezTo>
                    <a:pt x="368" y="483"/>
                    <a:pt x="362" y="485"/>
                    <a:pt x="352" y="485"/>
                  </a:cubicBezTo>
                  <a:cubicBezTo>
                    <a:pt x="173" y="485"/>
                    <a:pt x="173" y="485"/>
                    <a:pt x="173" y="485"/>
                  </a:cubicBezTo>
                  <a:cubicBezTo>
                    <a:pt x="164" y="485"/>
                    <a:pt x="157" y="483"/>
                    <a:pt x="155" y="480"/>
                  </a:cubicBezTo>
                  <a:cubicBezTo>
                    <a:pt x="154" y="478"/>
                    <a:pt x="155" y="476"/>
                    <a:pt x="154" y="476"/>
                  </a:cubicBezTo>
                  <a:cubicBezTo>
                    <a:pt x="154" y="476"/>
                    <a:pt x="154" y="476"/>
                    <a:pt x="154" y="477"/>
                  </a:cubicBezTo>
                  <a:cubicBezTo>
                    <a:pt x="156" y="474"/>
                    <a:pt x="161" y="470"/>
                    <a:pt x="165" y="465"/>
                  </a:cubicBezTo>
                  <a:cubicBezTo>
                    <a:pt x="180" y="451"/>
                    <a:pt x="191" y="439"/>
                    <a:pt x="196" y="428"/>
                  </a:cubicBezTo>
                  <a:cubicBezTo>
                    <a:pt x="329" y="428"/>
                    <a:pt x="329" y="428"/>
                    <a:pt x="329" y="428"/>
                  </a:cubicBezTo>
                  <a:cubicBezTo>
                    <a:pt x="334" y="439"/>
                    <a:pt x="346" y="451"/>
                    <a:pt x="360" y="465"/>
                  </a:cubicBezTo>
                  <a:close/>
                  <a:moveTo>
                    <a:pt x="493" y="384"/>
                  </a:moveTo>
                  <a:cubicBezTo>
                    <a:pt x="493" y="390"/>
                    <a:pt x="488" y="395"/>
                    <a:pt x="482" y="395"/>
                  </a:cubicBezTo>
                  <a:cubicBezTo>
                    <a:pt x="44" y="395"/>
                    <a:pt x="44" y="395"/>
                    <a:pt x="44" y="395"/>
                  </a:cubicBezTo>
                  <a:cubicBezTo>
                    <a:pt x="38" y="395"/>
                    <a:pt x="32" y="390"/>
                    <a:pt x="32" y="38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38"/>
                    <a:pt x="38" y="33"/>
                    <a:pt x="44" y="33"/>
                  </a:cubicBezTo>
                  <a:cubicBezTo>
                    <a:pt x="482" y="33"/>
                    <a:pt x="482" y="33"/>
                    <a:pt x="482" y="33"/>
                  </a:cubicBezTo>
                  <a:cubicBezTo>
                    <a:pt x="488" y="33"/>
                    <a:pt x="493" y="38"/>
                    <a:pt x="493" y="45"/>
                  </a:cubicBezTo>
                  <a:lnTo>
                    <a:pt x="493" y="3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17" name="Freeform 6">
              <a:extLst>
                <a:ext uri="{FF2B5EF4-FFF2-40B4-BE49-F238E27FC236}">
                  <a16:creationId xmlns:a16="http://schemas.microsoft.com/office/drawing/2014/main" id="{C9187D48-87E6-AE4D-96F2-05989C7C4B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6338" y="640781"/>
              <a:ext cx="828675" cy="552450"/>
            </a:xfrm>
            <a:custGeom>
              <a:avLst/>
              <a:gdLst>
                <a:gd name="T0" fmla="*/ 367 w 395"/>
                <a:gd name="T1" fmla="*/ 0 h 264"/>
                <a:gd name="T2" fmla="*/ 28 w 395"/>
                <a:gd name="T3" fmla="*/ 0 h 264"/>
                <a:gd name="T4" fmla="*/ 0 w 395"/>
                <a:gd name="T5" fmla="*/ 28 h 264"/>
                <a:gd name="T6" fmla="*/ 0 w 395"/>
                <a:gd name="T7" fmla="*/ 236 h 264"/>
                <a:gd name="T8" fmla="*/ 28 w 395"/>
                <a:gd name="T9" fmla="*/ 264 h 264"/>
                <a:gd name="T10" fmla="*/ 367 w 395"/>
                <a:gd name="T11" fmla="*/ 264 h 264"/>
                <a:gd name="T12" fmla="*/ 395 w 395"/>
                <a:gd name="T13" fmla="*/ 236 h 264"/>
                <a:gd name="T14" fmla="*/ 395 w 395"/>
                <a:gd name="T15" fmla="*/ 28 h 264"/>
                <a:gd name="T16" fmla="*/ 367 w 395"/>
                <a:gd name="T17" fmla="*/ 0 h 264"/>
                <a:gd name="T18" fmla="*/ 379 w 395"/>
                <a:gd name="T19" fmla="*/ 236 h 264"/>
                <a:gd name="T20" fmla="*/ 367 w 395"/>
                <a:gd name="T21" fmla="*/ 247 h 264"/>
                <a:gd name="T22" fmla="*/ 28 w 395"/>
                <a:gd name="T23" fmla="*/ 247 h 264"/>
                <a:gd name="T24" fmla="*/ 17 w 395"/>
                <a:gd name="T25" fmla="*/ 236 h 264"/>
                <a:gd name="T26" fmla="*/ 17 w 395"/>
                <a:gd name="T27" fmla="*/ 28 h 264"/>
                <a:gd name="T28" fmla="*/ 28 w 395"/>
                <a:gd name="T29" fmla="*/ 17 h 264"/>
                <a:gd name="T30" fmla="*/ 367 w 395"/>
                <a:gd name="T31" fmla="*/ 17 h 264"/>
                <a:gd name="T32" fmla="*/ 379 w 395"/>
                <a:gd name="T33" fmla="*/ 28 h 264"/>
                <a:gd name="T34" fmla="*/ 379 w 395"/>
                <a:gd name="T35" fmla="*/ 23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5" h="264">
                  <a:moveTo>
                    <a:pt x="36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51"/>
                    <a:pt x="13" y="264"/>
                    <a:pt x="28" y="264"/>
                  </a:cubicBezTo>
                  <a:cubicBezTo>
                    <a:pt x="367" y="264"/>
                    <a:pt x="367" y="264"/>
                    <a:pt x="367" y="264"/>
                  </a:cubicBezTo>
                  <a:cubicBezTo>
                    <a:pt x="383" y="264"/>
                    <a:pt x="395" y="251"/>
                    <a:pt x="395" y="236"/>
                  </a:cubicBezTo>
                  <a:cubicBezTo>
                    <a:pt x="395" y="28"/>
                    <a:pt x="395" y="28"/>
                    <a:pt x="395" y="28"/>
                  </a:cubicBezTo>
                  <a:cubicBezTo>
                    <a:pt x="395" y="13"/>
                    <a:pt x="383" y="0"/>
                    <a:pt x="367" y="0"/>
                  </a:cubicBezTo>
                  <a:close/>
                  <a:moveTo>
                    <a:pt x="379" y="236"/>
                  </a:moveTo>
                  <a:cubicBezTo>
                    <a:pt x="379" y="242"/>
                    <a:pt x="374" y="247"/>
                    <a:pt x="367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2" y="247"/>
                    <a:pt x="17" y="242"/>
                    <a:pt x="17" y="236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2"/>
                    <a:pt x="22" y="17"/>
                    <a:pt x="28" y="17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74" y="17"/>
                    <a:pt x="379" y="22"/>
                    <a:pt x="379" y="28"/>
                  </a:cubicBezTo>
                  <a:lnTo>
                    <a:pt x="379" y="2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19" name="Freeform 7">
              <a:extLst>
                <a:ext uri="{FF2B5EF4-FFF2-40B4-BE49-F238E27FC236}">
                  <a16:creationId xmlns:a16="http://schemas.microsoft.com/office/drawing/2014/main" id="{22FD363E-961A-3F64-82F4-2394548AB5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49875" y="1209106"/>
              <a:ext cx="104775" cy="104775"/>
            </a:xfrm>
            <a:custGeom>
              <a:avLst/>
              <a:gdLst>
                <a:gd name="T0" fmla="*/ 25 w 50"/>
                <a:gd name="T1" fmla="*/ 0 h 50"/>
                <a:gd name="T2" fmla="*/ 0 w 50"/>
                <a:gd name="T3" fmla="*/ 25 h 50"/>
                <a:gd name="T4" fmla="*/ 25 w 50"/>
                <a:gd name="T5" fmla="*/ 50 h 50"/>
                <a:gd name="T6" fmla="*/ 50 w 50"/>
                <a:gd name="T7" fmla="*/ 25 h 50"/>
                <a:gd name="T8" fmla="*/ 25 w 50"/>
                <a:gd name="T9" fmla="*/ 0 h 50"/>
                <a:gd name="T10" fmla="*/ 25 w 50"/>
                <a:gd name="T11" fmla="*/ 33 h 50"/>
                <a:gd name="T12" fmla="*/ 17 w 50"/>
                <a:gd name="T13" fmla="*/ 25 h 50"/>
                <a:gd name="T14" fmla="*/ 25 w 50"/>
                <a:gd name="T15" fmla="*/ 17 h 50"/>
                <a:gd name="T16" fmla="*/ 33 w 50"/>
                <a:gd name="T17" fmla="*/ 25 h 50"/>
                <a:gd name="T18" fmla="*/ 25 w 50"/>
                <a:gd name="T19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" h="50">
                  <a:moveTo>
                    <a:pt x="25" y="0"/>
                  </a:moveTo>
                  <a:cubicBezTo>
                    <a:pt x="11" y="0"/>
                    <a:pt x="0" y="12"/>
                    <a:pt x="0" y="25"/>
                  </a:cubicBezTo>
                  <a:cubicBezTo>
                    <a:pt x="0" y="39"/>
                    <a:pt x="11" y="50"/>
                    <a:pt x="25" y="50"/>
                  </a:cubicBezTo>
                  <a:cubicBezTo>
                    <a:pt x="38" y="50"/>
                    <a:pt x="50" y="39"/>
                    <a:pt x="50" y="25"/>
                  </a:cubicBezTo>
                  <a:cubicBezTo>
                    <a:pt x="50" y="12"/>
                    <a:pt x="38" y="0"/>
                    <a:pt x="25" y="0"/>
                  </a:cubicBezTo>
                  <a:close/>
                  <a:moveTo>
                    <a:pt x="25" y="33"/>
                  </a:moveTo>
                  <a:cubicBezTo>
                    <a:pt x="20" y="33"/>
                    <a:pt x="17" y="30"/>
                    <a:pt x="17" y="25"/>
                  </a:cubicBezTo>
                  <a:cubicBezTo>
                    <a:pt x="17" y="21"/>
                    <a:pt x="20" y="17"/>
                    <a:pt x="25" y="17"/>
                  </a:cubicBezTo>
                  <a:cubicBezTo>
                    <a:pt x="29" y="17"/>
                    <a:pt x="33" y="21"/>
                    <a:pt x="33" y="25"/>
                  </a:cubicBezTo>
                  <a:cubicBezTo>
                    <a:pt x="33" y="30"/>
                    <a:pt x="29" y="33"/>
                    <a:pt x="25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1" name="Freeform 8">
              <a:extLst>
                <a:ext uri="{FF2B5EF4-FFF2-40B4-BE49-F238E27FC236}">
                  <a16:creationId xmlns:a16="http://schemas.microsoft.com/office/drawing/2014/main" id="{68C53FA1-F223-5B4C-750C-592AC1711B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80050" y="866206"/>
              <a:ext cx="280988" cy="280988"/>
            </a:xfrm>
            <a:custGeom>
              <a:avLst/>
              <a:gdLst>
                <a:gd name="T0" fmla="*/ 67 w 134"/>
                <a:gd name="T1" fmla="*/ 134 h 134"/>
                <a:gd name="T2" fmla="*/ 0 w 134"/>
                <a:gd name="T3" fmla="*/ 67 h 134"/>
                <a:gd name="T4" fmla="*/ 67 w 134"/>
                <a:gd name="T5" fmla="*/ 0 h 134"/>
                <a:gd name="T6" fmla="*/ 134 w 134"/>
                <a:gd name="T7" fmla="*/ 67 h 134"/>
                <a:gd name="T8" fmla="*/ 67 w 134"/>
                <a:gd name="T9" fmla="*/ 134 h 134"/>
                <a:gd name="T10" fmla="*/ 67 w 134"/>
                <a:gd name="T11" fmla="*/ 10 h 134"/>
                <a:gd name="T12" fmla="*/ 10 w 134"/>
                <a:gd name="T13" fmla="*/ 67 h 134"/>
                <a:gd name="T14" fmla="*/ 67 w 134"/>
                <a:gd name="T15" fmla="*/ 124 h 134"/>
                <a:gd name="T16" fmla="*/ 124 w 134"/>
                <a:gd name="T17" fmla="*/ 67 h 134"/>
                <a:gd name="T18" fmla="*/ 67 w 134"/>
                <a:gd name="T19" fmla="*/ 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34">
                  <a:moveTo>
                    <a:pt x="67" y="134"/>
                  </a:moveTo>
                  <a:cubicBezTo>
                    <a:pt x="30" y="134"/>
                    <a:pt x="0" y="104"/>
                    <a:pt x="0" y="67"/>
                  </a:cubicBezTo>
                  <a:cubicBezTo>
                    <a:pt x="0" y="30"/>
                    <a:pt x="30" y="0"/>
                    <a:pt x="67" y="0"/>
                  </a:cubicBezTo>
                  <a:cubicBezTo>
                    <a:pt x="104" y="0"/>
                    <a:pt x="134" y="30"/>
                    <a:pt x="134" y="67"/>
                  </a:cubicBezTo>
                  <a:cubicBezTo>
                    <a:pt x="134" y="104"/>
                    <a:pt x="104" y="134"/>
                    <a:pt x="67" y="134"/>
                  </a:cubicBezTo>
                  <a:close/>
                  <a:moveTo>
                    <a:pt x="67" y="10"/>
                  </a:moveTo>
                  <a:cubicBezTo>
                    <a:pt x="35" y="10"/>
                    <a:pt x="10" y="35"/>
                    <a:pt x="10" y="67"/>
                  </a:cubicBezTo>
                  <a:cubicBezTo>
                    <a:pt x="10" y="98"/>
                    <a:pt x="35" y="124"/>
                    <a:pt x="67" y="124"/>
                  </a:cubicBezTo>
                  <a:cubicBezTo>
                    <a:pt x="98" y="124"/>
                    <a:pt x="124" y="98"/>
                    <a:pt x="124" y="67"/>
                  </a:cubicBezTo>
                  <a:cubicBezTo>
                    <a:pt x="124" y="35"/>
                    <a:pt x="98" y="10"/>
                    <a:pt x="6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153C507A-69A7-3D10-A455-E1D44CF20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5138" y="931293"/>
              <a:ext cx="150813" cy="15081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10 h 72"/>
                <a:gd name="T12" fmla="*/ 10 w 72"/>
                <a:gd name="T13" fmla="*/ 36 h 72"/>
                <a:gd name="T14" fmla="*/ 36 w 72"/>
                <a:gd name="T15" fmla="*/ 62 h 72"/>
                <a:gd name="T16" fmla="*/ 62 w 72"/>
                <a:gd name="T17" fmla="*/ 36 h 72"/>
                <a:gd name="T18" fmla="*/ 36 w 72"/>
                <a:gd name="T19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10"/>
                  </a:moveTo>
                  <a:cubicBezTo>
                    <a:pt x="22" y="10"/>
                    <a:pt x="10" y="21"/>
                    <a:pt x="10" y="36"/>
                  </a:cubicBezTo>
                  <a:cubicBezTo>
                    <a:pt x="10" y="50"/>
                    <a:pt x="22" y="62"/>
                    <a:pt x="36" y="62"/>
                  </a:cubicBezTo>
                  <a:cubicBezTo>
                    <a:pt x="50" y="62"/>
                    <a:pt x="62" y="50"/>
                    <a:pt x="62" y="36"/>
                  </a:cubicBezTo>
                  <a:cubicBezTo>
                    <a:pt x="62" y="21"/>
                    <a:pt x="50" y="10"/>
                    <a:pt x="3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25" name="Freeform 10">
              <a:extLst>
                <a:ext uri="{FF2B5EF4-FFF2-40B4-BE49-F238E27FC236}">
                  <a16:creationId xmlns:a16="http://schemas.microsoft.com/office/drawing/2014/main" id="{A49F36A6-3589-80A5-9479-1B00E092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6538" y="702693"/>
              <a:ext cx="371475" cy="396875"/>
            </a:xfrm>
            <a:custGeom>
              <a:avLst/>
              <a:gdLst>
                <a:gd name="T0" fmla="*/ 155 w 177"/>
                <a:gd name="T1" fmla="*/ 0 h 189"/>
                <a:gd name="T2" fmla="*/ 134 w 177"/>
                <a:gd name="T3" fmla="*/ 0 h 189"/>
                <a:gd name="T4" fmla="*/ 104 w 177"/>
                <a:gd name="T5" fmla="*/ 28 h 189"/>
                <a:gd name="T6" fmla="*/ 91 w 177"/>
                <a:gd name="T7" fmla="*/ 33 h 189"/>
                <a:gd name="T8" fmla="*/ 72 w 177"/>
                <a:gd name="T9" fmla="*/ 26 h 189"/>
                <a:gd name="T10" fmla="*/ 50 w 177"/>
                <a:gd name="T11" fmla="*/ 35 h 189"/>
                <a:gd name="T12" fmla="*/ 35 w 177"/>
                <a:gd name="T13" fmla="*/ 50 h 189"/>
                <a:gd name="T14" fmla="*/ 26 w 177"/>
                <a:gd name="T15" fmla="*/ 72 h 189"/>
                <a:gd name="T16" fmla="*/ 33 w 177"/>
                <a:gd name="T17" fmla="*/ 91 h 189"/>
                <a:gd name="T18" fmla="*/ 28 w 177"/>
                <a:gd name="T19" fmla="*/ 104 h 189"/>
                <a:gd name="T20" fmla="*/ 0 w 177"/>
                <a:gd name="T21" fmla="*/ 134 h 189"/>
                <a:gd name="T22" fmla="*/ 0 w 177"/>
                <a:gd name="T23" fmla="*/ 155 h 189"/>
                <a:gd name="T24" fmla="*/ 28 w 177"/>
                <a:gd name="T25" fmla="*/ 186 h 189"/>
                <a:gd name="T26" fmla="*/ 29 w 177"/>
                <a:gd name="T27" fmla="*/ 189 h 189"/>
                <a:gd name="T28" fmla="*/ 52 w 177"/>
                <a:gd name="T29" fmla="*/ 189 h 189"/>
                <a:gd name="T30" fmla="*/ 44 w 177"/>
                <a:gd name="T31" fmla="*/ 165 h 189"/>
                <a:gd name="T32" fmla="*/ 31 w 177"/>
                <a:gd name="T33" fmla="*/ 165 h 189"/>
                <a:gd name="T34" fmla="*/ 21 w 177"/>
                <a:gd name="T35" fmla="*/ 155 h 189"/>
                <a:gd name="T36" fmla="*/ 21 w 177"/>
                <a:gd name="T37" fmla="*/ 134 h 189"/>
                <a:gd name="T38" fmla="*/ 31 w 177"/>
                <a:gd name="T39" fmla="*/ 124 h 189"/>
                <a:gd name="T40" fmla="*/ 44 w 177"/>
                <a:gd name="T41" fmla="*/ 124 h 189"/>
                <a:gd name="T42" fmla="*/ 59 w 177"/>
                <a:gd name="T43" fmla="*/ 88 h 189"/>
                <a:gd name="T44" fmla="*/ 50 w 177"/>
                <a:gd name="T45" fmla="*/ 79 h 189"/>
                <a:gd name="T46" fmla="*/ 50 w 177"/>
                <a:gd name="T47" fmla="*/ 64 h 189"/>
                <a:gd name="T48" fmla="*/ 64 w 177"/>
                <a:gd name="T49" fmla="*/ 50 h 189"/>
                <a:gd name="T50" fmla="*/ 72 w 177"/>
                <a:gd name="T51" fmla="*/ 47 h 189"/>
                <a:gd name="T52" fmla="*/ 79 w 177"/>
                <a:gd name="T53" fmla="*/ 50 h 189"/>
                <a:gd name="T54" fmla="*/ 88 w 177"/>
                <a:gd name="T55" fmla="*/ 59 h 189"/>
                <a:gd name="T56" fmla="*/ 124 w 177"/>
                <a:gd name="T57" fmla="*/ 43 h 189"/>
                <a:gd name="T58" fmla="*/ 124 w 177"/>
                <a:gd name="T59" fmla="*/ 31 h 189"/>
                <a:gd name="T60" fmla="*/ 134 w 177"/>
                <a:gd name="T61" fmla="*/ 21 h 189"/>
                <a:gd name="T62" fmla="*/ 155 w 177"/>
                <a:gd name="T63" fmla="*/ 21 h 189"/>
                <a:gd name="T64" fmla="*/ 165 w 177"/>
                <a:gd name="T65" fmla="*/ 31 h 189"/>
                <a:gd name="T66" fmla="*/ 165 w 177"/>
                <a:gd name="T67" fmla="*/ 43 h 189"/>
                <a:gd name="T68" fmla="*/ 177 w 177"/>
                <a:gd name="T69" fmla="*/ 47 h 189"/>
                <a:gd name="T70" fmla="*/ 177 w 177"/>
                <a:gd name="T71" fmla="*/ 9 h 189"/>
                <a:gd name="T72" fmla="*/ 155 w 177"/>
                <a:gd name="T7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7" h="189">
                  <a:moveTo>
                    <a:pt x="155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18" y="0"/>
                    <a:pt x="105" y="12"/>
                    <a:pt x="104" y="28"/>
                  </a:cubicBezTo>
                  <a:cubicBezTo>
                    <a:pt x="99" y="29"/>
                    <a:pt x="95" y="31"/>
                    <a:pt x="91" y="33"/>
                  </a:cubicBezTo>
                  <a:cubicBezTo>
                    <a:pt x="86" y="28"/>
                    <a:pt x="79" y="26"/>
                    <a:pt x="72" y="26"/>
                  </a:cubicBezTo>
                  <a:cubicBezTo>
                    <a:pt x="63" y="26"/>
                    <a:pt x="56" y="29"/>
                    <a:pt x="50" y="35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29" y="56"/>
                    <a:pt x="26" y="63"/>
                    <a:pt x="26" y="72"/>
                  </a:cubicBezTo>
                  <a:cubicBezTo>
                    <a:pt x="26" y="79"/>
                    <a:pt x="29" y="86"/>
                    <a:pt x="33" y="91"/>
                  </a:cubicBezTo>
                  <a:cubicBezTo>
                    <a:pt x="31" y="95"/>
                    <a:pt x="29" y="99"/>
                    <a:pt x="28" y="104"/>
                  </a:cubicBezTo>
                  <a:cubicBezTo>
                    <a:pt x="12" y="105"/>
                    <a:pt x="0" y="118"/>
                    <a:pt x="0" y="134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71"/>
                    <a:pt x="12" y="184"/>
                    <a:pt x="28" y="186"/>
                  </a:cubicBezTo>
                  <a:cubicBezTo>
                    <a:pt x="28" y="187"/>
                    <a:pt x="29" y="188"/>
                    <a:pt x="29" y="189"/>
                  </a:cubicBezTo>
                  <a:cubicBezTo>
                    <a:pt x="52" y="189"/>
                    <a:pt x="52" y="189"/>
                    <a:pt x="52" y="189"/>
                  </a:cubicBezTo>
                  <a:cubicBezTo>
                    <a:pt x="48" y="182"/>
                    <a:pt x="45" y="174"/>
                    <a:pt x="44" y="165"/>
                  </a:cubicBezTo>
                  <a:cubicBezTo>
                    <a:pt x="31" y="165"/>
                    <a:pt x="31" y="165"/>
                    <a:pt x="31" y="165"/>
                  </a:cubicBezTo>
                  <a:cubicBezTo>
                    <a:pt x="25" y="165"/>
                    <a:pt x="21" y="161"/>
                    <a:pt x="21" y="155"/>
                  </a:cubicBezTo>
                  <a:cubicBezTo>
                    <a:pt x="21" y="134"/>
                    <a:pt x="21" y="134"/>
                    <a:pt x="21" y="134"/>
                  </a:cubicBezTo>
                  <a:cubicBezTo>
                    <a:pt x="21" y="129"/>
                    <a:pt x="25" y="124"/>
                    <a:pt x="31" y="124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6" y="111"/>
                    <a:pt x="52" y="99"/>
                    <a:pt x="59" y="88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46" y="75"/>
                    <a:pt x="46" y="68"/>
                    <a:pt x="50" y="64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6" y="48"/>
                    <a:pt x="69" y="47"/>
                    <a:pt x="72" y="47"/>
                  </a:cubicBezTo>
                  <a:cubicBezTo>
                    <a:pt x="74" y="47"/>
                    <a:pt x="77" y="48"/>
                    <a:pt x="79" y="50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99" y="52"/>
                    <a:pt x="111" y="46"/>
                    <a:pt x="124" y="43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4" y="25"/>
                    <a:pt x="129" y="21"/>
                    <a:pt x="134" y="21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61" y="21"/>
                    <a:pt x="165" y="25"/>
                    <a:pt x="165" y="31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9" y="44"/>
                    <a:pt x="173" y="45"/>
                    <a:pt x="177" y="47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1" y="3"/>
                    <a:pt x="163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27" name="Group 66">
            <a:extLst>
              <a:ext uri="{FF2B5EF4-FFF2-40B4-BE49-F238E27FC236}">
                <a16:creationId xmlns:a16="http://schemas.microsoft.com/office/drawing/2014/main" id="{92E6238B-5065-B7C0-4A33-DABDB1C1BF17}"/>
              </a:ext>
            </a:extLst>
          </p:cNvPr>
          <p:cNvGrpSpPr/>
          <p:nvPr/>
        </p:nvGrpSpPr>
        <p:grpSpPr>
          <a:xfrm>
            <a:off x="4677682" y="1641215"/>
            <a:ext cx="322586" cy="306977"/>
            <a:chOff x="6719888" y="887413"/>
            <a:chExt cx="492125" cy="46831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29" name="Freeform 13">
              <a:extLst>
                <a:ext uri="{FF2B5EF4-FFF2-40B4-BE49-F238E27FC236}">
                  <a16:creationId xmlns:a16="http://schemas.microsoft.com/office/drawing/2014/main" id="{95019B76-0D26-5F6E-2C28-A28C56D0A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19888" y="887413"/>
              <a:ext cx="492125" cy="468312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8 w 128"/>
                <a:gd name="T13" fmla="*/ 110 h 122"/>
                <a:gd name="T14" fmla="*/ 35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2" y="106"/>
                    <a:pt x="39" y="109"/>
                    <a:pt x="38" y="110"/>
                  </a:cubicBezTo>
                  <a:cubicBezTo>
                    <a:pt x="36" y="111"/>
                    <a:pt x="35" y="112"/>
                    <a:pt x="35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5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2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1" name="Freeform 14">
              <a:extLst>
                <a:ext uri="{FF2B5EF4-FFF2-40B4-BE49-F238E27FC236}">
                  <a16:creationId xmlns:a16="http://schemas.microsoft.com/office/drawing/2014/main" id="{DC37F211-178E-480F-56F0-45CEECD77A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1801" y="947738"/>
              <a:ext cx="368300" cy="247650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EC5D2596-2B15-5FB0-3B1D-886E10BC79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43726" y="1201738"/>
              <a:ext cx="46038" cy="47625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3A962733-BBC5-1CAD-E378-58CC9D671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813" y="1044575"/>
              <a:ext cx="61913" cy="65087"/>
            </a:xfrm>
            <a:custGeom>
              <a:avLst/>
              <a:gdLst>
                <a:gd name="T0" fmla="*/ 0 w 39"/>
                <a:gd name="T1" fmla="*/ 24 h 41"/>
                <a:gd name="T2" fmla="*/ 39 w 39"/>
                <a:gd name="T3" fmla="*/ 41 h 41"/>
                <a:gd name="T4" fmla="*/ 39 w 39"/>
                <a:gd name="T5" fmla="*/ 32 h 41"/>
                <a:gd name="T6" fmla="*/ 12 w 39"/>
                <a:gd name="T7" fmla="*/ 19 h 41"/>
                <a:gd name="T8" fmla="*/ 39 w 39"/>
                <a:gd name="T9" fmla="*/ 10 h 41"/>
                <a:gd name="T10" fmla="*/ 39 w 39"/>
                <a:gd name="T11" fmla="*/ 0 h 41"/>
                <a:gd name="T12" fmla="*/ 0 w 39"/>
                <a:gd name="T13" fmla="*/ 17 h 41"/>
                <a:gd name="T14" fmla="*/ 0 w 39"/>
                <a:gd name="T15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41">
                  <a:moveTo>
                    <a:pt x="0" y="24"/>
                  </a:moveTo>
                  <a:lnTo>
                    <a:pt x="39" y="41"/>
                  </a:lnTo>
                  <a:lnTo>
                    <a:pt x="39" y="32"/>
                  </a:lnTo>
                  <a:lnTo>
                    <a:pt x="12" y="19"/>
                  </a:lnTo>
                  <a:lnTo>
                    <a:pt x="39" y="10"/>
                  </a:lnTo>
                  <a:lnTo>
                    <a:pt x="39" y="0"/>
                  </a:lnTo>
                  <a:lnTo>
                    <a:pt x="0" y="17"/>
                  </a:lnTo>
                  <a:lnTo>
                    <a:pt x="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7" name="Freeform 17">
              <a:extLst>
                <a:ext uri="{FF2B5EF4-FFF2-40B4-BE49-F238E27FC236}">
                  <a16:creationId xmlns:a16="http://schemas.microsoft.com/office/drawing/2014/main" id="{2F4F9391-8468-CE35-7265-2D0D5B8FC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0076" y="1033463"/>
              <a:ext cx="31750" cy="87312"/>
            </a:xfrm>
            <a:custGeom>
              <a:avLst/>
              <a:gdLst>
                <a:gd name="T0" fmla="*/ 7 w 8"/>
                <a:gd name="T1" fmla="*/ 0 h 23"/>
                <a:gd name="T2" fmla="*/ 5 w 8"/>
                <a:gd name="T3" fmla="*/ 0 h 23"/>
                <a:gd name="T4" fmla="*/ 5 w 8"/>
                <a:gd name="T5" fmla="*/ 2 h 23"/>
                <a:gd name="T6" fmla="*/ 0 w 8"/>
                <a:gd name="T7" fmla="*/ 20 h 23"/>
                <a:gd name="T8" fmla="*/ 0 w 8"/>
                <a:gd name="T9" fmla="*/ 22 h 23"/>
                <a:gd name="T10" fmla="*/ 2 w 8"/>
                <a:gd name="T11" fmla="*/ 23 h 23"/>
                <a:gd name="T12" fmla="*/ 3 w 8"/>
                <a:gd name="T13" fmla="*/ 23 h 23"/>
                <a:gd name="T14" fmla="*/ 3 w 8"/>
                <a:gd name="T15" fmla="*/ 22 h 23"/>
                <a:gd name="T16" fmla="*/ 4 w 8"/>
                <a:gd name="T17" fmla="*/ 21 h 23"/>
                <a:gd name="T18" fmla="*/ 8 w 8"/>
                <a:gd name="T19" fmla="*/ 3 h 23"/>
                <a:gd name="T20" fmla="*/ 8 w 8"/>
                <a:gd name="T21" fmla="*/ 1 h 23"/>
                <a:gd name="T22" fmla="*/ 8 w 8"/>
                <a:gd name="T23" fmla="*/ 0 h 23"/>
                <a:gd name="T24" fmla="*/ 7 w 8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23">
                  <a:moveTo>
                    <a:pt x="7" y="0"/>
                  </a:move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1"/>
                    <a:pt x="5" y="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0" y="23"/>
                    <a:pt x="1" y="23"/>
                    <a:pt x="2" y="23"/>
                  </a:cubicBezTo>
                  <a:cubicBezTo>
                    <a:pt x="2" y="23"/>
                    <a:pt x="2" y="23"/>
                    <a:pt x="3" y="23"/>
                  </a:cubicBezTo>
                  <a:cubicBezTo>
                    <a:pt x="3" y="23"/>
                    <a:pt x="3" y="22"/>
                    <a:pt x="3" y="22"/>
                  </a:cubicBezTo>
                  <a:cubicBezTo>
                    <a:pt x="3" y="22"/>
                    <a:pt x="3" y="21"/>
                    <a:pt x="4" y="21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39" name="Freeform 18">
              <a:extLst>
                <a:ext uri="{FF2B5EF4-FFF2-40B4-BE49-F238E27FC236}">
                  <a16:creationId xmlns:a16="http://schemas.microsoft.com/office/drawing/2014/main" id="{B069B5BB-336E-03BA-A383-809233E9E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63" y="1044575"/>
              <a:ext cx="60325" cy="65087"/>
            </a:xfrm>
            <a:custGeom>
              <a:avLst/>
              <a:gdLst>
                <a:gd name="T0" fmla="*/ 0 w 38"/>
                <a:gd name="T1" fmla="*/ 10 h 41"/>
                <a:gd name="T2" fmla="*/ 26 w 38"/>
                <a:gd name="T3" fmla="*/ 19 h 41"/>
                <a:gd name="T4" fmla="*/ 0 w 38"/>
                <a:gd name="T5" fmla="*/ 32 h 41"/>
                <a:gd name="T6" fmla="*/ 0 w 38"/>
                <a:gd name="T7" fmla="*/ 41 h 41"/>
                <a:gd name="T8" fmla="*/ 38 w 38"/>
                <a:gd name="T9" fmla="*/ 24 h 41"/>
                <a:gd name="T10" fmla="*/ 38 w 38"/>
                <a:gd name="T11" fmla="*/ 17 h 41"/>
                <a:gd name="T12" fmla="*/ 0 w 38"/>
                <a:gd name="T13" fmla="*/ 0 h 41"/>
                <a:gd name="T14" fmla="*/ 0 w 38"/>
                <a:gd name="T15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41">
                  <a:moveTo>
                    <a:pt x="0" y="10"/>
                  </a:moveTo>
                  <a:lnTo>
                    <a:pt x="26" y="19"/>
                  </a:lnTo>
                  <a:lnTo>
                    <a:pt x="0" y="32"/>
                  </a:lnTo>
                  <a:lnTo>
                    <a:pt x="0" y="41"/>
                  </a:lnTo>
                  <a:lnTo>
                    <a:pt x="38" y="24"/>
                  </a:lnTo>
                  <a:lnTo>
                    <a:pt x="38" y="17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41" name="Group 73">
            <a:extLst>
              <a:ext uri="{FF2B5EF4-FFF2-40B4-BE49-F238E27FC236}">
                <a16:creationId xmlns:a16="http://schemas.microsoft.com/office/drawing/2014/main" id="{09129C62-7501-ABEE-33F4-DCD5A3794D59}"/>
              </a:ext>
            </a:extLst>
          </p:cNvPr>
          <p:cNvGrpSpPr/>
          <p:nvPr/>
        </p:nvGrpSpPr>
        <p:grpSpPr>
          <a:xfrm>
            <a:off x="7988741" y="4833873"/>
            <a:ext cx="364698" cy="365320"/>
            <a:chOff x="7456488" y="5027613"/>
            <a:chExt cx="930275" cy="93186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43" name="Freeform 5">
              <a:extLst>
                <a:ext uri="{FF2B5EF4-FFF2-40B4-BE49-F238E27FC236}">
                  <a16:creationId xmlns:a16="http://schemas.microsoft.com/office/drawing/2014/main" id="{73972E0C-67DC-B232-8472-4D84A0708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6488" y="5183188"/>
              <a:ext cx="744538" cy="776287"/>
            </a:xfrm>
            <a:custGeom>
              <a:avLst/>
              <a:gdLst>
                <a:gd name="T0" fmla="*/ 134 w 196"/>
                <a:gd name="T1" fmla="*/ 204 h 204"/>
                <a:gd name="T2" fmla="*/ 128 w 196"/>
                <a:gd name="T3" fmla="*/ 180 h 204"/>
                <a:gd name="T4" fmla="*/ 16 w 196"/>
                <a:gd name="T5" fmla="*/ 174 h 204"/>
                <a:gd name="T6" fmla="*/ 6 w 196"/>
                <a:gd name="T7" fmla="*/ 68 h 204"/>
                <a:gd name="T8" fmla="*/ 0 w 196"/>
                <a:gd name="T9" fmla="*/ 30 h 204"/>
                <a:gd name="T10" fmla="*/ 16 w 196"/>
                <a:gd name="T11" fmla="*/ 24 h 204"/>
                <a:gd name="T12" fmla="*/ 22 w 196"/>
                <a:gd name="T13" fmla="*/ 0 h 204"/>
                <a:gd name="T14" fmla="*/ 60 w 196"/>
                <a:gd name="T15" fmla="*/ 6 h 204"/>
                <a:gd name="T16" fmla="*/ 166 w 196"/>
                <a:gd name="T17" fmla="*/ 24 h 204"/>
                <a:gd name="T18" fmla="*/ 172 w 196"/>
                <a:gd name="T19" fmla="*/ 136 h 204"/>
                <a:gd name="T20" fmla="*/ 196 w 196"/>
                <a:gd name="T21" fmla="*/ 142 h 204"/>
                <a:gd name="T22" fmla="*/ 190 w 196"/>
                <a:gd name="T23" fmla="*/ 180 h 204"/>
                <a:gd name="T24" fmla="*/ 172 w 196"/>
                <a:gd name="T25" fmla="*/ 198 h 204"/>
                <a:gd name="T26" fmla="*/ 140 w 196"/>
                <a:gd name="T27" fmla="*/ 192 h 204"/>
                <a:gd name="T28" fmla="*/ 160 w 196"/>
                <a:gd name="T29" fmla="*/ 174 h 204"/>
                <a:gd name="T30" fmla="*/ 184 w 196"/>
                <a:gd name="T31" fmla="*/ 168 h 204"/>
                <a:gd name="T32" fmla="*/ 166 w 196"/>
                <a:gd name="T33" fmla="*/ 148 h 204"/>
                <a:gd name="T34" fmla="*/ 160 w 196"/>
                <a:gd name="T35" fmla="*/ 36 h 204"/>
                <a:gd name="T36" fmla="*/ 48 w 196"/>
                <a:gd name="T37" fmla="*/ 30 h 204"/>
                <a:gd name="T38" fmla="*/ 28 w 196"/>
                <a:gd name="T39" fmla="*/ 12 h 204"/>
                <a:gd name="T40" fmla="*/ 22 w 196"/>
                <a:gd name="T41" fmla="*/ 36 h 204"/>
                <a:gd name="T42" fmla="*/ 12 w 196"/>
                <a:gd name="T43" fmla="*/ 56 h 204"/>
                <a:gd name="T44" fmla="*/ 28 w 196"/>
                <a:gd name="T45" fmla="*/ 62 h 204"/>
                <a:gd name="T46" fmla="*/ 134 w 196"/>
                <a:gd name="T47" fmla="*/ 168 h 204"/>
                <a:gd name="T48" fmla="*/ 140 w 196"/>
                <a:gd name="T49" fmla="*/ 192 h 204"/>
                <a:gd name="T50" fmla="*/ 54 w 196"/>
                <a:gd name="T51" fmla="*/ 148 h 204"/>
                <a:gd name="T52" fmla="*/ 48 w 196"/>
                <a:gd name="T53" fmla="*/ 62 h 204"/>
                <a:gd name="T54" fmla="*/ 134 w 196"/>
                <a:gd name="T55" fmla="*/ 56 h 204"/>
                <a:gd name="T56" fmla="*/ 140 w 196"/>
                <a:gd name="T57" fmla="*/ 142 h 204"/>
                <a:gd name="T58" fmla="*/ 60 w 196"/>
                <a:gd name="T59" fmla="*/ 136 h 204"/>
                <a:gd name="T60" fmla="*/ 128 w 196"/>
                <a:gd name="T61" fmla="*/ 68 h 204"/>
                <a:gd name="T62" fmla="*/ 60 w 196"/>
                <a:gd name="T63" fmla="*/ 13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6" h="204">
                  <a:moveTo>
                    <a:pt x="166" y="204"/>
                  </a:moveTo>
                  <a:cubicBezTo>
                    <a:pt x="134" y="204"/>
                    <a:pt x="134" y="204"/>
                    <a:pt x="134" y="204"/>
                  </a:cubicBezTo>
                  <a:cubicBezTo>
                    <a:pt x="131" y="204"/>
                    <a:pt x="128" y="201"/>
                    <a:pt x="128" y="198"/>
                  </a:cubicBezTo>
                  <a:cubicBezTo>
                    <a:pt x="128" y="180"/>
                    <a:pt x="128" y="180"/>
                    <a:pt x="128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19" y="180"/>
                    <a:pt x="16" y="177"/>
                    <a:pt x="16" y="174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3" y="68"/>
                    <a:pt x="0" y="65"/>
                    <a:pt x="0" y="6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7"/>
                    <a:pt x="3" y="24"/>
                    <a:pt x="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166" y="24"/>
                    <a:pt x="166" y="24"/>
                    <a:pt x="166" y="24"/>
                  </a:cubicBezTo>
                  <a:cubicBezTo>
                    <a:pt x="169" y="24"/>
                    <a:pt x="172" y="27"/>
                    <a:pt x="172" y="30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90" y="136"/>
                    <a:pt x="190" y="136"/>
                    <a:pt x="190" y="136"/>
                  </a:cubicBezTo>
                  <a:cubicBezTo>
                    <a:pt x="193" y="136"/>
                    <a:pt x="196" y="139"/>
                    <a:pt x="196" y="142"/>
                  </a:cubicBezTo>
                  <a:cubicBezTo>
                    <a:pt x="196" y="174"/>
                    <a:pt x="196" y="174"/>
                    <a:pt x="196" y="174"/>
                  </a:cubicBezTo>
                  <a:cubicBezTo>
                    <a:pt x="196" y="177"/>
                    <a:pt x="193" y="180"/>
                    <a:pt x="190" y="180"/>
                  </a:cubicBezTo>
                  <a:cubicBezTo>
                    <a:pt x="172" y="180"/>
                    <a:pt x="172" y="180"/>
                    <a:pt x="172" y="180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72" y="201"/>
                    <a:pt x="169" y="204"/>
                    <a:pt x="166" y="204"/>
                  </a:cubicBezTo>
                  <a:close/>
                  <a:moveTo>
                    <a:pt x="140" y="192"/>
                  </a:moveTo>
                  <a:cubicBezTo>
                    <a:pt x="160" y="192"/>
                    <a:pt x="160" y="192"/>
                    <a:pt x="160" y="192"/>
                  </a:cubicBezTo>
                  <a:cubicBezTo>
                    <a:pt x="160" y="174"/>
                    <a:pt x="160" y="174"/>
                    <a:pt x="160" y="174"/>
                  </a:cubicBezTo>
                  <a:cubicBezTo>
                    <a:pt x="160" y="171"/>
                    <a:pt x="163" y="168"/>
                    <a:pt x="166" y="168"/>
                  </a:cubicBezTo>
                  <a:cubicBezTo>
                    <a:pt x="184" y="168"/>
                    <a:pt x="184" y="168"/>
                    <a:pt x="184" y="16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3" y="148"/>
                    <a:pt x="160" y="145"/>
                    <a:pt x="160" y="142"/>
                  </a:cubicBezTo>
                  <a:cubicBezTo>
                    <a:pt x="160" y="36"/>
                    <a:pt x="160" y="36"/>
                    <a:pt x="160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1" y="36"/>
                    <a:pt x="48" y="33"/>
                    <a:pt x="48" y="30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3"/>
                    <a:pt x="25" y="36"/>
                    <a:pt x="2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5" y="56"/>
                    <a:pt x="28" y="59"/>
                    <a:pt x="28" y="62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134" y="168"/>
                    <a:pt x="134" y="168"/>
                    <a:pt x="134" y="168"/>
                  </a:cubicBezTo>
                  <a:cubicBezTo>
                    <a:pt x="137" y="168"/>
                    <a:pt x="140" y="171"/>
                    <a:pt x="140" y="174"/>
                  </a:cubicBezTo>
                  <a:lnTo>
                    <a:pt x="140" y="192"/>
                  </a:lnTo>
                  <a:close/>
                  <a:moveTo>
                    <a:pt x="134" y="148"/>
                  </a:moveTo>
                  <a:cubicBezTo>
                    <a:pt x="54" y="148"/>
                    <a:pt x="54" y="148"/>
                    <a:pt x="54" y="148"/>
                  </a:cubicBezTo>
                  <a:cubicBezTo>
                    <a:pt x="51" y="148"/>
                    <a:pt x="48" y="145"/>
                    <a:pt x="48" y="142"/>
                  </a:cubicBezTo>
                  <a:cubicBezTo>
                    <a:pt x="48" y="62"/>
                    <a:pt x="48" y="62"/>
                    <a:pt x="48" y="62"/>
                  </a:cubicBezTo>
                  <a:cubicBezTo>
                    <a:pt x="48" y="59"/>
                    <a:pt x="51" y="56"/>
                    <a:pt x="54" y="56"/>
                  </a:cubicBezTo>
                  <a:cubicBezTo>
                    <a:pt x="134" y="56"/>
                    <a:pt x="134" y="56"/>
                    <a:pt x="134" y="56"/>
                  </a:cubicBezTo>
                  <a:cubicBezTo>
                    <a:pt x="137" y="56"/>
                    <a:pt x="140" y="59"/>
                    <a:pt x="140" y="62"/>
                  </a:cubicBezTo>
                  <a:cubicBezTo>
                    <a:pt x="140" y="142"/>
                    <a:pt x="140" y="142"/>
                    <a:pt x="140" y="142"/>
                  </a:cubicBezTo>
                  <a:cubicBezTo>
                    <a:pt x="140" y="145"/>
                    <a:pt x="137" y="148"/>
                    <a:pt x="134" y="148"/>
                  </a:cubicBezTo>
                  <a:close/>
                  <a:moveTo>
                    <a:pt x="60" y="136"/>
                  </a:moveTo>
                  <a:cubicBezTo>
                    <a:pt x="128" y="136"/>
                    <a:pt x="128" y="136"/>
                    <a:pt x="128" y="136"/>
                  </a:cubicBezTo>
                  <a:cubicBezTo>
                    <a:pt x="128" y="68"/>
                    <a:pt x="128" y="68"/>
                    <a:pt x="128" y="68"/>
                  </a:cubicBezTo>
                  <a:cubicBezTo>
                    <a:pt x="60" y="68"/>
                    <a:pt x="60" y="68"/>
                    <a:pt x="60" y="68"/>
                  </a:cubicBezTo>
                  <a:lnTo>
                    <a:pt x="60" y="1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5" name="Freeform 6">
              <a:extLst>
                <a:ext uri="{FF2B5EF4-FFF2-40B4-BE49-F238E27FC236}">
                  <a16:creationId xmlns:a16="http://schemas.microsoft.com/office/drawing/2014/main" id="{288EEAA8-A415-3941-63CE-7C394599C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5876" y="5392738"/>
              <a:ext cx="355600" cy="354012"/>
            </a:xfrm>
            <a:custGeom>
              <a:avLst/>
              <a:gdLst>
                <a:gd name="T0" fmla="*/ 7 w 94"/>
                <a:gd name="T1" fmla="*/ 93 h 93"/>
                <a:gd name="T2" fmla="*/ 3 w 94"/>
                <a:gd name="T3" fmla="*/ 91 h 93"/>
                <a:gd name="T4" fmla="*/ 3 w 94"/>
                <a:gd name="T5" fmla="*/ 83 h 93"/>
                <a:gd name="T6" fmla="*/ 83 w 94"/>
                <a:gd name="T7" fmla="*/ 3 h 93"/>
                <a:gd name="T8" fmla="*/ 91 w 94"/>
                <a:gd name="T9" fmla="*/ 3 h 93"/>
                <a:gd name="T10" fmla="*/ 91 w 94"/>
                <a:gd name="T11" fmla="*/ 11 h 93"/>
                <a:gd name="T12" fmla="*/ 11 w 94"/>
                <a:gd name="T13" fmla="*/ 91 h 93"/>
                <a:gd name="T14" fmla="*/ 7 w 94"/>
                <a:gd name="T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" h="93">
                  <a:moveTo>
                    <a:pt x="7" y="93"/>
                  </a:moveTo>
                  <a:cubicBezTo>
                    <a:pt x="5" y="93"/>
                    <a:pt x="4" y="92"/>
                    <a:pt x="3" y="91"/>
                  </a:cubicBezTo>
                  <a:cubicBezTo>
                    <a:pt x="0" y="89"/>
                    <a:pt x="0" y="85"/>
                    <a:pt x="3" y="8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5" y="0"/>
                    <a:pt x="89" y="0"/>
                    <a:pt x="91" y="3"/>
                  </a:cubicBezTo>
                  <a:cubicBezTo>
                    <a:pt x="94" y="5"/>
                    <a:pt x="94" y="9"/>
                    <a:pt x="91" y="11"/>
                  </a:cubicBezTo>
                  <a:cubicBezTo>
                    <a:pt x="11" y="91"/>
                    <a:pt x="11" y="91"/>
                    <a:pt x="11" y="91"/>
                  </a:cubicBezTo>
                  <a:cubicBezTo>
                    <a:pt x="10" y="92"/>
                    <a:pt x="9" y="93"/>
                    <a:pt x="7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968877BE-9570-22A6-7067-07909B234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9738" y="5027613"/>
              <a:ext cx="327025" cy="292100"/>
            </a:xfrm>
            <a:custGeom>
              <a:avLst/>
              <a:gdLst>
                <a:gd name="T0" fmla="*/ 7 w 86"/>
                <a:gd name="T1" fmla="*/ 77 h 77"/>
                <a:gd name="T2" fmla="*/ 3 w 86"/>
                <a:gd name="T3" fmla="*/ 75 h 77"/>
                <a:gd name="T4" fmla="*/ 3 w 86"/>
                <a:gd name="T5" fmla="*/ 67 h 77"/>
                <a:gd name="T6" fmla="*/ 75 w 86"/>
                <a:gd name="T7" fmla="*/ 3 h 77"/>
                <a:gd name="T8" fmla="*/ 83 w 86"/>
                <a:gd name="T9" fmla="*/ 3 h 77"/>
                <a:gd name="T10" fmla="*/ 83 w 86"/>
                <a:gd name="T11" fmla="*/ 11 h 77"/>
                <a:gd name="T12" fmla="*/ 11 w 86"/>
                <a:gd name="T13" fmla="*/ 75 h 77"/>
                <a:gd name="T14" fmla="*/ 7 w 86"/>
                <a:gd name="T1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77">
                  <a:moveTo>
                    <a:pt x="7" y="77"/>
                  </a:moveTo>
                  <a:cubicBezTo>
                    <a:pt x="5" y="77"/>
                    <a:pt x="4" y="76"/>
                    <a:pt x="3" y="75"/>
                  </a:cubicBezTo>
                  <a:cubicBezTo>
                    <a:pt x="0" y="73"/>
                    <a:pt x="1" y="69"/>
                    <a:pt x="3" y="67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7" y="0"/>
                    <a:pt x="81" y="1"/>
                    <a:pt x="83" y="3"/>
                  </a:cubicBezTo>
                  <a:cubicBezTo>
                    <a:pt x="86" y="5"/>
                    <a:pt x="85" y="9"/>
                    <a:pt x="83" y="11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0" y="77"/>
                    <a:pt x="8" y="77"/>
                    <a:pt x="7" y="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49" name="Freeform 8">
              <a:extLst>
                <a:ext uri="{FF2B5EF4-FFF2-40B4-BE49-F238E27FC236}">
                  <a16:creationId xmlns:a16="http://schemas.microsoft.com/office/drawing/2014/main" id="{69E02EDC-C8B4-54A7-2412-FCEA235DC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3638" y="5275263"/>
              <a:ext cx="171450" cy="44450"/>
            </a:xfrm>
            <a:custGeom>
              <a:avLst/>
              <a:gdLst>
                <a:gd name="T0" fmla="*/ 39 w 45"/>
                <a:gd name="T1" fmla="*/ 12 h 12"/>
                <a:gd name="T2" fmla="*/ 6 w 45"/>
                <a:gd name="T3" fmla="*/ 12 h 12"/>
                <a:gd name="T4" fmla="*/ 0 w 45"/>
                <a:gd name="T5" fmla="*/ 6 h 12"/>
                <a:gd name="T6" fmla="*/ 6 w 45"/>
                <a:gd name="T7" fmla="*/ 0 h 12"/>
                <a:gd name="T8" fmla="*/ 39 w 45"/>
                <a:gd name="T9" fmla="*/ 0 h 12"/>
                <a:gd name="T10" fmla="*/ 45 w 45"/>
                <a:gd name="T11" fmla="*/ 6 h 12"/>
                <a:gd name="T12" fmla="*/ 39 w 45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2">
                  <a:moveTo>
                    <a:pt x="39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2" y="0"/>
                    <a:pt x="45" y="3"/>
                    <a:pt x="45" y="6"/>
                  </a:cubicBezTo>
                  <a:cubicBezTo>
                    <a:pt x="45" y="9"/>
                    <a:pt x="42" y="12"/>
                    <a:pt x="3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51" name="Freeform 9">
              <a:extLst>
                <a:ext uri="{FF2B5EF4-FFF2-40B4-BE49-F238E27FC236}">
                  <a16:creationId xmlns:a16="http://schemas.microsoft.com/office/drawing/2014/main" id="{8D66DA2A-5A9C-FEFF-234E-D1721FDE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8401" y="5395913"/>
              <a:ext cx="166688" cy="46037"/>
            </a:xfrm>
            <a:custGeom>
              <a:avLst/>
              <a:gdLst>
                <a:gd name="T0" fmla="*/ 38 w 44"/>
                <a:gd name="T1" fmla="*/ 12 h 12"/>
                <a:gd name="T2" fmla="*/ 6 w 44"/>
                <a:gd name="T3" fmla="*/ 12 h 12"/>
                <a:gd name="T4" fmla="*/ 0 w 44"/>
                <a:gd name="T5" fmla="*/ 6 h 12"/>
                <a:gd name="T6" fmla="*/ 6 w 44"/>
                <a:gd name="T7" fmla="*/ 0 h 12"/>
                <a:gd name="T8" fmla="*/ 38 w 44"/>
                <a:gd name="T9" fmla="*/ 0 h 12"/>
                <a:gd name="T10" fmla="*/ 44 w 44"/>
                <a:gd name="T11" fmla="*/ 6 h 12"/>
                <a:gd name="T12" fmla="*/ 38 w 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2">
                  <a:moveTo>
                    <a:pt x="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9"/>
                    <a:pt x="41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53" name="Freeform 10">
              <a:extLst>
                <a:ext uri="{FF2B5EF4-FFF2-40B4-BE49-F238E27FC236}">
                  <a16:creationId xmlns:a16="http://schemas.microsoft.com/office/drawing/2014/main" id="{656A8E6A-18DE-1021-C058-A053AA30A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63" y="5700713"/>
              <a:ext cx="168275" cy="46037"/>
            </a:xfrm>
            <a:custGeom>
              <a:avLst/>
              <a:gdLst>
                <a:gd name="T0" fmla="*/ 38 w 44"/>
                <a:gd name="T1" fmla="*/ 12 h 12"/>
                <a:gd name="T2" fmla="*/ 6 w 44"/>
                <a:gd name="T3" fmla="*/ 12 h 12"/>
                <a:gd name="T4" fmla="*/ 0 w 44"/>
                <a:gd name="T5" fmla="*/ 6 h 12"/>
                <a:gd name="T6" fmla="*/ 6 w 44"/>
                <a:gd name="T7" fmla="*/ 0 h 12"/>
                <a:gd name="T8" fmla="*/ 38 w 44"/>
                <a:gd name="T9" fmla="*/ 0 h 12"/>
                <a:gd name="T10" fmla="*/ 44 w 44"/>
                <a:gd name="T11" fmla="*/ 6 h 12"/>
                <a:gd name="T12" fmla="*/ 38 w 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2">
                  <a:moveTo>
                    <a:pt x="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9"/>
                    <a:pt x="41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55" name="Freeform 11">
              <a:extLst>
                <a:ext uri="{FF2B5EF4-FFF2-40B4-BE49-F238E27FC236}">
                  <a16:creationId xmlns:a16="http://schemas.microsoft.com/office/drawing/2014/main" id="{C57116EB-7B3F-1CB6-3D88-F5AA8FCD9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2263" y="5821363"/>
              <a:ext cx="168275" cy="46037"/>
            </a:xfrm>
            <a:custGeom>
              <a:avLst/>
              <a:gdLst>
                <a:gd name="T0" fmla="*/ 38 w 44"/>
                <a:gd name="T1" fmla="*/ 12 h 12"/>
                <a:gd name="T2" fmla="*/ 6 w 44"/>
                <a:gd name="T3" fmla="*/ 12 h 12"/>
                <a:gd name="T4" fmla="*/ 0 w 44"/>
                <a:gd name="T5" fmla="*/ 6 h 12"/>
                <a:gd name="T6" fmla="*/ 6 w 44"/>
                <a:gd name="T7" fmla="*/ 0 h 12"/>
                <a:gd name="T8" fmla="*/ 38 w 44"/>
                <a:gd name="T9" fmla="*/ 0 h 12"/>
                <a:gd name="T10" fmla="*/ 44 w 44"/>
                <a:gd name="T11" fmla="*/ 6 h 12"/>
                <a:gd name="T12" fmla="*/ 38 w 4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12">
                  <a:moveTo>
                    <a:pt x="3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1" y="0"/>
                    <a:pt x="44" y="3"/>
                    <a:pt x="44" y="6"/>
                  </a:cubicBezTo>
                  <a:cubicBezTo>
                    <a:pt x="44" y="9"/>
                    <a:pt x="41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57" name="Group 85">
            <a:extLst>
              <a:ext uri="{FF2B5EF4-FFF2-40B4-BE49-F238E27FC236}">
                <a16:creationId xmlns:a16="http://schemas.microsoft.com/office/drawing/2014/main" id="{F346214B-1BDD-4DE7-CED9-992D5E782E09}"/>
              </a:ext>
            </a:extLst>
          </p:cNvPr>
          <p:cNvGrpSpPr/>
          <p:nvPr/>
        </p:nvGrpSpPr>
        <p:grpSpPr>
          <a:xfrm>
            <a:off x="4682902" y="3569081"/>
            <a:ext cx="312146" cy="311139"/>
            <a:chOff x="8224838" y="646113"/>
            <a:chExt cx="492125" cy="49053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59" name="Freeform 5">
              <a:extLst>
                <a:ext uri="{FF2B5EF4-FFF2-40B4-BE49-F238E27FC236}">
                  <a16:creationId xmlns:a16="http://schemas.microsoft.com/office/drawing/2014/main" id="{CA199242-E981-492A-1E39-92F582F90C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56601" y="646113"/>
              <a:ext cx="225425" cy="325437"/>
            </a:xfrm>
            <a:custGeom>
              <a:avLst/>
              <a:gdLst>
                <a:gd name="T0" fmla="*/ 29 w 59"/>
                <a:gd name="T1" fmla="*/ 85 h 85"/>
                <a:gd name="T2" fmla="*/ 59 w 59"/>
                <a:gd name="T3" fmla="*/ 30 h 85"/>
                <a:gd name="T4" fmla="*/ 29 w 59"/>
                <a:gd name="T5" fmla="*/ 0 h 85"/>
                <a:gd name="T6" fmla="*/ 0 w 59"/>
                <a:gd name="T7" fmla="*/ 30 h 85"/>
                <a:gd name="T8" fmla="*/ 11 w 59"/>
                <a:gd name="T9" fmla="*/ 63 h 85"/>
                <a:gd name="T10" fmla="*/ 29 w 59"/>
                <a:gd name="T11" fmla="*/ 85 h 85"/>
                <a:gd name="T12" fmla="*/ 29 w 59"/>
                <a:gd name="T13" fmla="*/ 8 h 85"/>
                <a:gd name="T14" fmla="*/ 51 w 59"/>
                <a:gd name="T15" fmla="*/ 30 h 85"/>
                <a:gd name="T16" fmla="*/ 29 w 59"/>
                <a:gd name="T17" fmla="*/ 77 h 85"/>
                <a:gd name="T18" fmla="*/ 8 w 59"/>
                <a:gd name="T19" fmla="*/ 30 h 85"/>
                <a:gd name="T20" fmla="*/ 29 w 59"/>
                <a:gd name="T21" fmla="*/ 8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5">
                  <a:moveTo>
                    <a:pt x="29" y="85"/>
                  </a:moveTo>
                  <a:cubicBezTo>
                    <a:pt x="40" y="85"/>
                    <a:pt x="59" y="44"/>
                    <a:pt x="59" y="30"/>
                  </a:cubicBezTo>
                  <a:cubicBezTo>
                    <a:pt x="59" y="13"/>
                    <a:pt x="46" y="0"/>
                    <a:pt x="29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1"/>
                    <a:pt x="8" y="58"/>
                    <a:pt x="11" y="63"/>
                  </a:cubicBezTo>
                  <a:cubicBezTo>
                    <a:pt x="18" y="78"/>
                    <a:pt x="24" y="85"/>
                    <a:pt x="29" y="85"/>
                  </a:cubicBezTo>
                  <a:close/>
                  <a:moveTo>
                    <a:pt x="29" y="8"/>
                  </a:moveTo>
                  <a:cubicBezTo>
                    <a:pt x="41" y="8"/>
                    <a:pt x="51" y="18"/>
                    <a:pt x="51" y="30"/>
                  </a:cubicBezTo>
                  <a:cubicBezTo>
                    <a:pt x="51" y="44"/>
                    <a:pt x="35" y="73"/>
                    <a:pt x="29" y="77"/>
                  </a:cubicBezTo>
                  <a:cubicBezTo>
                    <a:pt x="24" y="73"/>
                    <a:pt x="8" y="44"/>
                    <a:pt x="8" y="30"/>
                  </a:cubicBezTo>
                  <a:cubicBezTo>
                    <a:pt x="8" y="18"/>
                    <a:pt x="18" y="8"/>
                    <a:pt x="2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1" name="Freeform 6">
              <a:extLst>
                <a:ext uri="{FF2B5EF4-FFF2-40B4-BE49-F238E27FC236}">
                  <a16:creationId xmlns:a16="http://schemas.microsoft.com/office/drawing/2014/main" id="{ACC0F08A-0D16-B152-290F-A08DA653DC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3751" y="700088"/>
              <a:ext cx="111125" cy="111125"/>
            </a:xfrm>
            <a:custGeom>
              <a:avLst/>
              <a:gdLst>
                <a:gd name="T0" fmla="*/ 29 w 29"/>
                <a:gd name="T1" fmla="*/ 15 h 29"/>
                <a:gd name="T2" fmla="*/ 14 w 29"/>
                <a:gd name="T3" fmla="*/ 0 h 29"/>
                <a:gd name="T4" fmla="*/ 0 w 29"/>
                <a:gd name="T5" fmla="*/ 15 h 29"/>
                <a:gd name="T6" fmla="*/ 14 w 29"/>
                <a:gd name="T7" fmla="*/ 29 h 29"/>
                <a:gd name="T8" fmla="*/ 29 w 29"/>
                <a:gd name="T9" fmla="*/ 15 h 29"/>
                <a:gd name="T10" fmla="*/ 4 w 29"/>
                <a:gd name="T11" fmla="*/ 15 h 29"/>
                <a:gd name="T12" fmla="*/ 14 w 29"/>
                <a:gd name="T13" fmla="*/ 4 h 29"/>
                <a:gd name="T14" fmla="*/ 25 w 29"/>
                <a:gd name="T15" fmla="*/ 15 h 29"/>
                <a:gd name="T16" fmla="*/ 14 w 29"/>
                <a:gd name="T17" fmla="*/ 25 h 29"/>
                <a:gd name="T18" fmla="*/ 4 w 29"/>
                <a:gd name="T1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29" y="15"/>
                  </a:moveTo>
                  <a:cubicBezTo>
                    <a:pt x="29" y="6"/>
                    <a:pt x="23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23"/>
                    <a:pt x="6" y="29"/>
                    <a:pt x="14" y="29"/>
                  </a:cubicBezTo>
                  <a:cubicBezTo>
                    <a:pt x="23" y="29"/>
                    <a:pt x="29" y="23"/>
                    <a:pt x="29" y="15"/>
                  </a:cubicBezTo>
                  <a:close/>
                  <a:moveTo>
                    <a:pt x="4" y="15"/>
                  </a:moveTo>
                  <a:cubicBezTo>
                    <a:pt x="4" y="8"/>
                    <a:pt x="9" y="4"/>
                    <a:pt x="14" y="4"/>
                  </a:cubicBezTo>
                  <a:cubicBezTo>
                    <a:pt x="20" y="4"/>
                    <a:pt x="25" y="8"/>
                    <a:pt x="25" y="15"/>
                  </a:cubicBezTo>
                  <a:cubicBezTo>
                    <a:pt x="25" y="21"/>
                    <a:pt x="20" y="25"/>
                    <a:pt x="14" y="25"/>
                  </a:cubicBezTo>
                  <a:cubicBezTo>
                    <a:pt x="9" y="25"/>
                    <a:pt x="4" y="21"/>
                    <a:pt x="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63" name="Freeform 7">
              <a:extLst>
                <a:ext uri="{FF2B5EF4-FFF2-40B4-BE49-F238E27FC236}">
                  <a16:creationId xmlns:a16="http://schemas.microsoft.com/office/drawing/2014/main" id="{A75EBA7F-157A-7C82-F29D-A640AF0FE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4838" y="768350"/>
              <a:ext cx="492125" cy="368300"/>
            </a:xfrm>
            <a:custGeom>
              <a:avLst/>
              <a:gdLst>
                <a:gd name="T0" fmla="*/ 126 w 128"/>
                <a:gd name="T1" fmla="*/ 1 h 96"/>
                <a:gd name="T2" fmla="*/ 123 w 128"/>
                <a:gd name="T3" fmla="*/ 1 h 96"/>
                <a:gd name="T4" fmla="*/ 97 w 128"/>
                <a:gd name="T5" fmla="*/ 7 h 96"/>
                <a:gd name="T6" fmla="*/ 94 w 128"/>
                <a:gd name="T7" fmla="*/ 12 h 96"/>
                <a:gd name="T8" fmla="*/ 99 w 128"/>
                <a:gd name="T9" fmla="*/ 15 h 96"/>
                <a:gd name="T10" fmla="*/ 120 w 128"/>
                <a:gd name="T11" fmla="*/ 10 h 96"/>
                <a:gd name="T12" fmla="*/ 120 w 128"/>
                <a:gd name="T13" fmla="*/ 80 h 96"/>
                <a:gd name="T14" fmla="*/ 87 w 128"/>
                <a:gd name="T15" fmla="*/ 87 h 96"/>
                <a:gd name="T16" fmla="*/ 87 w 128"/>
                <a:gd name="T17" fmla="*/ 38 h 96"/>
                <a:gd name="T18" fmla="*/ 85 w 128"/>
                <a:gd name="T19" fmla="*/ 36 h 96"/>
                <a:gd name="T20" fmla="*/ 83 w 128"/>
                <a:gd name="T21" fmla="*/ 38 h 96"/>
                <a:gd name="T22" fmla="*/ 83 w 128"/>
                <a:gd name="T23" fmla="*/ 87 h 96"/>
                <a:gd name="T24" fmla="*/ 43 w 128"/>
                <a:gd name="T25" fmla="*/ 73 h 96"/>
                <a:gd name="T26" fmla="*/ 43 w 128"/>
                <a:gd name="T27" fmla="*/ 38 h 96"/>
                <a:gd name="T28" fmla="*/ 41 w 128"/>
                <a:gd name="T29" fmla="*/ 36 h 96"/>
                <a:gd name="T30" fmla="*/ 39 w 128"/>
                <a:gd name="T31" fmla="*/ 38 h 96"/>
                <a:gd name="T32" fmla="*/ 39 w 128"/>
                <a:gd name="T33" fmla="*/ 73 h 96"/>
                <a:gd name="T34" fmla="*/ 8 w 128"/>
                <a:gd name="T35" fmla="*/ 86 h 96"/>
                <a:gd name="T36" fmla="*/ 8 w 128"/>
                <a:gd name="T37" fmla="*/ 16 h 96"/>
                <a:gd name="T38" fmla="*/ 29 w 128"/>
                <a:gd name="T39" fmla="*/ 8 h 96"/>
                <a:gd name="T40" fmla="*/ 31 w 128"/>
                <a:gd name="T41" fmla="*/ 3 h 96"/>
                <a:gd name="T42" fmla="*/ 26 w 128"/>
                <a:gd name="T43" fmla="*/ 0 h 96"/>
                <a:gd name="T44" fmla="*/ 3 w 128"/>
                <a:gd name="T45" fmla="*/ 10 h 96"/>
                <a:gd name="T46" fmla="*/ 0 w 128"/>
                <a:gd name="T47" fmla="*/ 14 h 96"/>
                <a:gd name="T48" fmla="*/ 0 w 128"/>
                <a:gd name="T49" fmla="*/ 92 h 96"/>
                <a:gd name="T50" fmla="*/ 2 w 128"/>
                <a:gd name="T51" fmla="*/ 95 h 96"/>
                <a:gd name="T52" fmla="*/ 4 w 128"/>
                <a:gd name="T53" fmla="*/ 96 h 96"/>
                <a:gd name="T54" fmla="*/ 6 w 128"/>
                <a:gd name="T55" fmla="*/ 96 h 96"/>
                <a:gd name="T56" fmla="*/ 41 w 128"/>
                <a:gd name="T57" fmla="*/ 81 h 96"/>
                <a:gd name="T58" fmla="*/ 84 w 128"/>
                <a:gd name="T59" fmla="*/ 96 h 96"/>
                <a:gd name="T60" fmla="*/ 87 w 128"/>
                <a:gd name="T61" fmla="*/ 96 h 96"/>
                <a:gd name="T62" fmla="*/ 125 w 128"/>
                <a:gd name="T63" fmla="*/ 87 h 96"/>
                <a:gd name="T64" fmla="*/ 128 w 128"/>
                <a:gd name="T65" fmla="*/ 83 h 96"/>
                <a:gd name="T66" fmla="*/ 128 w 128"/>
                <a:gd name="T67" fmla="*/ 4 h 96"/>
                <a:gd name="T68" fmla="*/ 126 w 128"/>
                <a:gd name="T69" fmla="*/ 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96">
                  <a:moveTo>
                    <a:pt x="126" y="1"/>
                  </a:moveTo>
                  <a:cubicBezTo>
                    <a:pt x="125" y="1"/>
                    <a:pt x="124" y="0"/>
                    <a:pt x="123" y="1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5" y="7"/>
                    <a:pt x="94" y="10"/>
                    <a:pt x="94" y="12"/>
                  </a:cubicBezTo>
                  <a:cubicBezTo>
                    <a:pt x="95" y="14"/>
                    <a:pt x="97" y="15"/>
                    <a:pt x="99" y="15"/>
                  </a:cubicBezTo>
                  <a:cubicBezTo>
                    <a:pt x="120" y="10"/>
                    <a:pt x="120" y="10"/>
                    <a:pt x="120" y="10"/>
                  </a:cubicBezTo>
                  <a:cubicBezTo>
                    <a:pt x="120" y="80"/>
                    <a:pt x="120" y="80"/>
                    <a:pt x="120" y="80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87" y="38"/>
                    <a:pt x="87" y="38"/>
                    <a:pt x="87" y="38"/>
                  </a:cubicBezTo>
                  <a:cubicBezTo>
                    <a:pt x="87" y="37"/>
                    <a:pt x="86" y="36"/>
                    <a:pt x="85" y="36"/>
                  </a:cubicBezTo>
                  <a:cubicBezTo>
                    <a:pt x="84" y="36"/>
                    <a:pt x="83" y="37"/>
                    <a:pt x="83" y="38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7"/>
                    <a:pt x="42" y="36"/>
                    <a:pt x="41" y="36"/>
                  </a:cubicBezTo>
                  <a:cubicBezTo>
                    <a:pt x="40" y="36"/>
                    <a:pt x="39" y="37"/>
                    <a:pt x="39" y="38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7"/>
                    <a:pt x="32" y="5"/>
                    <a:pt x="31" y="3"/>
                  </a:cubicBezTo>
                  <a:cubicBezTo>
                    <a:pt x="30" y="1"/>
                    <a:pt x="28" y="0"/>
                    <a:pt x="26" y="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1" y="95"/>
                    <a:pt x="2" y="95"/>
                  </a:cubicBezTo>
                  <a:cubicBezTo>
                    <a:pt x="2" y="96"/>
                    <a:pt x="3" y="96"/>
                    <a:pt x="4" y="96"/>
                  </a:cubicBezTo>
                  <a:cubicBezTo>
                    <a:pt x="5" y="96"/>
                    <a:pt x="5" y="96"/>
                    <a:pt x="6" y="96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84" y="96"/>
                    <a:pt x="84" y="96"/>
                    <a:pt x="84" y="96"/>
                  </a:cubicBezTo>
                  <a:cubicBezTo>
                    <a:pt x="85" y="96"/>
                    <a:pt x="86" y="96"/>
                    <a:pt x="87" y="96"/>
                  </a:cubicBezTo>
                  <a:cubicBezTo>
                    <a:pt x="125" y="87"/>
                    <a:pt x="125" y="87"/>
                    <a:pt x="125" y="87"/>
                  </a:cubicBezTo>
                  <a:cubicBezTo>
                    <a:pt x="127" y="86"/>
                    <a:pt x="128" y="85"/>
                    <a:pt x="128" y="83"/>
                  </a:cubicBezTo>
                  <a:cubicBezTo>
                    <a:pt x="128" y="4"/>
                    <a:pt x="128" y="4"/>
                    <a:pt x="128" y="4"/>
                  </a:cubicBezTo>
                  <a:cubicBezTo>
                    <a:pt x="128" y="3"/>
                    <a:pt x="127" y="2"/>
                    <a:pt x="12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165" name="Freeform 12">
            <a:extLst>
              <a:ext uri="{FF2B5EF4-FFF2-40B4-BE49-F238E27FC236}">
                <a16:creationId xmlns:a16="http://schemas.microsoft.com/office/drawing/2014/main" id="{4794BA3C-F0A8-BBC2-A04F-3A314688534A}"/>
              </a:ext>
            </a:extLst>
          </p:cNvPr>
          <p:cNvSpPr>
            <a:spLocks noEditPoints="1"/>
          </p:cNvSpPr>
          <p:nvPr/>
        </p:nvSpPr>
        <p:spPr bwMode="auto">
          <a:xfrm>
            <a:off x="6338227" y="2246410"/>
            <a:ext cx="347321" cy="348631"/>
          </a:xfrm>
          <a:custGeom>
            <a:avLst/>
            <a:gdLst>
              <a:gd name="T0" fmla="*/ 14 w 112"/>
              <a:gd name="T1" fmla="*/ 93 h 112"/>
              <a:gd name="T2" fmla="*/ 19 w 112"/>
              <a:gd name="T3" fmla="*/ 99 h 112"/>
              <a:gd name="T4" fmla="*/ 25 w 112"/>
              <a:gd name="T5" fmla="*/ 99 h 112"/>
              <a:gd name="T6" fmla="*/ 25 w 112"/>
              <a:gd name="T7" fmla="*/ 98 h 112"/>
              <a:gd name="T8" fmla="*/ 82 w 112"/>
              <a:gd name="T9" fmla="*/ 101 h 112"/>
              <a:gd name="T10" fmla="*/ 87 w 112"/>
              <a:gd name="T11" fmla="*/ 98 h 112"/>
              <a:gd name="T12" fmla="*/ 87 w 112"/>
              <a:gd name="T13" fmla="*/ 98 h 112"/>
              <a:gd name="T14" fmla="*/ 93 w 112"/>
              <a:gd name="T15" fmla="*/ 98 h 112"/>
              <a:gd name="T16" fmla="*/ 99 w 112"/>
              <a:gd name="T17" fmla="*/ 93 h 112"/>
              <a:gd name="T18" fmla="*/ 99 w 112"/>
              <a:gd name="T19" fmla="*/ 87 h 112"/>
              <a:gd name="T20" fmla="*/ 98 w 112"/>
              <a:gd name="T21" fmla="*/ 87 h 112"/>
              <a:gd name="T22" fmla="*/ 101 w 112"/>
              <a:gd name="T23" fmla="*/ 30 h 112"/>
              <a:gd name="T24" fmla="*/ 98 w 112"/>
              <a:gd name="T25" fmla="*/ 25 h 112"/>
              <a:gd name="T26" fmla="*/ 98 w 112"/>
              <a:gd name="T27" fmla="*/ 24 h 112"/>
              <a:gd name="T28" fmla="*/ 98 w 112"/>
              <a:gd name="T29" fmla="*/ 19 h 112"/>
              <a:gd name="T30" fmla="*/ 93 w 112"/>
              <a:gd name="T31" fmla="*/ 13 h 112"/>
              <a:gd name="T32" fmla="*/ 87 w 112"/>
              <a:gd name="T33" fmla="*/ 13 h 112"/>
              <a:gd name="T34" fmla="*/ 86 w 112"/>
              <a:gd name="T35" fmla="*/ 14 h 112"/>
              <a:gd name="T36" fmla="*/ 30 w 112"/>
              <a:gd name="T37" fmla="*/ 11 h 112"/>
              <a:gd name="T38" fmla="*/ 25 w 112"/>
              <a:gd name="T39" fmla="*/ 14 h 112"/>
              <a:gd name="T40" fmla="*/ 24 w 112"/>
              <a:gd name="T41" fmla="*/ 14 h 112"/>
              <a:gd name="T42" fmla="*/ 19 w 112"/>
              <a:gd name="T43" fmla="*/ 14 h 112"/>
              <a:gd name="T44" fmla="*/ 13 w 112"/>
              <a:gd name="T45" fmla="*/ 19 h 112"/>
              <a:gd name="T46" fmla="*/ 13 w 112"/>
              <a:gd name="T47" fmla="*/ 25 h 112"/>
              <a:gd name="T48" fmla="*/ 14 w 112"/>
              <a:gd name="T49" fmla="*/ 26 h 112"/>
              <a:gd name="T50" fmla="*/ 11 w 112"/>
              <a:gd name="T51" fmla="*/ 82 h 112"/>
              <a:gd name="T52" fmla="*/ 14 w 112"/>
              <a:gd name="T53" fmla="*/ 87 h 112"/>
              <a:gd name="T54" fmla="*/ 14 w 112"/>
              <a:gd name="T55" fmla="*/ 87 h 112"/>
              <a:gd name="T56" fmla="*/ 14 w 112"/>
              <a:gd name="T57" fmla="*/ 93 h 112"/>
              <a:gd name="T58" fmla="*/ 78 w 112"/>
              <a:gd name="T59" fmla="*/ 94 h 112"/>
              <a:gd name="T60" fmla="*/ 31 w 112"/>
              <a:gd name="T61" fmla="*/ 92 h 112"/>
              <a:gd name="T62" fmla="*/ 46 w 112"/>
              <a:gd name="T63" fmla="*/ 78 h 112"/>
              <a:gd name="T64" fmla="*/ 66 w 112"/>
              <a:gd name="T65" fmla="*/ 78 h 112"/>
              <a:gd name="T66" fmla="*/ 81 w 112"/>
              <a:gd name="T67" fmla="*/ 92 h 112"/>
              <a:gd name="T68" fmla="*/ 78 w 112"/>
              <a:gd name="T69" fmla="*/ 94 h 112"/>
              <a:gd name="T70" fmla="*/ 42 w 112"/>
              <a:gd name="T71" fmla="*/ 64 h 112"/>
              <a:gd name="T72" fmla="*/ 48 w 112"/>
              <a:gd name="T73" fmla="*/ 42 h 112"/>
              <a:gd name="T74" fmla="*/ 70 w 112"/>
              <a:gd name="T75" fmla="*/ 48 h 112"/>
              <a:gd name="T76" fmla="*/ 67 w 112"/>
              <a:gd name="T77" fmla="*/ 68 h 112"/>
              <a:gd name="T78" fmla="*/ 67 w 112"/>
              <a:gd name="T79" fmla="*/ 68 h 112"/>
              <a:gd name="T80" fmla="*/ 64 w 112"/>
              <a:gd name="T81" fmla="*/ 70 h 112"/>
              <a:gd name="T82" fmla="*/ 44 w 112"/>
              <a:gd name="T83" fmla="*/ 67 h 112"/>
              <a:gd name="T84" fmla="*/ 44 w 112"/>
              <a:gd name="T85" fmla="*/ 67 h 112"/>
              <a:gd name="T86" fmla="*/ 42 w 112"/>
              <a:gd name="T87" fmla="*/ 64 h 112"/>
              <a:gd name="T88" fmla="*/ 94 w 112"/>
              <a:gd name="T89" fmla="*/ 34 h 112"/>
              <a:gd name="T90" fmla="*/ 92 w 112"/>
              <a:gd name="T91" fmla="*/ 81 h 112"/>
              <a:gd name="T92" fmla="*/ 78 w 112"/>
              <a:gd name="T93" fmla="*/ 66 h 112"/>
              <a:gd name="T94" fmla="*/ 78 w 112"/>
              <a:gd name="T95" fmla="*/ 46 h 112"/>
              <a:gd name="T96" fmla="*/ 92 w 112"/>
              <a:gd name="T97" fmla="*/ 31 h 112"/>
              <a:gd name="T98" fmla="*/ 94 w 112"/>
              <a:gd name="T99" fmla="*/ 34 h 112"/>
              <a:gd name="T100" fmla="*/ 34 w 112"/>
              <a:gd name="T101" fmla="*/ 18 h 112"/>
              <a:gd name="T102" fmla="*/ 81 w 112"/>
              <a:gd name="T103" fmla="*/ 20 h 112"/>
              <a:gd name="T104" fmla="*/ 66 w 112"/>
              <a:gd name="T105" fmla="*/ 34 h 112"/>
              <a:gd name="T106" fmla="*/ 45 w 112"/>
              <a:gd name="T107" fmla="*/ 34 h 112"/>
              <a:gd name="T108" fmla="*/ 31 w 112"/>
              <a:gd name="T109" fmla="*/ 20 h 112"/>
              <a:gd name="T110" fmla="*/ 34 w 112"/>
              <a:gd name="T111" fmla="*/ 18 h 112"/>
              <a:gd name="T112" fmla="*/ 18 w 112"/>
              <a:gd name="T113" fmla="*/ 78 h 112"/>
              <a:gd name="T114" fmla="*/ 20 w 112"/>
              <a:gd name="T115" fmla="*/ 31 h 112"/>
              <a:gd name="T116" fmla="*/ 34 w 112"/>
              <a:gd name="T117" fmla="*/ 46 h 112"/>
              <a:gd name="T118" fmla="*/ 34 w 112"/>
              <a:gd name="T119" fmla="*/ 66 h 112"/>
              <a:gd name="T120" fmla="*/ 20 w 112"/>
              <a:gd name="T121" fmla="*/ 81 h 112"/>
              <a:gd name="T122" fmla="*/ 18 w 112"/>
              <a:gd name="T123" fmla="*/ 78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2" h="112">
                <a:moveTo>
                  <a:pt x="14" y="93"/>
                </a:moveTo>
                <a:cubicBezTo>
                  <a:pt x="19" y="99"/>
                  <a:pt x="19" y="99"/>
                  <a:pt x="19" y="99"/>
                </a:cubicBezTo>
                <a:cubicBezTo>
                  <a:pt x="21" y="100"/>
                  <a:pt x="23" y="100"/>
                  <a:pt x="25" y="99"/>
                </a:cubicBezTo>
                <a:cubicBezTo>
                  <a:pt x="25" y="98"/>
                  <a:pt x="25" y="98"/>
                  <a:pt x="25" y="98"/>
                </a:cubicBezTo>
                <a:cubicBezTo>
                  <a:pt x="42" y="110"/>
                  <a:pt x="64" y="112"/>
                  <a:pt x="82" y="101"/>
                </a:cubicBezTo>
                <a:cubicBezTo>
                  <a:pt x="84" y="100"/>
                  <a:pt x="85" y="99"/>
                  <a:pt x="87" y="98"/>
                </a:cubicBezTo>
                <a:cubicBezTo>
                  <a:pt x="87" y="98"/>
                  <a:pt x="87" y="98"/>
                  <a:pt x="87" y="98"/>
                </a:cubicBezTo>
                <a:cubicBezTo>
                  <a:pt x="89" y="100"/>
                  <a:pt x="91" y="100"/>
                  <a:pt x="93" y="98"/>
                </a:cubicBezTo>
                <a:cubicBezTo>
                  <a:pt x="99" y="93"/>
                  <a:pt x="99" y="93"/>
                  <a:pt x="99" y="93"/>
                </a:cubicBezTo>
                <a:cubicBezTo>
                  <a:pt x="100" y="91"/>
                  <a:pt x="100" y="89"/>
                  <a:pt x="99" y="87"/>
                </a:cubicBezTo>
                <a:cubicBezTo>
                  <a:pt x="98" y="87"/>
                  <a:pt x="98" y="87"/>
                  <a:pt x="98" y="87"/>
                </a:cubicBezTo>
                <a:cubicBezTo>
                  <a:pt x="110" y="70"/>
                  <a:pt x="112" y="48"/>
                  <a:pt x="101" y="30"/>
                </a:cubicBezTo>
                <a:cubicBezTo>
                  <a:pt x="100" y="28"/>
                  <a:pt x="99" y="27"/>
                  <a:pt x="98" y="25"/>
                </a:cubicBezTo>
                <a:cubicBezTo>
                  <a:pt x="98" y="24"/>
                  <a:pt x="98" y="24"/>
                  <a:pt x="98" y="24"/>
                </a:cubicBezTo>
                <a:cubicBezTo>
                  <a:pt x="100" y="23"/>
                  <a:pt x="100" y="21"/>
                  <a:pt x="98" y="19"/>
                </a:cubicBezTo>
                <a:cubicBezTo>
                  <a:pt x="93" y="13"/>
                  <a:pt x="93" y="13"/>
                  <a:pt x="93" y="13"/>
                </a:cubicBezTo>
                <a:cubicBezTo>
                  <a:pt x="91" y="12"/>
                  <a:pt x="89" y="12"/>
                  <a:pt x="87" y="13"/>
                </a:cubicBezTo>
                <a:cubicBezTo>
                  <a:pt x="86" y="14"/>
                  <a:pt x="86" y="14"/>
                  <a:pt x="86" y="14"/>
                </a:cubicBezTo>
                <a:cubicBezTo>
                  <a:pt x="70" y="2"/>
                  <a:pt x="48" y="0"/>
                  <a:pt x="30" y="11"/>
                </a:cubicBezTo>
                <a:cubicBezTo>
                  <a:pt x="28" y="12"/>
                  <a:pt x="27" y="13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2"/>
                  <a:pt x="21" y="12"/>
                  <a:pt x="19" y="14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21"/>
                  <a:pt x="12" y="23"/>
                  <a:pt x="13" y="25"/>
                </a:cubicBezTo>
                <a:cubicBezTo>
                  <a:pt x="14" y="26"/>
                  <a:pt x="14" y="26"/>
                  <a:pt x="14" y="26"/>
                </a:cubicBezTo>
                <a:cubicBezTo>
                  <a:pt x="2" y="42"/>
                  <a:pt x="0" y="64"/>
                  <a:pt x="11" y="82"/>
                </a:cubicBezTo>
                <a:cubicBezTo>
                  <a:pt x="12" y="84"/>
                  <a:pt x="13" y="85"/>
                  <a:pt x="14" y="87"/>
                </a:cubicBezTo>
                <a:cubicBezTo>
                  <a:pt x="14" y="87"/>
                  <a:pt x="14" y="87"/>
                  <a:pt x="14" y="87"/>
                </a:cubicBezTo>
                <a:cubicBezTo>
                  <a:pt x="12" y="89"/>
                  <a:pt x="12" y="91"/>
                  <a:pt x="14" y="93"/>
                </a:cubicBezTo>
                <a:close/>
                <a:moveTo>
                  <a:pt x="78" y="94"/>
                </a:moveTo>
                <a:cubicBezTo>
                  <a:pt x="63" y="103"/>
                  <a:pt x="45" y="102"/>
                  <a:pt x="31" y="92"/>
                </a:cubicBezTo>
                <a:cubicBezTo>
                  <a:pt x="46" y="78"/>
                  <a:pt x="46" y="78"/>
                  <a:pt x="46" y="78"/>
                </a:cubicBezTo>
                <a:cubicBezTo>
                  <a:pt x="52" y="81"/>
                  <a:pt x="60" y="81"/>
                  <a:pt x="66" y="78"/>
                </a:cubicBezTo>
                <a:cubicBezTo>
                  <a:pt x="81" y="92"/>
                  <a:pt x="81" y="92"/>
                  <a:pt x="81" y="92"/>
                </a:cubicBezTo>
                <a:cubicBezTo>
                  <a:pt x="80" y="93"/>
                  <a:pt x="79" y="93"/>
                  <a:pt x="78" y="94"/>
                </a:cubicBezTo>
                <a:close/>
                <a:moveTo>
                  <a:pt x="42" y="64"/>
                </a:moveTo>
                <a:cubicBezTo>
                  <a:pt x="38" y="56"/>
                  <a:pt x="40" y="47"/>
                  <a:pt x="48" y="42"/>
                </a:cubicBezTo>
                <a:cubicBezTo>
                  <a:pt x="56" y="38"/>
                  <a:pt x="65" y="40"/>
                  <a:pt x="70" y="48"/>
                </a:cubicBezTo>
                <a:cubicBezTo>
                  <a:pt x="74" y="55"/>
                  <a:pt x="72" y="63"/>
                  <a:pt x="67" y="68"/>
                </a:cubicBezTo>
                <a:cubicBezTo>
                  <a:pt x="67" y="68"/>
                  <a:pt x="67" y="68"/>
                  <a:pt x="67" y="68"/>
                </a:cubicBezTo>
                <a:cubicBezTo>
                  <a:pt x="66" y="69"/>
                  <a:pt x="65" y="69"/>
                  <a:pt x="64" y="70"/>
                </a:cubicBezTo>
                <a:cubicBezTo>
                  <a:pt x="57" y="74"/>
                  <a:pt x="49" y="72"/>
                  <a:pt x="44" y="67"/>
                </a:cubicBezTo>
                <a:cubicBezTo>
                  <a:pt x="44" y="67"/>
                  <a:pt x="44" y="67"/>
                  <a:pt x="44" y="67"/>
                </a:cubicBezTo>
                <a:cubicBezTo>
                  <a:pt x="43" y="66"/>
                  <a:pt x="43" y="65"/>
                  <a:pt x="42" y="64"/>
                </a:cubicBezTo>
                <a:close/>
                <a:moveTo>
                  <a:pt x="94" y="34"/>
                </a:moveTo>
                <a:cubicBezTo>
                  <a:pt x="103" y="49"/>
                  <a:pt x="102" y="67"/>
                  <a:pt x="92" y="81"/>
                </a:cubicBezTo>
                <a:cubicBezTo>
                  <a:pt x="78" y="66"/>
                  <a:pt x="78" y="66"/>
                  <a:pt x="78" y="66"/>
                </a:cubicBezTo>
                <a:cubicBezTo>
                  <a:pt x="81" y="60"/>
                  <a:pt x="81" y="52"/>
                  <a:pt x="78" y="46"/>
                </a:cubicBezTo>
                <a:cubicBezTo>
                  <a:pt x="92" y="31"/>
                  <a:pt x="92" y="31"/>
                  <a:pt x="92" y="31"/>
                </a:cubicBezTo>
                <a:cubicBezTo>
                  <a:pt x="93" y="32"/>
                  <a:pt x="93" y="33"/>
                  <a:pt x="94" y="34"/>
                </a:cubicBezTo>
                <a:close/>
                <a:moveTo>
                  <a:pt x="34" y="18"/>
                </a:moveTo>
                <a:cubicBezTo>
                  <a:pt x="49" y="9"/>
                  <a:pt x="67" y="10"/>
                  <a:pt x="81" y="20"/>
                </a:cubicBezTo>
                <a:cubicBezTo>
                  <a:pt x="66" y="34"/>
                  <a:pt x="66" y="34"/>
                  <a:pt x="66" y="34"/>
                </a:cubicBezTo>
                <a:cubicBezTo>
                  <a:pt x="60" y="31"/>
                  <a:pt x="52" y="31"/>
                  <a:pt x="45" y="34"/>
                </a:cubicBezTo>
                <a:cubicBezTo>
                  <a:pt x="31" y="20"/>
                  <a:pt x="31" y="20"/>
                  <a:pt x="31" y="20"/>
                </a:cubicBezTo>
                <a:cubicBezTo>
                  <a:pt x="32" y="19"/>
                  <a:pt x="33" y="19"/>
                  <a:pt x="34" y="18"/>
                </a:cubicBezTo>
                <a:close/>
                <a:moveTo>
                  <a:pt x="18" y="78"/>
                </a:moveTo>
                <a:cubicBezTo>
                  <a:pt x="9" y="63"/>
                  <a:pt x="10" y="45"/>
                  <a:pt x="20" y="31"/>
                </a:cubicBezTo>
                <a:cubicBezTo>
                  <a:pt x="34" y="46"/>
                  <a:pt x="34" y="46"/>
                  <a:pt x="34" y="46"/>
                </a:cubicBezTo>
                <a:cubicBezTo>
                  <a:pt x="31" y="52"/>
                  <a:pt x="31" y="60"/>
                  <a:pt x="34" y="66"/>
                </a:cubicBezTo>
                <a:cubicBezTo>
                  <a:pt x="20" y="81"/>
                  <a:pt x="20" y="81"/>
                  <a:pt x="20" y="81"/>
                </a:cubicBezTo>
                <a:cubicBezTo>
                  <a:pt x="19" y="80"/>
                  <a:pt x="19" y="79"/>
                  <a:pt x="18" y="7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167" name="Group 90">
            <a:extLst>
              <a:ext uri="{FF2B5EF4-FFF2-40B4-BE49-F238E27FC236}">
                <a16:creationId xmlns:a16="http://schemas.microsoft.com/office/drawing/2014/main" id="{2BE011D0-B936-85F2-94F2-40570850EBCF}"/>
              </a:ext>
            </a:extLst>
          </p:cNvPr>
          <p:cNvGrpSpPr/>
          <p:nvPr/>
        </p:nvGrpSpPr>
        <p:grpSpPr>
          <a:xfrm>
            <a:off x="3865291" y="2248695"/>
            <a:ext cx="305112" cy="344062"/>
            <a:chOff x="9001126" y="2228850"/>
            <a:chExt cx="298450" cy="33655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69" name="Freeform 81">
              <a:extLst>
                <a:ext uri="{FF2B5EF4-FFF2-40B4-BE49-F238E27FC236}">
                  <a16:creationId xmlns:a16="http://schemas.microsoft.com/office/drawing/2014/main" id="{0CB05E48-4FEA-7C04-FD5F-C773E777F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21764" y="2228850"/>
              <a:ext cx="255588" cy="257175"/>
            </a:xfrm>
            <a:custGeom>
              <a:avLst/>
              <a:gdLst>
                <a:gd name="T0" fmla="*/ 48 w 96"/>
                <a:gd name="T1" fmla="*/ 96 h 96"/>
                <a:gd name="T2" fmla="*/ 96 w 96"/>
                <a:gd name="T3" fmla="*/ 48 h 96"/>
                <a:gd name="T4" fmla="*/ 48 w 96"/>
                <a:gd name="T5" fmla="*/ 0 h 96"/>
                <a:gd name="T6" fmla="*/ 0 w 96"/>
                <a:gd name="T7" fmla="*/ 48 h 96"/>
                <a:gd name="T8" fmla="*/ 48 w 96"/>
                <a:gd name="T9" fmla="*/ 96 h 96"/>
                <a:gd name="T10" fmla="*/ 48 w 96"/>
                <a:gd name="T11" fmla="*/ 88 h 96"/>
                <a:gd name="T12" fmla="*/ 13 w 96"/>
                <a:gd name="T13" fmla="*/ 67 h 96"/>
                <a:gd name="T14" fmla="*/ 13 w 96"/>
                <a:gd name="T15" fmla="*/ 67 h 96"/>
                <a:gd name="T16" fmla="*/ 17 w 96"/>
                <a:gd name="T17" fmla="*/ 64 h 96"/>
                <a:gd name="T18" fmla="*/ 19 w 96"/>
                <a:gd name="T19" fmla="*/ 57 h 96"/>
                <a:gd name="T20" fmla="*/ 55 w 96"/>
                <a:gd name="T21" fmla="*/ 70 h 96"/>
                <a:gd name="T22" fmla="*/ 58 w 96"/>
                <a:gd name="T23" fmla="*/ 70 h 96"/>
                <a:gd name="T24" fmla="*/ 84 w 96"/>
                <a:gd name="T25" fmla="*/ 65 h 96"/>
                <a:gd name="T26" fmla="*/ 48 w 96"/>
                <a:gd name="T27" fmla="*/ 88 h 96"/>
                <a:gd name="T28" fmla="*/ 48 w 96"/>
                <a:gd name="T29" fmla="*/ 8 h 96"/>
                <a:gd name="T30" fmla="*/ 88 w 96"/>
                <a:gd name="T31" fmla="*/ 48 h 96"/>
                <a:gd name="T32" fmla="*/ 86 w 96"/>
                <a:gd name="T33" fmla="*/ 61 h 96"/>
                <a:gd name="T34" fmla="*/ 56 w 96"/>
                <a:gd name="T35" fmla="*/ 66 h 96"/>
                <a:gd name="T36" fmla="*/ 19 w 96"/>
                <a:gd name="T37" fmla="*/ 51 h 96"/>
                <a:gd name="T38" fmla="*/ 17 w 96"/>
                <a:gd name="T39" fmla="*/ 50 h 96"/>
                <a:gd name="T40" fmla="*/ 16 w 96"/>
                <a:gd name="T41" fmla="*/ 52 h 96"/>
                <a:gd name="T42" fmla="*/ 13 w 96"/>
                <a:gd name="T43" fmla="*/ 62 h 96"/>
                <a:gd name="T44" fmla="*/ 12 w 96"/>
                <a:gd name="T45" fmla="*/ 63 h 96"/>
                <a:gd name="T46" fmla="*/ 11 w 96"/>
                <a:gd name="T47" fmla="*/ 63 h 96"/>
                <a:gd name="T48" fmla="*/ 8 w 96"/>
                <a:gd name="T49" fmla="*/ 48 h 96"/>
                <a:gd name="T50" fmla="*/ 48 w 96"/>
                <a:gd name="T51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74" y="96"/>
                    <a:pt x="96" y="74"/>
                    <a:pt x="96" y="48"/>
                  </a:cubicBezTo>
                  <a:cubicBezTo>
                    <a:pt x="96" y="21"/>
                    <a:pt x="74" y="0"/>
                    <a:pt x="48" y="0"/>
                  </a:cubicBezTo>
                  <a:cubicBezTo>
                    <a:pt x="22" y="0"/>
                    <a:pt x="0" y="21"/>
                    <a:pt x="0" y="48"/>
                  </a:cubicBezTo>
                  <a:cubicBezTo>
                    <a:pt x="0" y="74"/>
                    <a:pt x="22" y="96"/>
                    <a:pt x="48" y="96"/>
                  </a:cubicBezTo>
                  <a:close/>
                  <a:moveTo>
                    <a:pt x="48" y="88"/>
                  </a:moveTo>
                  <a:cubicBezTo>
                    <a:pt x="33" y="88"/>
                    <a:pt x="20" y="79"/>
                    <a:pt x="13" y="67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4" y="67"/>
                    <a:pt x="16" y="66"/>
                    <a:pt x="17" y="64"/>
                  </a:cubicBezTo>
                  <a:cubicBezTo>
                    <a:pt x="18" y="62"/>
                    <a:pt x="18" y="59"/>
                    <a:pt x="19" y="57"/>
                  </a:cubicBezTo>
                  <a:cubicBezTo>
                    <a:pt x="24" y="61"/>
                    <a:pt x="35" y="68"/>
                    <a:pt x="55" y="70"/>
                  </a:cubicBezTo>
                  <a:cubicBezTo>
                    <a:pt x="56" y="70"/>
                    <a:pt x="57" y="70"/>
                    <a:pt x="58" y="70"/>
                  </a:cubicBezTo>
                  <a:cubicBezTo>
                    <a:pt x="67" y="70"/>
                    <a:pt x="77" y="67"/>
                    <a:pt x="84" y="65"/>
                  </a:cubicBezTo>
                  <a:cubicBezTo>
                    <a:pt x="77" y="79"/>
                    <a:pt x="64" y="88"/>
                    <a:pt x="48" y="88"/>
                  </a:cubicBezTo>
                  <a:close/>
                  <a:moveTo>
                    <a:pt x="48" y="8"/>
                  </a:moveTo>
                  <a:cubicBezTo>
                    <a:pt x="70" y="8"/>
                    <a:pt x="88" y="26"/>
                    <a:pt x="88" y="48"/>
                  </a:cubicBezTo>
                  <a:cubicBezTo>
                    <a:pt x="88" y="52"/>
                    <a:pt x="87" y="57"/>
                    <a:pt x="86" y="61"/>
                  </a:cubicBezTo>
                  <a:cubicBezTo>
                    <a:pt x="80" y="63"/>
                    <a:pt x="66" y="66"/>
                    <a:pt x="56" y="66"/>
                  </a:cubicBezTo>
                  <a:cubicBezTo>
                    <a:pt x="29" y="64"/>
                    <a:pt x="20" y="51"/>
                    <a:pt x="19" y="51"/>
                  </a:cubicBezTo>
                  <a:cubicBezTo>
                    <a:pt x="19" y="51"/>
                    <a:pt x="18" y="50"/>
                    <a:pt x="17" y="50"/>
                  </a:cubicBezTo>
                  <a:cubicBezTo>
                    <a:pt x="17" y="51"/>
                    <a:pt x="16" y="51"/>
                    <a:pt x="16" y="52"/>
                  </a:cubicBezTo>
                  <a:cubicBezTo>
                    <a:pt x="16" y="52"/>
                    <a:pt x="15" y="58"/>
                    <a:pt x="13" y="62"/>
                  </a:cubicBezTo>
                  <a:cubicBezTo>
                    <a:pt x="13" y="63"/>
                    <a:pt x="12" y="63"/>
                    <a:pt x="12" y="63"/>
                  </a:cubicBezTo>
                  <a:cubicBezTo>
                    <a:pt x="12" y="63"/>
                    <a:pt x="11" y="63"/>
                    <a:pt x="11" y="63"/>
                  </a:cubicBezTo>
                  <a:cubicBezTo>
                    <a:pt x="9" y="58"/>
                    <a:pt x="8" y="53"/>
                    <a:pt x="8" y="48"/>
                  </a:cubicBezTo>
                  <a:cubicBezTo>
                    <a:pt x="8" y="26"/>
                    <a:pt x="26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71" name="Freeform 82">
              <a:extLst>
                <a:ext uri="{FF2B5EF4-FFF2-40B4-BE49-F238E27FC236}">
                  <a16:creationId xmlns:a16="http://schemas.microsoft.com/office/drawing/2014/main" id="{16384753-4BE1-53FE-C0AB-E8F138895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26" y="2447925"/>
              <a:ext cx="298450" cy="117475"/>
            </a:xfrm>
            <a:custGeom>
              <a:avLst/>
              <a:gdLst>
                <a:gd name="T0" fmla="*/ 98 w 112"/>
                <a:gd name="T1" fmla="*/ 1 h 44"/>
                <a:gd name="T2" fmla="*/ 93 w 112"/>
                <a:gd name="T3" fmla="*/ 2 h 44"/>
                <a:gd name="T4" fmla="*/ 94 w 112"/>
                <a:gd name="T5" fmla="*/ 7 h 44"/>
                <a:gd name="T6" fmla="*/ 104 w 112"/>
                <a:gd name="T7" fmla="*/ 20 h 44"/>
                <a:gd name="T8" fmla="*/ 56 w 112"/>
                <a:gd name="T9" fmla="*/ 36 h 44"/>
                <a:gd name="T10" fmla="*/ 8 w 112"/>
                <a:gd name="T11" fmla="*/ 20 h 44"/>
                <a:gd name="T12" fmla="*/ 18 w 112"/>
                <a:gd name="T13" fmla="*/ 7 h 44"/>
                <a:gd name="T14" fmla="*/ 19 w 112"/>
                <a:gd name="T15" fmla="*/ 2 h 44"/>
                <a:gd name="T16" fmla="*/ 14 w 112"/>
                <a:gd name="T17" fmla="*/ 1 h 44"/>
                <a:gd name="T18" fmla="*/ 0 w 112"/>
                <a:gd name="T19" fmla="*/ 20 h 44"/>
                <a:gd name="T20" fmla="*/ 56 w 112"/>
                <a:gd name="T21" fmla="*/ 44 h 44"/>
                <a:gd name="T22" fmla="*/ 112 w 112"/>
                <a:gd name="T23" fmla="*/ 20 h 44"/>
                <a:gd name="T24" fmla="*/ 98 w 112"/>
                <a:gd name="T25" fmla="*/ 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2" h="44">
                  <a:moveTo>
                    <a:pt x="98" y="1"/>
                  </a:moveTo>
                  <a:cubicBezTo>
                    <a:pt x="97" y="0"/>
                    <a:pt x="94" y="0"/>
                    <a:pt x="93" y="2"/>
                  </a:cubicBezTo>
                  <a:cubicBezTo>
                    <a:pt x="91" y="4"/>
                    <a:pt x="92" y="6"/>
                    <a:pt x="94" y="7"/>
                  </a:cubicBezTo>
                  <a:cubicBezTo>
                    <a:pt x="101" y="13"/>
                    <a:pt x="104" y="16"/>
                    <a:pt x="104" y="20"/>
                  </a:cubicBezTo>
                  <a:cubicBezTo>
                    <a:pt x="104" y="32"/>
                    <a:pt x="91" y="36"/>
                    <a:pt x="56" y="36"/>
                  </a:cubicBezTo>
                  <a:cubicBezTo>
                    <a:pt x="21" y="36"/>
                    <a:pt x="8" y="32"/>
                    <a:pt x="8" y="20"/>
                  </a:cubicBezTo>
                  <a:cubicBezTo>
                    <a:pt x="8" y="16"/>
                    <a:pt x="11" y="13"/>
                    <a:pt x="18" y="7"/>
                  </a:cubicBezTo>
                  <a:cubicBezTo>
                    <a:pt x="20" y="6"/>
                    <a:pt x="21" y="4"/>
                    <a:pt x="19" y="2"/>
                  </a:cubicBezTo>
                  <a:cubicBezTo>
                    <a:pt x="18" y="0"/>
                    <a:pt x="15" y="0"/>
                    <a:pt x="14" y="1"/>
                  </a:cubicBezTo>
                  <a:cubicBezTo>
                    <a:pt x="7" y="6"/>
                    <a:pt x="0" y="11"/>
                    <a:pt x="0" y="20"/>
                  </a:cubicBezTo>
                  <a:cubicBezTo>
                    <a:pt x="0" y="42"/>
                    <a:pt x="29" y="44"/>
                    <a:pt x="56" y="44"/>
                  </a:cubicBezTo>
                  <a:cubicBezTo>
                    <a:pt x="83" y="44"/>
                    <a:pt x="112" y="42"/>
                    <a:pt x="112" y="20"/>
                  </a:cubicBezTo>
                  <a:cubicBezTo>
                    <a:pt x="112" y="11"/>
                    <a:pt x="105" y="6"/>
                    <a:pt x="9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73" name="Group 93">
            <a:extLst>
              <a:ext uri="{FF2B5EF4-FFF2-40B4-BE49-F238E27FC236}">
                <a16:creationId xmlns:a16="http://schemas.microsoft.com/office/drawing/2014/main" id="{03BC202E-9AF0-8D17-9CFC-AA8987172CF2}"/>
              </a:ext>
            </a:extLst>
          </p:cNvPr>
          <p:cNvGrpSpPr/>
          <p:nvPr/>
        </p:nvGrpSpPr>
        <p:grpSpPr>
          <a:xfrm>
            <a:off x="8000228" y="3586497"/>
            <a:ext cx="308370" cy="285033"/>
            <a:chOff x="9685338" y="4306888"/>
            <a:chExt cx="293688" cy="27146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75" name="Freeform 238">
              <a:extLst>
                <a:ext uri="{FF2B5EF4-FFF2-40B4-BE49-F238E27FC236}">
                  <a16:creationId xmlns:a16="http://schemas.microsoft.com/office/drawing/2014/main" id="{8AB92936-51A4-714F-4540-348E68F96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4306888"/>
              <a:ext cx="293688" cy="261938"/>
            </a:xfrm>
            <a:custGeom>
              <a:avLst/>
              <a:gdLst>
                <a:gd name="T0" fmla="*/ 101 w 110"/>
                <a:gd name="T1" fmla="*/ 26 h 98"/>
                <a:gd name="T2" fmla="*/ 55 w 110"/>
                <a:gd name="T3" fmla="*/ 0 h 98"/>
                <a:gd name="T4" fmla="*/ 9 w 110"/>
                <a:gd name="T5" fmla="*/ 26 h 98"/>
                <a:gd name="T6" fmla="*/ 7 w 110"/>
                <a:gd name="T7" fmla="*/ 74 h 98"/>
                <a:gd name="T8" fmla="*/ 7 w 110"/>
                <a:gd name="T9" fmla="*/ 78 h 98"/>
                <a:gd name="T10" fmla="*/ 23 w 110"/>
                <a:gd name="T11" fmla="*/ 98 h 98"/>
                <a:gd name="T12" fmla="*/ 23 w 110"/>
                <a:gd name="T13" fmla="*/ 58 h 98"/>
                <a:gd name="T14" fmla="*/ 12 w 110"/>
                <a:gd name="T15" fmla="*/ 64 h 98"/>
                <a:gd name="T16" fmla="*/ 16 w 110"/>
                <a:gd name="T17" fmla="*/ 30 h 98"/>
                <a:gd name="T18" fmla="*/ 55 w 110"/>
                <a:gd name="T19" fmla="*/ 8 h 98"/>
                <a:gd name="T20" fmla="*/ 94 w 110"/>
                <a:gd name="T21" fmla="*/ 30 h 98"/>
                <a:gd name="T22" fmla="*/ 98 w 110"/>
                <a:gd name="T23" fmla="*/ 64 h 98"/>
                <a:gd name="T24" fmla="*/ 87 w 110"/>
                <a:gd name="T25" fmla="*/ 58 h 98"/>
                <a:gd name="T26" fmla="*/ 87 w 110"/>
                <a:gd name="T27" fmla="*/ 98 h 98"/>
                <a:gd name="T28" fmla="*/ 103 w 110"/>
                <a:gd name="T29" fmla="*/ 78 h 98"/>
                <a:gd name="T30" fmla="*/ 103 w 110"/>
                <a:gd name="T31" fmla="*/ 74 h 98"/>
                <a:gd name="T32" fmla="*/ 101 w 110"/>
                <a:gd name="T33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0" h="98">
                  <a:moveTo>
                    <a:pt x="101" y="26"/>
                  </a:moveTo>
                  <a:cubicBezTo>
                    <a:pt x="91" y="10"/>
                    <a:pt x="73" y="0"/>
                    <a:pt x="55" y="0"/>
                  </a:cubicBezTo>
                  <a:cubicBezTo>
                    <a:pt x="37" y="0"/>
                    <a:pt x="19" y="10"/>
                    <a:pt x="9" y="26"/>
                  </a:cubicBezTo>
                  <a:cubicBezTo>
                    <a:pt x="0" y="41"/>
                    <a:pt x="0" y="58"/>
                    <a:pt x="7" y="74"/>
                  </a:cubicBezTo>
                  <a:cubicBezTo>
                    <a:pt x="7" y="75"/>
                    <a:pt x="7" y="77"/>
                    <a:pt x="7" y="78"/>
                  </a:cubicBezTo>
                  <a:cubicBezTo>
                    <a:pt x="7" y="89"/>
                    <a:pt x="15" y="98"/>
                    <a:pt x="23" y="98"/>
                  </a:cubicBezTo>
                  <a:cubicBezTo>
                    <a:pt x="23" y="58"/>
                    <a:pt x="23" y="58"/>
                    <a:pt x="23" y="58"/>
                  </a:cubicBezTo>
                  <a:cubicBezTo>
                    <a:pt x="19" y="58"/>
                    <a:pt x="15" y="61"/>
                    <a:pt x="12" y="64"/>
                  </a:cubicBezTo>
                  <a:cubicBezTo>
                    <a:pt x="8" y="52"/>
                    <a:pt x="10" y="41"/>
                    <a:pt x="16" y="30"/>
                  </a:cubicBezTo>
                  <a:cubicBezTo>
                    <a:pt x="24" y="17"/>
                    <a:pt x="40" y="8"/>
                    <a:pt x="55" y="8"/>
                  </a:cubicBezTo>
                  <a:cubicBezTo>
                    <a:pt x="70" y="8"/>
                    <a:pt x="86" y="17"/>
                    <a:pt x="94" y="30"/>
                  </a:cubicBezTo>
                  <a:cubicBezTo>
                    <a:pt x="100" y="41"/>
                    <a:pt x="102" y="52"/>
                    <a:pt x="98" y="64"/>
                  </a:cubicBezTo>
                  <a:cubicBezTo>
                    <a:pt x="95" y="61"/>
                    <a:pt x="91" y="58"/>
                    <a:pt x="87" y="5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95" y="98"/>
                    <a:pt x="103" y="89"/>
                    <a:pt x="103" y="78"/>
                  </a:cubicBezTo>
                  <a:cubicBezTo>
                    <a:pt x="103" y="77"/>
                    <a:pt x="103" y="75"/>
                    <a:pt x="103" y="74"/>
                  </a:cubicBezTo>
                  <a:cubicBezTo>
                    <a:pt x="110" y="58"/>
                    <a:pt x="110" y="41"/>
                    <a:pt x="101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77" name="Freeform 239">
              <a:extLst>
                <a:ext uri="{FF2B5EF4-FFF2-40B4-BE49-F238E27FC236}">
                  <a16:creationId xmlns:a16="http://schemas.microsoft.com/office/drawing/2014/main" id="{3A62792D-D4C7-9BB3-B266-7AB95CD8A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8363" y="4451350"/>
              <a:ext cx="20638" cy="127000"/>
            </a:xfrm>
            <a:custGeom>
              <a:avLst/>
              <a:gdLst>
                <a:gd name="T0" fmla="*/ 4 w 8"/>
                <a:gd name="T1" fmla="*/ 0 h 48"/>
                <a:gd name="T2" fmla="*/ 0 w 8"/>
                <a:gd name="T3" fmla="*/ 4 h 48"/>
                <a:gd name="T4" fmla="*/ 0 w 8"/>
                <a:gd name="T5" fmla="*/ 44 h 48"/>
                <a:gd name="T6" fmla="*/ 4 w 8"/>
                <a:gd name="T7" fmla="*/ 48 h 48"/>
                <a:gd name="T8" fmla="*/ 8 w 8"/>
                <a:gd name="T9" fmla="*/ 44 h 48"/>
                <a:gd name="T10" fmla="*/ 8 w 8"/>
                <a:gd name="T11" fmla="*/ 4 h 48"/>
                <a:gd name="T12" fmla="*/ 4 w 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2" y="48"/>
                    <a:pt x="4" y="48"/>
                  </a:cubicBezTo>
                  <a:cubicBezTo>
                    <a:pt x="6" y="48"/>
                    <a:pt x="8" y="47"/>
                    <a:pt x="8" y="4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79" name="Freeform 240">
              <a:extLst>
                <a:ext uri="{FF2B5EF4-FFF2-40B4-BE49-F238E27FC236}">
                  <a16:creationId xmlns:a16="http://schemas.microsoft.com/office/drawing/2014/main" id="{5B5C95FD-542D-4A43-835B-7D0E62EC5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5363" y="4451350"/>
              <a:ext cx="22225" cy="127000"/>
            </a:xfrm>
            <a:custGeom>
              <a:avLst/>
              <a:gdLst>
                <a:gd name="T0" fmla="*/ 4 w 8"/>
                <a:gd name="T1" fmla="*/ 0 h 48"/>
                <a:gd name="T2" fmla="*/ 0 w 8"/>
                <a:gd name="T3" fmla="*/ 4 h 48"/>
                <a:gd name="T4" fmla="*/ 0 w 8"/>
                <a:gd name="T5" fmla="*/ 44 h 48"/>
                <a:gd name="T6" fmla="*/ 4 w 8"/>
                <a:gd name="T7" fmla="*/ 48 h 48"/>
                <a:gd name="T8" fmla="*/ 8 w 8"/>
                <a:gd name="T9" fmla="*/ 44 h 48"/>
                <a:gd name="T10" fmla="*/ 8 w 8"/>
                <a:gd name="T11" fmla="*/ 4 h 48"/>
                <a:gd name="T12" fmla="*/ 4 w 8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7"/>
                    <a:pt x="2" y="48"/>
                    <a:pt x="4" y="48"/>
                  </a:cubicBezTo>
                  <a:cubicBezTo>
                    <a:pt x="6" y="48"/>
                    <a:pt x="8" y="47"/>
                    <a:pt x="8" y="4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81" name="Group 97">
            <a:extLst>
              <a:ext uri="{FF2B5EF4-FFF2-40B4-BE49-F238E27FC236}">
                <a16:creationId xmlns:a16="http://schemas.microsoft.com/office/drawing/2014/main" id="{398B58DC-B912-5423-FD87-811BCF58DDC8}"/>
              </a:ext>
            </a:extLst>
          </p:cNvPr>
          <p:cNvGrpSpPr/>
          <p:nvPr/>
        </p:nvGrpSpPr>
        <p:grpSpPr>
          <a:xfrm>
            <a:off x="1494272" y="4209051"/>
            <a:ext cx="355757" cy="353997"/>
            <a:chOff x="6259514" y="2238375"/>
            <a:chExt cx="320675" cy="31908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A4E9EAF8-6E56-C660-DF11-B824A00D6A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9514" y="2238375"/>
              <a:ext cx="320675" cy="319088"/>
            </a:xfrm>
            <a:custGeom>
              <a:avLst/>
              <a:gdLst>
                <a:gd name="T0" fmla="*/ 60 w 120"/>
                <a:gd name="T1" fmla="*/ 120 h 120"/>
                <a:gd name="T2" fmla="*/ 48 w 120"/>
                <a:gd name="T3" fmla="*/ 108 h 120"/>
                <a:gd name="T4" fmla="*/ 48 w 120"/>
                <a:gd name="T5" fmla="*/ 106 h 120"/>
                <a:gd name="T6" fmla="*/ 14 w 120"/>
                <a:gd name="T7" fmla="*/ 72 h 120"/>
                <a:gd name="T8" fmla="*/ 12 w 120"/>
                <a:gd name="T9" fmla="*/ 72 h 120"/>
                <a:gd name="T10" fmla="*/ 0 w 120"/>
                <a:gd name="T11" fmla="*/ 60 h 120"/>
                <a:gd name="T12" fmla="*/ 12 w 120"/>
                <a:gd name="T13" fmla="*/ 48 h 120"/>
                <a:gd name="T14" fmla="*/ 14 w 120"/>
                <a:gd name="T15" fmla="*/ 48 h 120"/>
                <a:gd name="T16" fmla="*/ 48 w 120"/>
                <a:gd name="T17" fmla="*/ 14 h 120"/>
                <a:gd name="T18" fmla="*/ 48 w 120"/>
                <a:gd name="T19" fmla="*/ 12 h 120"/>
                <a:gd name="T20" fmla="*/ 60 w 120"/>
                <a:gd name="T21" fmla="*/ 0 h 120"/>
                <a:gd name="T22" fmla="*/ 72 w 120"/>
                <a:gd name="T23" fmla="*/ 12 h 120"/>
                <a:gd name="T24" fmla="*/ 72 w 120"/>
                <a:gd name="T25" fmla="*/ 14 h 120"/>
                <a:gd name="T26" fmla="*/ 106 w 120"/>
                <a:gd name="T27" fmla="*/ 48 h 120"/>
                <a:gd name="T28" fmla="*/ 108 w 120"/>
                <a:gd name="T29" fmla="*/ 48 h 120"/>
                <a:gd name="T30" fmla="*/ 120 w 120"/>
                <a:gd name="T31" fmla="*/ 60 h 120"/>
                <a:gd name="T32" fmla="*/ 108 w 120"/>
                <a:gd name="T33" fmla="*/ 72 h 120"/>
                <a:gd name="T34" fmla="*/ 106 w 120"/>
                <a:gd name="T35" fmla="*/ 72 h 120"/>
                <a:gd name="T36" fmla="*/ 72 w 120"/>
                <a:gd name="T37" fmla="*/ 106 h 120"/>
                <a:gd name="T38" fmla="*/ 72 w 120"/>
                <a:gd name="T39" fmla="*/ 108 h 120"/>
                <a:gd name="T40" fmla="*/ 60 w 120"/>
                <a:gd name="T41" fmla="*/ 120 h 120"/>
                <a:gd name="T42" fmla="*/ 12 w 120"/>
                <a:gd name="T43" fmla="*/ 56 h 120"/>
                <a:gd name="T44" fmla="*/ 8 w 120"/>
                <a:gd name="T45" fmla="*/ 60 h 120"/>
                <a:gd name="T46" fmla="*/ 12 w 120"/>
                <a:gd name="T47" fmla="*/ 64 h 120"/>
                <a:gd name="T48" fmla="*/ 17 w 120"/>
                <a:gd name="T49" fmla="*/ 64 h 120"/>
                <a:gd name="T50" fmla="*/ 21 w 120"/>
                <a:gd name="T51" fmla="*/ 67 h 120"/>
                <a:gd name="T52" fmla="*/ 53 w 120"/>
                <a:gd name="T53" fmla="*/ 99 h 120"/>
                <a:gd name="T54" fmla="*/ 56 w 120"/>
                <a:gd name="T55" fmla="*/ 103 h 120"/>
                <a:gd name="T56" fmla="*/ 56 w 120"/>
                <a:gd name="T57" fmla="*/ 108 h 120"/>
                <a:gd name="T58" fmla="*/ 60 w 120"/>
                <a:gd name="T59" fmla="*/ 112 h 120"/>
                <a:gd name="T60" fmla="*/ 64 w 120"/>
                <a:gd name="T61" fmla="*/ 108 h 120"/>
                <a:gd name="T62" fmla="*/ 64 w 120"/>
                <a:gd name="T63" fmla="*/ 103 h 120"/>
                <a:gd name="T64" fmla="*/ 67 w 120"/>
                <a:gd name="T65" fmla="*/ 99 h 120"/>
                <a:gd name="T66" fmla="*/ 99 w 120"/>
                <a:gd name="T67" fmla="*/ 67 h 120"/>
                <a:gd name="T68" fmla="*/ 103 w 120"/>
                <a:gd name="T69" fmla="*/ 64 h 120"/>
                <a:gd name="T70" fmla="*/ 108 w 120"/>
                <a:gd name="T71" fmla="*/ 64 h 120"/>
                <a:gd name="T72" fmla="*/ 112 w 120"/>
                <a:gd name="T73" fmla="*/ 60 h 120"/>
                <a:gd name="T74" fmla="*/ 108 w 120"/>
                <a:gd name="T75" fmla="*/ 56 h 120"/>
                <a:gd name="T76" fmla="*/ 103 w 120"/>
                <a:gd name="T77" fmla="*/ 56 h 120"/>
                <a:gd name="T78" fmla="*/ 99 w 120"/>
                <a:gd name="T79" fmla="*/ 53 h 120"/>
                <a:gd name="T80" fmla="*/ 67 w 120"/>
                <a:gd name="T81" fmla="*/ 21 h 120"/>
                <a:gd name="T82" fmla="*/ 64 w 120"/>
                <a:gd name="T83" fmla="*/ 17 h 120"/>
                <a:gd name="T84" fmla="*/ 64 w 120"/>
                <a:gd name="T85" fmla="*/ 12 h 120"/>
                <a:gd name="T86" fmla="*/ 60 w 120"/>
                <a:gd name="T87" fmla="*/ 8 h 120"/>
                <a:gd name="T88" fmla="*/ 56 w 120"/>
                <a:gd name="T89" fmla="*/ 12 h 120"/>
                <a:gd name="T90" fmla="*/ 56 w 120"/>
                <a:gd name="T91" fmla="*/ 17 h 120"/>
                <a:gd name="T92" fmla="*/ 53 w 120"/>
                <a:gd name="T93" fmla="*/ 21 h 120"/>
                <a:gd name="T94" fmla="*/ 21 w 120"/>
                <a:gd name="T95" fmla="*/ 53 h 120"/>
                <a:gd name="T96" fmla="*/ 17 w 120"/>
                <a:gd name="T97" fmla="*/ 56 h 120"/>
                <a:gd name="T98" fmla="*/ 12 w 120"/>
                <a:gd name="T99" fmla="*/ 5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20">
                  <a:moveTo>
                    <a:pt x="60" y="120"/>
                  </a:moveTo>
                  <a:cubicBezTo>
                    <a:pt x="53" y="120"/>
                    <a:pt x="48" y="115"/>
                    <a:pt x="48" y="108"/>
                  </a:cubicBezTo>
                  <a:cubicBezTo>
                    <a:pt x="48" y="106"/>
                    <a:pt x="48" y="106"/>
                    <a:pt x="48" y="106"/>
                  </a:cubicBezTo>
                  <a:cubicBezTo>
                    <a:pt x="31" y="102"/>
                    <a:pt x="18" y="89"/>
                    <a:pt x="14" y="72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5" y="72"/>
                    <a:pt x="0" y="67"/>
                    <a:pt x="0" y="60"/>
                  </a:cubicBezTo>
                  <a:cubicBezTo>
                    <a:pt x="0" y="53"/>
                    <a:pt x="5" y="48"/>
                    <a:pt x="12" y="4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8" y="31"/>
                    <a:pt x="31" y="18"/>
                    <a:pt x="48" y="1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5"/>
                    <a:pt x="53" y="0"/>
                    <a:pt x="60" y="0"/>
                  </a:cubicBezTo>
                  <a:cubicBezTo>
                    <a:pt x="67" y="0"/>
                    <a:pt x="72" y="5"/>
                    <a:pt x="72" y="12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89" y="18"/>
                    <a:pt x="102" y="31"/>
                    <a:pt x="106" y="48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15" y="48"/>
                    <a:pt x="120" y="53"/>
                    <a:pt x="120" y="60"/>
                  </a:cubicBezTo>
                  <a:cubicBezTo>
                    <a:pt x="120" y="67"/>
                    <a:pt x="115" y="72"/>
                    <a:pt x="108" y="72"/>
                  </a:cubicBezTo>
                  <a:cubicBezTo>
                    <a:pt x="106" y="72"/>
                    <a:pt x="106" y="72"/>
                    <a:pt x="106" y="72"/>
                  </a:cubicBezTo>
                  <a:cubicBezTo>
                    <a:pt x="102" y="89"/>
                    <a:pt x="89" y="102"/>
                    <a:pt x="72" y="106"/>
                  </a:cubicBezTo>
                  <a:cubicBezTo>
                    <a:pt x="72" y="108"/>
                    <a:pt x="72" y="108"/>
                    <a:pt x="72" y="108"/>
                  </a:cubicBezTo>
                  <a:cubicBezTo>
                    <a:pt x="72" y="115"/>
                    <a:pt x="67" y="120"/>
                    <a:pt x="60" y="120"/>
                  </a:cubicBezTo>
                  <a:close/>
                  <a:moveTo>
                    <a:pt x="12" y="56"/>
                  </a:moveTo>
                  <a:cubicBezTo>
                    <a:pt x="10" y="56"/>
                    <a:pt x="8" y="58"/>
                    <a:pt x="8" y="60"/>
                  </a:cubicBezTo>
                  <a:cubicBezTo>
                    <a:pt x="8" y="62"/>
                    <a:pt x="10" y="64"/>
                    <a:pt x="12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9" y="64"/>
                    <a:pt x="20" y="65"/>
                    <a:pt x="21" y="67"/>
                  </a:cubicBezTo>
                  <a:cubicBezTo>
                    <a:pt x="24" y="83"/>
                    <a:pt x="37" y="96"/>
                    <a:pt x="53" y="99"/>
                  </a:cubicBezTo>
                  <a:cubicBezTo>
                    <a:pt x="55" y="100"/>
                    <a:pt x="56" y="101"/>
                    <a:pt x="56" y="103"/>
                  </a:cubicBezTo>
                  <a:cubicBezTo>
                    <a:pt x="56" y="108"/>
                    <a:pt x="56" y="108"/>
                    <a:pt x="56" y="108"/>
                  </a:cubicBezTo>
                  <a:cubicBezTo>
                    <a:pt x="56" y="110"/>
                    <a:pt x="58" y="112"/>
                    <a:pt x="60" y="112"/>
                  </a:cubicBezTo>
                  <a:cubicBezTo>
                    <a:pt x="62" y="112"/>
                    <a:pt x="64" y="110"/>
                    <a:pt x="64" y="108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4" y="101"/>
                    <a:pt x="65" y="100"/>
                    <a:pt x="67" y="99"/>
                  </a:cubicBezTo>
                  <a:cubicBezTo>
                    <a:pt x="83" y="96"/>
                    <a:pt x="96" y="83"/>
                    <a:pt x="99" y="67"/>
                  </a:cubicBezTo>
                  <a:cubicBezTo>
                    <a:pt x="100" y="65"/>
                    <a:pt x="101" y="64"/>
                    <a:pt x="103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10" y="64"/>
                    <a:pt x="112" y="62"/>
                    <a:pt x="112" y="60"/>
                  </a:cubicBezTo>
                  <a:cubicBezTo>
                    <a:pt x="112" y="58"/>
                    <a:pt x="110" y="56"/>
                    <a:pt x="108" y="56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01" y="56"/>
                    <a:pt x="100" y="55"/>
                    <a:pt x="99" y="53"/>
                  </a:cubicBezTo>
                  <a:cubicBezTo>
                    <a:pt x="96" y="37"/>
                    <a:pt x="83" y="24"/>
                    <a:pt x="67" y="21"/>
                  </a:cubicBezTo>
                  <a:cubicBezTo>
                    <a:pt x="65" y="20"/>
                    <a:pt x="64" y="19"/>
                    <a:pt x="64" y="17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0"/>
                    <a:pt x="62" y="8"/>
                    <a:pt x="60" y="8"/>
                  </a:cubicBezTo>
                  <a:cubicBezTo>
                    <a:pt x="58" y="8"/>
                    <a:pt x="56" y="10"/>
                    <a:pt x="56" y="1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19"/>
                    <a:pt x="55" y="20"/>
                    <a:pt x="53" y="21"/>
                  </a:cubicBezTo>
                  <a:cubicBezTo>
                    <a:pt x="37" y="24"/>
                    <a:pt x="24" y="37"/>
                    <a:pt x="21" y="53"/>
                  </a:cubicBezTo>
                  <a:cubicBezTo>
                    <a:pt x="20" y="55"/>
                    <a:pt x="19" y="56"/>
                    <a:pt x="17" y="56"/>
                  </a:cubicBezTo>
                  <a:lnTo>
                    <a:pt x="12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85" name="Freeform 71">
              <a:extLst>
                <a:ext uri="{FF2B5EF4-FFF2-40B4-BE49-F238E27FC236}">
                  <a16:creationId xmlns:a16="http://schemas.microsoft.com/office/drawing/2014/main" id="{CB9A7C45-34A4-8D97-2CC7-DF78CF7CE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4" y="2338388"/>
              <a:ext cx="117475" cy="117475"/>
            </a:xfrm>
            <a:custGeom>
              <a:avLst/>
              <a:gdLst>
                <a:gd name="T0" fmla="*/ 22 w 44"/>
                <a:gd name="T1" fmla="*/ 44 h 44"/>
                <a:gd name="T2" fmla="*/ 0 w 44"/>
                <a:gd name="T3" fmla="*/ 22 h 44"/>
                <a:gd name="T4" fmla="*/ 22 w 44"/>
                <a:gd name="T5" fmla="*/ 0 h 44"/>
                <a:gd name="T6" fmla="*/ 44 w 44"/>
                <a:gd name="T7" fmla="*/ 22 h 44"/>
                <a:gd name="T8" fmla="*/ 22 w 44"/>
                <a:gd name="T9" fmla="*/ 44 h 44"/>
                <a:gd name="T10" fmla="*/ 22 w 44"/>
                <a:gd name="T11" fmla="*/ 4 h 44"/>
                <a:gd name="T12" fmla="*/ 4 w 44"/>
                <a:gd name="T13" fmla="*/ 22 h 44"/>
                <a:gd name="T14" fmla="*/ 22 w 44"/>
                <a:gd name="T15" fmla="*/ 40 h 44"/>
                <a:gd name="T16" fmla="*/ 40 w 44"/>
                <a:gd name="T17" fmla="*/ 22 h 44"/>
                <a:gd name="T18" fmla="*/ 22 w 44"/>
                <a:gd name="T19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4" y="0"/>
                    <a:pt x="44" y="10"/>
                    <a:pt x="44" y="22"/>
                  </a:cubicBezTo>
                  <a:cubicBezTo>
                    <a:pt x="44" y="34"/>
                    <a:pt x="34" y="44"/>
                    <a:pt x="22" y="44"/>
                  </a:cubicBezTo>
                  <a:close/>
                  <a:moveTo>
                    <a:pt x="22" y="4"/>
                  </a:moveTo>
                  <a:cubicBezTo>
                    <a:pt x="12" y="4"/>
                    <a:pt x="4" y="12"/>
                    <a:pt x="4" y="22"/>
                  </a:cubicBezTo>
                  <a:cubicBezTo>
                    <a:pt x="4" y="32"/>
                    <a:pt x="12" y="40"/>
                    <a:pt x="22" y="40"/>
                  </a:cubicBezTo>
                  <a:cubicBezTo>
                    <a:pt x="32" y="40"/>
                    <a:pt x="40" y="32"/>
                    <a:pt x="40" y="22"/>
                  </a:cubicBezTo>
                  <a:cubicBezTo>
                    <a:pt x="40" y="12"/>
                    <a:pt x="32" y="4"/>
                    <a:pt x="2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87" name="Group 101">
            <a:extLst>
              <a:ext uri="{FF2B5EF4-FFF2-40B4-BE49-F238E27FC236}">
                <a16:creationId xmlns:a16="http://schemas.microsoft.com/office/drawing/2014/main" id="{E573D404-B2D9-E414-D6BA-6B4F4729BF20}"/>
              </a:ext>
            </a:extLst>
          </p:cNvPr>
          <p:cNvGrpSpPr/>
          <p:nvPr/>
        </p:nvGrpSpPr>
        <p:grpSpPr>
          <a:xfrm>
            <a:off x="3054204" y="2296119"/>
            <a:ext cx="311933" cy="259508"/>
            <a:chOff x="11266488" y="4143375"/>
            <a:chExt cx="377825" cy="314326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89" name="Oval 9">
              <a:extLst>
                <a:ext uri="{FF2B5EF4-FFF2-40B4-BE49-F238E27FC236}">
                  <a16:creationId xmlns:a16="http://schemas.microsoft.com/office/drawing/2014/main" id="{7DEED1CC-E792-0293-B447-7BDBB7C65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1" y="4379913"/>
              <a:ext cx="76200" cy="777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1" name="Freeform 10">
              <a:extLst>
                <a:ext uri="{FF2B5EF4-FFF2-40B4-BE49-F238E27FC236}">
                  <a16:creationId xmlns:a16="http://schemas.microsoft.com/office/drawing/2014/main" id="{6E6DF5B3-6350-0AFF-9282-6C900F504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626" y="4291013"/>
              <a:ext cx="209550" cy="77788"/>
            </a:xfrm>
            <a:custGeom>
              <a:avLst/>
              <a:gdLst>
                <a:gd name="T0" fmla="*/ 50 w 54"/>
                <a:gd name="T1" fmla="*/ 20 h 20"/>
                <a:gd name="T2" fmla="*/ 46 w 54"/>
                <a:gd name="T3" fmla="*/ 18 h 20"/>
                <a:gd name="T4" fmla="*/ 27 w 54"/>
                <a:gd name="T5" fmla="*/ 8 h 20"/>
                <a:gd name="T6" fmla="*/ 8 w 54"/>
                <a:gd name="T7" fmla="*/ 18 h 20"/>
                <a:gd name="T8" fmla="*/ 2 w 54"/>
                <a:gd name="T9" fmla="*/ 19 h 20"/>
                <a:gd name="T10" fmla="*/ 1 w 54"/>
                <a:gd name="T11" fmla="*/ 13 h 20"/>
                <a:gd name="T12" fmla="*/ 27 w 54"/>
                <a:gd name="T13" fmla="*/ 0 h 20"/>
                <a:gd name="T14" fmla="*/ 53 w 54"/>
                <a:gd name="T15" fmla="*/ 13 h 20"/>
                <a:gd name="T16" fmla="*/ 52 w 54"/>
                <a:gd name="T17" fmla="*/ 19 h 20"/>
                <a:gd name="T18" fmla="*/ 50 w 54"/>
                <a:gd name="T19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20">
                  <a:moveTo>
                    <a:pt x="50" y="20"/>
                  </a:moveTo>
                  <a:cubicBezTo>
                    <a:pt x="48" y="20"/>
                    <a:pt x="47" y="19"/>
                    <a:pt x="46" y="18"/>
                  </a:cubicBezTo>
                  <a:cubicBezTo>
                    <a:pt x="42" y="12"/>
                    <a:pt x="35" y="8"/>
                    <a:pt x="27" y="8"/>
                  </a:cubicBezTo>
                  <a:cubicBezTo>
                    <a:pt x="19" y="8"/>
                    <a:pt x="12" y="12"/>
                    <a:pt x="8" y="18"/>
                  </a:cubicBezTo>
                  <a:cubicBezTo>
                    <a:pt x="6" y="20"/>
                    <a:pt x="4" y="20"/>
                    <a:pt x="2" y="19"/>
                  </a:cubicBezTo>
                  <a:cubicBezTo>
                    <a:pt x="0" y="17"/>
                    <a:pt x="0" y="15"/>
                    <a:pt x="1" y="13"/>
                  </a:cubicBezTo>
                  <a:cubicBezTo>
                    <a:pt x="7" y="5"/>
                    <a:pt x="17" y="0"/>
                    <a:pt x="27" y="0"/>
                  </a:cubicBezTo>
                  <a:cubicBezTo>
                    <a:pt x="37" y="0"/>
                    <a:pt x="47" y="5"/>
                    <a:pt x="53" y="13"/>
                  </a:cubicBezTo>
                  <a:cubicBezTo>
                    <a:pt x="54" y="15"/>
                    <a:pt x="54" y="17"/>
                    <a:pt x="52" y="19"/>
                  </a:cubicBezTo>
                  <a:cubicBezTo>
                    <a:pt x="51" y="19"/>
                    <a:pt x="50" y="20"/>
                    <a:pt x="5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38144B9E-7B05-0A88-686A-22ED0CA05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6488" y="4143375"/>
              <a:ext cx="377825" cy="100013"/>
            </a:xfrm>
            <a:custGeom>
              <a:avLst/>
              <a:gdLst>
                <a:gd name="T0" fmla="*/ 4 w 98"/>
                <a:gd name="T1" fmla="*/ 26 h 26"/>
                <a:gd name="T2" fmla="*/ 1 w 98"/>
                <a:gd name="T3" fmla="*/ 25 h 26"/>
                <a:gd name="T4" fmla="*/ 2 w 98"/>
                <a:gd name="T5" fmla="*/ 19 h 26"/>
                <a:gd name="T6" fmla="*/ 49 w 98"/>
                <a:gd name="T7" fmla="*/ 0 h 26"/>
                <a:gd name="T8" fmla="*/ 96 w 98"/>
                <a:gd name="T9" fmla="*/ 19 h 26"/>
                <a:gd name="T10" fmla="*/ 97 w 98"/>
                <a:gd name="T11" fmla="*/ 25 h 26"/>
                <a:gd name="T12" fmla="*/ 91 w 98"/>
                <a:gd name="T13" fmla="*/ 25 h 26"/>
                <a:gd name="T14" fmla="*/ 49 w 98"/>
                <a:gd name="T15" fmla="*/ 8 h 26"/>
                <a:gd name="T16" fmla="*/ 7 w 98"/>
                <a:gd name="T17" fmla="*/ 25 h 26"/>
                <a:gd name="T18" fmla="*/ 4 w 98"/>
                <a:gd name="T1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6">
                  <a:moveTo>
                    <a:pt x="4" y="26"/>
                  </a:moveTo>
                  <a:cubicBezTo>
                    <a:pt x="3" y="26"/>
                    <a:pt x="2" y="25"/>
                    <a:pt x="1" y="25"/>
                  </a:cubicBezTo>
                  <a:cubicBezTo>
                    <a:pt x="0" y="23"/>
                    <a:pt x="0" y="20"/>
                    <a:pt x="2" y="19"/>
                  </a:cubicBezTo>
                  <a:cubicBezTo>
                    <a:pt x="15" y="7"/>
                    <a:pt x="31" y="0"/>
                    <a:pt x="49" y="0"/>
                  </a:cubicBezTo>
                  <a:cubicBezTo>
                    <a:pt x="67" y="0"/>
                    <a:pt x="83" y="7"/>
                    <a:pt x="96" y="19"/>
                  </a:cubicBezTo>
                  <a:cubicBezTo>
                    <a:pt x="98" y="20"/>
                    <a:pt x="98" y="23"/>
                    <a:pt x="97" y="25"/>
                  </a:cubicBezTo>
                  <a:cubicBezTo>
                    <a:pt x="95" y="26"/>
                    <a:pt x="93" y="26"/>
                    <a:pt x="91" y="25"/>
                  </a:cubicBezTo>
                  <a:cubicBezTo>
                    <a:pt x="79" y="14"/>
                    <a:pt x="65" y="8"/>
                    <a:pt x="49" y="8"/>
                  </a:cubicBezTo>
                  <a:cubicBezTo>
                    <a:pt x="33" y="8"/>
                    <a:pt x="19" y="14"/>
                    <a:pt x="7" y="25"/>
                  </a:cubicBezTo>
                  <a:cubicBezTo>
                    <a:pt x="6" y="26"/>
                    <a:pt x="5" y="26"/>
                    <a:pt x="4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195" name="Freeform 12">
              <a:extLst>
                <a:ext uri="{FF2B5EF4-FFF2-40B4-BE49-F238E27FC236}">
                  <a16:creationId xmlns:a16="http://schemas.microsoft.com/office/drawing/2014/main" id="{9B5AD1C6-D1B2-0768-0861-429F8B670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7763" y="4216400"/>
              <a:ext cx="295275" cy="90488"/>
            </a:xfrm>
            <a:custGeom>
              <a:avLst/>
              <a:gdLst>
                <a:gd name="T0" fmla="*/ 72 w 76"/>
                <a:gd name="T1" fmla="*/ 22 h 23"/>
                <a:gd name="T2" fmla="*/ 69 w 76"/>
                <a:gd name="T3" fmla="*/ 21 h 23"/>
                <a:gd name="T4" fmla="*/ 38 w 76"/>
                <a:gd name="T5" fmla="*/ 8 h 23"/>
                <a:gd name="T6" fmla="*/ 7 w 76"/>
                <a:gd name="T7" fmla="*/ 21 h 23"/>
                <a:gd name="T8" fmla="*/ 1 w 76"/>
                <a:gd name="T9" fmla="*/ 21 h 23"/>
                <a:gd name="T10" fmla="*/ 1 w 76"/>
                <a:gd name="T11" fmla="*/ 15 h 23"/>
                <a:gd name="T12" fmla="*/ 38 w 76"/>
                <a:gd name="T13" fmla="*/ 0 h 23"/>
                <a:gd name="T14" fmla="*/ 75 w 76"/>
                <a:gd name="T15" fmla="*/ 15 h 23"/>
                <a:gd name="T16" fmla="*/ 75 w 76"/>
                <a:gd name="T17" fmla="*/ 21 h 23"/>
                <a:gd name="T18" fmla="*/ 72 w 76"/>
                <a:gd name="T19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3">
                  <a:moveTo>
                    <a:pt x="72" y="22"/>
                  </a:moveTo>
                  <a:cubicBezTo>
                    <a:pt x="71" y="22"/>
                    <a:pt x="70" y="22"/>
                    <a:pt x="69" y="21"/>
                  </a:cubicBezTo>
                  <a:cubicBezTo>
                    <a:pt x="61" y="13"/>
                    <a:pt x="50" y="8"/>
                    <a:pt x="38" y="8"/>
                  </a:cubicBezTo>
                  <a:cubicBezTo>
                    <a:pt x="26" y="8"/>
                    <a:pt x="15" y="13"/>
                    <a:pt x="7" y="21"/>
                  </a:cubicBezTo>
                  <a:cubicBezTo>
                    <a:pt x="5" y="23"/>
                    <a:pt x="3" y="23"/>
                    <a:pt x="1" y="21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11" y="6"/>
                    <a:pt x="24" y="0"/>
                    <a:pt x="38" y="0"/>
                  </a:cubicBezTo>
                  <a:cubicBezTo>
                    <a:pt x="52" y="0"/>
                    <a:pt x="65" y="6"/>
                    <a:pt x="75" y="15"/>
                  </a:cubicBezTo>
                  <a:cubicBezTo>
                    <a:pt x="76" y="17"/>
                    <a:pt x="76" y="19"/>
                    <a:pt x="75" y="21"/>
                  </a:cubicBezTo>
                  <a:cubicBezTo>
                    <a:pt x="74" y="22"/>
                    <a:pt x="73" y="22"/>
                    <a:pt x="7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197" name="Group 106">
            <a:extLst>
              <a:ext uri="{FF2B5EF4-FFF2-40B4-BE49-F238E27FC236}">
                <a16:creationId xmlns:a16="http://schemas.microsoft.com/office/drawing/2014/main" id="{092EDD0F-245C-49A5-D6C1-C84222BB6938}"/>
              </a:ext>
            </a:extLst>
          </p:cNvPr>
          <p:cNvGrpSpPr/>
          <p:nvPr/>
        </p:nvGrpSpPr>
        <p:grpSpPr>
          <a:xfrm>
            <a:off x="5508039" y="2292282"/>
            <a:ext cx="356494" cy="256885"/>
            <a:chOff x="2713038" y="622300"/>
            <a:chExt cx="431800" cy="31115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13A35B04-5948-FA48-608C-02A2044EB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038" y="654050"/>
              <a:ext cx="185738" cy="247650"/>
            </a:xfrm>
            <a:custGeom>
              <a:avLst/>
              <a:gdLst>
                <a:gd name="T0" fmla="*/ 44 w 48"/>
                <a:gd name="T1" fmla="*/ 56 h 64"/>
                <a:gd name="T2" fmla="*/ 8 w 48"/>
                <a:gd name="T3" fmla="*/ 56 h 64"/>
                <a:gd name="T4" fmla="*/ 8 w 48"/>
                <a:gd name="T5" fmla="*/ 8 h 64"/>
                <a:gd name="T6" fmla="*/ 40 w 48"/>
                <a:gd name="T7" fmla="*/ 8 h 64"/>
                <a:gd name="T8" fmla="*/ 44 w 48"/>
                <a:gd name="T9" fmla="*/ 4 h 64"/>
                <a:gd name="T10" fmla="*/ 40 w 48"/>
                <a:gd name="T11" fmla="*/ 0 h 64"/>
                <a:gd name="T12" fmla="*/ 8 w 48"/>
                <a:gd name="T13" fmla="*/ 0 h 64"/>
                <a:gd name="T14" fmla="*/ 0 w 48"/>
                <a:gd name="T15" fmla="*/ 8 h 64"/>
                <a:gd name="T16" fmla="*/ 0 w 48"/>
                <a:gd name="T17" fmla="*/ 56 h 64"/>
                <a:gd name="T18" fmla="*/ 8 w 48"/>
                <a:gd name="T19" fmla="*/ 64 h 64"/>
                <a:gd name="T20" fmla="*/ 44 w 48"/>
                <a:gd name="T21" fmla="*/ 64 h 64"/>
                <a:gd name="T22" fmla="*/ 48 w 48"/>
                <a:gd name="T23" fmla="*/ 60 h 64"/>
                <a:gd name="T24" fmla="*/ 44 w 48"/>
                <a:gd name="T25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" h="64">
                  <a:moveTo>
                    <a:pt x="44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2" y="8"/>
                    <a:pt x="44" y="6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4" y="64"/>
                    <a:pt x="8" y="64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46" y="64"/>
                    <a:pt x="48" y="62"/>
                    <a:pt x="48" y="60"/>
                  </a:cubicBezTo>
                  <a:cubicBezTo>
                    <a:pt x="48" y="58"/>
                    <a:pt x="46" y="56"/>
                    <a:pt x="44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1" name="Freeform 17">
              <a:extLst>
                <a:ext uri="{FF2B5EF4-FFF2-40B4-BE49-F238E27FC236}">
                  <a16:creationId xmlns:a16="http://schemas.microsoft.com/office/drawing/2014/main" id="{B5BD607B-080A-7A69-4F64-FE61398BD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813" y="654050"/>
              <a:ext cx="200025" cy="247650"/>
            </a:xfrm>
            <a:custGeom>
              <a:avLst/>
              <a:gdLst>
                <a:gd name="T0" fmla="*/ 44 w 52"/>
                <a:gd name="T1" fmla="*/ 16 h 64"/>
                <a:gd name="T2" fmla="*/ 44 w 52"/>
                <a:gd name="T3" fmla="*/ 8 h 64"/>
                <a:gd name="T4" fmla="*/ 36 w 52"/>
                <a:gd name="T5" fmla="*/ 0 h 64"/>
                <a:gd name="T6" fmla="*/ 4 w 52"/>
                <a:gd name="T7" fmla="*/ 0 h 64"/>
                <a:gd name="T8" fmla="*/ 0 w 52"/>
                <a:gd name="T9" fmla="*/ 4 h 64"/>
                <a:gd name="T10" fmla="*/ 4 w 52"/>
                <a:gd name="T11" fmla="*/ 8 h 64"/>
                <a:gd name="T12" fmla="*/ 36 w 52"/>
                <a:gd name="T13" fmla="*/ 8 h 64"/>
                <a:gd name="T14" fmla="*/ 36 w 52"/>
                <a:gd name="T15" fmla="*/ 20 h 64"/>
                <a:gd name="T16" fmla="*/ 36 w 52"/>
                <a:gd name="T17" fmla="*/ 44 h 64"/>
                <a:gd name="T18" fmla="*/ 36 w 52"/>
                <a:gd name="T19" fmla="*/ 56 h 64"/>
                <a:gd name="T20" fmla="*/ 8 w 52"/>
                <a:gd name="T21" fmla="*/ 56 h 64"/>
                <a:gd name="T22" fmla="*/ 4 w 52"/>
                <a:gd name="T23" fmla="*/ 60 h 64"/>
                <a:gd name="T24" fmla="*/ 8 w 52"/>
                <a:gd name="T25" fmla="*/ 64 h 64"/>
                <a:gd name="T26" fmla="*/ 36 w 52"/>
                <a:gd name="T27" fmla="*/ 64 h 64"/>
                <a:gd name="T28" fmla="*/ 44 w 52"/>
                <a:gd name="T29" fmla="*/ 56 h 64"/>
                <a:gd name="T30" fmla="*/ 44 w 52"/>
                <a:gd name="T31" fmla="*/ 48 h 64"/>
                <a:gd name="T32" fmla="*/ 52 w 52"/>
                <a:gd name="T33" fmla="*/ 40 h 64"/>
                <a:gd name="T34" fmla="*/ 52 w 52"/>
                <a:gd name="T35" fmla="*/ 24 h 64"/>
                <a:gd name="T36" fmla="*/ 44 w 52"/>
                <a:gd name="T37" fmla="*/ 1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2" h="64">
                  <a:moveTo>
                    <a:pt x="44" y="16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44" y="4"/>
                    <a:pt x="40" y="0"/>
                    <a:pt x="3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6" y="56"/>
                    <a:pt x="4" y="58"/>
                    <a:pt x="4" y="60"/>
                  </a:cubicBezTo>
                  <a:cubicBezTo>
                    <a:pt x="4" y="62"/>
                    <a:pt x="6" y="64"/>
                    <a:pt x="8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40" y="64"/>
                    <a:pt x="44" y="60"/>
                    <a:pt x="44" y="56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8" y="48"/>
                    <a:pt x="52" y="44"/>
                    <a:pt x="52" y="40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0"/>
                    <a:pt x="48" y="16"/>
                    <a:pt x="44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E09AF81F-76C5-B6AA-DAAE-B221417E3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863" y="622300"/>
              <a:ext cx="169863" cy="311150"/>
            </a:xfrm>
            <a:custGeom>
              <a:avLst/>
              <a:gdLst>
                <a:gd name="T0" fmla="*/ 107 w 107"/>
                <a:gd name="T1" fmla="*/ 78 h 196"/>
                <a:gd name="T2" fmla="*/ 58 w 107"/>
                <a:gd name="T3" fmla="*/ 78 h 196"/>
                <a:gd name="T4" fmla="*/ 58 w 107"/>
                <a:gd name="T5" fmla="*/ 0 h 196"/>
                <a:gd name="T6" fmla="*/ 0 w 107"/>
                <a:gd name="T7" fmla="*/ 117 h 196"/>
                <a:gd name="T8" fmla="*/ 49 w 107"/>
                <a:gd name="T9" fmla="*/ 117 h 196"/>
                <a:gd name="T10" fmla="*/ 49 w 107"/>
                <a:gd name="T11" fmla="*/ 196 h 196"/>
                <a:gd name="T12" fmla="*/ 107 w 107"/>
                <a:gd name="T13" fmla="*/ 78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" h="196">
                  <a:moveTo>
                    <a:pt x="107" y="78"/>
                  </a:moveTo>
                  <a:lnTo>
                    <a:pt x="58" y="78"/>
                  </a:lnTo>
                  <a:lnTo>
                    <a:pt x="58" y="0"/>
                  </a:lnTo>
                  <a:lnTo>
                    <a:pt x="0" y="117"/>
                  </a:lnTo>
                  <a:lnTo>
                    <a:pt x="49" y="117"/>
                  </a:lnTo>
                  <a:lnTo>
                    <a:pt x="49" y="196"/>
                  </a:lnTo>
                  <a:lnTo>
                    <a:pt x="107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05" name="Group 115">
            <a:extLst>
              <a:ext uri="{FF2B5EF4-FFF2-40B4-BE49-F238E27FC236}">
                <a16:creationId xmlns:a16="http://schemas.microsoft.com/office/drawing/2014/main" id="{94EEAD41-C257-CAC7-5060-1D95E5096FC0}"/>
              </a:ext>
            </a:extLst>
          </p:cNvPr>
          <p:cNvGrpSpPr/>
          <p:nvPr/>
        </p:nvGrpSpPr>
        <p:grpSpPr>
          <a:xfrm>
            <a:off x="9539797" y="2894178"/>
            <a:ext cx="386591" cy="341551"/>
            <a:chOff x="7659688" y="1598613"/>
            <a:chExt cx="981074" cy="86677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07" name="Freeform 19">
              <a:extLst>
                <a:ext uri="{FF2B5EF4-FFF2-40B4-BE49-F238E27FC236}">
                  <a16:creationId xmlns:a16="http://schemas.microsoft.com/office/drawing/2014/main" id="{30980FE9-DFA1-38DA-0EF8-CA0E01882E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59688" y="1598613"/>
              <a:ext cx="981074" cy="866775"/>
            </a:xfrm>
            <a:custGeom>
              <a:avLst/>
              <a:gdLst>
                <a:gd name="T0" fmla="*/ 167 w 258"/>
                <a:gd name="T1" fmla="*/ 228 h 228"/>
                <a:gd name="T2" fmla="*/ 123 w 258"/>
                <a:gd name="T3" fmla="*/ 210 h 228"/>
                <a:gd name="T4" fmla="*/ 79 w 258"/>
                <a:gd name="T5" fmla="*/ 166 h 228"/>
                <a:gd name="T6" fmla="*/ 72 w 258"/>
                <a:gd name="T7" fmla="*/ 161 h 228"/>
                <a:gd name="T8" fmla="*/ 71 w 258"/>
                <a:gd name="T9" fmla="*/ 162 h 228"/>
                <a:gd name="T10" fmla="*/ 75 w 258"/>
                <a:gd name="T11" fmla="*/ 173 h 228"/>
                <a:gd name="T12" fmla="*/ 75 w 258"/>
                <a:gd name="T13" fmla="*/ 210 h 228"/>
                <a:gd name="T14" fmla="*/ 57 w 258"/>
                <a:gd name="T15" fmla="*/ 218 h 228"/>
                <a:gd name="T16" fmla="*/ 39 w 258"/>
                <a:gd name="T17" fmla="*/ 210 h 228"/>
                <a:gd name="T18" fmla="*/ 1 w 258"/>
                <a:gd name="T19" fmla="*/ 122 h 228"/>
                <a:gd name="T20" fmla="*/ 35 w 258"/>
                <a:gd name="T21" fmla="*/ 33 h 228"/>
                <a:gd name="T22" fmla="*/ 117 w 258"/>
                <a:gd name="T23" fmla="*/ 0 h 228"/>
                <a:gd name="T24" fmla="*/ 207 w 258"/>
                <a:gd name="T25" fmla="*/ 37 h 228"/>
                <a:gd name="T26" fmla="*/ 211 w 258"/>
                <a:gd name="T27" fmla="*/ 210 h 228"/>
                <a:gd name="T28" fmla="*/ 167 w 258"/>
                <a:gd name="T29" fmla="*/ 228 h 228"/>
                <a:gd name="T30" fmla="*/ 72 w 258"/>
                <a:gd name="T31" fmla="*/ 149 h 228"/>
                <a:gd name="T32" fmla="*/ 87 w 258"/>
                <a:gd name="T33" fmla="*/ 157 h 228"/>
                <a:gd name="T34" fmla="*/ 131 w 258"/>
                <a:gd name="T35" fmla="*/ 201 h 228"/>
                <a:gd name="T36" fmla="*/ 167 w 258"/>
                <a:gd name="T37" fmla="*/ 216 h 228"/>
                <a:gd name="T38" fmla="*/ 203 w 258"/>
                <a:gd name="T39" fmla="*/ 201 h 228"/>
                <a:gd name="T40" fmla="*/ 199 w 258"/>
                <a:gd name="T41" fmla="*/ 46 h 228"/>
                <a:gd name="T42" fmla="*/ 117 w 258"/>
                <a:gd name="T43" fmla="*/ 12 h 228"/>
                <a:gd name="T44" fmla="*/ 43 w 258"/>
                <a:gd name="T45" fmla="*/ 42 h 228"/>
                <a:gd name="T46" fmla="*/ 13 w 258"/>
                <a:gd name="T47" fmla="*/ 121 h 228"/>
                <a:gd name="T48" fmla="*/ 47 w 258"/>
                <a:gd name="T49" fmla="*/ 201 h 228"/>
                <a:gd name="T50" fmla="*/ 67 w 258"/>
                <a:gd name="T51" fmla="*/ 201 h 228"/>
                <a:gd name="T52" fmla="*/ 67 w 258"/>
                <a:gd name="T53" fmla="*/ 182 h 228"/>
                <a:gd name="T54" fmla="*/ 63 w 258"/>
                <a:gd name="T55" fmla="*/ 153 h 228"/>
                <a:gd name="T56" fmla="*/ 72 w 258"/>
                <a:gd name="T5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28">
                  <a:moveTo>
                    <a:pt x="167" y="228"/>
                  </a:moveTo>
                  <a:cubicBezTo>
                    <a:pt x="150" y="228"/>
                    <a:pt x="134" y="221"/>
                    <a:pt x="123" y="210"/>
                  </a:cubicBezTo>
                  <a:cubicBezTo>
                    <a:pt x="79" y="166"/>
                    <a:pt x="79" y="166"/>
                    <a:pt x="79" y="166"/>
                  </a:cubicBezTo>
                  <a:cubicBezTo>
                    <a:pt x="74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1" y="162"/>
                  </a:cubicBezTo>
                  <a:cubicBezTo>
                    <a:pt x="70" y="163"/>
                    <a:pt x="70" y="168"/>
                    <a:pt x="75" y="173"/>
                  </a:cubicBezTo>
                  <a:cubicBezTo>
                    <a:pt x="85" y="184"/>
                    <a:pt x="85" y="200"/>
                    <a:pt x="75" y="210"/>
                  </a:cubicBezTo>
                  <a:cubicBezTo>
                    <a:pt x="70" y="215"/>
                    <a:pt x="64" y="218"/>
                    <a:pt x="57" y="218"/>
                  </a:cubicBezTo>
                  <a:cubicBezTo>
                    <a:pt x="50" y="218"/>
                    <a:pt x="44" y="215"/>
                    <a:pt x="39" y="210"/>
                  </a:cubicBezTo>
                  <a:cubicBezTo>
                    <a:pt x="16" y="187"/>
                    <a:pt x="2" y="155"/>
                    <a:pt x="1" y="122"/>
                  </a:cubicBezTo>
                  <a:cubicBezTo>
                    <a:pt x="0" y="88"/>
                    <a:pt x="12" y="56"/>
                    <a:pt x="35" y="33"/>
                  </a:cubicBezTo>
                  <a:cubicBezTo>
                    <a:pt x="57" y="12"/>
                    <a:pt x="86" y="0"/>
                    <a:pt x="117" y="0"/>
                  </a:cubicBezTo>
                  <a:cubicBezTo>
                    <a:pt x="150" y="0"/>
                    <a:pt x="183" y="13"/>
                    <a:pt x="207" y="37"/>
                  </a:cubicBezTo>
                  <a:cubicBezTo>
                    <a:pt x="256" y="86"/>
                    <a:pt x="258" y="163"/>
                    <a:pt x="211" y="210"/>
                  </a:cubicBezTo>
                  <a:cubicBezTo>
                    <a:pt x="200" y="221"/>
                    <a:pt x="184" y="228"/>
                    <a:pt x="167" y="228"/>
                  </a:cubicBezTo>
                  <a:close/>
                  <a:moveTo>
                    <a:pt x="72" y="149"/>
                  </a:moveTo>
                  <a:cubicBezTo>
                    <a:pt x="77" y="149"/>
                    <a:pt x="81" y="152"/>
                    <a:pt x="87" y="157"/>
                  </a:cubicBezTo>
                  <a:cubicBezTo>
                    <a:pt x="131" y="201"/>
                    <a:pt x="131" y="201"/>
                    <a:pt x="131" y="201"/>
                  </a:cubicBezTo>
                  <a:cubicBezTo>
                    <a:pt x="141" y="211"/>
                    <a:pt x="153" y="216"/>
                    <a:pt x="167" y="216"/>
                  </a:cubicBezTo>
                  <a:cubicBezTo>
                    <a:pt x="181" y="216"/>
                    <a:pt x="193" y="211"/>
                    <a:pt x="203" y="201"/>
                  </a:cubicBezTo>
                  <a:cubicBezTo>
                    <a:pt x="245" y="160"/>
                    <a:pt x="243" y="90"/>
                    <a:pt x="199" y="46"/>
                  </a:cubicBezTo>
                  <a:cubicBezTo>
                    <a:pt x="177" y="24"/>
                    <a:pt x="147" y="12"/>
                    <a:pt x="117" y="12"/>
                  </a:cubicBezTo>
                  <a:cubicBezTo>
                    <a:pt x="89" y="12"/>
                    <a:pt x="63" y="22"/>
                    <a:pt x="43" y="42"/>
                  </a:cubicBezTo>
                  <a:cubicBezTo>
                    <a:pt x="23" y="62"/>
                    <a:pt x="12" y="91"/>
                    <a:pt x="13" y="121"/>
                  </a:cubicBezTo>
                  <a:cubicBezTo>
                    <a:pt x="14" y="151"/>
                    <a:pt x="26" y="181"/>
                    <a:pt x="47" y="201"/>
                  </a:cubicBezTo>
                  <a:cubicBezTo>
                    <a:pt x="53" y="207"/>
                    <a:pt x="61" y="207"/>
                    <a:pt x="67" y="201"/>
                  </a:cubicBezTo>
                  <a:cubicBezTo>
                    <a:pt x="72" y="196"/>
                    <a:pt x="72" y="187"/>
                    <a:pt x="67" y="182"/>
                  </a:cubicBezTo>
                  <a:cubicBezTo>
                    <a:pt x="56" y="171"/>
                    <a:pt x="57" y="159"/>
                    <a:pt x="63" y="153"/>
                  </a:cubicBezTo>
                  <a:cubicBezTo>
                    <a:pt x="66" y="150"/>
                    <a:pt x="69" y="149"/>
                    <a:pt x="72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09" name="Freeform 20">
              <a:extLst>
                <a:ext uri="{FF2B5EF4-FFF2-40B4-BE49-F238E27FC236}">
                  <a16:creationId xmlns:a16="http://schemas.microsoft.com/office/drawing/2014/main" id="{7CCF1C3A-B92D-FEB2-7873-737F6C063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07375" y="1789113"/>
              <a:ext cx="166687" cy="168275"/>
            </a:xfrm>
            <a:custGeom>
              <a:avLst/>
              <a:gdLst>
                <a:gd name="T0" fmla="*/ 22 w 44"/>
                <a:gd name="T1" fmla="*/ 44 h 44"/>
                <a:gd name="T2" fmla="*/ 6 w 44"/>
                <a:gd name="T3" fmla="*/ 37 h 44"/>
                <a:gd name="T4" fmla="*/ 0 w 44"/>
                <a:gd name="T5" fmla="*/ 22 h 44"/>
                <a:gd name="T6" fmla="*/ 6 w 44"/>
                <a:gd name="T7" fmla="*/ 6 h 44"/>
                <a:gd name="T8" fmla="*/ 22 w 44"/>
                <a:gd name="T9" fmla="*/ 0 h 44"/>
                <a:gd name="T10" fmla="*/ 37 w 44"/>
                <a:gd name="T11" fmla="*/ 6 h 44"/>
                <a:gd name="T12" fmla="*/ 44 w 44"/>
                <a:gd name="T13" fmla="*/ 22 h 44"/>
                <a:gd name="T14" fmla="*/ 37 w 44"/>
                <a:gd name="T15" fmla="*/ 37 h 44"/>
                <a:gd name="T16" fmla="*/ 22 w 44"/>
                <a:gd name="T17" fmla="*/ 44 h 44"/>
                <a:gd name="T18" fmla="*/ 22 w 44"/>
                <a:gd name="T19" fmla="*/ 12 h 44"/>
                <a:gd name="T20" fmla="*/ 15 w 44"/>
                <a:gd name="T21" fmla="*/ 15 h 44"/>
                <a:gd name="T22" fmla="*/ 12 w 44"/>
                <a:gd name="T23" fmla="*/ 22 h 44"/>
                <a:gd name="T24" fmla="*/ 15 w 44"/>
                <a:gd name="T25" fmla="*/ 29 h 44"/>
                <a:gd name="T26" fmla="*/ 29 w 44"/>
                <a:gd name="T27" fmla="*/ 29 h 44"/>
                <a:gd name="T28" fmla="*/ 32 w 44"/>
                <a:gd name="T29" fmla="*/ 22 h 44"/>
                <a:gd name="T30" fmla="*/ 29 w 44"/>
                <a:gd name="T31" fmla="*/ 15 h 44"/>
                <a:gd name="T32" fmla="*/ 22 w 44"/>
                <a:gd name="T3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6" y="44"/>
                    <a:pt x="10" y="41"/>
                    <a:pt x="6" y="37"/>
                  </a:cubicBezTo>
                  <a:cubicBezTo>
                    <a:pt x="2" y="33"/>
                    <a:pt x="0" y="28"/>
                    <a:pt x="0" y="22"/>
                  </a:cubicBezTo>
                  <a:cubicBezTo>
                    <a:pt x="0" y="16"/>
                    <a:pt x="2" y="10"/>
                    <a:pt x="6" y="6"/>
                  </a:cubicBezTo>
                  <a:cubicBezTo>
                    <a:pt x="10" y="2"/>
                    <a:pt x="16" y="0"/>
                    <a:pt x="22" y="0"/>
                  </a:cubicBezTo>
                  <a:cubicBezTo>
                    <a:pt x="28" y="0"/>
                    <a:pt x="33" y="2"/>
                    <a:pt x="37" y="6"/>
                  </a:cubicBezTo>
                  <a:cubicBezTo>
                    <a:pt x="42" y="10"/>
                    <a:pt x="44" y="16"/>
                    <a:pt x="44" y="22"/>
                  </a:cubicBezTo>
                  <a:cubicBezTo>
                    <a:pt x="44" y="28"/>
                    <a:pt x="42" y="33"/>
                    <a:pt x="37" y="37"/>
                  </a:cubicBezTo>
                  <a:cubicBezTo>
                    <a:pt x="33" y="41"/>
                    <a:pt x="28" y="44"/>
                    <a:pt x="22" y="44"/>
                  </a:cubicBezTo>
                  <a:close/>
                  <a:moveTo>
                    <a:pt x="22" y="12"/>
                  </a:moveTo>
                  <a:cubicBezTo>
                    <a:pt x="19" y="12"/>
                    <a:pt x="17" y="13"/>
                    <a:pt x="15" y="15"/>
                  </a:cubicBezTo>
                  <a:cubicBezTo>
                    <a:pt x="13" y="17"/>
                    <a:pt x="12" y="19"/>
                    <a:pt x="12" y="22"/>
                  </a:cubicBezTo>
                  <a:cubicBezTo>
                    <a:pt x="12" y="24"/>
                    <a:pt x="13" y="27"/>
                    <a:pt x="15" y="29"/>
                  </a:cubicBezTo>
                  <a:cubicBezTo>
                    <a:pt x="19" y="33"/>
                    <a:pt x="25" y="33"/>
                    <a:pt x="29" y="29"/>
                  </a:cubicBezTo>
                  <a:cubicBezTo>
                    <a:pt x="31" y="27"/>
                    <a:pt x="32" y="24"/>
                    <a:pt x="32" y="22"/>
                  </a:cubicBezTo>
                  <a:cubicBezTo>
                    <a:pt x="32" y="19"/>
                    <a:pt x="31" y="17"/>
                    <a:pt x="29" y="15"/>
                  </a:cubicBezTo>
                  <a:cubicBezTo>
                    <a:pt x="27" y="13"/>
                    <a:pt x="24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1" name="Freeform 21">
              <a:extLst>
                <a:ext uri="{FF2B5EF4-FFF2-40B4-BE49-F238E27FC236}">
                  <a16:creationId xmlns:a16="http://schemas.microsoft.com/office/drawing/2014/main" id="{D6C7D66F-4270-2EF3-C360-8459EB2663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21675" y="1995488"/>
              <a:ext cx="147637" cy="136525"/>
            </a:xfrm>
            <a:custGeom>
              <a:avLst/>
              <a:gdLst>
                <a:gd name="T0" fmla="*/ 20 w 39"/>
                <a:gd name="T1" fmla="*/ 36 h 36"/>
                <a:gd name="T2" fmla="*/ 7 w 39"/>
                <a:gd name="T3" fmla="*/ 30 h 36"/>
                <a:gd name="T4" fmla="*/ 7 w 39"/>
                <a:gd name="T5" fmla="*/ 5 h 36"/>
                <a:gd name="T6" fmla="*/ 20 w 39"/>
                <a:gd name="T7" fmla="*/ 0 h 36"/>
                <a:gd name="T8" fmla="*/ 32 w 39"/>
                <a:gd name="T9" fmla="*/ 5 h 36"/>
                <a:gd name="T10" fmla="*/ 32 w 39"/>
                <a:gd name="T11" fmla="*/ 30 h 36"/>
                <a:gd name="T12" fmla="*/ 20 w 39"/>
                <a:gd name="T13" fmla="*/ 36 h 36"/>
                <a:gd name="T14" fmla="*/ 20 w 39"/>
                <a:gd name="T15" fmla="*/ 12 h 36"/>
                <a:gd name="T16" fmla="*/ 15 w 39"/>
                <a:gd name="T17" fmla="*/ 13 h 36"/>
                <a:gd name="T18" fmla="*/ 15 w 39"/>
                <a:gd name="T19" fmla="*/ 22 h 36"/>
                <a:gd name="T20" fmla="*/ 24 w 39"/>
                <a:gd name="T21" fmla="*/ 22 h 36"/>
                <a:gd name="T22" fmla="*/ 24 w 39"/>
                <a:gd name="T23" fmla="*/ 13 h 36"/>
                <a:gd name="T24" fmla="*/ 20 w 39"/>
                <a:gd name="T25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" h="36">
                  <a:moveTo>
                    <a:pt x="20" y="36"/>
                  </a:moveTo>
                  <a:cubicBezTo>
                    <a:pt x="15" y="36"/>
                    <a:pt x="10" y="34"/>
                    <a:pt x="7" y="30"/>
                  </a:cubicBezTo>
                  <a:cubicBezTo>
                    <a:pt x="0" y="23"/>
                    <a:pt x="0" y="12"/>
                    <a:pt x="7" y="5"/>
                  </a:cubicBezTo>
                  <a:cubicBezTo>
                    <a:pt x="10" y="1"/>
                    <a:pt x="15" y="0"/>
                    <a:pt x="20" y="0"/>
                  </a:cubicBezTo>
                  <a:cubicBezTo>
                    <a:pt x="24" y="0"/>
                    <a:pt x="29" y="1"/>
                    <a:pt x="32" y="5"/>
                  </a:cubicBezTo>
                  <a:cubicBezTo>
                    <a:pt x="39" y="12"/>
                    <a:pt x="39" y="23"/>
                    <a:pt x="32" y="30"/>
                  </a:cubicBezTo>
                  <a:cubicBezTo>
                    <a:pt x="29" y="34"/>
                    <a:pt x="24" y="36"/>
                    <a:pt x="20" y="36"/>
                  </a:cubicBezTo>
                  <a:close/>
                  <a:moveTo>
                    <a:pt x="20" y="12"/>
                  </a:moveTo>
                  <a:cubicBezTo>
                    <a:pt x="18" y="12"/>
                    <a:pt x="17" y="12"/>
                    <a:pt x="15" y="13"/>
                  </a:cubicBezTo>
                  <a:cubicBezTo>
                    <a:pt x="13" y="16"/>
                    <a:pt x="13" y="20"/>
                    <a:pt x="15" y="22"/>
                  </a:cubicBezTo>
                  <a:cubicBezTo>
                    <a:pt x="18" y="24"/>
                    <a:pt x="22" y="24"/>
                    <a:pt x="24" y="22"/>
                  </a:cubicBezTo>
                  <a:cubicBezTo>
                    <a:pt x="26" y="20"/>
                    <a:pt x="26" y="16"/>
                    <a:pt x="24" y="13"/>
                  </a:cubicBezTo>
                  <a:cubicBezTo>
                    <a:pt x="23" y="12"/>
                    <a:pt x="21" y="12"/>
                    <a:pt x="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3" name="Freeform 22">
              <a:extLst>
                <a:ext uri="{FF2B5EF4-FFF2-40B4-BE49-F238E27FC236}">
                  <a16:creationId xmlns:a16="http://schemas.microsoft.com/office/drawing/2014/main" id="{D39312A6-9809-6C64-9792-2D3C282D40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91500" y="2154238"/>
              <a:ext cx="198437" cy="198438"/>
            </a:xfrm>
            <a:custGeom>
              <a:avLst/>
              <a:gdLst>
                <a:gd name="T0" fmla="*/ 26 w 52"/>
                <a:gd name="T1" fmla="*/ 52 h 52"/>
                <a:gd name="T2" fmla="*/ 7 w 52"/>
                <a:gd name="T3" fmla="*/ 44 h 52"/>
                <a:gd name="T4" fmla="*/ 0 w 52"/>
                <a:gd name="T5" fmla="*/ 26 h 52"/>
                <a:gd name="T6" fmla="*/ 7 w 52"/>
                <a:gd name="T7" fmla="*/ 7 h 52"/>
                <a:gd name="T8" fmla="*/ 26 w 52"/>
                <a:gd name="T9" fmla="*/ 0 h 52"/>
                <a:gd name="T10" fmla="*/ 44 w 52"/>
                <a:gd name="T11" fmla="*/ 7 h 52"/>
                <a:gd name="T12" fmla="*/ 52 w 52"/>
                <a:gd name="T13" fmla="*/ 26 h 52"/>
                <a:gd name="T14" fmla="*/ 44 w 52"/>
                <a:gd name="T15" fmla="*/ 44 h 52"/>
                <a:gd name="T16" fmla="*/ 26 w 52"/>
                <a:gd name="T17" fmla="*/ 52 h 52"/>
                <a:gd name="T18" fmla="*/ 26 w 52"/>
                <a:gd name="T19" fmla="*/ 12 h 52"/>
                <a:gd name="T20" fmla="*/ 16 w 52"/>
                <a:gd name="T21" fmla="*/ 16 h 52"/>
                <a:gd name="T22" fmla="*/ 12 w 52"/>
                <a:gd name="T23" fmla="*/ 26 h 52"/>
                <a:gd name="T24" fmla="*/ 16 w 52"/>
                <a:gd name="T25" fmla="*/ 35 h 52"/>
                <a:gd name="T26" fmla="*/ 36 w 52"/>
                <a:gd name="T27" fmla="*/ 35 h 52"/>
                <a:gd name="T28" fmla="*/ 40 w 52"/>
                <a:gd name="T29" fmla="*/ 26 h 52"/>
                <a:gd name="T30" fmla="*/ 36 w 52"/>
                <a:gd name="T31" fmla="*/ 16 h 52"/>
                <a:gd name="T32" fmla="*/ 26 w 52"/>
                <a:gd name="T33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9" y="52"/>
                    <a:pt x="12" y="49"/>
                    <a:pt x="7" y="44"/>
                  </a:cubicBezTo>
                  <a:cubicBezTo>
                    <a:pt x="3" y="39"/>
                    <a:pt x="0" y="32"/>
                    <a:pt x="0" y="26"/>
                  </a:cubicBezTo>
                  <a:cubicBezTo>
                    <a:pt x="0" y="19"/>
                    <a:pt x="3" y="12"/>
                    <a:pt x="7" y="7"/>
                  </a:cubicBezTo>
                  <a:cubicBezTo>
                    <a:pt x="12" y="2"/>
                    <a:pt x="19" y="0"/>
                    <a:pt x="26" y="0"/>
                  </a:cubicBezTo>
                  <a:cubicBezTo>
                    <a:pt x="33" y="0"/>
                    <a:pt x="39" y="2"/>
                    <a:pt x="44" y="7"/>
                  </a:cubicBezTo>
                  <a:cubicBezTo>
                    <a:pt x="49" y="12"/>
                    <a:pt x="52" y="19"/>
                    <a:pt x="52" y="26"/>
                  </a:cubicBezTo>
                  <a:cubicBezTo>
                    <a:pt x="52" y="32"/>
                    <a:pt x="49" y="39"/>
                    <a:pt x="44" y="44"/>
                  </a:cubicBezTo>
                  <a:cubicBezTo>
                    <a:pt x="39" y="49"/>
                    <a:pt x="33" y="52"/>
                    <a:pt x="26" y="52"/>
                  </a:cubicBezTo>
                  <a:close/>
                  <a:moveTo>
                    <a:pt x="26" y="12"/>
                  </a:moveTo>
                  <a:cubicBezTo>
                    <a:pt x="22" y="12"/>
                    <a:pt x="19" y="13"/>
                    <a:pt x="16" y="16"/>
                  </a:cubicBezTo>
                  <a:cubicBezTo>
                    <a:pt x="13" y="18"/>
                    <a:pt x="12" y="22"/>
                    <a:pt x="12" y="26"/>
                  </a:cubicBezTo>
                  <a:cubicBezTo>
                    <a:pt x="12" y="29"/>
                    <a:pt x="13" y="33"/>
                    <a:pt x="16" y="35"/>
                  </a:cubicBezTo>
                  <a:cubicBezTo>
                    <a:pt x="21" y="41"/>
                    <a:pt x="30" y="41"/>
                    <a:pt x="36" y="35"/>
                  </a:cubicBezTo>
                  <a:cubicBezTo>
                    <a:pt x="38" y="33"/>
                    <a:pt x="40" y="29"/>
                    <a:pt x="40" y="26"/>
                  </a:cubicBezTo>
                  <a:cubicBezTo>
                    <a:pt x="40" y="22"/>
                    <a:pt x="38" y="18"/>
                    <a:pt x="36" y="16"/>
                  </a:cubicBezTo>
                  <a:cubicBezTo>
                    <a:pt x="33" y="13"/>
                    <a:pt x="30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786B9CC-A6E5-83F1-C78A-07C4543B8F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7663" y="1747838"/>
              <a:ext cx="166687" cy="166688"/>
            </a:xfrm>
            <a:custGeom>
              <a:avLst/>
              <a:gdLst>
                <a:gd name="T0" fmla="*/ 22 w 44"/>
                <a:gd name="T1" fmla="*/ 44 h 44"/>
                <a:gd name="T2" fmla="*/ 6 w 44"/>
                <a:gd name="T3" fmla="*/ 38 h 44"/>
                <a:gd name="T4" fmla="*/ 0 w 44"/>
                <a:gd name="T5" fmla="*/ 22 h 44"/>
                <a:gd name="T6" fmla="*/ 6 w 44"/>
                <a:gd name="T7" fmla="*/ 6 h 44"/>
                <a:gd name="T8" fmla="*/ 22 w 44"/>
                <a:gd name="T9" fmla="*/ 0 h 44"/>
                <a:gd name="T10" fmla="*/ 38 w 44"/>
                <a:gd name="T11" fmla="*/ 6 h 44"/>
                <a:gd name="T12" fmla="*/ 44 w 44"/>
                <a:gd name="T13" fmla="*/ 22 h 44"/>
                <a:gd name="T14" fmla="*/ 38 w 44"/>
                <a:gd name="T15" fmla="*/ 38 h 44"/>
                <a:gd name="T16" fmla="*/ 22 w 44"/>
                <a:gd name="T17" fmla="*/ 44 h 44"/>
                <a:gd name="T18" fmla="*/ 22 w 44"/>
                <a:gd name="T19" fmla="*/ 12 h 44"/>
                <a:gd name="T20" fmla="*/ 15 w 44"/>
                <a:gd name="T21" fmla="*/ 15 h 44"/>
                <a:gd name="T22" fmla="*/ 12 w 44"/>
                <a:gd name="T23" fmla="*/ 22 h 44"/>
                <a:gd name="T24" fmla="*/ 15 w 44"/>
                <a:gd name="T25" fmla="*/ 29 h 44"/>
                <a:gd name="T26" fmla="*/ 29 w 44"/>
                <a:gd name="T27" fmla="*/ 29 h 44"/>
                <a:gd name="T28" fmla="*/ 32 w 44"/>
                <a:gd name="T29" fmla="*/ 22 h 44"/>
                <a:gd name="T30" fmla="*/ 29 w 44"/>
                <a:gd name="T31" fmla="*/ 15 h 44"/>
                <a:gd name="T32" fmla="*/ 22 w 44"/>
                <a:gd name="T33" fmla="*/ 1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6" y="44"/>
                    <a:pt x="11" y="42"/>
                    <a:pt x="6" y="38"/>
                  </a:cubicBezTo>
                  <a:cubicBezTo>
                    <a:pt x="2" y="33"/>
                    <a:pt x="0" y="28"/>
                    <a:pt x="0" y="22"/>
                  </a:cubicBezTo>
                  <a:cubicBezTo>
                    <a:pt x="0" y="16"/>
                    <a:pt x="2" y="11"/>
                    <a:pt x="6" y="6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28" y="0"/>
                    <a:pt x="33" y="2"/>
                    <a:pt x="38" y="6"/>
                  </a:cubicBezTo>
                  <a:cubicBezTo>
                    <a:pt x="42" y="11"/>
                    <a:pt x="44" y="16"/>
                    <a:pt x="44" y="22"/>
                  </a:cubicBezTo>
                  <a:cubicBezTo>
                    <a:pt x="44" y="28"/>
                    <a:pt x="42" y="33"/>
                    <a:pt x="38" y="38"/>
                  </a:cubicBezTo>
                  <a:cubicBezTo>
                    <a:pt x="33" y="42"/>
                    <a:pt x="28" y="44"/>
                    <a:pt x="22" y="44"/>
                  </a:cubicBezTo>
                  <a:close/>
                  <a:moveTo>
                    <a:pt x="22" y="12"/>
                  </a:moveTo>
                  <a:cubicBezTo>
                    <a:pt x="19" y="12"/>
                    <a:pt x="17" y="13"/>
                    <a:pt x="15" y="15"/>
                  </a:cubicBezTo>
                  <a:cubicBezTo>
                    <a:pt x="13" y="17"/>
                    <a:pt x="12" y="19"/>
                    <a:pt x="12" y="22"/>
                  </a:cubicBezTo>
                  <a:cubicBezTo>
                    <a:pt x="12" y="25"/>
                    <a:pt x="13" y="27"/>
                    <a:pt x="15" y="29"/>
                  </a:cubicBezTo>
                  <a:cubicBezTo>
                    <a:pt x="19" y="33"/>
                    <a:pt x="25" y="33"/>
                    <a:pt x="29" y="29"/>
                  </a:cubicBezTo>
                  <a:cubicBezTo>
                    <a:pt x="31" y="27"/>
                    <a:pt x="32" y="25"/>
                    <a:pt x="32" y="22"/>
                  </a:cubicBezTo>
                  <a:cubicBezTo>
                    <a:pt x="32" y="19"/>
                    <a:pt x="31" y="17"/>
                    <a:pt x="29" y="15"/>
                  </a:cubicBezTo>
                  <a:cubicBezTo>
                    <a:pt x="27" y="13"/>
                    <a:pt x="25" y="12"/>
                    <a:pt x="2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17" name="Freeform 38">
            <a:extLst>
              <a:ext uri="{FF2B5EF4-FFF2-40B4-BE49-F238E27FC236}">
                <a16:creationId xmlns:a16="http://schemas.microsoft.com/office/drawing/2014/main" id="{E2CB224D-9712-AC4D-642D-4ED445250A92}"/>
              </a:ext>
            </a:extLst>
          </p:cNvPr>
          <p:cNvSpPr>
            <a:spLocks noEditPoints="1"/>
          </p:cNvSpPr>
          <p:nvPr/>
        </p:nvSpPr>
        <p:spPr bwMode="auto">
          <a:xfrm>
            <a:off x="8006147" y="4216318"/>
            <a:ext cx="340351" cy="339464"/>
          </a:xfrm>
          <a:custGeom>
            <a:avLst/>
            <a:gdLst>
              <a:gd name="T0" fmla="*/ 236 w 236"/>
              <a:gd name="T1" fmla="*/ 38 h 236"/>
              <a:gd name="T2" fmla="*/ 230 w 236"/>
              <a:gd name="T3" fmla="*/ 0 h 236"/>
              <a:gd name="T4" fmla="*/ 192 w 236"/>
              <a:gd name="T5" fmla="*/ 6 h 236"/>
              <a:gd name="T6" fmla="*/ 44 w 236"/>
              <a:gd name="T7" fmla="*/ 16 h 236"/>
              <a:gd name="T8" fmla="*/ 38 w 236"/>
              <a:gd name="T9" fmla="*/ 0 h 236"/>
              <a:gd name="T10" fmla="*/ 0 w 236"/>
              <a:gd name="T11" fmla="*/ 6 h 236"/>
              <a:gd name="T12" fmla="*/ 6 w 236"/>
              <a:gd name="T13" fmla="*/ 44 h 236"/>
              <a:gd name="T14" fmla="*/ 16 w 236"/>
              <a:gd name="T15" fmla="*/ 192 h 236"/>
              <a:gd name="T16" fmla="*/ 0 w 236"/>
              <a:gd name="T17" fmla="*/ 198 h 236"/>
              <a:gd name="T18" fmla="*/ 6 w 236"/>
              <a:gd name="T19" fmla="*/ 236 h 236"/>
              <a:gd name="T20" fmla="*/ 44 w 236"/>
              <a:gd name="T21" fmla="*/ 230 h 236"/>
              <a:gd name="T22" fmla="*/ 192 w 236"/>
              <a:gd name="T23" fmla="*/ 220 h 236"/>
              <a:gd name="T24" fmla="*/ 198 w 236"/>
              <a:gd name="T25" fmla="*/ 236 h 236"/>
              <a:gd name="T26" fmla="*/ 236 w 236"/>
              <a:gd name="T27" fmla="*/ 230 h 236"/>
              <a:gd name="T28" fmla="*/ 230 w 236"/>
              <a:gd name="T29" fmla="*/ 192 h 236"/>
              <a:gd name="T30" fmla="*/ 220 w 236"/>
              <a:gd name="T31" fmla="*/ 44 h 236"/>
              <a:gd name="T32" fmla="*/ 204 w 236"/>
              <a:gd name="T33" fmla="*/ 12 h 236"/>
              <a:gd name="T34" fmla="*/ 224 w 236"/>
              <a:gd name="T35" fmla="*/ 32 h 236"/>
              <a:gd name="T36" fmla="*/ 204 w 236"/>
              <a:gd name="T37" fmla="*/ 12 h 236"/>
              <a:gd name="T38" fmla="*/ 32 w 236"/>
              <a:gd name="T39" fmla="*/ 12 h 236"/>
              <a:gd name="T40" fmla="*/ 12 w 236"/>
              <a:gd name="T41" fmla="*/ 32 h 236"/>
              <a:gd name="T42" fmla="*/ 32 w 236"/>
              <a:gd name="T43" fmla="*/ 224 h 236"/>
              <a:gd name="T44" fmla="*/ 12 w 236"/>
              <a:gd name="T45" fmla="*/ 204 h 236"/>
              <a:gd name="T46" fmla="*/ 32 w 236"/>
              <a:gd name="T47" fmla="*/ 224 h 236"/>
              <a:gd name="T48" fmla="*/ 204 w 236"/>
              <a:gd name="T49" fmla="*/ 224 h 236"/>
              <a:gd name="T50" fmla="*/ 224 w 236"/>
              <a:gd name="T51" fmla="*/ 204 h 236"/>
              <a:gd name="T52" fmla="*/ 208 w 236"/>
              <a:gd name="T53" fmla="*/ 192 h 236"/>
              <a:gd name="T54" fmla="*/ 192 w 236"/>
              <a:gd name="T55" fmla="*/ 198 h 236"/>
              <a:gd name="T56" fmla="*/ 44 w 236"/>
              <a:gd name="T57" fmla="*/ 208 h 236"/>
              <a:gd name="T58" fmla="*/ 38 w 236"/>
              <a:gd name="T59" fmla="*/ 192 h 236"/>
              <a:gd name="T60" fmla="*/ 28 w 236"/>
              <a:gd name="T61" fmla="*/ 44 h 236"/>
              <a:gd name="T62" fmla="*/ 44 w 236"/>
              <a:gd name="T63" fmla="*/ 38 h 236"/>
              <a:gd name="T64" fmla="*/ 192 w 236"/>
              <a:gd name="T65" fmla="*/ 28 h 236"/>
              <a:gd name="T66" fmla="*/ 198 w 236"/>
              <a:gd name="T67" fmla="*/ 44 h 236"/>
              <a:gd name="T68" fmla="*/ 208 w 236"/>
              <a:gd name="T69" fmla="*/ 19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6" h="236">
                <a:moveTo>
                  <a:pt x="230" y="44"/>
                </a:moveTo>
                <a:cubicBezTo>
                  <a:pt x="233" y="44"/>
                  <a:pt x="236" y="41"/>
                  <a:pt x="236" y="38"/>
                </a:cubicBezTo>
                <a:cubicBezTo>
                  <a:pt x="236" y="6"/>
                  <a:pt x="236" y="6"/>
                  <a:pt x="236" y="6"/>
                </a:cubicBezTo>
                <a:cubicBezTo>
                  <a:pt x="236" y="3"/>
                  <a:pt x="233" y="0"/>
                  <a:pt x="230" y="0"/>
                </a:cubicBezTo>
                <a:cubicBezTo>
                  <a:pt x="198" y="0"/>
                  <a:pt x="198" y="0"/>
                  <a:pt x="198" y="0"/>
                </a:cubicBezTo>
                <a:cubicBezTo>
                  <a:pt x="195" y="0"/>
                  <a:pt x="192" y="3"/>
                  <a:pt x="192" y="6"/>
                </a:cubicBezTo>
                <a:cubicBezTo>
                  <a:pt x="192" y="16"/>
                  <a:pt x="192" y="16"/>
                  <a:pt x="192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3"/>
                  <a:pt x="41" y="0"/>
                  <a:pt x="38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41"/>
                  <a:pt x="3" y="44"/>
                  <a:pt x="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192"/>
                  <a:pt x="16" y="192"/>
                  <a:pt x="16" y="192"/>
                </a:cubicBezTo>
                <a:cubicBezTo>
                  <a:pt x="6" y="192"/>
                  <a:pt x="6" y="192"/>
                  <a:pt x="6" y="192"/>
                </a:cubicBezTo>
                <a:cubicBezTo>
                  <a:pt x="3" y="192"/>
                  <a:pt x="0" y="195"/>
                  <a:pt x="0" y="198"/>
                </a:cubicBezTo>
                <a:cubicBezTo>
                  <a:pt x="0" y="230"/>
                  <a:pt x="0" y="230"/>
                  <a:pt x="0" y="230"/>
                </a:cubicBezTo>
                <a:cubicBezTo>
                  <a:pt x="0" y="233"/>
                  <a:pt x="3" y="236"/>
                  <a:pt x="6" y="236"/>
                </a:cubicBezTo>
                <a:cubicBezTo>
                  <a:pt x="38" y="236"/>
                  <a:pt x="38" y="236"/>
                  <a:pt x="38" y="236"/>
                </a:cubicBezTo>
                <a:cubicBezTo>
                  <a:pt x="41" y="236"/>
                  <a:pt x="44" y="233"/>
                  <a:pt x="44" y="230"/>
                </a:cubicBezTo>
                <a:cubicBezTo>
                  <a:pt x="44" y="220"/>
                  <a:pt x="44" y="220"/>
                  <a:pt x="44" y="220"/>
                </a:cubicBezTo>
                <a:cubicBezTo>
                  <a:pt x="192" y="220"/>
                  <a:pt x="192" y="220"/>
                  <a:pt x="192" y="220"/>
                </a:cubicBezTo>
                <a:cubicBezTo>
                  <a:pt x="192" y="230"/>
                  <a:pt x="192" y="230"/>
                  <a:pt x="192" y="230"/>
                </a:cubicBezTo>
                <a:cubicBezTo>
                  <a:pt x="192" y="233"/>
                  <a:pt x="195" y="236"/>
                  <a:pt x="198" y="236"/>
                </a:cubicBezTo>
                <a:cubicBezTo>
                  <a:pt x="230" y="236"/>
                  <a:pt x="230" y="236"/>
                  <a:pt x="230" y="236"/>
                </a:cubicBezTo>
                <a:cubicBezTo>
                  <a:pt x="233" y="236"/>
                  <a:pt x="236" y="233"/>
                  <a:pt x="236" y="230"/>
                </a:cubicBezTo>
                <a:cubicBezTo>
                  <a:pt x="236" y="198"/>
                  <a:pt x="236" y="198"/>
                  <a:pt x="236" y="198"/>
                </a:cubicBezTo>
                <a:cubicBezTo>
                  <a:pt x="236" y="195"/>
                  <a:pt x="233" y="192"/>
                  <a:pt x="230" y="192"/>
                </a:cubicBezTo>
                <a:cubicBezTo>
                  <a:pt x="220" y="192"/>
                  <a:pt x="220" y="192"/>
                  <a:pt x="220" y="192"/>
                </a:cubicBezTo>
                <a:cubicBezTo>
                  <a:pt x="220" y="44"/>
                  <a:pt x="220" y="44"/>
                  <a:pt x="220" y="44"/>
                </a:cubicBezTo>
                <a:lnTo>
                  <a:pt x="230" y="44"/>
                </a:lnTo>
                <a:close/>
                <a:moveTo>
                  <a:pt x="204" y="12"/>
                </a:moveTo>
                <a:cubicBezTo>
                  <a:pt x="224" y="12"/>
                  <a:pt x="224" y="12"/>
                  <a:pt x="224" y="12"/>
                </a:cubicBezTo>
                <a:cubicBezTo>
                  <a:pt x="224" y="32"/>
                  <a:pt x="224" y="32"/>
                  <a:pt x="224" y="32"/>
                </a:cubicBezTo>
                <a:cubicBezTo>
                  <a:pt x="204" y="32"/>
                  <a:pt x="204" y="32"/>
                  <a:pt x="204" y="32"/>
                </a:cubicBezTo>
                <a:lnTo>
                  <a:pt x="204" y="12"/>
                </a:lnTo>
                <a:close/>
                <a:moveTo>
                  <a:pt x="12" y="12"/>
                </a:moveTo>
                <a:cubicBezTo>
                  <a:pt x="32" y="12"/>
                  <a:pt x="32" y="12"/>
                  <a:pt x="32" y="12"/>
                </a:cubicBezTo>
                <a:cubicBezTo>
                  <a:pt x="32" y="32"/>
                  <a:pt x="32" y="32"/>
                  <a:pt x="32" y="32"/>
                </a:cubicBezTo>
                <a:cubicBezTo>
                  <a:pt x="12" y="32"/>
                  <a:pt x="12" y="32"/>
                  <a:pt x="12" y="32"/>
                </a:cubicBezTo>
                <a:lnTo>
                  <a:pt x="12" y="12"/>
                </a:lnTo>
                <a:close/>
                <a:moveTo>
                  <a:pt x="32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12" y="204"/>
                  <a:pt x="12" y="204"/>
                  <a:pt x="12" y="204"/>
                </a:cubicBezTo>
                <a:cubicBezTo>
                  <a:pt x="32" y="204"/>
                  <a:pt x="32" y="204"/>
                  <a:pt x="32" y="204"/>
                </a:cubicBezTo>
                <a:lnTo>
                  <a:pt x="32" y="224"/>
                </a:lnTo>
                <a:close/>
                <a:moveTo>
                  <a:pt x="224" y="224"/>
                </a:moveTo>
                <a:cubicBezTo>
                  <a:pt x="204" y="224"/>
                  <a:pt x="204" y="224"/>
                  <a:pt x="204" y="224"/>
                </a:cubicBezTo>
                <a:cubicBezTo>
                  <a:pt x="204" y="204"/>
                  <a:pt x="204" y="204"/>
                  <a:pt x="204" y="204"/>
                </a:cubicBezTo>
                <a:cubicBezTo>
                  <a:pt x="224" y="204"/>
                  <a:pt x="224" y="204"/>
                  <a:pt x="224" y="204"/>
                </a:cubicBezTo>
                <a:lnTo>
                  <a:pt x="224" y="224"/>
                </a:lnTo>
                <a:close/>
                <a:moveTo>
                  <a:pt x="208" y="192"/>
                </a:moveTo>
                <a:cubicBezTo>
                  <a:pt x="198" y="192"/>
                  <a:pt x="198" y="192"/>
                  <a:pt x="198" y="192"/>
                </a:cubicBezTo>
                <a:cubicBezTo>
                  <a:pt x="195" y="192"/>
                  <a:pt x="192" y="195"/>
                  <a:pt x="192" y="198"/>
                </a:cubicBezTo>
                <a:cubicBezTo>
                  <a:pt x="192" y="208"/>
                  <a:pt x="192" y="208"/>
                  <a:pt x="192" y="208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44" y="198"/>
                  <a:pt x="44" y="198"/>
                  <a:pt x="44" y="198"/>
                </a:cubicBezTo>
                <a:cubicBezTo>
                  <a:pt x="44" y="195"/>
                  <a:pt x="41" y="192"/>
                  <a:pt x="38" y="192"/>
                </a:cubicBezTo>
                <a:cubicBezTo>
                  <a:pt x="28" y="192"/>
                  <a:pt x="28" y="192"/>
                  <a:pt x="28" y="192"/>
                </a:cubicBezTo>
                <a:cubicBezTo>
                  <a:pt x="28" y="44"/>
                  <a:pt x="28" y="44"/>
                  <a:pt x="28" y="44"/>
                </a:cubicBezTo>
                <a:cubicBezTo>
                  <a:pt x="38" y="44"/>
                  <a:pt x="38" y="44"/>
                  <a:pt x="38" y="44"/>
                </a:cubicBezTo>
                <a:cubicBezTo>
                  <a:pt x="41" y="44"/>
                  <a:pt x="44" y="41"/>
                  <a:pt x="44" y="38"/>
                </a:cubicBezTo>
                <a:cubicBezTo>
                  <a:pt x="44" y="28"/>
                  <a:pt x="44" y="28"/>
                  <a:pt x="44" y="28"/>
                </a:cubicBezTo>
                <a:cubicBezTo>
                  <a:pt x="192" y="28"/>
                  <a:pt x="192" y="28"/>
                  <a:pt x="192" y="28"/>
                </a:cubicBezTo>
                <a:cubicBezTo>
                  <a:pt x="192" y="38"/>
                  <a:pt x="192" y="38"/>
                  <a:pt x="192" y="38"/>
                </a:cubicBezTo>
                <a:cubicBezTo>
                  <a:pt x="192" y="41"/>
                  <a:pt x="195" y="44"/>
                  <a:pt x="198" y="44"/>
                </a:cubicBezTo>
                <a:cubicBezTo>
                  <a:pt x="208" y="44"/>
                  <a:pt x="208" y="44"/>
                  <a:pt x="208" y="44"/>
                </a:cubicBezTo>
                <a:lnTo>
                  <a:pt x="208" y="19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19" name="Group 127">
            <a:extLst>
              <a:ext uri="{FF2B5EF4-FFF2-40B4-BE49-F238E27FC236}">
                <a16:creationId xmlns:a16="http://schemas.microsoft.com/office/drawing/2014/main" id="{D0952BD6-EBAA-40FD-61E1-6ABFE669F1CA}"/>
              </a:ext>
            </a:extLst>
          </p:cNvPr>
          <p:cNvGrpSpPr/>
          <p:nvPr/>
        </p:nvGrpSpPr>
        <p:grpSpPr>
          <a:xfrm>
            <a:off x="10346631" y="4173494"/>
            <a:ext cx="389261" cy="395814"/>
            <a:chOff x="9632950" y="3167063"/>
            <a:chExt cx="471488" cy="47942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21" name="Freeform 5">
              <a:extLst>
                <a:ext uri="{FF2B5EF4-FFF2-40B4-BE49-F238E27FC236}">
                  <a16:creationId xmlns:a16="http://schemas.microsoft.com/office/drawing/2014/main" id="{F7C8E322-9446-834F-9790-925C66327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0" y="3167063"/>
              <a:ext cx="309563" cy="479425"/>
            </a:xfrm>
            <a:custGeom>
              <a:avLst/>
              <a:gdLst>
                <a:gd name="T0" fmla="*/ 109 w 117"/>
                <a:gd name="T1" fmla="*/ 129 h 181"/>
                <a:gd name="T2" fmla="*/ 109 w 117"/>
                <a:gd name="T3" fmla="*/ 168 h 181"/>
                <a:gd name="T4" fmla="*/ 104 w 117"/>
                <a:gd name="T5" fmla="*/ 173 h 181"/>
                <a:gd name="T6" fmla="*/ 100 w 117"/>
                <a:gd name="T7" fmla="*/ 171 h 181"/>
                <a:gd name="T8" fmla="*/ 52 w 117"/>
                <a:gd name="T9" fmla="*/ 123 h 181"/>
                <a:gd name="T10" fmla="*/ 13 w 117"/>
                <a:gd name="T11" fmla="*/ 123 h 181"/>
                <a:gd name="T12" fmla="*/ 8 w 117"/>
                <a:gd name="T13" fmla="*/ 118 h 181"/>
                <a:gd name="T14" fmla="*/ 8 w 117"/>
                <a:gd name="T15" fmla="*/ 63 h 181"/>
                <a:gd name="T16" fmla="*/ 13 w 117"/>
                <a:gd name="T17" fmla="*/ 58 h 181"/>
                <a:gd name="T18" fmla="*/ 52 w 117"/>
                <a:gd name="T19" fmla="*/ 58 h 181"/>
                <a:gd name="T20" fmla="*/ 100 w 117"/>
                <a:gd name="T21" fmla="*/ 9 h 181"/>
                <a:gd name="T22" fmla="*/ 104 w 117"/>
                <a:gd name="T23" fmla="*/ 8 h 181"/>
                <a:gd name="T24" fmla="*/ 109 w 117"/>
                <a:gd name="T25" fmla="*/ 13 h 181"/>
                <a:gd name="T26" fmla="*/ 109 w 117"/>
                <a:gd name="T27" fmla="*/ 50 h 181"/>
                <a:gd name="T28" fmla="*/ 117 w 117"/>
                <a:gd name="T29" fmla="*/ 50 h 181"/>
                <a:gd name="T30" fmla="*/ 117 w 117"/>
                <a:gd name="T31" fmla="*/ 13 h 181"/>
                <a:gd name="T32" fmla="*/ 104 w 117"/>
                <a:gd name="T33" fmla="*/ 0 h 181"/>
                <a:gd name="T34" fmla="*/ 95 w 117"/>
                <a:gd name="T35" fmla="*/ 4 h 181"/>
                <a:gd name="T36" fmla="*/ 49 w 117"/>
                <a:gd name="T37" fmla="*/ 50 h 181"/>
                <a:gd name="T38" fmla="*/ 13 w 117"/>
                <a:gd name="T39" fmla="*/ 50 h 181"/>
                <a:gd name="T40" fmla="*/ 0 w 117"/>
                <a:gd name="T41" fmla="*/ 63 h 181"/>
                <a:gd name="T42" fmla="*/ 0 w 117"/>
                <a:gd name="T43" fmla="*/ 118 h 181"/>
                <a:gd name="T44" fmla="*/ 13 w 117"/>
                <a:gd name="T45" fmla="*/ 131 h 181"/>
                <a:gd name="T46" fmla="*/ 49 w 117"/>
                <a:gd name="T47" fmla="*/ 131 h 181"/>
                <a:gd name="T48" fmla="*/ 95 w 117"/>
                <a:gd name="T49" fmla="*/ 177 h 181"/>
                <a:gd name="T50" fmla="*/ 104 w 117"/>
                <a:gd name="T51" fmla="*/ 181 h 181"/>
                <a:gd name="T52" fmla="*/ 117 w 117"/>
                <a:gd name="T53" fmla="*/ 168 h 181"/>
                <a:gd name="T54" fmla="*/ 117 w 117"/>
                <a:gd name="T55" fmla="*/ 129 h 181"/>
                <a:gd name="T56" fmla="*/ 109 w 117"/>
                <a:gd name="T57" fmla="*/ 129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" h="181">
                  <a:moveTo>
                    <a:pt x="109" y="129"/>
                  </a:moveTo>
                  <a:cubicBezTo>
                    <a:pt x="109" y="168"/>
                    <a:pt x="109" y="168"/>
                    <a:pt x="109" y="168"/>
                  </a:cubicBezTo>
                  <a:cubicBezTo>
                    <a:pt x="109" y="170"/>
                    <a:pt x="107" y="173"/>
                    <a:pt x="104" y="173"/>
                  </a:cubicBezTo>
                  <a:cubicBezTo>
                    <a:pt x="103" y="173"/>
                    <a:pt x="101" y="172"/>
                    <a:pt x="100" y="171"/>
                  </a:cubicBezTo>
                  <a:cubicBezTo>
                    <a:pt x="52" y="123"/>
                    <a:pt x="52" y="123"/>
                    <a:pt x="52" y="123"/>
                  </a:cubicBezTo>
                  <a:cubicBezTo>
                    <a:pt x="13" y="123"/>
                    <a:pt x="13" y="123"/>
                    <a:pt x="13" y="123"/>
                  </a:cubicBezTo>
                  <a:cubicBezTo>
                    <a:pt x="10" y="123"/>
                    <a:pt x="8" y="120"/>
                    <a:pt x="8" y="118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0"/>
                    <a:pt x="10" y="58"/>
                    <a:pt x="13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101" y="8"/>
                    <a:pt x="103" y="8"/>
                    <a:pt x="104" y="8"/>
                  </a:cubicBezTo>
                  <a:cubicBezTo>
                    <a:pt x="107" y="8"/>
                    <a:pt x="109" y="10"/>
                    <a:pt x="109" y="13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7" y="6"/>
                    <a:pt x="111" y="0"/>
                    <a:pt x="104" y="0"/>
                  </a:cubicBezTo>
                  <a:cubicBezTo>
                    <a:pt x="101" y="0"/>
                    <a:pt x="97" y="1"/>
                    <a:pt x="95" y="4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6" y="50"/>
                    <a:pt x="0" y="56"/>
                    <a:pt x="0" y="63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5"/>
                    <a:pt x="6" y="131"/>
                    <a:pt x="13" y="131"/>
                  </a:cubicBezTo>
                  <a:cubicBezTo>
                    <a:pt x="49" y="131"/>
                    <a:pt x="49" y="131"/>
                    <a:pt x="49" y="131"/>
                  </a:cubicBezTo>
                  <a:cubicBezTo>
                    <a:pt x="95" y="177"/>
                    <a:pt x="95" y="177"/>
                    <a:pt x="95" y="177"/>
                  </a:cubicBezTo>
                  <a:cubicBezTo>
                    <a:pt x="97" y="179"/>
                    <a:pt x="101" y="181"/>
                    <a:pt x="104" y="181"/>
                  </a:cubicBezTo>
                  <a:cubicBezTo>
                    <a:pt x="111" y="181"/>
                    <a:pt x="117" y="175"/>
                    <a:pt x="117" y="168"/>
                  </a:cubicBezTo>
                  <a:cubicBezTo>
                    <a:pt x="117" y="129"/>
                    <a:pt x="117" y="129"/>
                    <a:pt x="117" y="129"/>
                  </a:cubicBezTo>
                  <a:lnTo>
                    <a:pt x="109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23" name="Freeform 6">
              <a:extLst>
                <a:ext uri="{FF2B5EF4-FFF2-40B4-BE49-F238E27FC236}">
                  <a16:creationId xmlns:a16="http://schemas.microsoft.com/office/drawing/2014/main" id="{927E62AE-5776-A8DD-8E29-2262B5A197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64738" y="3275013"/>
              <a:ext cx="139700" cy="263525"/>
            </a:xfrm>
            <a:custGeom>
              <a:avLst/>
              <a:gdLst>
                <a:gd name="T0" fmla="*/ 7 w 53"/>
                <a:gd name="T1" fmla="*/ 66 h 99"/>
                <a:gd name="T2" fmla="*/ 5 w 53"/>
                <a:gd name="T3" fmla="*/ 66 h 99"/>
                <a:gd name="T4" fmla="*/ 0 w 53"/>
                <a:gd name="T5" fmla="*/ 61 h 99"/>
                <a:gd name="T6" fmla="*/ 8 w 53"/>
                <a:gd name="T7" fmla="*/ 49 h 99"/>
                <a:gd name="T8" fmla="*/ 0 w 53"/>
                <a:gd name="T9" fmla="*/ 37 h 99"/>
                <a:gd name="T10" fmla="*/ 5 w 53"/>
                <a:gd name="T11" fmla="*/ 33 h 99"/>
                <a:gd name="T12" fmla="*/ 7 w 53"/>
                <a:gd name="T13" fmla="*/ 33 h 99"/>
                <a:gd name="T14" fmla="*/ 17 w 53"/>
                <a:gd name="T15" fmla="*/ 49 h 99"/>
                <a:gd name="T16" fmla="*/ 7 w 53"/>
                <a:gd name="T17" fmla="*/ 66 h 99"/>
                <a:gd name="T18" fmla="*/ 14 w 53"/>
                <a:gd name="T19" fmla="*/ 82 h 99"/>
                <a:gd name="T20" fmla="*/ 12 w 53"/>
                <a:gd name="T21" fmla="*/ 82 h 99"/>
                <a:gd name="T22" fmla="*/ 7 w 53"/>
                <a:gd name="T23" fmla="*/ 78 h 99"/>
                <a:gd name="T24" fmla="*/ 10 w 53"/>
                <a:gd name="T25" fmla="*/ 74 h 99"/>
                <a:gd name="T26" fmla="*/ 15 w 53"/>
                <a:gd name="T27" fmla="*/ 71 h 99"/>
                <a:gd name="T28" fmla="*/ 26 w 53"/>
                <a:gd name="T29" fmla="*/ 49 h 99"/>
                <a:gd name="T30" fmla="*/ 15 w 53"/>
                <a:gd name="T31" fmla="*/ 28 h 99"/>
                <a:gd name="T32" fmla="*/ 10 w 53"/>
                <a:gd name="T33" fmla="*/ 25 h 99"/>
                <a:gd name="T34" fmla="*/ 7 w 53"/>
                <a:gd name="T35" fmla="*/ 21 h 99"/>
                <a:gd name="T36" fmla="*/ 12 w 53"/>
                <a:gd name="T37" fmla="*/ 16 h 99"/>
                <a:gd name="T38" fmla="*/ 14 w 53"/>
                <a:gd name="T39" fmla="*/ 16 h 99"/>
                <a:gd name="T40" fmla="*/ 35 w 53"/>
                <a:gd name="T41" fmla="*/ 49 h 99"/>
                <a:gd name="T42" fmla="*/ 14 w 53"/>
                <a:gd name="T43" fmla="*/ 82 h 99"/>
                <a:gd name="T44" fmla="*/ 21 w 53"/>
                <a:gd name="T45" fmla="*/ 98 h 99"/>
                <a:gd name="T46" fmla="*/ 19 w 53"/>
                <a:gd name="T47" fmla="*/ 99 h 99"/>
                <a:gd name="T48" fmla="*/ 14 w 53"/>
                <a:gd name="T49" fmla="*/ 94 h 99"/>
                <a:gd name="T50" fmla="*/ 17 w 53"/>
                <a:gd name="T51" fmla="*/ 90 h 99"/>
                <a:gd name="T52" fmla="*/ 20 w 53"/>
                <a:gd name="T53" fmla="*/ 89 h 99"/>
                <a:gd name="T54" fmla="*/ 26 w 53"/>
                <a:gd name="T55" fmla="*/ 85 h 99"/>
                <a:gd name="T56" fmla="*/ 44 w 53"/>
                <a:gd name="T57" fmla="*/ 49 h 99"/>
                <a:gd name="T58" fmla="*/ 26 w 53"/>
                <a:gd name="T59" fmla="*/ 13 h 99"/>
                <a:gd name="T60" fmla="*/ 20 w 53"/>
                <a:gd name="T61" fmla="*/ 10 h 99"/>
                <a:gd name="T62" fmla="*/ 17 w 53"/>
                <a:gd name="T63" fmla="*/ 8 h 99"/>
                <a:gd name="T64" fmla="*/ 14 w 53"/>
                <a:gd name="T65" fmla="*/ 4 h 99"/>
                <a:gd name="T66" fmla="*/ 19 w 53"/>
                <a:gd name="T67" fmla="*/ 0 h 99"/>
                <a:gd name="T68" fmla="*/ 21 w 53"/>
                <a:gd name="T69" fmla="*/ 0 h 99"/>
                <a:gd name="T70" fmla="*/ 53 w 53"/>
                <a:gd name="T71" fmla="*/ 49 h 99"/>
                <a:gd name="T72" fmla="*/ 21 w 53"/>
                <a:gd name="T73" fmla="*/ 9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99">
                  <a:moveTo>
                    <a:pt x="7" y="66"/>
                  </a:moveTo>
                  <a:cubicBezTo>
                    <a:pt x="6" y="66"/>
                    <a:pt x="5" y="66"/>
                    <a:pt x="5" y="66"/>
                  </a:cubicBezTo>
                  <a:cubicBezTo>
                    <a:pt x="2" y="66"/>
                    <a:pt x="0" y="64"/>
                    <a:pt x="0" y="61"/>
                  </a:cubicBezTo>
                  <a:cubicBezTo>
                    <a:pt x="0" y="56"/>
                    <a:pt x="8" y="58"/>
                    <a:pt x="8" y="49"/>
                  </a:cubicBezTo>
                  <a:cubicBezTo>
                    <a:pt x="8" y="41"/>
                    <a:pt x="0" y="42"/>
                    <a:pt x="0" y="37"/>
                  </a:cubicBezTo>
                  <a:cubicBezTo>
                    <a:pt x="0" y="34"/>
                    <a:pt x="2" y="33"/>
                    <a:pt x="5" y="33"/>
                  </a:cubicBezTo>
                  <a:cubicBezTo>
                    <a:pt x="5" y="33"/>
                    <a:pt x="6" y="33"/>
                    <a:pt x="7" y="33"/>
                  </a:cubicBezTo>
                  <a:cubicBezTo>
                    <a:pt x="13" y="35"/>
                    <a:pt x="17" y="42"/>
                    <a:pt x="17" y="49"/>
                  </a:cubicBezTo>
                  <a:cubicBezTo>
                    <a:pt x="17" y="56"/>
                    <a:pt x="13" y="63"/>
                    <a:pt x="7" y="66"/>
                  </a:cubicBezTo>
                  <a:close/>
                  <a:moveTo>
                    <a:pt x="14" y="82"/>
                  </a:moveTo>
                  <a:cubicBezTo>
                    <a:pt x="13" y="82"/>
                    <a:pt x="12" y="82"/>
                    <a:pt x="12" y="82"/>
                  </a:cubicBezTo>
                  <a:cubicBezTo>
                    <a:pt x="9" y="82"/>
                    <a:pt x="7" y="80"/>
                    <a:pt x="7" y="78"/>
                  </a:cubicBezTo>
                  <a:cubicBezTo>
                    <a:pt x="7" y="76"/>
                    <a:pt x="8" y="75"/>
                    <a:pt x="10" y="74"/>
                  </a:cubicBezTo>
                  <a:cubicBezTo>
                    <a:pt x="12" y="73"/>
                    <a:pt x="14" y="72"/>
                    <a:pt x="15" y="71"/>
                  </a:cubicBezTo>
                  <a:cubicBezTo>
                    <a:pt x="22" y="66"/>
                    <a:pt x="26" y="58"/>
                    <a:pt x="26" y="49"/>
                  </a:cubicBezTo>
                  <a:cubicBezTo>
                    <a:pt x="26" y="41"/>
                    <a:pt x="22" y="33"/>
                    <a:pt x="15" y="28"/>
                  </a:cubicBezTo>
                  <a:cubicBezTo>
                    <a:pt x="14" y="26"/>
                    <a:pt x="12" y="26"/>
                    <a:pt x="10" y="25"/>
                  </a:cubicBezTo>
                  <a:cubicBezTo>
                    <a:pt x="8" y="24"/>
                    <a:pt x="7" y="23"/>
                    <a:pt x="7" y="21"/>
                  </a:cubicBezTo>
                  <a:cubicBezTo>
                    <a:pt x="7" y="18"/>
                    <a:pt x="9" y="16"/>
                    <a:pt x="12" y="16"/>
                  </a:cubicBezTo>
                  <a:cubicBezTo>
                    <a:pt x="12" y="16"/>
                    <a:pt x="13" y="16"/>
                    <a:pt x="14" y="16"/>
                  </a:cubicBezTo>
                  <a:cubicBezTo>
                    <a:pt x="27" y="22"/>
                    <a:pt x="35" y="35"/>
                    <a:pt x="35" y="49"/>
                  </a:cubicBezTo>
                  <a:cubicBezTo>
                    <a:pt x="35" y="63"/>
                    <a:pt x="27" y="77"/>
                    <a:pt x="14" y="82"/>
                  </a:cubicBezTo>
                  <a:close/>
                  <a:moveTo>
                    <a:pt x="21" y="98"/>
                  </a:moveTo>
                  <a:cubicBezTo>
                    <a:pt x="20" y="99"/>
                    <a:pt x="19" y="99"/>
                    <a:pt x="19" y="99"/>
                  </a:cubicBezTo>
                  <a:cubicBezTo>
                    <a:pt x="16" y="99"/>
                    <a:pt x="14" y="97"/>
                    <a:pt x="14" y="94"/>
                  </a:cubicBezTo>
                  <a:cubicBezTo>
                    <a:pt x="14" y="92"/>
                    <a:pt x="15" y="91"/>
                    <a:pt x="17" y="90"/>
                  </a:cubicBezTo>
                  <a:cubicBezTo>
                    <a:pt x="18" y="90"/>
                    <a:pt x="19" y="89"/>
                    <a:pt x="20" y="89"/>
                  </a:cubicBezTo>
                  <a:cubicBezTo>
                    <a:pt x="22" y="88"/>
                    <a:pt x="24" y="86"/>
                    <a:pt x="26" y="85"/>
                  </a:cubicBezTo>
                  <a:cubicBezTo>
                    <a:pt x="37" y="77"/>
                    <a:pt x="44" y="63"/>
                    <a:pt x="44" y="49"/>
                  </a:cubicBezTo>
                  <a:cubicBezTo>
                    <a:pt x="44" y="35"/>
                    <a:pt x="37" y="22"/>
                    <a:pt x="26" y="13"/>
                  </a:cubicBezTo>
                  <a:cubicBezTo>
                    <a:pt x="24" y="12"/>
                    <a:pt x="22" y="11"/>
                    <a:pt x="20" y="10"/>
                  </a:cubicBezTo>
                  <a:cubicBezTo>
                    <a:pt x="19" y="9"/>
                    <a:pt x="18" y="9"/>
                    <a:pt x="17" y="8"/>
                  </a:cubicBezTo>
                  <a:cubicBezTo>
                    <a:pt x="15" y="7"/>
                    <a:pt x="14" y="6"/>
                    <a:pt x="14" y="4"/>
                  </a:cubicBezTo>
                  <a:cubicBezTo>
                    <a:pt x="14" y="2"/>
                    <a:pt x="16" y="0"/>
                    <a:pt x="19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40" y="9"/>
                    <a:pt x="53" y="28"/>
                    <a:pt x="53" y="49"/>
                  </a:cubicBezTo>
                  <a:cubicBezTo>
                    <a:pt x="53" y="71"/>
                    <a:pt x="40" y="90"/>
                    <a:pt x="21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25" name="Freeform 5">
            <a:extLst>
              <a:ext uri="{FF2B5EF4-FFF2-40B4-BE49-F238E27FC236}">
                <a16:creationId xmlns:a16="http://schemas.microsoft.com/office/drawing/2014/main" id="{2427D5E7-B951-69B0-7492-DF41941C2556}"/>
              </a:ext>
            </a:extLst>
          </p:cNvPr>
          <p:cNvSpPr>
            <a:spLocks noEditPoints="1"/>
          </p:cNvSpPr>
          <p:nvPr/>
        </p:nvSpPr>
        <p:spPr bwMode="auto">
          <a:xfrm>
            <a:off x="7189558" y="2912654"/>
            <a:ext cx="351733" cy="304601"/>
          </a:xfrm>
          <a:custGeom>
            <a:avLst/>
            <a:gdLst>
              <a:gd name="T0" fmla="*/ 396 w 461"/>
              <a:gd name="T1" fmla="*/ 399 h 399"/>
              <a:gd name="T2" fmla="*/ 378 w 461"/>
              <a:gd name="T3" fmla="*/ 18 h 399"/>
              <a:gd name="T4" fmla="*/ 444 w 461"/>
              <a:gd name="T5" fmla="*/ 0 h 399"/>
              <a:gd name="T6" fmla="*/ 461 w 461"/>
              <a:gd name="T7" fmla="*/ 381 h 399"/>
              <a:gd name="T8" fmla="*/ 398 w 461"/>
              <a:gd name="T9" fmla="*/ 379 h 399"/>
              <a:gd name="T10" fmla="*/ 442 w 461"/>
              <a:gd name="T11" fmla="*/ 20 h 399"/>
              <a:gd name="T12" fmla="*/ 398 w 461"/>
              <a:gd name="T13" fmla="*/ 379 h 399"/>
              <a:gd name="T14" fmla="*/ 302 w 461"/>
              <a:gd name="T15" fmla="*/ 399 h 399"/>
              <a:gd name="T16" fmla="*/ 284 w 461"/>
              <a:gd name="T17" fmla="*/ 144 h 399"/>
              <a:gd name="T18" fmla="*/ 349 w 461"/>
              <a:gd name="T19" fmla="*/ 126 h 399"/>
              <a:gd name="T20" fmla="*/ 367 w 461"/>
              <a:gd name="T21" fmla="*/ 381 h 399"/>
              <a:gd name="T22" fmla="*/ 304 w 461"/>
              <a:gd name="T23" fmla="*/ 379 h 399"/>
              <a:gd name="T24" fmla="*/ 347 w 461"/>
              <a:gd name="T25" fmla="*/ 146 h 399"/>
              <a:gd name="T26" fmla="*/ 304 w 461"/>
              <a:gd name="T27" fmla="*/ 379 h 399"/>
              <a:gd name="T28" fmla="*/ 207 w 461"/>
              <a:gd name="T29" fmla="*/ 399 h 399"/>
              <a:gd name="T30" fmla="*/ 189 w 461"/>
              <a:gd name="T31" fmla="*/ 239 h 399"/>
              <a:gd name="T32" fmla="*/ 254 w 461"/>
              <a:gd name="T33" fmla="*/ 221 h 399"/>
              <a:gd name="T34" fmla="*/ 272 w 461"/>
              <a:gd name="T35" fmla="*/ 381 h 399"/>
              <a:gd name="T36" fmla="*/ 209 w 461"/>
              <a:gd name="T37" fmla="*/ 379 h 399"/>
              <a:gd name="T38" fmla="*/ 252 w 461"/>
              <a:gd name="T39" fmla="*/ 241 h 399"/>
              <a:gd name="T40" fmla="*/ 209 w 461"/>
              <a:gd name="T41" fmla="*/ 379 h 399"/>
              <a:gd name="T42" fmla="*/ 112 w 461"/>
              <a:gd name="T43" fmla="*/ 399 h 399"/>
              <a:gd name="T44" fmla="*/ 94 w 461"/>
              <a:gd name="T45" fmla="*/ 302 h 399"/>
              <a:gd name="T46" fmla="*/ 159 w 461"/>
              <a:gd name="T47" fmla="*/ 284 h 399"/>
              <a:gd name="T48" fmla="*/ 177 w 461"/>
              <a:gd name="T49" fmla="*/ 381 h 399"/>
              <a:gd name="T50" fmla="*/ 114 w 461"/>
              <a:gd name="T51" fmla="*/ 379 h 399"/>
              <a:gd name="T52" fmla="*/ 157 w 461"/>
              <a:gd name="T53" fmla="*/ 304 h 399"/>
              <a:gd name="T54" fmla="*/ 114 w 461"/>
              <a:gd name="T55" fmla="*/ 379 h 399"/>
              <a:gd name="T56" fmla="*/ 17 w 461"/>
              <a:gd name="T57" fmla="*/ 399 h 399"/>
              <a:gd name="T58" fmla="*/ 0 w 461"/>
              <a:gd name="T59" fmla="*/ 334 h 399"/>
              <a:gd name="T60" fmla="*/ 65 w 461"/>
              <a:gd name="T61" fmla="*/ 316 h 399"/>
              <a:gd name="T62" fmla="*/ 83 w 461"/>
              <a:gd name="T63" fmla="*/ 381 h 399"/>
              <a:gd name="T64" fmla="*/ 19 w 461"/>
              <a:gd name="T65" fmla="*/ 379 h 399"/>
              <a:gd name="T66" fmla="*/ 63 w 461"/>
              <a:gd name="T67" fmla="*/ 336 h 399"/>
              <a:gd name="T68" fmla="*/ 19 w 461"/>
              <a:gd name="T69" fmla="*/ 379 h 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61" h="399">
                <a:moveTo>
                  <a:pt x="444" y="399"/>
                </a:moveTo>
                <a:cubicBezTo>
                  <a:pt x="396" y="399"/>
                  <a:pt x="396" y="399"/>
                  <a:pt x="396" y="399"/>
                </a:cubicBezTo>
                <a:cubicBezTo>
                  <a:pt x="386" y="399"/>
                  <a:pt x="378" y="391"/>
                  <a:pt x="378" y="381"/>
                </a:cubicBezTo>
                <a:cubicBezTo>
                  <a:pt x="378" y="18"/>
                  <a:pt x="378" y="18"/>
                  <a:pt x="378" y="18"/>
                </a:cubicBezTo>
                <a:cubicBezTo>
                  <a:pt x="378" y="8"/>
                  <a:pt x="386" y="0"/>
                  <a:pt x="396" y="0"/>
                </a:cubicBezTo>
                <a:cubicBezTo>
                  <a:pt x="444" y="0"/>
                  <a:pt x="444" y="0"/>
                  <a:pt x="444" y="0"/>
                </a:cubicBezTo>
                <a:cubicBezTo>
                  <a:pt x="454" y="0"/>
                  <a:pt x="461" y="8"/>
                  <a:pt x="461" y="18"/>
                </a:cubicBezTo>
                <a:cubicBezTo>
                  <a:pt x="461" y="381"/>
                  <a:pt x="461" y="381"/>
                  <a:pt x="461" y="381"/>
                </a:cubicBezTo>
                <a:cubicBezTo>
                  <a:pt x="461" y="391"/>
                  <a:pt x="454" y="399"/>
                  <a:pt x="444" y="399"/>
                </a:cubicBezTo>
                <a:close/>
                <a:moveTo>
                  <a:pt x="398" y="379"/>
                </a:moveTo>
                <a:cubicBezTo>
                  <a:pt x="442" y="379"/>
                  <a:pt x="442" y="379"/>
                  <a:pt x="442" y="379"/>
                </a:cubicBezTo>
                <a:cubicBezTo>
                  <a:pt x="442" y="20"/>
                  <a:pt x="442" y="20"/>
                  <a:pt x="442" y="20"/>
                </a:cubicBezTo>
                <a:cubicBezTo>
                  <a:pt x="398" y="20"/>
                  <a:pt x="398" y="20"/>
                  <a:pt x="398" y="20"/>
                </a:cubicBezTo>
                <a:lnTo>
                  <a:pt x="398" y="379"/>
                </a:lnTo>
                <a:close/>
                <a:moveTo>
                  <a:pt x="349" y="399"/>
                </a:moveTo>
                <a:cubicBezTo>
                  <a:pt x="302" y="399"/>
                  <a:pt x="302" y="399"/>
                  <a:pt x="302" y="399"/>
                </a:cubicBezTo>
                <a:cubicBezTo>
                  <a:pt x="292" y="399"/>
                  <a:pt x="284" y="391"/>
                  <a:pt x="284" y="381"/>
                </a:cubicBezTo>
                <a:cubicBezTo>
                  <a:pt x="284" y="144"/>
                  <a:pt x="284" y="144"/>
                  <a:pt x="284" y="144"/>
                </a:cubicBezTo>
                <a:cubicBezTo>
                  <a:pt x="284" y="134"/>
                  <a:pt x="292" y="126"/>
                  <a:pt x="302" y="126"/>
                </a:cubicBezTo>
                <a:cubicBezTo>
                  <a:pt x="349" y="126"/>
                  <a:pt x="349" y="126"/>
                  <a:pt x="349" y="126"/>
                </a:cubicBezTo>
                <a:cubicBezTo>
                  <a:pt x="359" y="126"/>
                  <a:pt x="367" y="134"/>
                  <a:pt x="367" y="144"/>
                </a:cubicBezTo>
                <a:cubicBezTo>
                  <a:pt x="367" y="381"/>
                  <a:pt x="367" y="381"/>
                  <a:pt x="367" y="381"/>
                </a:cubicBezTo>
                <a:cubicBezTo>
                  <a:pt x="367" y="391"/>
                  <a:pt x="359" y="399"/>
                  <a:pt x="349" y="399"/>
                </a:cubicBezTo>
                <a:close/>
                <a:moveTo>
                  <a:pt x="304" y="379"/>
                </a:moveTo>
                <a:cubicBezTo>
                  <a:pt x="347" y="379"/>
                  <a:pt x="347" y="379"/>
                  <a:pt x="347" y="379"/>
                </a:cubicBezTo>
                <a:cubicBezTo>
                  <a:pt x="347" y="146"/>
                  <a:pt x="347" y="146"/>
                  <a:pt x="347" y="146"/>
                </a:cubicBezTo>
                <a:cubicBezTo>
                  <a:pt x="304" y="146"/>
                  <a:pt x="304" y="146"/>
                  <a:pt x="304" y="146"/>
                </a:cubicBezTo>
                <a:lnTo>
                  <a:pt x="304" y="379"/>
                </a:lnTo>
                <a:close/>
                <a:moveTo>
                  <a:pt x="254" y="399"/>
                </a:moveTo>
                <a:cubicBezTo>
                  <a:pt x="207" y="399"/>
                  <a:pt x="207" y="399"/>
                  <a:pt x="207" y="399"/>
                </a:cubicBezTo>
                <a:cubicBezTo>
                  <a:pt x="197" y="399"/>
                  <a:pt x="189" y="391"/>
                  <a:pt x="189" y="381"/>
                </a:cubicBezTo>
                <a:cubicBezTo>
                  <a:pt x="189" y="239"/>
                  <a:pt x="189" y="239"/>
                  <a:pt x="189" y="239"/>
                </a:cubicBezTo>
                <a:cubicBezTo>
                  <a:pt x="189" y="229"/>
                  <a:pt x="197" y="221"/>
                  <a:pt x="207" y="221"/>
                </a:cubicBezTo>
                <a:cubicBezTo>
                  <a:pt x="254" y="221"/>
                  <a:pt x="254" y="221"/>
                  <a:pt x="254" y="221"/>
                </a:cubicBezTo>
                <a:cubicBezTo>
                  <a:pt x="264" y="221"/>
                  <a:pt x="272" y="229"/>
                  <a:pt x="272" y="239"/>
                </a:cubicBezTo>
                <a:cubicBezTo>
                  <a:pt x="272" y="381"/>
                  <a:pt x="272" y="381"/>
                  <a:pt x="272" y="381"/>
                </a:cubicBezTo>
                <a:cubicBezTo>
                  <a:pt x="272" y="391"/>
                  <a:pt x="264" y="399"/>
                  <a:pt x="254" y="399"/>
                </a:cubicBezTo>
                <a:close/>
                <a:moveTo>
                  <a:pt x="209" y="379"/>
                </a:moveTo>
                <a:cubicBezTo>
                  <a:pt x="252" y="379"/>
                  <a:pt x="252" y="379"/>
                  <a:pt x="252" y="379"/>
                </a:cubicBezTo>
                <a:cubicBezTo>
                  <a:pt x="252" y="241"/>
                  <a:pt x="252" y="241"/>
                  <a:pt x="252" y="241"/>
                </a:cubicBezTo>
                <a:cubicBezTo>
                  <a:pt x="209" y="241"/>
                  <a:pt x="209" y="241"/>
                  <a:pt x="209" y="241"/>
                </a:cubicBezTo>
                <a:lnTo>
                  <a:pt x="209" y="379"/>
                </a:lnTo>
                <a:close/>
                <a:moveTo>
                  <a:pt x="159" y="399"/>
                </a:moveTo>
                <a:cubicBezTo>
                  <a:pt x="112" y="399"/>
                  <a:pt x="112" y="399"/>
                  <a:pt x="112" y="399"/>
                </a:cubicBezTo>
                <a:cubicBezTo>
                  <a:pt x="102" y="399"/>
                  <a:pt x="94" y="391"/>
                  <a:pt x="94" y="381"/>
                </a:cubicBezTo>
                <a:cubicBezTo>
                  <a:pt x="94" y="302"/>
                  <a:pt x="94" y="302"/>
                  <a:pt x="94" y="302"/>
                </a:cubicBezTo>
                <a:cubicBezTo>
                  <a:pt x="94" y="292"/>
                  <a:pt x="102" y="284"/>
                  <a:pt x="112" y="284"/>
                </a:cubicBezTo>
                <a:cubicBezTo>
                  <a:pt x="159" y="284"/>
                  <a:pt x="159" y="284"/>
                  <a:pt x="159" y="284"/>
                </a:cubicBezTo>
                <a:cubicBezTo>
                  <a:pt x="169" y="284"/>
                  <a:pt x="177" y="292"/>
                  <a:pt x="177" y="302"/>
                </a:cubicBezTo>
                <a:cubicBezTo>
                  <a:pt x="177" y="381"/>
                  <a:pt x="177" y="381"/>
                  <a:pt x="177" y="381"/>
                </a:cubicBezTo>
                <a:cubicBezTo>
                  <a:pt x="177" y="391"/>
                  <a:pt x="169" y="399"/>
                  <a:pt x="159" y="399"/>
                </a:cubicBezTo>
                <a:close/>
                <a:moveTo>
                  <a:pt x="114" y="379"/>
                </a:moveTo>
                <a:cubicBezTo>
                  <a:pt x="157" y="379"/>
                  <a:pt x="157" y="379"/>
                  <a:pt x="157" y="379"/>
                </a:cubicBezTo>
                <a:cubicBezTo>
                  <a:pt x="157" y="304"/>
                  <a:pt x="157" y="304"/>
                  <a:pt x="157" y="304"/>
                </a:cubicBezTo>
                <a:cubicBezTo>
                  <a:pt x="114" y="304"/>
                  <a:pt x="114" y="304"/>
                  <a:pt x="114" y="304"/>
                </a:cubicBezTo>
                <a:lnTo>
                  <a:pt x="114" y="379"/>
                </a:lnTo>
                <a:close/>
                <a:moveTo>
                  <a:pt x="65" y="399"/>
                </a:moveTo>
                <a:cubicBezTo>
                  <a:pt x="17" y="399"/>
                  <a:pt x="17" y="399"/>
                  <a:pt x="17" y="399"/>
                </a:cubicBezTo>
                <a:cubicBezTo>
                  <a:pt x="7" y="399"/>
                  <a:pt x="0" y="391"/>
                  <a:pt x="0" y="381"/>
                </a:cubicBezTo>
                <a:cubicBezTo>
                  <a:pt x="0" y="334"/>
                  <a:pt x="0" y="334"/>
                  <a:pt x="0" y="334"/>
                </a:cubicBezTo>
                <a:cubicBezTo>
                  <a:pt x="0" y="324"/>
                  <a:pt x="7" y="316"/>
                  <a:pt x="17" y="316"/>
                </a:cubicBezTo>
                <a:cubicBezTo>
                  <a:pt x="65" y="316"/>
                  <a:pt x="65" y="316"/>
                  <a:pt x="65" y="316"/>
                </a:cubicBezTo>
                <a:cubicBezTo>
                  <a:pt x="75" y="316"/>
                  <a:pt x="83" y="324"/>
                  <a:pt x="83" y="334"/>
                </a:cubicBezTo>
                <a:cubicBezTo>
                  <a:pt x="83" y="381"/>
                  <a:pt x="83" y="381"/>
                  <a:pt x="83" y="381"/>
                </a:cubicBezTo>
                <a:cubicBezTo>
                  <a:pt x="83" y="391"/>
                  <a:pt x="75" y="399"/>
                  <a:pt x="65" y="399"/>
                </a:cubicBezTo>
                <a:close/>
                <a:moveTo>
                  <a:pt x="19" y="379"/>
                </a:moveTo>
                <a:cubicBezTo>
                  <a:pt x="63" y="379"/>
                  <a:pt x="63" y="379"/>
                  <a:pt x="63" y="379"/>
                </a:cubicBezTo>
                <a:cubicBezTo>
                  <a:pt x="63" y="336"/>
                  <a:pt x="63" y="336"/>
                  <a:pt x="63" y="336"/>
                </a:cubicBezTo>
                <a:cubicBezTo>
                  <a:pt x="19" y="336"/>
                  <a:pt x="19" y="336"/>
                  <a:pt x="19" y="336"/>
                </a:cubicBezTo>
                <a:lnTo>
                  <a:pt x="19" y="379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27" name="Group 129">
            <a:extLst>
              <a:ext uri="{FF2B5EF4-FFF2-40B4-BE49-F238E27FC236}">
                <a16:creationId xmlns:a16="http://schemas.microsoft.com/office/drawing/2014/main" id="{F2493691-6B6E-4B01-5AFB-854DF32B4144}"/>
              </a:ext>
            </a:extLst>
          </p:cNvPr>
          <p:cNvGrpSpPr/>
          <p:nvPr/>
        </p:nvGrpSpPr>
        <p:grpSpPr>
          <a:xfrm>
            <a:off x="2190593" y="3579047"/>
            <a:ext cx="434241" cy="291205"/>
            <a:chOff x="3175" y="0"/>
            <a:chExt cx="4564063" cy="30607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29" name="Freeform 9">
              <a:extLst>
                <a:ext uri="{FF2B5EF4-FFF2-40B4-BE49-F238E27FC236}">
                  <a16:creationId xmlns:a16="http://schemas.microsoft.com/office/drawing/2014/main" id="{5D87C2C3-AD13-3B2D-5AFF-77C7217D8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413" y="1990725"/>
              <a:ext cx="800100" cy="801688"/>
            </a:xfrm>
            <a:custGeom>
              <a:avLst/>
              <a:gdLst>
                <a:gd name="T0" fmla="*/ 436 w 504"/>
                <a:gd name="T1" fmla="*/ 505 h 505"/>
                <a:gd name="T2" fmla="*/ 0 w 504"/>
                <a:gd name="T3" fmla="*/ 69 h 505"/>
                <a:gd name="T4" fmla="*/ 69 w 504"/>
                <a:gd name="T5" fmla="*/ 0 h 505"/>
                <a:gd name="T6" fmla="*/ 504 w 504"/>
                <a:gd name="T7" fmla="*/ 437 h 505"/>
                <a:gd name="T8" fmla="*/ 436 w 504"/>
                <a:gd name="T9" fmla="*/ 505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505">
                  <a:moveTo>
                    <a:pt x="436" y="505"/>
                  </a:moveTo>
                  <a:lnTo>
                    <a:pt x="0" y="69"/>
                  </a:lnTo>
                  <a:lnTo>
                    <a:pt x="69" y="0"/>
                  </a:lnTo>
                  <a:lnTo>
                    <a:pt x="504" y="437"/>
                  </a:lnTo>
                  <a:lnTo>
                    <a:pt x="436" y="5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1" name="Freeform 10">
              <a:extLst>
                <a:ext uri="{FF2B5EF4-FFF2-40B4-BE49-F238E27FC236}">
                  <a16:creationId xmlns:a16="http://schemas.microsoft.com/office/drawing/2014/main" id="{C7B349FB-0C2B-0A29-EE30-E24BDDABB9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7263" y="365125"/>
              <a:ext cx="650875" cy="650875"/>
            </a:xfrm>
            <a:custGeom>
              <a:avLst/>
              <a:gdLst>
                <a:gd name="T0" fmla="*/ 87 w 173"/>
                <a:gd name="T1" fmla="*/ 173 h 173"/>
                <a:gd name="T2" fmla="*/ 0 w 173"/>
                <a:gd name="T3" fmla="*/ 86 h 173"/>
                <a:gd name="T4" fmla="*/ 87 w 173"/>
                <a:gd name="T5" fmla="*/ 0 h 173"/>
                <a:gd name="T6" fmla="*/ 173 w 173"/>
                <a:gd name="T7" fmla="*/ 86 h 173"/>
                <a:gd name="T8" fmla="*/ 87 w 173"/>
                <a:gd name="T9" fmla="*/ 173 h 173"/>
                <a:gd name="T10" fmla="*/ 87 w 173"/>
                <a:gd name="T11" fmla="*/ 41 h 173"/>
                <a:gd name="T12" fmla="*/ 42 w 173"/>
                <a:gd name="T13" fmla="*/ 86 h 173"/>
                <a:gd name="T14" fmla="*/ 87 w 173"/>
                <a:gd name="T15" fmla="*/ 131 h 173"/>
                <a:gd name="T16" fmla="*/ 131 w 173"/>
                <a:gd name="T17" fmla="*/ 86 h 173"/>
                <a:gd name="T18" fmla="*/ 87 w 173"/>
                <a:gd name="T19" fmla="*/ 4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3" h="173">
                  <a:moveTo>
                    <a:pt x="87" y="173"/>
                  </a:moveTo>
                  <a:cubicBezTo>
                    <a:pt x="39" y="173"/>
                    <a:pt x="0" y="134"/>
                    <a:pt x="0" y="86"/>
                  </a:cubicBezTo>
                  <a:cubicBezTo>
                    <a:pt x="0" y="39"/>
                    <a:pt x="39" y="0"/>
                    <a:pt x="87" y="0"/>
                  </a:cubicBezTo>
                  <a:cubicBezTo>
                    <a:pt x="134" y="0"/>
                    <a:pt x="173" y="39"/>
                    <a:pt x="173" y="86"/>
                  </a:cubicBezTo>
                  <a:cubicBezTo>
                    <a:pt x="173" y="134"/>
                    <a:pt x="134" y="173"/>
                    <a:pt x="87" y="173"/>
                  </a:cubicBezTo>
                  <a:close/>
                  <a:moveTo>
                    <a:pt x="87" y="41"/>
                  </a:moveTo>
                  <a:cubicBezTo>
                    <a:pt x="62" y="41"/>
                    <a:pt x="42" y="61"/>
                    <a:pt x="42" y="86"/>
                  </a:cubicBezTo>
                  <a:cubicBezTo>
                    <a:pt x="42" y="111"/>
                    <a:pt x="62" y="131"/>
                    <a:pt x="87" y="131"/>
                  </a:cubicBezTo>
                  <a:cubicBezTo>
                    <a:pt x="111" y="131"/>
                    <a:pt x="131" y="111"/>
                    <a:pt x="131" y="86"/>
                  </a:cubicBezTo>
                  <a:cubicBezTo>
                    <a:pt x="131" y="61"/>
                    <a:pt x="111" y="41"/>
                    <a:pt x="87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3" name="Rectangle 11">
              <a:extLst>
                <a:ext uri="{FF2B5EF4-FFF2-40B4-BE49-F238E27FC236}">
                  <a16:creationId xmlns:a16="http://schemas.microsoft.com/office/drawing/2014/main" id="{4E763D7F-0D80-1862-C2C8-B311841AC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8488" y="2555875"/>
              <a:ext cx="158750" cy="428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5" name="Rectangle 12">
              <a:extLst>
                <a:ext uri="{FF2B5EF4-FFF2-40B4-BE49-F238E27FC236}">
                  <a16:creationId xmlns:a16="http://schemas.microsoft.com/office/drawing/2014/main" id="{30722C8D-1D89-5BED-533E-43F78FBCF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717800"/>
              <a:ext cx="153988" cy="266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6" name="Freeform 13">
              <a:extLst>
                <a:ext uri="{FF2B5EF4-FFF2-40B4-BE49-F238E27FC236}">
                  <a16:creationId xmlns:a16="http://schemas.microsoft.com/office/drawing/2014/main" id="{C03E18D3-1B8D-142E-F00C-2450790520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5" y="0"/>
              <a:ext cx="4564063" cy="2909888"/>
            </a:xfrm>
            <a:custGeom>
              <a:avLst/>
              <a:gdLst>
                <a:gd name="T0" fmla="*/ 0 w 2875"/>
                <a:gd name="T1" fmla="*/ 1833 h 1833"/>
                <a:gd name="T2" fmla="*/ 0 w 2875"/>
                <a:gd name="T3" fmla="*/ 0 h 1833"/>
                <a:gd name="T4" fmla="*/ 2875 w 2875"/>
                <a:gd name="T5" fmla="*/ 0 h 1833"/>
                <a:gd name="T6" fmla="*/ 2875 w 2875"/>
                <a:gd name="T7" fmla="*/ 1731 h 1833"/>
                <a:gd name="T8" fmla="*/ 1802 w 2875"/>
                <a:gd name="T9" fmla="*/ 628 h 1833"/>
                <a:gd name="T10" fmla="*/ 1082 w 2875"/>
                <a:gd name="T11" fmla="*/ 1368 h 1833"/>
                <a:gd name="T12" fmla="*/ 767 w 2875"/>
                <a:gd name="T13" fmla="*/ 1046 h 1833"/>
                <a:gd name="T14" fmla="*/ 0 w 2875"/>
                <a:gd name="T15" fmla="*/ 1833 h 1833"/>
                <a:gd name="T16" fmla="*/ 97 w 2875"/>
                <a:gd name="T17" fmla="*/ 100 h 1833"/>
                <a:gd name="T18" fmla="*/ 97 w 2875"/>
                <a:gd name="T19" fmla="*/ 1591 h 1833"/>
                <a:gd name="T20" fmla="*/ 767 w 2875"/>
                <a:gd name="T21" fmla="*/ 903 h 1833"/>
                <a:gd name="T22" fmla="*/ 1082 w 2875"/>
                <a:gd name="T23" fmla="*/ 1228 h 1833"/>
                <a:gd name="T24" fmla="*/ 1802 w 2875"/>
                <a:gd name="T25" fmla="*/ 486 h 1833"/>
                <a:gd name="T26" fmla="*/ 2775 w 2875"/>
                <a:gd name="T27" fmla="*/ 1487 h 1833"/>
                <a:gd name="T28" fmla="*/ 2775 w 2875"/>
                <a:gd name="T29" fmla="*/ 100 h 1833"/>
                <a:gd name="T30" fmla="*/ 97 w 2875"/>
                <a:gd name="T31" fmla="*/ 100 h 1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5" h="1833">
                  <a:moveTo>
                    <a:pt x="0" y="1833"/>
                  </a:moveTo>
                  <a:lnTo>
                    <a:pt x="0" y="0"/>
                  </a:lnTo>
                  <a:lnTo>
                    <a:pt x="2875" y="0"/>
                  </a:lnTo>
                  <a:lnTo>
                    <a:pt x="2875" y="1731"/>
                  </a:lnTo>
                  <a:lnTo>
                    <a:pt x="1802" y="628"/>
                  </a:lnTo>
                  <a:lnTo>
                    <a:pt x="1082" y="1368"/>
                  </a:lnTo>
                  <a:lnTo>
                    <a:pt x="767" y="1046"/>
                  </a:lnTo>
                  <a:lnTo>
                    <a:pt x="0" y="1833"/>
                  </a:lnTo>
                  <a:close/>
                  <a:moveTo>
                    <a:pt x="97" y="100"/>
                  </a:moveTo>
                  <a:lnTo>
                    <a:pt x="97" y="1591"/>
                  </a:lnTo>
                  <a:lnTo>
                    <a:pt x="767" y="903"/>
                  </a:lnTo>
                  <a:lnTo>
                    <a:pt x="1082" y="1228"/>
                  </a:lnTo>
                  <a:lnTo>
                    <a:pt x="1802" y="486"/>
                  </a:lnTo>
                  <a:lnTo>
                    <a:pt x="2775" y="1487"/>
                  </a:lnTo>
                  <a:lnTo>
                    <a:pt x="2775" y="100"/>
                  </a:lnTo>
                  <a:lnTo>
                    <a:pt x="97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37" name="Freeform 14">
              <a:extLst>
                <a:ext uri="{FF2B5EF4-FFF2-40B4-BE49-F238E27FC236}">
                  <a16:creationId xmlns:a16="http://schemas.microsoft.com/office/drawing/2014/main" id="{7C1EC5BE-9CC6-2A07-C8BB-CD99738458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5" y="771525"/>
              <a:ext cx="4564063" cy="2289175"/>
            </a:xfrm>
            <a:custGeom>
              <a:avLst/>
              <a:gdLst>
                <a:gd name="T0" fmla="*/ 2875 w 2875"/>
                <a:gd name="T1" fmla="*/ 1442 h 1442"/>
                <a:gd name="T2" fmla="*/ 0 w 2875"/>
                <a:gd name="T3" fmla="*/ 1442 h 1442"/>
                <a:gd name="T4" fmla="*/ 0 w 2875"/>
                <a:gd name="T5" fmla="*/ 1207 h 1442"/>
                <a:gd name="T6" fmla="*/ 767 w 2875"/>
                <a:gd name="T7" fmla="*/ 417 h 1442"/>
                <a:gd name="T8" fmla="*/ 1082 w 2875"/>
                <a:gd name="T9" fmla="*/ 742 h 1442"/>
                <a:gd name="T10" fmla="*/ 1802 w 2875"/>
                <a:gd name="T11" fmla="*/ 0 h 1442"/>
                <a:gd name="T12" fmla="*/ 2875 w 2875"/>
                <a:gd name="T13" fmla="*/ 1103 h 1442"/>
                <a:gd name="T14" fmla="*/ 2875 w 2875"/>
                <a:gd name="T15" fmla="*/ 1442 h 1442"/>
                <a:gd name="T16" fmla="*/ 97 w 2875"/>
                <a:gd name="T17" fmla="*/ 1345 h 1442"/>
                <a:gd name="T18" fmla="*/ 2775 w 2875"/>
                <a:gd name="T19" fmla="*/ 1345 h 1442"/>
                <a:gd name="T20" fmla="*/ 2775 w 2875"/>
                <a:gd name="T21" fmla="*/ 1143 h 1442"/>
                <a:gd name="T22" fmla="*/ 1802 w 2875"/>
                <a:gd name="T23" fmla="*/ 142 h 1442"/>
                <a:gd name="T24" fmla="*/ 1082 w 2875"/>
                <a:gd name="T25" fmla="*/ 882 h 1442"/>
                <a:gd name="T26" fmla="*/ 767 w 2875"/>
                <a:gd name="T27" fmla="*/ 560 h 1442"/>
                <a:gd name="T28" fmla="*/ 97 w 2875"/>
                <a:gd name="T29" fmla="*/ 1247 h 1442"/>
                <a:gd name="T30" fmla="*/ 97 w 2875"/>
                <a:gd name="T31" fmla="*/ 1345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5" h="1442">
                  <a:moveTo>
                    <a:pt x="2875" y="1442"/>
                  </a:moveTo>
                  <a:lnTo>
                    <a:pt x="0" y="1442"/>
                  </a:lnTo>
                  <a:lnTo>
                    <a:pt x="0" y="1207"/>
                  </a:lnTo>
                  <a:lnTo>
                    <a:pt x="767" y="417"/>
                  </a:lnTo>
                  <a:lnTo>
                    <a:pt x="1082" y="742"/>
                  </a:lnTo>
                  <a:lnTo>
                    <a:pt x="1802" y="0"/>
                  </a:lnTo>
                  <a:lnTo>
                    <a:pt x="2875" y="1103"/>
                  </a:lnTo>
                  <a:lnTo>
                    <a:pt x="2875" y="1442"/>
                  </a:lnTo>
                  <a:close/>
                  <a:moveTo>
                    <a:pt x="97" y="1345"/>
                  </a:moveTo>
                  <a:lnTo>
                    <a:pt x="2775" y="1345"/>
                  </a:lnTo>
                  <a:lnTo>
                    <a:pt x="2775" y="1143"/>
                  </a:lnTo>
                  <a:lnTo>
                    <a:pt x="1802" y="142"/>
                  </a:lnTo>
                  <a:lnTo>
                    <a:pt x="1082" y="882"/>
                  </a:lnTo>
                  <a:lnTo>
                    <a:pt x="767" y="560"/>
                  </a:lnTo>
                  <a:lnTo>
                    <a:pt x="97" y="1247"/>
                  </a:lnTo>
                  <a:lnTo>
                    <a:pt x="97" y="13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38" name="Group 136">
            <a:extLst>
              <a:ext uri="{FF2B5EF4-FFF2-40B4-BE49-F238E27FC236}">
                <a16:creationId xmlns:a16="http://schemas.microsoft.com/office/drawing/2014/main" id="{CFD963FA-192F-3EB0-F60C-3BCC5FD3E20F}"/>
              </a:ext>
            </a:extLst>
          </p:cNvPr>
          <p:cNvGrpSpPr/>
          <p:nvPr/>
        </p:nvGrpSpPr>
        <p:grpSpPr>
          <a:xfrm>
            <a:off x="1480358" y="4911657"/>
            <a:ext cx="383587" cy="270408"/>
            <a:chOff x="0" y="0"/>
            <a:chExt cx="5681663" cy="400526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39" name="Freeform 18">
              <a:extLst>
                <a:ext uri="{FF2B5EF4-FFF2-40B4-BE49-F238E27FC236}">
                  <a16:creationId xmlns:a16="http://schemas.microsoft.com/office/drawing/2014/main" id="{B941929A-B555-E4FA-A523-B829BFCFD1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5681663" cy="4005263"/>
            </a:xfrm>
            <a:custGeom>
              <a:avLst/>
              <a:gdLst>
                <a:gd name="T0" fmla="*/ 1383 w 1512"/>
                <a:gd name="T1" fmla="*/ 1065 h 1065"/>
                <a:gd name="T2" fmla="*/ 129 w 1512"/>
                <a:gd name="T3" fmla="*/ 1065 h 1065"/>
                <a:gd name="T4" fmla="*/ 0 w 1512"/>
                <a:gd name="T5" fmla="*/ 936 h 1065"/>
                <a:gd name="T6" fmla="*/ 0 w 1512"/>
                <a:gd name="T7" fmla="*/ 563 h 1065"/>
                <a:gd name="T8" fmla="*/ 469 w 1512"/>
                <a:gd name="T9" fmla="*/ 0 h 1065"/>
                <a:gd name="T10" fmla="*/ 1043 w 1512"/>
                <a:gd name="T11" fmla="*/ 0 h 1065"/>
                <a:gd name="T12" fmla="*/ 1512 w 1512"/>
                <a:gd name="T13" fmla="*/ 563 h 1065"/>
                <a:gd name="T14" fmla="*/ 1512 w 1512"/>
                <a:gd name="T15" fmla="*/ 936 h 1065"/>
                <a:gd name="T16" fmla="*/ 1383 w 1512"/>
                <a:gd name="T17" fmla="*/ 1065 h 1065"/>
                <a:gd name="T18" fmla="*/ 79 w 1512"/>
                <a:gd name="T19" fmla="*/ 592 h 1065"/>
                <a:gd name="T20" fmla="*/ 79 w 1512"/>
                <a:gd name="T21" fmla="*/ 936 h 1065"/>
                <a:gd name="T22" fmla="*/ 129 w 1512"/>
                <a:gd name="T23" fmla="*/ 986 h 1065"/>
                <a:gd name="T24" fmla="*/ 1383 w 1512"/>
                <a:gd name="T25" fmla="*/ 986 h 1065"/>
                <a:gd name="T26" fmla="*/ 1433 w 1512"/>
                <a:gd name="T27" fmla="*/ 936 h 1065"/>
                <a:gd name="T28" fmla="*/ 1433 w 1512"/>
                <a:gd name="T29" fmla="*/ 592 h 1065"/>
                <a:gd name="T30" fmla="*/ 1006 w 1512"/>
                <a:gd name="T31" fmla="*/ 79 h 1065"/>
                <a:gd name="T32" fmla="*/ 506 w 1512"/>
                <a:gd name="T33" fmla="*/ 79 h 1065"/>
                <a:gd name="T34" fmla="*/ 79 w 1512"/>
                <a:gd name="T35" fmla="*/ 592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12" h="1065">
                  <a:moveTo>
                    <a:pt x="1383" y="1065"/>
                  </a:moveTo>
                  <a:cubicBezTo>
                    <a:pt x="129" y="1065"/>
                    <a:pt x="129" y="1065"/>
                    <a:pt x="129" y="1065"/>
                  </a:cubicBezTo>
                  <a:cubicBezTo>
                    <a:pt x="58" y="1065"/>
                    <a:pt x="0" y="1007"/>
                    <a:pt x="0" y="936"/>
                  </a:cubicBezTo>
                  <a:cubicBezTo>
                    <a:pt x="0" y="563"/>
                    <a:pt x="0" y="563"/>
                    <a:pt x="0" y="563"/>
                  </a:cubicBezTo>
                  <a:cubicBezTo>
                    <a:pt x="469" y="0"/>
                    <a:pt x="469" y="0"/>
                    <a:pt x="469" y="0"/>
                  </a:cubicBezTo>
                  <a:cubicBezTo>
                    <a:pt x="1043" y="0"/>
                    <a:pt x="1043" y="0"/>
                    <a:pt x="1043" y="0"/>
                  </a:cubicBezTo>
                  <a:cubicBezTo>
                    <a:pt x="1512" y="563"/>
                    <a:pt x="1512" y="563"/>
                    <a:pt x="1512" y="563"/>
                  </a:cubicBezTo>
                  <a:cubicBezTo>
                    <a:pt x="1512" y="936"/>
                    <a:pt x="1512" y="936"/>
                    <a:pt x="1512" y="936"/>
                  </a:cubicBezTo>
                  <a:cubicBezTo>
                    <a:pt x="1512" y="1007"/>
                    <a:pt x="1454" y="1065"/>
                    <a:pt x="1383" y="1065"/>
                  </a:cubicBezTo>
                  <a:close/>
                  <a:moveTo>
                    <a:pt x="79" y="592"/>
                  </a:moveTo>
                  <a:cubicBezTo>
                    <a:pt x="79" y="936"/>
                    <a:pt x="79" y="936"/>
                    <a:pt x="79" y="936"/>
                  </a:cubicBezTo>
                  <a:cubicBezTo>
                    <a:pt x="79" y="963"/>
                    <a:pt x="101" y="986"/>
                    <a:pt x="129" y="986"/>
                  </a:cubicBezTo>
                  <a:cubicBezTo>
                    <a:pt x="1383" y="986"/>
                    <a:pt x="1383" y="986"/>
                    <a:pt x="1383" y="986"/>
                  </a:cubicBezTo>
                  <a:cubicBezTo>
                    <a:pt x="1411" y="986"/>
                    <a:pt x="1433" y="963"/>
                    <a:pt x="1433" y="936"/>
                  </a:cubicBezTo>
                  <a:cubicBezTo>
                    <a:pt x="1433" y="592"/>
                    <a:pt x="1433" y="592"/>
                    <a:pt x="1433" y="592"/>
                  </a:cubicBezTo>
                  <a:cubicBezTo>
                    <a:pt x="1006" y="79"/>
                    <a:pt x="1006" y="79"/>
                    <a:pt x="1006" y="79"/>
                  </a:cubicBezTo>
                  <a:cubicBezTo>
                    <a:pt x="506" y="79"/>
                    <a:pt x="506" y="79"/>
                    <a:pt x="506" y="79"/>
                  </a:cubicBezTo>
                  <a:lnTo>
                    <a:pt x="79" y="5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0" name="Freeform 19">
              <a:extLst>
                <a:ext uri="{FF2B5EF4-FFF2-40B4-BE49-F238E27FC236}">
                  <a16:creationId xmlns:a16="http://schemas.microsoft.com/office/drawing/2014/main" id="{8EF382FF-44B2-AC5E-066F-C76EF6124E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52588" y="2433638"/>
              <a:ext cx="2374900" cy="484188"/>
            </a:xfrm>
            <a:custGeom>
              <a:avLst/>
              <a:gdLst>
                <a:gd name="T0" fmla="*/ 1191 w 1496"/>
                <a:gd name="T1" fmla="*/ 305 h 305"/>
                <a:gd name="T2" fmla="*/ 306 w 1496"/>
                <a:gd name="T3" fmla="*/ 305 h 305"/>
                <a:gd name="T4" fmla="*/ 0 w 1496"/>
                <a:gd name="T5" fmla="*/ 0 h 305"/>
                <a:gd name="T6" fmla="*/ 1496 w 1496"/>
                <a:gd name="T7" fmla="*/ 0 h 305"/>
                <a:gd name="T8" fmla="*/ 1191 w 1496"/>
                <a:gd name="T9" fmla="*/ 305 h 305"/>
                <a:gd name="T10" fmla="*/ 343 w 1496"/>
                <a:gd name="T11" fmla="*/ 213 h 305"/>
                <a:gd name="T12" fmla="*/ 1153 w 1496"/>
                <a:gd name="T13" fmla="*/ 213 h 305"/>
                <a:gd name="T14" fmla="*/ 1271 w 1496"/>
                <a:gd name="T15" fmla="*/ 94 h 305"/>
                <a:gd name="T16" fmla="*/ 225 w 1496"/>
                <a:gd name="T17" fmla="*/ 94 h 305"/>
                <a:gd name="T18" fmla="*/ 343 w 1496"/>
                <a:gd name="T19" fmla="*/ 213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96" h="305">
                  <a:moveTo>
                    <a:pt x="1191" y="305"/>
                  </a:moveTo>
                  <a:lnTo>
                    <a:pt x="306" y="305"/>
                  </a:lnTo>
                  <a:lnTo>
                    <a:pt x="0" y="0"/>
                  </a:lnTo>
                  <a:lnTo>
                    <a:pt x="1496" y="0"/>
                  </a:lnTo>
                  <a:lnTo>
                    <a:pt x="1191" y="305"/>
                  </a:lnTo>
                  <a:close/>
                  <a:moveTo>
                    <a:pt x="343" y="213"/>
                  </a:moveTo>
                  <a:lnTo>
                    <a:pt x="1153" y="213"/>
                  </a:lnTo>
                  <a:lnTo>
                    <a:pt x="1271" y="94"/>
                  </a:lnTo>
                  <a:lnTo>
                    <a:pt x="225" y="94"/>
                  </a:lnTo>
                  <a:lnTo>
                    <a:pt x="343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1" name="Freeform 20">
              <a:extLst>
                <a:ext uri="{FF2B5EF4-FFF2-40B4-BE49-F238E27FC236}">
                  <a16:creationId xmlns:a16="http://schemas.microsoft.com/office/drawing/2014/main" id="{EC40DEF6-FBFE-A41C-59B4-F20A012D1A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038" y="412750"/>
              <a:ext cx="4826000" cy="1831975"/>
            </a:xfrm>
            <a:custGeom>
              <a:avLst/>
              <a:gdLst>
                <a:gd name="T0" fmla="*/ 3040 w 3040"/>
                <a:gd name="T1" fmla="*/ 1154 h 1154"/>
                <a:gd name="T2" fmla="*/ 0 w 3040"/>
                <a:gd name="T3" fmla="*/ 1154 h 1154"/>
                <a:gd name="T4" fmla="*/ 962 w 3040"/>
                <a:gd name="T5" fmla="*/ 0 h 1154"/>
                <a:gd name="T6" fmla="*/ 2079 w 3040"/>
                <a:gd name="T7" fmla="*/ 0 h 1154"/>
                <a:gd name="T8" fmla="*/ 3040 w 3040"/>
                <a:gd name="T9" fmla="*/ 1154 h 1154"/>
                <a:gd name="T10" fmla="*/ 199 w 3040"/>
                <a:gd name="T11" fmla="*/ 1062 h 1154"/>
                <a:gd name="T12" fmla="*/ 2841 w 3040"/>
                <a:gd name="T13" fmla="*/ 1062 h 1154"/>
                <a:gd name="T14" fmla="*/ 2036 w 3040"/>
                <a:gd name="T15" fmla="*/ 93 h 1154"/>
                <a:gd name="T16" fmla="*/ 1006 w 3040"/>
                <a:gd name="T17" fmla="*/ 93 h 1154"/>
                <a:gd name="T18" fmla="*/ 199 w 3040"/>
                <a:gd name="T19" fmla="*/ 1062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40" h="1154">
                  <a:moveTo>
                    <a:pt x="3040" y="1154"/>
                  </a:moveTo>
                  <a:lnTo>
                    <a:pt x="0" y="1154"/>
                  </a:lnTo>
                  <a:lnTo>
                    <a:pt x="962" y="0"/>
                  </a:lnTo>
                  <a:lnTo>
                    <a:pt x="2079" y="0"/>
                  </a:lnTo>
                  <a:lnTo>
                    <a:pt x="3040" y="1154"/>
                  </a:lnTo>
                  <a:close/>
                  <a:moveTo>
                    <a:pt x="199" y="1062"/>
                  </a:moveTo>
                  <a:lnTo>
                    <a:pt x="2841" y="1062"/>
                  </a:lnTo>
                  <a:lnTo>
                    <a:pt x="2036" y="93"/>
                  </a:lnTo>
                  <a:lnTo>
                    <a:pt x="1006" y="93"/>
                  </a:lnTo>
                  <a:lnTo>
                    <a:pt x="199" y="10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2" name="Freeform 21">
              <a:extLst>
                <a:ext uri="{FF2B5EF4-FFF2-40B4-BE49-F238E27FC236}">
                  <a16:creationId xmlns:a16="http://schemas.microsoft.com/office/drawing/2014/main" id="{33BA3D9F-1E15-16A1-99C1-14FFB05FD1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1475" y="747713"/>
              <a:ext cx="2397125" cy="485775"/>
            </a:xfrm>
            <a:custGeom>
              <a:avLst/>
              <a:gdLst>
                <a:gd name="T0" fmla="*/ 1510 w 1510"/>
                <a:gd name="T1" fmla="*/ 306 h 306"/>
                <a:gd name="T2" fmla="*/ 0 w 1510"/>
                <a:gd name="T3" fmla="*/ 306 h 306"/>
                <a:gd name="T4" fmla="*/ 225 w 1510"/>
                <a:gd name="T5" fmla="*/ 0 h 306"/>
                <a:gd name="T6" fmla="*/ 1285 w 1510"/>
                <a:gd name="T7" fmla="*/ 0 h 306"/>
                <a:gd name="T8" fmla="*/ 1510 w 1510"/>
                <a:gd name="T9" fmla="*/ 306 h 306"/>
                <a:gd name="T10" fmla="*/ 185 w 1510"/>
                <a:gd name="T11" fmla="*/ 214 h 306"/>
                <a:gd name="T12" fmla="*/ 1326 w 1510"/>
                <a:gd name="T13" fmla="*/ 214 h 306"/>
                <a:gd name="T14" fmla="*/ 1238 w 1510"/>
                <a:gd name="T15" fmla="*/ 95 h 306"/>
                <a:gd name="T16" fmla="*/ 272 w 1510"/>
                <a:gd name="T17" fmla="*/ 95 h 306"/>
                <a:gd name="T18" fmla="*/ 185 w 1510"/>
                <a:gd name="T19" fmla="*/ 214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0" h="306">
                  <a:moveTo>
                    <a:pt x="1510" y="306"/>
                  </a:moveTo>
                  <a:lnTo>
                    <a:pt x="0" y="306"/>
                  </a:lnTo>
                  <a:lnTo>
                    <a:pt x="225" y="0"/>
                  </a:lnTo>
                  <a:lnTo>
                    <a:pt x="1285" y="0"/>
                  </a:lnTo>
                  <a:lnTo>
                    <a:pt x="1510" y="306"/>
                  </a:lnTo>
                  <a:close/>
                  <a:moveTo>
                    <a:pt x="185" y="214"/>
                  </a:moveTo>
                  <a:lnTo>
                    <a:pt x="1326" y="214"/>
                  </a:lnTo>
                  <a:lnTo>
                    <a:pt x="1238" y="95"/>
                  </a:lnTo>
                  <a:lnTo>
                    <a:pt x="272" y="95"/>
                  </a:lnTo>
                  <a:lnTo>
                    <a:pt x="185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3" name="Freeform 22">
              <a:extLst>
                <a:ext uri="{FF2B5EF4-FFF2-40B4-BE49-F238E27FC236}">
                  <a16:creationId xmlns:a16="http://schemas.microsoft.com/office/drawing/2014/main" id="{A28B287C-4B0D-1CD8-2CBF-9EDD56764A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9350" y="1420813"/>
              <a:ext cx="3381375" cy="488950"/>
            </a:xfrm>
            <a:custGeom>
              <a:avLst/>
              <a:gdLst>
                <a:gd name="T0" fmla="*/ 2130 w 2130"/>
                <a:gd name="T1" fmla="*/ 308 h 308"/>
                <a:gd name="T2" fmla="*/ 0 w 2130"/>
                <a:gd name="T3" fmla="*/ 308 h 308"/>
                <a:gd name="T4" fmla="*/ 222 w 2130"/>
                <a:gd name="T5" fmla="*/ 0 h 308"/>
                <a:gd name="T6" fmla="*/ 1908 w 2130"/>
                <a:gd name="T7" fmla="*/ 0 h 308"/>
                <a:gd name="T8" fmla="*/ 2130 w 2130"/>
                <a:gd name="T9" fmla="*/ 308 h 308"/>
                <a:gd name="T10" fmla="*/ 185 w 2130"/>
                <a:gd name="T11" fmla="*/ 214 h 308"/>
                <a:gd name="T12" fmla="*/ 1946 w 2130"/>
                <a:gd name="T13" fmla="*/ 214 h 308"/>
                <a:gd name="T14" fmla="*/ 1860 w 2130"/>
                <a:gd name="T15" fmla="*/ 95 h 308"/>
                <a:gd name="T16" fmla="*/ 270 w 2130"/>
                <a:gd name="T17" fmla="*/ 95 h 308"/>
                <a:gd name="T18" fmla="*/ 185 w 2130"/>
                <a:gd name="T19" fmla="*/ 21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0" h="308">
                  <a:moveTo>
                    <a:pt x="2130" y="308"/>
                  </a:moveTo>
                  <a:lnTo>
                    <a:pt x="0" y="308"/>
                  </a:lnTo>
                  <a:lnTo>
                    <a:pt x="222" y="0"/>
                  </a:lnTo>
                  <a:lnTo>
                    <a:pt x="1908" y="0"/>
                  </a:lnTo>
                  <a:lnTo>
                    <a:pt x="2130" y="308"/>
                  </a:lnTo>
                  <a:close/>
                  <a:moveTo>
                    <a:pt x="185" y="214"/>
                  </a:moveTo>
                  <a:lnTo>
                    <a:pt x="1946" y="214"/>
                  </a:lnTo>
                  <a:lnTo>
                    <a:pt x="1860" y="95"/>
                  </a:lnTo>
                  <a:lnTo>
                    <a:pt x="270" y="95"/>
                  </a:lnTo>
                  <a:lnTo>
                    <a:pt x="185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44" name="Group 142">
            <a:extLst>
              <a:ext uri="{FF2B5EF4-FFF2-40B4-BE49-F238E27FC236}">
                <a16:creationId xmlns:a16="http://schemas.microsoft.com/office/drawing/2014/main" id="{F1B69189-0E5E-3029-743A-657AB0F8D62C}"/>
              </a:ext>
            </a:extLst>
          </p:cNvPr>
          <p:cNvGrpSpPr/>
          <p:nvPr/>
        </p:nvGrpSpPr>
        <p:grpSpPr>
          <a:xfrm>
            <a:off x="3870523" y="2905671"/>
            <a:ext cx="294645" cy="318569"/>
            <a:chOff x="5910263" y="3230563"/>
            <a:chExt cx="371475" cy="40163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45" name="Freeform 21">
              <a:extLst>
                <a:ext uri="{FF2B5EF4-FFF2-40B4-BE49-F238E27FC236}">
                  <a16:creationId xmlns:a16="http://schemas.microsoft.com/office/drawing/2014/main" id="{618A0A1D-B817-A5B7-CBBA-6E1924AAB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0263" y="3230563"/>
              <a:ext cx="371475" cy="401638"/>
            </a:xfrm>
            <a:custGeom>
              <a:avLst/>
              <a:gdLst>
                <a:gd name="T0" fmla="*/ 96 w 96"/>
                <a:gd name="T1" fmla="*/ 56 h 104"/>
                <a:gd name="T2" fmla="*/ 77 w 96"/>
                <a:gd name="T3" fmla="*/ 18 h 104"/>
                <a:gd name="T4" fmla="*/ 77 w 96"/>
                <a:gd name="T5" fmla="*/ 18 h 104"/>
                <a:gd name="T6" fmla="*/ 81 w 96"/>
                <a:gd name="T7" fmla="*/ 11 h 104"/>
                <a:gd name="T8" fmla="*/ 87 w 96"/>
                <a:gd name="T9" fmla="*/ 14 h 104"/>
                <a:gd name="T10" fmla="*/ 89 w 96"/>
                <a:gd name="T11" fmla="*/ 13 h 104"/>
                <a:gd name="T12" fmla="*/ 89 w 96"/>
                <a:gd name="T13" fmla="*/ 10 h 104"/>
                <a:gd name="T14" fmla="*/ 80 w 96"/>
                <a:gd name="T15" fmla="*/ 5 h 104"/>
                <a:gd name="T16" fmla="*/ 80 w 96"/>
                <a:gd name="T17" fmla="*/ 5 h 104"/>
                <a:gd name="T18" fmla="*/ 80 w 96"/>
                <a:gd name="T19" fmla="*/ 5 h 104"/>
                <a:gd name="T20" fmla="*/ 71 w 96"/>
                <a:gd name="T21" fmla="*/ 0 h 104"/>
                <a:gd name="T22" fmla="*/ 69 w 96"/>
                <a:gd name="T23" fmla="*/ 1 h 104"/>
                <a:gd name="T24" fmla="*/ 69 w 96"/>
                <a:gd name="T25" fmla="*/ 4 h 104"/>
                <a:gd name="T26" fmla="*/ 75 w 96"/>
                <a:gd name="T27" fmla="*/ 7 h 104"/>
                <a:gd name="T28" fmla="*/ 71 w 96"/>
                <a:gd name="T29" fmla="*/ 14 h 104"/>
                <a:gd name="T30" fmla="*/ 48 w 96"/>
                <a:gd name="T31" fmla="*/ 8 h 104"/>
                <a:gd name="T32" fmla="*/ 25 w 96"/>
                <a:gd name="T33" fmla="*/ 14 h 104"/>
                <a:gd name="T34" fmla="*/ 21 w 96"/>
                <a:gd name="T35" fmla="*/ 7 h 104"/>
                <a:gd name="T36" fmla="*/ 27 w 96"/>
                <a:gd name="T37" fmla="*/ 4 h 104"/>
                <a:gd name="T38" fmla="*/ 27 w 96"/>
                <a:gd name="T39" fmla="*/ 1 h 104"/>
                <a:gd name="T40" fmla="*/ 25 w 96"/>
                <a:gd name="T41" fmla="*/ 0 h 104"/>
                <a:gd name="T42" fmla="*/ 7 w 96"/>
                <a:gd name="T43" fmla="*/ 10 h 104"/>
                <a:gd name="T44" fmla="*/ 7 w 96"/>
                <a:gd name="T45" fmla="*/ 13 h 104"/>
                <a:gd name="T46" fmla="*/ 9 w 96"/>
                <a:gd name="T47" fmla="*/ 14 h 104"/>
                <a:gd name="T48" fmla="*/ 15 w 96"/>
                <a:gd name="T49" fmla="*/ 11 h 104"/>
                <a:gd name="T50" fmla="*/ 19 w 96"/>
                <a:gd name="T51" fmla="*/ 18 h 104"/>
                <a:gd name="T52" fmla="*/ 19 w 96"/>
                <a:gd name="T53" fmla="*/ 18 h 104"/>
                <a:gd name="T54" fmla="*/ 0 w 96"/>
                <a:gd name="T55" fmla="*/ 56 h 104"/>
                <a:gd name="T56" fmla="*/ 17 w 96"/>
                <a:gd name="T57" fmla="*/ 92 h 104"/>
                <a:gd name="T58" fmla="*/ 16 w 96"/>
                <a:gd name="T59" fmla="*/ 96 h 104"/>
                <a:gd name="T60" fmla="*/ 24 w 96"/>
                <a:gd name="T61" fmla="*/ 104 h 104"/>
                <a:gd name="T62" fmla="*/ 30 w 96"/>
                <a:gd name="T63" fmla="*/ 101 h 104"/>
                <a:gd name="T64" fmla="*/ 48 w 96"/>
                <a:gd name="T65" fmla="*/ 104 h 104"/>
                <a:gd name="T66" fmla="*/ 66 w 96"/>
                <a:gd name="T67" fmla="*/ 101 h 104"/>
                <a:gd name="T68" fmla="*/ 72 w 96"/>
                <a:gd name="T69" fmla="*/ 104 h 104"/>
                <a:gd name="T70" fmla="*/ 80 w 96"/>
                <a:gd name="T71" fmla="*/ 96 h 104"/>
                <a:gd name="T72" fmla="*/ 79 w 96"/>
                <a:gd name="T73" fmla="*/ 92 h 104"/>
                <a:gd name="T74" fmla="*/ 96 w 96"/>
                <a:gd name="T75" fmla="*/ 56 h 104"/>
                <a:gd name="T76" fmla="*/ 8 w 96"/>
                <a:gd name="T77" fmla="*/ 56 h 104"/>
                <a:gd name="T78" fmla="*/ 48 w 96"/>
                <a:gd name="T79" fmla="*/ 16 h 104"/>
                <a:gd name="T80" fmla="*/ 88 w 96"/>
                <a:gd name="T81" fmla="*/ 56 h 104"/>
                <a:gd name="T82" fmla="*/ 48 w 96"/>
                <a:gd name="T83" fmla="*/ 96 h 104"/>
                <a:gd name="T84" fmla="*/ 8 w 96"/>
                <a:gd name="T85" fmla="*/ 5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104">
                  <a:moveTo>
                    <a:pt x="96" y="56"/>
                  </a:moveTo>
                  <a:cubicBezTo>
                    <a:pt x="96" y="41"/>
                    <a:pt x="89" y="27"/>
                    <a:pt x="77" y="18"/>
                  </a:cubicBezTo>
                  <a:cubicBezTo>
                    <a:pt x="77" y="18"/>
                    <a:pt x="77" y="18"/>
                    <a:pt x="77" y="18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8" y="14"/>
                    <a:pt x="89" y="14"/>
                    <a:pt x="89" y="13"/>
                  </a:cubicBezTo>
                  <a:cubicBezTo>
                    <a:pt x="90" y="12"/>
                    <a:pt x="90" y="11"/>
                    <a:pt x="89" y="10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0" y="0"/>
                    <a:pt x="69" y="0"/>
                    <a:pt x="69" y="1"/>
                  </a:cubicBezTo>
                  <a:cubicBezTo>
                    <a:pt x="68" y="2"/>
                    <a:pt x="68" y="3"/>
                    <a:pt x="69" y="4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64" y="10"/>
                    <a:pt x="56" y="8"/>
                    <a:pt x="48" y="8"/>
                  </a:cubicBezTo>
                  <a:cubicBezTo>
                    <a:pt x="40" y="8"/>
                    <a:pt x="32" y="10"/>
                    <a:pt x="25" y="14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8" y="3"/>
                    <a:pt x="28" y="2"/>
                    <a:pt x="27" y="1"/>
                  </a:cubicBezTo>
                  <a:cubicBezTo>
                    <a:pt x="27" y="0"/>
                    <a:pt x="26" y="0"/>
                    <a:pt x="25" y="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1"/>
                    <a:pt x="6" y="12"/>
                    <a:pt x="7" y="13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7" y="27"/>
                    <a:pt x="0" y="41"/>
                    <a:pt x="0" y="56"/>
                  </a:cubicBezTo>
                  <a:cubicBezTo>
                    <a:pt x="0" y="71"/>
                    <a:pt x="7" y="84"/>
                    <a:pt x="17" y="92"/>
                  </a:cubicBezTo>
                  <a:cubicBezTo>
                    <a:pt x="16" y="94"/>
                    <a:pt x="16" y="95"/>
                    <a:pt x="16" y="96"/>
                  </a:cubicBezTo>
                  <a:cubicBezTo>
                    <a:pt x="16" y="100"/>
                    <a:pt x="20" y="104"/>
                    <a:pt x="24" y="104"/>
                  </a:cubicBezTo>
                  <a:cubicBezTo>
                    <a:pt x="27" y="104"/>
                    <a:pt x="29" y="103"/>
                    <a:pt x="30" y="101"/>
                  </a:cubicBezTo>
                  <a:cubicBezTo>
                    <a:pt x="36" y="103"/>
                    <a:pt x="42" y="104"/>
                    <a:pt x="48" y="104"/>
                  </a:cubicBezTo>
                  <a:cubicBezTo>
                    <a:pt x="54" y="104"/>
                    <a:pt x="60" y="103"/>
                    <a:pt x="66" y="101"/>
                  </a:cubicBezTo>
                  <a:cubicBezTo>
                    <a:pt x="67" y="103"/>
                    <a:pt x="69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95"/>
                    <a:pt x="80" y="94"/>
                    <a:pt x="79" y="92"/>
                  </a:cubicBezTo>
                  <a:cubicBezTo>
                    <a:pt x="89" y="84"/>
                    <a:pt x="96" y="71"/>
                    <a:pt x="96" y="56"/>
                  </a:cubicBezTo>
                  <a:close/>
                  <a:moveTo>
                    <a:pt x="8" y="56"/>
                  </a:moveTo>
                  <a:cubicBezTo>
                    <a:pt x="8" y="34"/>
                    <a:pt x="26" y="16"/>
                    <a:pt x="48" y="16"/>
                  </a:cubicBezTo>
                  <a:cubicBezTo>
                    <a:pt x="70" y="16"/>
                    <a:pt x="88" y="34"/>
                    <a:pt x="88" y="56"/>
                  </a:cubicBezTo>
                  <a:cubicBezTo>
                    <a:pt x="88" y="78"/>
                    <a:pt x="70" y="96"/>
                    <a:pt x="48" y="96"/>
                  </a:cubicBezTo>
                  <a:cubicBezTo>
                    <a:pt x="26" y="96"/>
                    <a:pt x="8" y="78"/>
                    <a:pt x="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D56E10D8-249B-0B7B-D31A-AED5862F7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126" y="3322638"/>
              <a:ext cx="93663" cy="139700"/>
            </a:xfrm>
            <a:custGeom>
              <a:avLst/>
              <a:gdLst>
                <a:gd name="T0" fmla="*/ 20 w 24"/>
                <a:gd name="T1" fmla="*/ 28 h 36"/>
                <a:gd name="T2" fmla="*/ 8 w 24"/>
                <a:gd name="T3" fmla="*/ 28 h 36"/>
                <a:gd name="T4" fmla="*/ 8 w 24"/>
                <a:gd name="T5" fmla="*/ 4 h 36"/>
                <a:gd name="T6" fmla="*/ 4 w 24"/>
                <a:gd name="T7" fmla="*/ 0 h 36"/>
                <a:gd name="T8" fmla="*/ 0 w 24"/>
                <a:gd name="T9" fmla="*/ 4 h 36"/>
                <a:gd name="T10" fmla="*/ 0 w 24"/>
                <a:gd name="T11" fmla="*/ 32 h 36"/>
                <a:gd name="T12" fmla="*/ 4 w 24"/>
                <a:gd name="T13" fmla="*/ 36 h 36"/>
                <a:gd name="T14" fmla="*/ 20 w 24"/>
                <a:gd name="T15" fmla="*/ 36 h 36"/>
                <a:gd name="T16" fmla="*/ 24 w 24"/>
                <a:gd name="T17" fmla="*/ 32 h 36"/>
                <a:gd name="T18" fmla="*/ 20 w 24"/>
                <a:gd name="T19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36">
                  <a:moveTo>
                    <a:pt x="20" y="28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2" y="36"/>
                    <a:pt x="24" y="34"/>
                    <a:pt x="24" y="32"/>
                  </a:cubicBezTo>
                  <a:cubicBezTo>
                    <a:pt x="24" y="30"/>
                    <a:pt x="22" y="28"/>
                    <a:pt x="20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47" name="Group 145">
            <a:extLst>
              <a:ext uri="{FF2B5EF4-FFF2-40B4-BE49-F238E27FC236}">
                <a16:creationId xmlns:a16="http://schemas.microsoft.com/office/drawing/2014/main" id="{E1E1D81D-ED44-E613-3AFD-6549D847DE30}"/>
              </a:ext>
            </a:extLst>
          </p:cNvPr>
          <p:cNvGrpSpPr/>
          <p:nvPr/>
        </p:nvGrpSpPr>
        <p:grpSpPr>
          <a:xfrm>
            <a:off x="10387108" y="5496164"/>
            <a:ext cx="330260" cy="288842"/>
            <a:chOff x="2437300" y="2768688"/>
            <a:chExt cx="400024" cy="349856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48" name="Freeform 104">
              <a:extLst>
                <a:ext uri="{FF2B5EF4-FFF2-40B4-BE49-F238E27FC236}">
                  <a16:creationId xmlns:a16="http://schemas.microsoft.com/office/drawing/2014/main" id="{3C69FE04-9FDB-362E-7A7F-8B0F5966D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350" y="2830738"/>
              <a:ext cx="143903" cy="93735"/>
            </a:xfrm>
            <a:custGeom>
              <a:avLst/>
              <a:gdLst>
                <a:gd name="T0" fmla="*/ 44 w 46"/>
                <a:gd name="T1" fmla="*/ 0 h 30"/>
                <a:gd name="T2" fmla="*/ 0 w 46"/>
                <a:gd name="T3" fmla="*/ 28 h 30"/>
                <a:gd name="T4" fmla="*/ 2 w 46"/>
                <a:gd name="T5" fmla="*/ 30 h 30"/>
                <a:gd name="T6" fmla="*/ 4 w 46"/>
                <a:gd name="T7" fmla="*/ 28 h 30"/>
                <a:gd name="T8" fmla="*/ 44 w 46"/>
                <a:gd name="T9" fmla="*/ 4 h 30"/>
                <a:gd name="T10" fmla="*/ 46 w 46"/>
                <a:gd name="T11" fmla="*/ 2 h 30"/>
                <a:gd name="T12" fmla="*/ 44 w 46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49" name="Freeform 105">
              <a:extLst>
                <a:ext uri="{FF2B5EF4-FFF2-40B4-BE49-F238E27FC236}">
                  <a16:creationId xmlns:a16="http://schemas.microsoft.com/office/drawing/2014/main" id="{9EBEE6C0-9B0E-857C-EED5-A5D14F3989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7300" y="2768688"/>
              <a:ext cx="400024" cy="349856"/>
            </a:xfrm>
            <a:custGeom>
              <a:avLst/>
              <a:gdLst>
                <a:gd name="T0" fmla="*/ 64 w 128"/>
                <a:gd name="T1" fmla="*/ 0 h 112"/>
                <a:gd name="T2" fmla="*/ 0 w 128"/>
                <a:gd name="T3" fmla="*/ 48 h 112"/>
                <a:gd name="T4" fmla="*/ 28 w 128"/>
                <a:gd name="T5" fmla="*/ 88 h 112"/>
                <a:gd name="T6" fmla="*/ 28 w 128"/>
                <a:gd name="T7" fmla="*/ 88 h 112"/>
                <a:gd name="T8" fmla="*/ 20 w 128"/>
                <a:gd name="T9" fmla="*/ 107 h 112"/>
                <a:gd name="T10" fmla="*/ 20 w 128"/>
                <a:gd name="T11" fmla="*/ 107 h 112"/>
                <a:gd name="T12" fmla="*/ 20 w 128"/>
                <a:gd name="T13" fmla="*/ 108 h 112"/>
                <a:gd name="T14" fmla="*/ 24 w 128"/>
                <a:gd name="T15" fmla="*/ 112 h 112"/>
                <a:gd name="T16" fmla="*/ 25 w 128"/>
                <a:gd name="T17" fmla="*/ 112 h 112"/>
                <a:gd name="T18" fmla="*/ 52 w 128"/>
                <a:gd name="T19" fmla="*/ 95 h 112"/>
                <a:gd name="T20" fmla="*/ 64 w 128"/>
                <a:gd name="T21" fmla="*/ 96 h 112"/>
                <a:gd name="T22" fmla="*/ 128 w 128"/>
                <a:gd name="T23" fmla="*/ 48 h 112"/>
                <a:gd name="T24" fmla="*/ 64 w 128"/>
                <a:gd name="T25" fmla="*/ 0 h 112"/>
                <a:gd name="T26" fmla="*/ 64 w 128"/>
                <a:gd name="T27" fmla="*/ 88 h 112"/>
                <a:gd name="T28" fmla="*/ 53 w 128"/>
                <a:gd name="T29" fmla="*/ 87 h 112"/>
                <a:gd name="T30" fmla="*/ 52 w 128"/>
                <a:gd name="T31" fmla="*/ 87 h 112"/>
                <a:gd name="T32" fmla="*/ 45 w 128"/>
                <a:gd name="T33" fmla="*/ 90 h 112"/>
                <a:gd name="T34" fmla="*/ 33 w 128"/>
                <a:gd name="T35" fmla="*/ 100 h 112"/>
                <a:gd name="T36" fmla="*/ 36 w 128"/>
                <a:gd name="T37" fmla="*/ 88 h 112"/>
                <a:gd name="T38" fmla="*/ 36 w 128"/>
                <a:gd name="T39" fmla="*/ 88 h 112"/>
                <a:gd name="T40" fmla="*/ 32 w 128"/>
                <a:gd name="T41" fmla="*/ 81 h 112"/>
                <a:gd name="T42" fmla="*/ 8 w 128"/>
                <a:gd name="T43" fmla="*/ 48 h 112"/>
                <a:gd name="T44" fmla="*/ 64 w 128"/>
                <a:gd name="T45" fmla="*/ 8 h 112"/>
                <a:gd name="T46" fmla="*/ 120 w 128"/>
                <a:gd name="T47" fmla="*/ 48 h 112"/>
                <a:gd name="T48" fmla="*/ 64 w 128"/>
                <a:gd name="T4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50" name="Group 148">
            <a:extLst>
              <a:ext uri="{FF2B5EF4-FFF2-40B4-BE49-F238E27FC236}">
                <a16:creationId xmlns:a16="http://schemas.microsoft.com/office/drawing/2014/main" id="{FE2FE281-858B-97A6-4155-91340EFED328}"/>
              </a:ext>
            </a:extLst>
          </p:cNvPr>
          <p:cNvGrpSpPr/>
          <p:nvPr/>
        </p:nvGrpSpPr>
        <p:grpSpPr>
          <a:xfrm>
            <a:off x="2991665" y="2954644"/>
            <a:ext cx="404241" cy="245639"/>
            <a:chOff x="1476376" y="2297113"/>
            <a:chExt cx="331788" cy="20161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51" name="Freeform 54">
              <a:extLst>
                <a:ext uri="{FF2B5EF4-FFF2-40B4-BE49-F238E27FC236}">
                  <a16:creationId xmlns:a16="http://schemas.microsoft.com/office/drawing/2014/main" id="{BC4F66F1-877B-2091-8BCB-78B08E0028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6376" y="2297113"/>
              <a:ext cx="331788" cy="201613"/>
            </a:xfrm>
            <a:custGeom>
              <a:avLst/>
              <a:gdLst>
                <a:gd name="T0" fmla="*/ 62 w 124"/>
                <a:gd name="T1" fmla="*/ 0 h 76"/>
                <a:gd name="T2" fmla="*/ 123 w 124"/>
                <a:gd name="T3" fmla="*/ 37 h 76"/>
                <a:gd name="T4" fmla="*/ 123 w 124"/>
                <a:gd name="T5" fmla="*/ 42 h 76"/>
                <a:gd name="T6" fmla="*/ 62 w 124"/>
                <a:gd name="T7" fmla="*/ 76 h 76"/>
                <a:gd name="T8" fmla="*/ 1 w 124"/>
                <a:gd name="T9" fmla="*/ 42 h 76"/>
                <a:gd name="T10" fmla="*/ 1 w 124"/>
                <a:gd name="T11" fmla="*/ 37 h 76"/>
                <a:gd name="T12" fmla="*/ 62 w 124"/>
                <a:gd name="T13" fmla="*/ 0 h 76"/>
                <a:gd name="T14" fmla="*/ 62 w 124"/>
                <a:gd name="T15" fmla="*/ 8 h 76"/>
                <a:gd name="T16" fmla="*/ 10 w 124"/>
                <a:gd name="T17" fmla="*/ 40 h 76"/>
                <a:gd name="T18" fmla="*/ 62 w 124"/>
                <a:gd name="T19" fmla="*/ 68 h 76"/>
                <a:gd name="T20" fmla="*/ 114 w 124"/>
                <a:gd name="T21" fmla="*/ 40 h 76"/>
                <a:gd name="T22" fmla="*/ 62 w 124"/>
                <a:gd name="T23" fmla="*/ 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4" h="76">
                  <a:moveTo>
                    <a:pt x="62" y="0"/>
                  </a:moveTo>
                  <a:cubicBezTo>
                    <a:pt x="90" y="0"/>
                    <a:pt x="106" y="19"/>
                    <a:pt x="123" y="37"/>
                  </a:cubicBezTo>
                  <a:cubicBezTo>
                    <a:pt x="124" y="39"/>
                    <a:pt x="124" y="41"/>
                    <a:pt x="123" y="42"/>
                  </a:cubicBezTo>
                  <a:cubicBezTo>
                    <a:pt x="109" y="58"/>
                    <a:pt x="90" y="76"/>
                    <a:pt x="62" y="76"/>
                  </a:cubicBezTo>
                  <a:cubicBezTo>
                    <a:pt x="33" y="76"/>
                    <a:pt x="14" y="58"/>
                    <a:pt x="1" y="42"/>
                  </a:cubicBezTo>
                  <a:cubicBezTo>
                    <a:pt x="0" y="41"/>
                    <a:pt x="0" y="39"/>
                    <a:pt x="1" y="37"/>
                  </a:cubicBezTo>
                  <a:cubicBezTo>
                    <a:pt x="16" y="20"/>
                    <a:pt x="33" y="0"/>
                    <a:pt x="62" y="0"/>
                  </a:cubicBezTo>
                  <a:close/>
                  <a:moveTo>
                    <a:pt x="62" y="8"/>
                  </a:moveTo>
                  <a:cubicBezTo>
                    <a:pt x="38" y="8"/>
                    <a:pt x="22" y="25"/>
                    <a:pt x="10" y="40"/>
                  </a:cubicBezTo>
                  <a:cubicBezTo>
                    <a:pt x="21" y="54"/>
                    <a:pt x="38" y="68"/>
                    <a:pt x="62" y="68"/>
                  </a:cubicBezTo>
                  <a:cubicBezTo>
                    <a:pt x="85" y="68"/>
                    <a:pt x="102" y="54"/>
                    <a:pt x="114" y="40"/>
                  </a:cubicBezTo>
                  <a:cubicBezTo>
                    <a:pt x="100" y="24"/>
                    <a:pt x="85" y="8"/>
                    <a:pt x="6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52" name="Freeform 55">
              <a:extLst>
                <a:ext uri="{FF2B5EF4-FFF2-40B4-BE49-F238E27FC236}">
                  <a16:creationId xmlns:a16="http://schemas.microsoft.com/office/drawing/2014/main" id="{3E68252C-E338-8952-0F68-F852166F4F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2264" y="2346325"/>
              <a:ext cx="101600" cy="101600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4 h 38"/>
                <a:gd name="T12" fmla="*/ 4 w 38"/>
                <a:gd name="T13" fmla="*/ 19 h 38"/>
                <a:gd name="T14" fmla="*/ 19 w 38"/>
                <a:gd name="T15" fmla="*/ 34 h 38"/>
                <a:gd name="T16" fmla="*/ 34 w 38"/>
                <a:gd name="T17" fmla="*/ 19 h 38"/>
                <a:gd name="T18" fmla="*/ 19 w 38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8" y="38"/>
                    <a:pt x="0" y="30"/>
                    <a:pt x="0" y="19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30" y="0"/>
                    <a:pt x="38" y="8"/>
                    <a:pt x="38" y="19"/>
                  </a:cubicBezTo>
                  <a:cubicBezTo>
                    <a:pt x="38" y="30"/>
                    <a:pt x="30" y="38"/>
                    <a:pt x="19" y="38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7"/>
                    <a:pt x="11" y="34"/>
                    <a:pt x="19" y="34"/>
                  </a:cubicBezTo>
                  <a:cubicBezTo>
                    <a:pt x="27" y="34"/>
                    <a:pt x="34" y="27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53" name="Group 151">
            <a:extLst>
              <a:ext uri="{FF2B5EF4-FFF2-40B4-BE49-F238E27FC236}">
                <a16:creationId xmlns:a16="http://schemas.microsoft.com/office/drawing/2014/main" id="{373D6DC9-7790-694F-ED47-C3E5BC67591F}"/>
              </a:ext>
            </a:extLst>
          </p:cNvPr>
          <p:cNvGrpSpPr/>
          <p:nvPr/>
        </p:nvGrpSpPr>
        <p:grpSpPr>
          <a:xfrm>
            <a:off x="10429379" y="1634072"/>
            <a:ext cx="322327" cy="321261"/>
            <a:chOff x="2437300" y="1144829"/>
            <a:chExt cx="400024" cy="39870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54" name="Freeform 129">
              <a:extLst>
                <a:ext uri="{FF2B5EF4-FFF2-40B4-BE49-F238E27FC236}">
                  <a16:creationId xmlns:a16="http://schemas.microsoft.com/office/drawing/2014/main" id="{863F6377-54CE-956F-B81D-EE7B94752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37300" y="1144829"/>
              <a:ext cx="400024" cy="398703"/>
            </a:xfrm>
            <a:custGeom>
              <a:avLst/>
              <a:gdLst>
                <a:gd name="T0" fmla="*/ 88 w 128"/>
                <a:gd name="T1" fmla="*/ 0 h 128"/>
                <a:gd name="T2" fmla="*/ 48 w 128"/>
                <a:gd name="T3" fmla="*/ 40 h 128"/>
                <a:gd name="T4" fmla="*/ 51 w 128"/>
                <a:gd name="T5" fmla="*/ 55 h 128"/>
                <a:gd name="T6" fmla="*/ 2 w 128"/>
                <a:gd name="T7" fmla="*/ 103 h 128"/>
                <a:gd name="T8" fmla="*/ 0 w 128"/>
                <a:gd name="T9" fmla="*/ 108 h 128"/>
                <a:gd name="T10" fmla="*/ 0 w 128"/>
                <a:gd name="T11" fmla="*/ 120 h 128"/>
                <a:gd name="T12" fmla="*/ 8 w 128"/>
                <a:gd name="T13" fmla="*/ 128 h 128"/>
                <a:gd name="T14" fmla="*/ 20 w 128"/>
                <a:gd name="T15" fmla="*/ 128 h 128"/>
                <a:gd name="T16" fmla="*/ 25 w 128"/>
                <a:gd name="T17" fmla="*/ 126 h 128"/>
                <a:gd name="T18" fmla="*/ 31 w 128"/>
                <a:gd name="T19" fmla="*/ 120 h 128"/>
                <a:gd name="T20" fmla="*/ 40 w 128"/>
                <a:gd name="T21" fmla="*/ 120 h 128"/>
                <a:gd name="T22" fmla="*/ 48 w 128"/>
                <a:gd name="T23" fmla="*/ 112 h 128"/>
                <a:gd name="T24" fmla="*/ 48 w 128"/>
                <a:gd name="T25" fmla="*/ 104 h 128"/>
                <a:gd name="T26" fmla="*/ 56 w 128"/>
                <a:gd name="T27" fmla="*/ 104 h 128"/>
                <a:gd name="T28" fmla="*/ 64 w 128"/>
                <a:gd name="T29" fmla="*/ 96 h 128"/>
                <a:gd name="T30" fmla="*/ 64 w 128"/>
                <a:gd name="T31" fmla="*/ 87 h 128"/>
                <a:gd name="T32" fmla="*/ 73 w 128"/>
                <a:gd name="T33" fmla="*/ 77 h 128"/>
                <a:gd name="T34" fmla="*/ 88 w 128"/>
                <a:gd name="T35" fmla="*/ 80 h 128"/>
                <a:gd name="T36" fmla="*/ 128 w 128"/>
                <a:gd name="T37" fmla="*/ 40 h 128"/>
                <a:gd name="T38" fmla="*/ 88 w 128"/>
                <a:gd name="T39" fmla="*/ 0 h 128"/>
                <a:gd name="T40" fmla="*/ 88 w 128"/>
                <a:gd name="T41" fmla="*/ 72 h 128"/>
                <a:gd name="T42" fmla="*/ 72 w 128"/>
                <a:gd name="T43" fmla="*/ 67 h 128"/>
                <a:gd name="T44" fmla="*/ 70 w 128"/>
                <a:gd name="T45" fmla="*/ 69 h 128"/>
                <a:gd name="T46" fmla="*/ 66 w 128"/>
                <a:gd name="T47" fmla="*/ 73 h 128"/>
                <a:gd name="T48" fmla="*/ 58 w 128"/>
                <a:gd name="T49" fmla="*/ 81 h 128"/>
                <a:gd name="T50" fmla="*/ 56 w 128"/>
                <a:gd name="T51" fmla="*/ 87 h 128"/>
                <a:gd name="T52" fmla="*/ 56 w 128"/>
                <a:gd name="T53" fmla="*/ 96 h 128"/>
                <a:gd name="T54" fmla="*/ 48 w 128"/>
                <a:gd name="T55" fmla="*/ 96 h 128"/>
                <a:gd name="T56" fmla="*/ 40 w 128"/>
                <a:gd name="T57" fmla="*/ 104 h 128"/>
                <a:gd name="T58" fmla="*/ 40 w 128"/>
                <a:gd name="T59" fmla="*/ 112 h 128"/>
                <a:gd name="T60" fmla="*/ 31 w 128"/>
                <a:gd name="T61" fmla="*/ 112 h 128"/>
                <a:gd name="T62" fmla="*/ 25 w 128"/>
                <a:gd name="T63" fmla="*/ 114 h 128"/>
                <a:gd name="T64" fmla="*/ 19 w 128"/>
                <a:gd name="T65" fmla="*/ 120 h 128"/>
                <a:gd name="T66" fmla="*/ 8 w 128"/>
                <a:gd name="T67" fmla="*/ 120 h 128"/>
                <a:gd name="T68" fmla="*/ 8 w 128"/>
                <a:gd name="T69" fmla="*/ 109 h 128"/>
                <a:gd name="T70" fmla="*/ 55 w 128"/>
                <a:gd name="T71" fmla="*/ 62 h 128"/>
                <a:gd name="T72" fmla="*/ 55 w 128"/>
                <a:gd name="T73" fmla="*/ 62 h 128"/>
                <a:gd name="T74" fmla="*/ 61 w 128"/>
                <a:gd name="T75" fmla="*/ 56 h 128"/>
                <a:gd name="T76" fmla="*/ 56 w 128"/>
                <a:gd name="T77" fmla="*/ 40 h 128"/>
                <a:gd name="T78" fmla="*/ 88 w 128"/>
                <a:gd name="T79" fmla="*/ 8 h 128"/>
                <a:gd name="T80" fmla="*/ 120 w 128"/>
                <a:gd name="T81" fmla="*/ 40 h 128"/>
                <a:gd name="T82" fmla="*/ 88 w 128"/>
                <a:gd name="T83" fmla="*/ 7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8">
                  <a:moveTo>
                    <a:pt x="88" y="0"/>
                  </a:moveTo>
                  <a:cubicBezTo>
                    <a:pt x="66" y="0"/>
                    <a:pt x="48" y="18"/>
                    <a:pt x="48" y="40"/>
                  </a:cubicBezTo>
                  <a:cubicBezTo>
                    <a:pt x="48" y="45"/>
                    <a:pt x="49" y="50"/>
                    <a:pt x="51" y="55"/>
                  </a:cubicBezTo>
                  <a:cubicBezTo>
                    <a:pt x="2" y="103"/>
                    <a:pt x="2" y="103"/>
                    <a:pt x="2" y="103"/>
                  </a:cubicBezTo>
                  <a:cubicBezTo>
                    <a:pt x="1" y="105"/>
                    <a:pt x="0" y="106"/>
                    <a:pt x="0" y="108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4"/>
                    <a:pt x="4" y="128"/>
                    <a:pt x="8" y="128"/>
                  </a:cubicBezTo>
                  <a:cubicBezTo>
                    <a:pt x="20" y="128"/>
                    <a:pt x="20" y="128"/>
                    <a:pt x="20" y="128"/>
                  </a:cubicBezTo>
                  <a:cubicBezTo>
                    <a:pt x="22" y="128"/>
                    <a:pt x="23" y="127"/>
                    <a:pt x="25" y="12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40" y="120"/>
                    <a:pt x="40" y="120"/>
                    <a:pt x="40" y="120"/>
                  </a:cubicBezTo>
                  <a:cubicBezTo>
                    <a:pt x="44" y="120"/>
                    <a:pt x="48" y="116"/>
                    <a:pt x="48" y="112"/>
                  </a:cubicBezTo>
                  <a:cubicBezTo>
                    <a:pt x="48" y="104"/>
                    <a:pt x="48" y="104"/>
                    <a:pt x="48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60" y="104"/>
                    <a:pt x="64" y="100"/>
                    <a:pt x="64" y="96"/>
                  </a:cubicBezTo>
                  <a:cubicBezTo>
                    <a:pt x="64" y="87"/>
                    <a:pt x="64" y="87"/>
                    <a:pt x="64" y="87"/>
                  </a:cubicBezTo>
                  <a:cubicBezTo>
                    <a:pt x="73" y="77"/>
                    <a:pt x="73" y="77"/>
                    <a:pt x="73" y="77"/>
                  </a:cubicBezTo>
                  <a:cubicBezTo>
                    <a:pt x="78" y="79"/>
                    <a:pt x="83" y="80"/>
                    <a:pt x="88" y="80"/>
                  </a:cubicBezTo>
                  <a:cubicBezTo>
                    <a:pt x="110" y="80"/>
                    <a:pt x="128" y="62"/>
                    <a:pt x="128" y="40"/>
                  </a:cubicBezTo>
                  <a:cubicBezTo>
                    <a:pt x="128" y="18"/>
                    <a:pt x="110" y="0"/>
                    <a:pt x="88" y="0"/>
                  </a:cubicBezTo>
                  <a:close/>
                  <a:moveTo>
                    <a:pt x="88" y="72"/>
                  </a:moveTo>
                  <a:cubicBezTo>
                    <a:pt x="82" y="72"/>
                    <a:pt x="77" y="70"/>
                    <a:pt x="72" y="67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58" y="81"/>
                    <a:pt x="58" y="81"/>
                    <a:pt x="58" y="81"/>
                  </a:cubicBezTo>
                  <a:cubicBezTo>
                    <a:pt x="57" y="82"/>
                    <a:pt x="56" y="85"/>
                    <a:pt x="56" y="87"/>
                  </a:cubicBezTo>
                  <a:cubicBezTo>
                    <a:pt x="56" y="96"/>
                    <a:pt x="56" y="96"/>
                    <a:pt x="56" y="96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44" y="96"/>
                    <a:pt x="40" y="100"/>
                    <a:pt x="40" y="104"/>
                  </a:cubicBezTo>
                  <a:cubicBezTo>
                    <a:pt x="40" y="112"/>
                    <a:pt x="40" y="112"/>
                    <a:pt x="40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29" y="112"/>
                    <a:pt x="26" y="113"/>
                    <a:pt x="25" y="114"/>
                  </a:cubicBezTo>
                  <a:cubicBezTo>
                    <a:pt x="19" y="120"/>
                    <a:pt x="19" y="120"/>
                    <a:pt x="19" y="120"/>
                  </a:cubicBezTo>
                  <a:cubicBezTo>
                    <a:pt x="8" y="120"/>
                    <a:pt x="8" y="120"/>
                    <a:pt x="8" y="120"/>
                  </a:cubicBezTo>
                  <a:cubicBezTo>
                    <a:pt x="8" y="109"/>
                    <a:pt x="8" y="109"/>
                    <a:pt x="8" y="109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58" y="51"/>
                    <a:pt x="56" y="46"/>
                    <a:pt x="56" y="40"/>
                  </a:cubicBezTo>
                  <a:cubicBezTo>
                    <a:pt x="56" y="22"/>
                    <a:pt x="70" y="8"/>
                    <a:pt x="88" y="8"/>
                  </a:cubicBezTo>
                  <a:cubicBezTo>
                    <a:pt x="106" y="8"/>
                    <a:pt x="120" y="22"/>
                    <a:pt x="120" y="40"/>
                  </a:cubicBezTo>
                  <a:cubicBezTo>
                    <a:pt x="120" y="58"/>
                    <a:pt x="106" y="72"/>
                    <a:pt x="88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55" name="Freeform 130">
              <a:extLst>
                <a:ext uri="{FF2B5EF4-FFF2-40B4-BE49-F238E27FC236}">
                  <a16:creationId xmlns:a16="http://schemas.microsoft.com/office/drawing/2014/main" id="{114AEFFC-426A-B0B4-3E73-FD78CB49F3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86820" y="1193678"/>
              <a:ext cx="100336" cy="100336"/>
            </a:xfrm>
            <a:custGeom>
              <a:avLst/>
              <a:gdLst>
                <a:gd name="T0" fmla="*/ 31 w 32"/>
                <a:gd name="T1" fmla="*/ 17 h 32"/>
                <a:gd name="T2" fmla="*/ 15 w 32"/>
                <a:gd name="T3" fmla="*/ 1 h 32"/>
                <a:gd name="T4" fmla="*/ 12 w 32"/>
                <a:gd name="T5" fmla="*/ 0 h 32"/>
                <a:gd name="T6" fmla="*/ 0 w 32"/>
                <a:gd name="T7" fmla="*/ 12 h 32"/>
                <a:gd name="T8" fmla="*/ 0 w 32"/>
                <a:gd name="T9" fmla="*/ 13 h 32"/>
                <a:gd name="T10" fmla="*/ 1 w 32"/>
                <a:gd name="T11" fmla="*/ 15 h 32"/>
                <a:gd name="T12" fmla="*/ 17 w 32"/>
                <a:gd name="T13" fmla="*/ 31 h 32"/>
                <a:gd name="T14" fmla="*/ 20 w 32"/>
                <a:gd name="T15" fmla="*/ 32 h 32"/>
                <a:gd name="T16" fmla="*/ 32 w 32"/>
                <a:gd name="T17" fmla="*/ 20 h 32"/>
                <a:gd name="T18" fmla="*/ 32 w 32"/>
                <a:gd name="T19" fmla="*/ 19 h 32"/>
                <a:gd name="T20" fmla="*/ 31 w 32"/>
                <a:gd name="T21" fmla="*/ 17 h 32"/>
                <a:gd name="T22" fmla="*/ 19 w 32"/>
                <a:gd name="T23" fmla="*/ 28 h 32"/>
                <a:gd name="T24" fmla="*/ 4 w 32"/>
                <a:gd name="T25" fmla="*/ 13 h 32"/>
                <a:gd name="T26" fmla="*/ 13 w 32"/>
                <a:gd name="T27" fmla="*/ 4 h 32"/>
                <a:gd name="T28" fmla="*/ 28 w 32"/>
                <a:gd name="T29" fmla="*/ 19 h 32"/>
                <a:gd name="T30" fmla="*/ 19 w 32"/>
                <a:gd name="T31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" h="32">
                  <a:moveTo>
                    <a:pt x="31" y="17"/>
                  </a:moveTo>
                  <a:cubicBezTo>
                    <a:pt x="27" y="11"/>
                    <a:pt x="21" y="5"/>
                    <a:pt x="15" y="1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6" y="2"/>
                    <a:pt x="2" y="6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4"/>
                    <a:pt x="0" y="14"/>
                    <a:pt x="1" y="15"/>
                  </a:cubicBezTo>
                  <a:cubicBezTo>
                    <a:pt x="5" y="21"/>
                    <a:pt x="11" y="27"/>
                    <a:pt x="17" y="31"/>
                  </a:cubicBezTo>
                  <a:cubicBezTo>
                    <a:pt x="18" y="32"/>
                    <a:pt x="19" y="32"/>
                    <a:pt x="20" y="32"/>
                  </a:cubicBezTo>
                  <a:cubicBezTo>
                    <a:pt x="26" y="30"/>
                    <a:pt x="30" y="26"/>
                    <a:pt x="32" y="20"/>
                  </a:cubicBezTo>
                  <a:cubicBezTo>
                    <a:pt x="32" y="20"/>
                    <a:pt x="32" y="20"/>
                    <a:pt x="32" y="19"/>
                  </a:cubicBezTo>
                  <a:cubicBezTo>
                    <a:pt x="32" y="18"/>
                    <a:pt x="32" y="18"/>
                    <a:pt x="31" y="17"/>
                  </a:cubicBezTo>
                  <a:close/>
                  <a:moveTo>
                    <a:pt x="19" y="28"/>
                  </a:moveTo>
                  <a:cubicBezTo>
                    <a:pt x="13" y="24"/>
                    <a:pt x="8" y="19"/>
                    <a:pt x="4" y="13"/>
                  </a:cubicBezTo>
                  <a:cubicBezTo>
                    <a:pt x="6" y="8"/>
                    <a:pt x="8" y="6"/>
                    <a:pt x="13" y="4"/>
                  </a:cubicBezTo>
                  <a:cubicBezTo>
                    <a:pt x="19" y="8"/>
                    <a:pt x="24" y="13"/>
                    <a:pt x="28" y="19"/>
                  </a:cubicBezTo>
                  <a:cubicBezTo>
                    <a:pt x="26" y="24"/>
                    <a:pt x="24" y="26"/>
                    <a:pt x="19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56" name="Freeform 184">
            <a:extLst>
              <a:ext uri="{FF2B5EF4-FFF2-40B4-BE49-F238E27FC236}">
                <a16:creationId xmlns:a16="http://schemas.microsoft.com/office/drawing/2014/main" id="{5F44A61E-1472-33F0-1CC8-AA86149B4CF9}"/>
              </a:ext>
            </a:extLst>
          </p:cNvPr>
          <p:cNvSpPr>
            <a:spLocks/>
          </p:cNvSpPr>
          <p:nvPr/>
        </p:nvSpPr>
        <p:spPr bwMode="auto">
          <a:xfrm>
            <a:off x="3876066" y="1688367"/>
            <a:ext cx="283561" cy="212669"/>
          </a:xfrm>
          <a:custGeom>
            <a:avLst/>
            <a:gdLst>
              <a:gd name="T0" fmla="*/ 67 w 152"/>
              <a:gd name="T1" fmla="*/ 19 h 114"/>
              <a:gd name="T2" fmla="*/ 50 w 152"/>
              <a:gd name="T3" fmla="*/ 0 h 114"/>
              <a:gd name="T4" fmla="*/ 0 w 152"/>
              <a:gd name="T5" fmla="*/ 0 h 114"/>
              <a:gd name="T6" fmla="*/ 0 w 152"/>
              <a:gd name="T7" fmla="*/ 114 h 114"/>
              <a:gd name="T8" fmla="*/ 152 w 152"/>
              <a:gd name="T9" fmla="*/ 114 h 114"/>
              <a:gd name="T10" fmla="*/ 152 w 152"/>
              <a:gd name="T11" fmla="*/ 19 h 114"/>
              <a:gd name="T12" fmla="*/ 67 w 152"/>
              <a:gd name="T13" fmla="*/ 19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2" h="114">
                <a:moveTo>
                  <a:pt x="67" y="19"/>
                </a:moveTo>
                <a:lnTo>
                  <a:pt x="50" y="0"/>
                </a:lnTo>
                <a:lnTo>
                  <a:pt x="0" y="0"/>
                </a:lnTo>
                <a:lnTo>
                  <a:pt x="0" y="114"/>
                </a:lnTo>
                <a:lnTo>
                  <a:pt x="152" y="114"/>
                </a:lnTo>
                <a:lnTo>
                  <a:pt x="152" y="19"/>
                </a:lnTo>
                <a:lnTo>
                  <a:pt x="67" y="19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57" name="Freeform 226">
            <a:extLst>
              <a:ext uri="{FF2B5EF4-FFF2-40B4-BE49-F238E27FC236}">
                <a16:creationId xmlns:a16="http://schemas.microsoft.com/office/drawing/2014/main" id="{FA217A10-9A7D-73CF-6A17-AF11E8C85930}"/>
              </a:ext>
            </a:extLst>
          </p:cNvPr>
          <p:cNvSpPr>
            <a:spLocks noEditPoints="1"/>
          </p:cNvSpPr>
          <p:nvPr/>
        </p:nvSpPr>
        <p:spPr bwMode="auto">
          <a:xfrm>
            <a:off x="8026976" y="1645356"/>
            <a:ext cx="298691" cy="298691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28 w 64"/>
              <a:gd name="T11" fmla="*/ 8 h 64"/>
              <a:gd name="T12" fmla="*/ 36 w 64"/>
              <a:gd name="T13" fmla="*/ 8 h 64"/>
              <a:gd name="T14" fmla="*/ 36 w 64"/>
              <a:gd name="T15" fmla="*/ 28 h 64"/>
              <a:gd name="T16" fmla="*/ 28 w 64"/>
              <a:gd name="T17" fmla="*/ 28 h 64"/>
              <a:gd name="T18" fmla="*/ 28 w 64"/>
              <a:gd name="T19" fmla="*/ 8 h 64"/>
              <a:gd name="T20" fmla="*/ 32 w 64"/>
              <a:gd name="T21" fmla="*/ 53 h 64"/>
              <a:gd name="T22" fmla="*/ 11 w 64"/>
              <a:gd name="T23" fmla="*/ 32 h 64"/>
              <a:gd name="T24" fmla="*/ 24 w 64"/>
              <a:gd name="T25" fmla="*/ 13 h 64"/>
              <a:gd name="T26" fmla="*/ 24 w 64"/>
              <a:gd name="T27" fmla="*/ 12 h 64"/>
              <a:gd name="T28" fmla="*/ 24 w 64"/>
              <a:gd name="T29" fmla="*/ 20 h 64"/>
              <a:gd name="T30" fmla="*/ 17 w 64"/>
              <a:gd name="T31" fmla="*/ 32 h 64"/>
              <a:gd name="T32" fmla="*/ 32 w 64"/>
              <a:gd name="T33" fmla="*/ 47 h 64"/>
              <a:gd name="T34" fmla="*/ 47 w 64"/>
              <a:gd name="T35" fmla="*/ 32 h 64"/>
              <a:gd name="T36" fmla="*/ 40 w 64"/>
              <a:gd name="T37" fmla="*/ 20 h 64"/>
              <a:gd name="T38" fmla="*/ 40 w 64"/>
              <a:gd name="T39" fmla="*/ 12 h 64"/>
              <a:gd name="T40" fmla="*/ 40 w 64"/>
              <a:gd name="T41" fmla="*/ 13 h 64"/>
              <a:gd name="T42" fmla="*/ 53 w 64"/>
              <a:gd name="T43" fmla="*/ 32 h 64"/>
              <a:gd name="T44" fmla="*/ 32 w 64"/>
              <a:gd name="T45" fmla="*/ 5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28" y="8"/>
                </a:moveTo>
                <a:cubicBezTo>
                  <a:pt x="36" y="8"/>
                  <a:pt x="36" y="8"/>
                  <a:pt x="36" y="8"/>
                </a:cubicBezTo>
                <a:cubicBezTo>
                  <a:pt x="36" y="28"/>
                  <a:pt x="36" y="28"/>
                  <a:pt x="36" y="28"/>
                </a:cubicBezTo>
                <a:cubicBezTo>
                  <a:pt x="28" y="28"/>
                  <a:pt x="28" y="28"/>
                  <a:pt x="28" y="28"/>
                </a:cubicBezTo>
                <a:lnTo>
                  <a:pt x="28" y="8"/>
                </a:lnTo>
                <a:close/>
                <a:moveTo>
                  <a:pt x="32" y="53"/>
                </a:moveTo>
                <a:cubicBezTo>
                  <a:pt x="20" y="53"/>
                  <a:pt x="11" y="44"/>
                  <a:pt x="11" y="32"/>
                </a:cubicBezTo>
                <a:cubicBezTo>
                  <a:pt x="11" y="24"/>
                  <a:pt x="16" y="16"/>
                  <a:pt x="24" y="13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20"/>
                  <a:pt x="24" y="20"/>
                  <a:pt x="24" y="20"/>
                </a:cubicBezTo>
                <a:cubicBezTo>
                  <a:pt x="20" y="22"/>
                  <a:pt x="17" y="27"/>
                  <a:pt x="17" y="32"/>
                </a:cubicBezTo>
                <a:cubicBezTo>
                  <a:pt x="17" y="40"/>
                  <a:pt x="24" y="47"/>
                  <a:pt x="32" y="47"/>
                </a:cubicBezTo>
                <a:cubicBezTo>
                  <a:pt x="40" y="47"/>
                  <a:pt x="47" y="40"/>
                  <a:pt x="47" y="32"/>
                </a:cubicBezTo>
                <a:cubicBezTo>
                  <a:pt x="47" y="27"/>
                  <a:pt x="44" y="22"/>
                  <a:pt x="40" y="20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3"/>
                  <a:pt x="40" y="13"/>
                  <a:pt x="40" y="13"/>
                </a:cubicBezTo>
                <a:cubicBezTo>
                  <a:pt x="48" y="16"/>
                  <a:pt x="53" y="24"/>
                  <a:pt x="53" y="32"/>
                </a:cubicBezTo>
                <a:cubicBezTo>
                  <a:pt x="53" y="44"/>
                  <a:pt x="44" y="53"/>
                  <a:pt x="32" y="5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58" name="Group 156">
            <a:extLst>
              <a:ext uri="{FF2B5EF4-FFF2-40B4-BE49-F238E27FC236}">
                <a16:creationId xmlns:a16="http://schemas.microsoft.com/office/drawing/2014/main" id="{3851581E-BE63-2AB1-8D1A-43F1A943BC0C}"/>
              </a:ext>
            </a:extLst>
          </p:cNvPr>
          <p:cNvGrpSpPr/>
          <p:nvPr/>
        </p:nvGrpSpPr>
        <p:grpSpPr>
          <a:xfrm>
            <a:off x="4671232" y="2254085"/>
            <a:ext cx="335487" cy="333279"/>
            <a:chOff x="2611438" y="6434138"/>
            <a:chExt cx="241301" cy="23971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59" name="Freeform 240">
              <a:extLst>
                <a:ext uri="{FF2B5EF4-FFF2-40B4-BE49-F238E27FC236}">
                  <a16:creationId xmlns:a16="http://schemas.microsoft.com/office/drawing/2014/main" id="{C05BDDB0-3D3C-4BB6-C4B3-D298084829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82876" y="6434138"/>
              <a:ext cx="169863" cy="168275"/>
            </a:xfrm>
            <a:custGeom>
              <a:avLst/>
              <a:gdLst>
                <a:gd name="T0" fmla="*/ 31 w 45"/>
                <a:gd name="T1" fmla="*/ 5 h 45"/>
                <a:gd name="T2" fmla="*/ 18 w 45"/>
                <a:gd name="T3" fmla="*/ 13 h 45"/>
                <a:gd name="T4" fmla="*/ 1 w 45"/>
                <a:gd name="T5" fmla="*/ 30 h 45"/>
                <a:gd name="T6" fmla="*/ 1 w 45"/>
                <a:gd name="T7" fmla="*/ 35 h 45"/>
                <a:gd name="T8" fmla="*/ 10 w 45"/>
                <a:gd name="T9" fmla="*/ 44 h 45"/>
                <a:gd name="T10" fmla="*/ 15 w 45"/>
                <a:gd name="T11" fmla="*/ 44 h 45"/>
                <a:gd name="T12" fmla="*/ 32 w 45"/>
                <a:gd name="T13" fmla="*/ 27 h 45"/>
                <a:gd name="T14" fmla="*/ 40 w 45"/>
                <a:gd name="T15" fmla="*/ 14 h 45"/>
                <a:gd name="T16" fmla="*/ 45 w 45"/>
                <a:gd name="T17" fmla="*/ 0 h 45"/>
                <a:gd name="T18" fmla="*/ 31 w 45"/>
                <a:gd name="T19" fmla="*/ 5 h 45"/>
                <a:gd name="T20" fmla="*/ 20 w 45"/>
                <a:gd name="T21" fmla="*/ 34 h 45"/>
                <a:gd name="T22" fmla="*/ 11 w 45"/>
                <a:gd name="T23" fmla="*/ 34 h 45"/>
                <a:gd name="T24" fmla="*/ 11 w 45"/>
                <a:gd name="T25" fmla="*/ 25 h 45"/>
                <a:gd name="T26" fmla="*/ 20 w 45"/>
                <a:gd name="T27" fmla="*/ 25 h 45"/>
                <a:gd name="T28" fmla="*/ 20 w 45"/>
                <a:gd name="T29" fmla="*/ 34 h 45"/>
                <a:gd name="T30" fmla="*/ 31 w 45"/>
                <a:gd name="T31" fmla="*/ 23 h 45"/>
                <a:gd name="T32" fmla="*/ 22 w 45"/>
                <a:gd name="T33" fmla="*/ 23 h 45"/>
                <a:gd name="T34" fmla="*/ 22 w 45"/>
                <a:gd name="T35" fmla="*/ 14 h 45"/>
                <a:gd name="T36" fmla="*/ 31 w 45"/>
                <a:gd name="T37" fmla="*/ 14 h 45"/>
                <a:gd name="T38" fmla="*/ 31 w 45"/>
                <a:gd name="T39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5" h="45">
                  <a:moveTo>
                    <a:pt x="31" y="5"/>
                  </a:moveTo>
                  <a:cubicBezTo>
                    <a:pt x="27" y="6"/>
                    <a:pt x="21" y="10"/>
                    <a:pt x="18" y="13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4"/>
                    <a:pt x="1" y="35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4" y="45"/>
                    <a:pt x="15" y="4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24"/>
                    <a:pt x="39" y="18"/>
                    <a:pt x="40" y="14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31" y="5"/>
                  </a:lnTo>
                  <a:close/>
                  <a:moveTo>
                    <a:pt x="20" y="34"/>
                  </a:moveTo>
                  <a:cubicBezTo>
                    <a:pt x="17" y="36"/>
                    <a:pt x="13" y="36"/>
                    <a:pt x="11" y="34"/>
                  </a:cubicBezTo>
                  <a:cubicBezTo>
                    <a:pt x="9" y="32"/>
                    <a:pt x="9" y="28"/>
                    <a:pt x="11" y="25"/>
                  </a:cubicBezTo>
                  <a:cubicBezTo>
                    <a:pt x="13" y="23"/>
                    <a:pt x="17" y="23"/>
                    <a:pt x="20" y="25"/>
                  </a:cubicBezTo>
                  <a:cubicBezTo>
                    <a:pt x="22" y="28"/>
                    <a:pt x="22" y="32"/>
                    <a:pt x="20" y="34"/>
                  </a:cubicBezTo>
                  <a:close/>
                  <a:moveTo>
                    <a:pt x="31" y="23"/>
                  </a:moveTo>
                  <a:cubicBezTo>
                    <a:pt x="29" y="25"/>
                    <a:pt x="25" y="25"/>
                    <a:pt x="22" y="23"/>
                  </a:cubicBezTo>
                  <a:cubicBezTo>
                    <a:pt x="20" y="20"/>
                    <a:pt x="20" y="16"/>
                    <a:pt x="22" y="14"/>
                  </a:cubicBezTo>
                  <a:cubicBezTo>
                    <a:pt x="25" y="12"/>
                    <a:pt x="29" y="12"/>
                    <a:pt x="31" y="14"/>
                  </a:cubicBezTo>
                  <a:cubicBezTo>
                    <a:pt x="33" y="16"/>
                    <a:pt x="33" y="20"/>
                    <a:pt x="31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0" name="Freeform 241">
              <a:extLst>
                <a:ext uri="{FF2B5EF4-FFF2-40B4-BE49-F238E27FC236}">
                  <a16:creationId xmlns:a16="http://schemas.microsoft.com/office/drawing/2014/main" id="{45D1F898-9F86-C4F1-D62B-8D2996F9B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376" y="6500813"/>
              <a:ext cx="79375" cy="71438"/>
            </a:xfrm>
            <a:custGeom>
              <a:avLst/>
              <a:gdLst>
                <a:gd name="T0" fmla="*/ 7 w 21"/>
                <a:gd name="T1" fmla="*/ 17 h 19"/>
                <a:gd name="T2" fmla="*/ 21 w 21"/>
                <a:gd name="T3" fmla="*/ 3 h 19"/>
                <a:gd name="T4" fmla="*/ 10 w 21"/>
                <a:gd name="T5" fmla="*/ 3 h 19"/>
                <a:gd name="T6" fmla="*/ 1 w 21"/>
                <a:gd name="T7" fmla="*/ 12 h 19"/>
                <a:gd name="T8" fmla="*/ 1 w 21"/>
                <a:gd name="T9" fmla="*/ 17 h 19"/>
                <a:gd name="T10" fmla="*/ 7 w 21"/>
                <a:gd name="T11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>
                  <a:moveTo>
                    <a:pt x="7" y="17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3" y="0"/>
                    <a:pt x="10" y="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6"/>
                    <a:pt x="1" y="17"/>
                  </a:cubicBezTo>
                  <a:cubicBezTo>
                    <a:pt x="3" y="19"/>
                    <a:pt x="5" y="19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1" name="Freeform 242">
              <a:extLst>
                <a:ext uri="{FF2B5EF4-FFF2-40B4-BE49-F238E27FC236}">
                  <a16:creationId xmlns:a16="http://schemas.microsoft.com/office/drawing/2014/main" id="{F0B34752-6723-5A71-B683-2358FF2B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038" y="6588126"/>
              <a:ext cx="71438" cy="77788"/>
            </a:xfrm>
            <a:custGeom>
              <a:avLst/>
              <a:gdLst>
                <a:gd name="T0" fmla="*/ 2 w 19"/>
                <a:gd name="T1" fmla="*/ 14 h 21"/>
                <a:gd name="T2" fmla="*/ 2 w 19"/>
                <a:gd name="T3" fmla="*/ 20 h 21"/>
                <a:gd name="T4" fmla="*/ 7 w 19"/>
                <a:gd name="T5" fmla="*/ 20 h 21"/>
                <a:gd name="T6" fmla="*/ 16 w 19"/>
                <a:gd name="T7" fmla="*/ 11 h 21"/>
                <a:gd name="T8" fmla="*/ 16 w 19"/>
                <a:gd name="T9" fmla="*/ 0 h 21"/>
                <a:gd name="T10" fmla="*/ 2 w 19"/>
                <a:gd name="T1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1">
                  <a:moveTo>
                    <a:pt x="2" y="14"/>
                  </a:moveTo>
                  <a:cubicBezTo>
                    <a:pt x="0" y="16"/>
                    <a:pt x="0" y="18"/>
                    <a:pt x="2" y="20"/>
                  </a:cubicBezTo>
                  <a:cubicBezTo>
                    <a:pt x="3" y="21"/>
                    <a:pt x="6" y="21"/>
                    <a:pt x="7" y="20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9" y="8"/>
                    <a:pt x="19" y="3"/>
                    <a:pt x="16" y="0"/>
                  </a:cubicBezTo>
                  <a:lnTo>
                    <a:pt x="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2" name="Freeform 243">
              <a:extLst>
                <a:ext uri="{FF2B5EF4-FFF2-40B4-BE49-F238E27FC236}">
                  <a16:creationId xmlns:a16="http://schemas.microsoft.com/office/drawing/2014/main" id="{79EE9DE1-7799-84A4-E027-3596145E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588" y="6577013"/>
              <a:ext cx="41275" cy="41275"/>
            </a:xfrm>
            <a:custGeom>
              <a:avLst/>
              <a:gdLst>
                <a:gd name="T0" fmla="*/ 1 w 11"/>
                <a:gd name="T1" fmla="*/ 2 h 11"/>
                <a:gd name="T2" fmla="*/ 1 w 11"/>
                <a:gd name="T3" fmla="*/ 4 h 11"/>
                <a:gd name="T4" fmla="*/ 7 w 11"/>
                <a:gd name="T5" fmla="*/ 10 h 11"/>
                <a:gd name="T6" fmla="*/ 9 w 11"/>
                <a:gd name="T7" fmla="*/ 10 h 11"/>
                <a:gd name="T8" fmla="*/ 11 w 11"/>
                <a:gd name="T9" fmla="*/ 9 h 11"/>
                <a:gd name="T10" fmla="*/ 2 w 11"/>
                <a:gd name="T11" fmla="*/ 0 h 11"/>
                <a:gd name="T12" fmla="*/ 1 w 11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1" y="2"/>
                  </a:moveTo>
                  <a:cubicBezTo>
                    <a:pt x="0" y="2"/>
                    <a:pt x="0" y="4"/>
                    <a:pt x="1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9" y="11"/>
                    <a:pt x="9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3" name="Freeform 244">
              <a:extLst>
                <a:ext uri="{FF2B5EF4-FFF2-40B4-BE49-F238E27FC236}">
                  <a16:creationId xmlns:a16="http://schemas.microsoft.com/office/drawing/2014/main" id="{AEF9DA6B-12EB-C148-AD23-F9B838683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438" y="6599238"/>
              <a:ext cx="76200" cy="74613"/>
            </a:xfrm>
            <a:custGeom>
              <a:avLst/>
              <a:gdLst>
                <a:gd name="T0" fmla="*/ 0 w 20"/>
                <a:gd name="T1" fmla="*/ 20 h 20"/>
                <a:gd name="T2" fmla="*/ 16 w 20"/>
                <a:gd name="T3" fmla="*/ 4 h 20"/>
                <a:gd name="T4" fmla="*/ 0 w 20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cubicBezTo>
                    <a:pt x="8" y="16"/>
                    <a:pt x="20" y="8"/>
                    <a:pt x="16" y="4"/>
                  </a:cubicBezTo>
                  <a:cubicBezTo>
                    <a:pt x="12" y="0"/>
                    <a:pt x="4" y="12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64" name="Freeform 269">
            <a:extLst>
              <a:ext uri="{FF2B5EF4-FFF2-40B4-BE49-F238E27FC236}">
                <a16:creationId xmlns:a16="http://schemas.microsoft.com/office/drawing/2014/main" id="{05351B2C-0B2A-1043-C443-7977C6DC8AD3}"/>
              </a:ext>
            </a:extLst>
          </p:cNvPr>
          <p:cNvSpPr>
            <a:spLocks/>
          </p:cNvSpPr>
          <p:nvPr/>
        </p:nvSpPr>
        <p:spPr bwMode="auto">
          <a:xfrm>
            <a:off x="9576385" y="1628063"/>
            <a:ext cx="313413" cy="333279"/>
          </a:xfrm>
          <a:custGeom>
            <a:avLst/>
            <a:gdLst>
              <a:gd name="T0" fmla="*/ 59 w 60"/>
              <a:gd name="T1" fmla="*/ 40 h 64"/>
              <a:gd name="T2" fmla="*/ 36 w 60"/>
              <a:gd name="T3" fmla="*/ 23 h 64"/>
              <a:gd name="T4" fmla="*/ 36 w 60"/>
              <a:gd name="T5" fmla="*/ 12 h 64"/>
              <a:gd name="T6" fmla="*/ 30 w 60"/>
              <a:gd name="T7" fmla="*/ 0 h 64"/>
              <a:gd name="T8" fmla="*/ 24 w 60"/>
              <a:gd name="T9" fmla="*/ 12 h 64"/>
              <a:gd name="T10" fmla="*/ 24 w 60"/>
              <a:gd name="T11" fmla="*/ 23 h 64"/>
              <a:gd name="T12" fmla="*/ 1 w 60"/>
              <a:gd name="T13" fmla="*/ 40 h 64"/>
              <a:gd name="T14" fmla="*/ 0 w 60"/>
              <a:gd name="T15" fmla="*/ 42 h 64"/>
              <a:gd name="T16" fmla="*/ 0 w 60"/>
              <a:gd name="T17" fmla="*/ 42 h 64"/>
              <a:gd name="T18" fmla="*/ 1 w 60"/>
              <a:gd name="T19" fmla="*/ 44 h 64"/>
              <a:gd name="T20" fmla="*/ 2 w 60"/>
              <a:gd name="T21" fmla="*/ 44 h 64"/>
              <a:gd name="T22" fmla="*/ 24 w 60"/>
              <a:gd name="T23" fmla="*/ 38 h 64"/>
              <a:gd name="T24" fmla="*/ 24 w 60"/>
              <a:gd name="T25" fmla="*/ 42 h 64"/>
              <a:gd name="T26" fmla="*/ 24 w 60"/>
              <a:gd name="T27" fmla="*/ 55 h 64"/>
              <a:gd name="T28" fmla="*/ 17 w 60"/>
              <a:gd name="T29" fmla="*/ 60 h 64"/>
              <a:gd name="T30" fmla="*/ 16 w 60"/>
              <a:gd name="T31" fmla="*/ 62 h 64"/>
              <a:gd name="T32" fmla="*/ 16 w 60"/>
              <a:gd name="T33" fmla="*/ 62 h 64"/>
              <a:gd name="T34" fmla="*/ 17 w 60"/>
              <a:gd name="T35" fmla="*/ 64 h 64"/>
              <a:gd name="T36" fmla="*/ 19 w 60"/>
              <a:gd name="T37" fmla="*/ 64 h 64"/>
              <a:gd name="T38" fmla="*/ 30 w 60"/>
              <a:gd name="T39" fmla="*/ 60 h 64"/>
              <a:gd name="T40" fmla="*/ 41 w 60"/>
              <a:gd name="T41" fmla="*/ 64 h 64"/>
              <a:gd name="T42" fmla="*/ 43 w 60"/>
              <a:gd name="T43" fmla="*/ 64 h 64"/>
              <a:gd name="T44" fmla="*/ 44 w 60"/>
              <a:gd name="T45" fmla="*/ 62 h 64"/>
              <a:gd name="T46" fmla="*/ 44 w 60"/>
              <a:gd name="T47" fmla="*/ 62 h 64"/>
              <a:gd name="T48" fmla="*/ 43 w 60"/>
              <a:gd name="T49" fmla="*/ 60 h 64"/>
              <a:gd name="T50" fmla="*/ 36 w 60"/>
              <a:gd name="T51" fmla="*/ 55 h 64"/>
              <a:gd name="T52" fmla="*/ 36 w 60"/>
              <a:gd name="T53" fmla="*/ 42 h 64"/>
              <a:gd name="T54" fmla="*/ 36 w 60"/>
              <a:gd name="T55" fmla="*/ 38 h 64"/>
              <a:gd name="T56" fmla="*/ 58 w 60"/>
              <a:gd name="T57" fmla="*/ 44 h 64"/>
              <a:gd name="T58" fmla="*/ 59 w 60"/>
              <a:gd name="T59" fmla="*/ 44 h 64"/>
              <a:gd name="T60" fmla="*/ 60 w 60"/>
              <a:gd name="T61" fmla="*/ 42 h 64"/>
              <a:gd name="T62" fmla="*/ 60 w 60"/>
              <a:gd name="T63" fmla="*/ 42 h 64"/>
              <a:gd name="T64" fmla="*/ 59 w 60"/>
              <a:gd name="T65" fmla="*/ 4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" h="64">
                <a:moveTo>
                  <a:pt x="59" y="40"/>
                </a:moveTo>
                <a:cubicBezTo>
                  <a:pt x="36" y="23"/>
                  <a:pt x="36" y="23"/>
                  <a:pt x="36" y="23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9"/>
                  <a:pt x="33" y="0"/>
                  <a:pt x="30" y="0"/>
                </a:cubicBezTo>
                <a:cubicBezTo>
                  <a:pt x="27" y="0"/>
                  <a:pt x="24" y="9"/>
                  <a:pt x="24" y="12"/>
                </a:cubicBezTo>
                <a:cubicBezTo>
                  <a:pt x="24" y="23"/>
                  <a:pt x="24" y="23"/>
                  <a:pt x="24" y="23"/>
                </a:cubicBezTo>
                <a:cubicBezTo>
                  <a:pt x="1" y="40"/>
                  <a:pt x="1" y="40"/>
                  <a:pt x="1" y="40"/>
                </a:cubicBezTo>
                <a:cubicBezTo>
                  <a:pt x="0" y="40"/>
                  <a:pt x="0" y="41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3"/>
                  <a:pt x="0" y="43"/>
                  <a:pt x="1" y="44"/>
                </a:cubicBezTo>
                <a:cubicBezTo>
                  <a:pt x="1" y="44"/>
                  <a:pt x="2" y="44"/>
                  <a:pt x="2" y="44"/>
                </a:cubicBezTo>
                <a:cubicBezTo>
                  <a:pt x="24" y="38"/>
                  <a:pt x="24" y="38"/>
                  <a:pt x="24" y="38"/>
                </a:cubicBezTo>
                <a:cubicBezTo>
                  <a:pt x="24" y="42"/>
                  <a:pt x="24" y="42"/>
                  <a:pt x="24" y="42"/>
                </a:cubicBezTo>
                <a:cubicBezTo>
                  <a:pt x="24" y="55"/>
                  <a:pt x="24" y="55"/>
                  <a:pt x="24" y="55"/>
                </a:cubicBezTo>
                <a:cubicBezTo>
                  <a:pt x="17" y="60"/>
                  <a:pt x="17" y="60"/>
                  <a:pt x="17" y="60"/>
                </a:cubicBezTo>
                <a:cubicBezTo>
                  <a:pt x="16" y="60"/>
                  <a:pt x="16" y="61"/>
                  <a:pt x="16" y="62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63"/>
                  <a:pt x="16" y="63"/>
                  <a:pt x="17" y="64"/>
                </a:cubicBezTo>
                <a:cubicBezTo>
                  <a:pt x="17" y="64"/>
                  <a:pt x="18" y="64"/>
                  <a:pt x="19" y="64"/>
                </a:cubicBezTo>
                <a:cubicBezTo>
                  <a:pt x="30" y="60"/>
                  <a:pt x="30" y="60"/>
                  <a:pt x="30" y="60"/>
                </a:cubicBezTo>
                <a:cubicBezTo>
                  <a:pt x="41" y="64"/>
                  <a:pt x="41" y="64"/>
                  <a:pt x="41" y="64"/>
                </a:cubicBezTo>
                <a:cubicBezTo>
                  <a:pt x="42" y="64"/>
                  <a:pt x="43" y="64"/>
                  <a:pt x="43" y="64"/>
                </a:cubicBezTo>
                <a:cubicBezTo>
                  <a:pt x="44" y="63"/>
                  <a:pt x="44" y="63"/>
                  <a:pt x="44" y="62"/>
                </a:cubicBezTo>
                <a:cubicBezTo>
                  <a:pt x="44" y="62"/>
                  <a:pt x="44" y="62"/>
                  <a:pt x="44" y="62"/>
                </a:cubicBezTo>
                <a:cubicBezTo>
                  <a:pt x="44" y="61"/>
                  <a:pt x="44" y="60"/>
                  <a:pt x="43" y="60"/>
                </a:cubicBezTo>
                <a:cubicBezTo>
                  <a:pt x="36" y="55"/>
                  <a:pt x="36" y="55"/>
                  <a:pt x="36" y="55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38"/>
                  <a:pt x="36" y="38"/>
                  <a:pt x="36" y="38"/>
                </a:cubicBezTo>
                <a:cubicBezTo>
                  <a:pt x="58" y="44"/>
                  <a:pt x="58" y="44"/>
                  <a:pt x="58" y="44"/>
                </a:cubicBezTo>
                <a:cubicBezTo>
                  <a:pt x="58" y="44"/>
                  <a:pt x="59" y="44"/>
                  <a:pt x="59" y="44"/>
                </a:cubicBezTo>
                <a:cubicBezTo>
                  <a:pt x="60" y="43"/>
                  <a:pt x="60" y="43"/>
                  <a:pt x="60" y="42"/>
                </a:cubicBezTo>
                <a:cubicBezTo>
                  <a:pt x="60" y="42"/>
                  <a:pt x="60" y="42"/>
                  <a:pt x="60" y="42"/>
                </a:cubicBezTo>
                <a:cubicBezTo>
                  <a:pt x="60" y="41"/>
                  <a:pt x="60" y="40"/>
                  <a:pt x="59" y="4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65" name="Group 163">
            <a:extLst>
              <a:ext uri="{FF2B5EF4-FFF2-40B4-BE49-F238E27FC236}">
                <a16:creationId xmlns:a16="http://schemas.microsoft.com/office/drawing/2014/main" id="{4B5D7FF1-90C1-5790-A573-57F141FBD45C}"/>
              </a:ext>
            </a:extLst>
          </p:cNvPr>
          <p:cNvGrpSpPr/>
          <p:nvPr/>
        </p:nvGrpSpPr>
        <p:grpSpPr>
          <a:xfrm>
            <a:off x="2268199" y="2883548"/>
            <a:ext cx="336872" cy="339104"/>
            <a:chOff x="5978526" y="4991101"/>
            <a:chExt cx="239712" cy="2413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66" name="Freeform 227">
              <a:extLst>
                <a:ext uri="{FF2B5EF4-FFF2-40B4-BE49-F238E27FC236}">
                  <a16:creationId xmlns:a16="http://schemas.microsoft.com/office/drawing/2014/main" id="{511AA1FC-AFFE-8C82-B049-A3C74FC95E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8526" y="5067301"/>
              <a:ext cx="165100" cy="165100"/>
            </a:xfrm>
            <a:custGeom>
              <a:avLst/>
              <a:gdLst>
                <a:gd name="T0" fmla="*/ 42 w 44"/>
                <a:gd name="T1" fmla="*/ 18 h 44"/>
                <a:gd name="T2" fmla="*/ 35 w 44"/>
                <a:gd name="T3" fmla="*/ 18 h 44"/>
                <a:gd name="T4" fmla="*/ 34 w 44"/>
                <a:gd name="T5" fmla="*/ 14 h 44"/>
                <a:gd name="T6" fmla="*/ 38 w 44"/>
                <a:gd name="T7" fmla="*/ 10 h 44"/>
                <a:gd name="T8" fmla="*/ 38 w 44"/>
                <a:gd name="T9" fmla="*/ 7 h 44"/>
                <a:gd name="T10" fmla="*/ 36 w 44"/>
                <a:gd name="T11" fmla="*/ 5 h 44"/>
                <a:gd name="T12" fmla="*/ 33 w 44"/>
                <a:gd name="T13" fmla="*/ 5 h 44"/>
                <a:gd name="T14" fmla="*/ 29 w 44"/>
                <a:gd name="T15" fmla="*/ 9 h 44"/>
                <a:gd name="T16" fmla="*/ 25 w 44"/>
                <a:gd name="T17" fmla="*/ 8 h 44"/>
                <a:gd name="T18" fmla="*/ 25 w 44"/>
                <a:gd name="T19" fmla="*/ 2 h 44"/>
                <a:gd name="T20" fmla="*/ 23 w 44"/>
                <a:gd name="T21" fmla="*/ 0 h 44"/>
                <a:gd name="T22" fmla="*/ 20 w 44"/>
                <a:gd name="T23" fmla="*/ 0 h 44"/>
                <a:gd name="T24" fmla="*/ 18 w 44"/>
                <a:gd name="T25" fmla="*/ 2 h 44"/>
                <a:gd name="T26" fmla="*/ 18 w 44"/>
                <a:gd name="T27" fmla="*/ 8 h 44"/>
                <a:gd name="T28" fmla="*/ 14 w 44"/>
                <a:gd name="T29" fmla="*/ 9 h 44"/>
                <a:gd name="T30" fmla="*/ 10 w 44"/>
                <a:gd name="T31" fmla="*/ 6 h 44"/>
                <a:gd name="T32" fmla="*/ 7 w 44"/>
                <a:gd name="T33" fmla="*/ 6 h 44"/>
                <a:gd name="T34" fmla="*/ 5 w 44"/>
                <a:gd name="T35" fmla="*/ 8 h 44"/>
                <a:gd name="T36" fmla="*/ 5 w 44"/>
                <a:gd name="T37" fmla="*/ 11 h 44"/>
                <a:gd name="T38" fmla="*/ 9 w 44"/>
                <a:gd name="T39" fmla="*/ 15 h 44"/>
                <a:gd name="T40" fmla="*/ 7 w 44"/>
                <a:gd name="T41" fmla="*/ 19 h 44"/>
                <a:gd name="T42" fmla="*/ 2 w 44"/>
                <a:gd name="T43" fmla="*/ 19 h 44"/>
                <a:gd name="T44" fmla="*/ 0 w 44"/>
                <a:gd name="T45" fmla="*/ 21 h 44"/>
                <a:gd name="T46" fmla="*/ 0 w 44"/>
                <a:gd name="T47" fmla="*/ 24 h 44"/>
                <a:gd name="T48" fmla="*/ 2 w 44"/>
                <a:gd name="T49" fmla="*/ 26 h 44"/>
                <a:gd name="T50" fmla="*/ 7 w 44"/>
                <a:gd name="T51" fmla="*/ 26 h 44"/>
                <a:gd name="T52" fmla="*/ 9 w 44"/>
                <a:gd name="T53" fmla="*/ 30 h 44"/>
                <a:gd name="T54" fmla="*/ 6 w 44"/>
                <a:gd name="T55" fmla="*/ 34 h 44"/>
                <a:gd name="T56" fmla="*/ 6 w 44"/>
                <a:gd name="T57" fmla="*/ 37 h 44"/>
                <a:gd name="T58" fmla="*/ 8 w 44"/>
                <a:gd name="T59" fmla="*/ 39 h 44"/>
                <a:gd name="T60" fmla="*/ 11 w 44"/>
                <a:gd name="T61" fmla="*/ 39 h 44"/>
                <a:gd name="T62" fmla="*/ 15 w 44"/>
                <a:gd name="T63" fmla="*/ 35 h 44"/>
                <a:gd name="T64" fmla="*/ 19 w 44"/>
                <a:gd name="T65" fmla="*/ 36 h 44"/>
                <a:gd name="T66" fmla="*/ 19 w 44"/>
                <a:gd name="T67" fmla="*/ 42 h 44"/>
                <a:gd name="T68" fmla="*/ 21 w 44"/>
                <a:gd name="T69" fmla="*/ 44 h 44"/>
                <a:gd name="T70" fmla="*/ 24 w 44"/>
                <a:gd name="T71" fmla="*/ 44 h 44"/>
                <a:gd name="T72" fmla="*/ 26 w 44"/>
                <a:gd name="T73" fmla="*/ 42 h 44"/>
                <a:gd name="T74" fmla="*/ 26 w 44"/>
                <a:gd name="T75" fmla="*/ 36 h 44"/>
                <a:gd name="T76" fmla="*/ 30 w 44"/>
                <a:gd name="T77" fmla="*/ 34 h 44"/>
                <a:gd name="T78" fmla="*/ 34 w 44"/>
                <a:gd name="T79" fmla="*/ 38 h 44"/>
                <a:gd name="T80" fmla="*/ 37 w 44"/>
                <a:gd name="T81" fmla="*/ 38 h 44"/>
                <a:gd name="T82" fmla="*/ 39 w 44"/>
                <a:gd name="T83" fmla="*/ 36 h 44"/>
                <a:gd name="T84" fmla="*/ 39 w 44"/>
                <a:gd name="T85" fmla="*/ 33 h 44"/>
                <a:gd name="T86" fmla="*/ 35 w 44"/>
                <a:gd name="T87" fmla="*/ 28 h 44"/>
                <a:gd name="T88" fmla="*/ 36 w 44"/>
                <a:gd name="T89" fmla="*/ 25 h 44"/>
                <a:gd name="T90" fmla="*/ 42 w 44"/>
                <a:gd name="T91" fmla="*/ 25 h 44"/>
                <a:gd name="T92" fmla="*/ 44 w 44"/>
                <a:gd name="T93" fmla="*/ 23 h 44"/>
                <a:gd name="T94" fmla="*/ 44 w 44"/>
                <a:gd name="T95" fmla="*/ 20 h 44"/>
                <a:gd name="T96" fmla="*/ 42 w 44"/>
                <a:gd name="T97" fmla="*/ 18 h 44"/>
                <a:gd name="T98" fmla="*/ 21 w 44"/>
                <a:gd name="T99" fmla="*/ 28 h 44"/>
                <a:gd name="T100" fmla="*/ 15 w 44"/>
                <a:gd name="T101" fmla="*/ 22 h 44"/>
                <a:gd name="T102" fmla="*/ 21 w 44"/>
                <a:gd name="T103" fmla="*/ 16 h 44"/>
                <a:gd name="T104" fmla="*/ 28 w 44"/>
                <a:gd name="T105" fmla="*/ 22 h 44"/>
                <a:gd name="T106" fmla="*/ 21 w 44"/>
                <a:gd name="T107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" h="44">
                  <a:moveTo>
                    <a:pt x="42" y="18"/>
                  </a:move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5"/>
                    <a:pt x="34" y="14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9"/>
                    <a:pt x="39" y="8"/>
                    <a:pt x="38" y="7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5" y="4"/>
                    <a:pt x="34" y="4"/>
                    <a:pt x="33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6" y="8"/>
                    <a:pt x="25" y="8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1"/>
                    <a:pt x="18" y="2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6" y="8"/>
                    <a:pt x="15" y="9"/>
                    <a:pt x="14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10"/>
                    <a:pt x="5" y="11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0" y="20"/>
                    <a:pt x="0" y="2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8" y="28"/>
                    <a:pt x="8" y="29"/>
                    <a:pt x="9" y="3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5"/>
                    <a:pt x="5" y="36"/>
                    <a:pt x="6" y="3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9" y="40"/>
                    <a:pt x="10" y="40"/>
                    <a:pt x="11" y="39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6" y="36"/>
                    <a:pt x="18" y="36"/>
                    <a:pt x="19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3"/>
                    <a:pt x="20" y="44"/>
                    <a:pt x="21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4"/>
                    <a:pt x="26" y="43"/>
                    <a:pt x="26" y="42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8" y="35"/>
                    <a:pt x="29" y="35"/>
                    <a:pt x="30" y="34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5" y="39"/>
                    <a:pt x="36" y="39"/>
                    <a:pt x="37" y="3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5"/>
                    <a:pt x="40" y="34"/>
                    <a:pt x="39" y="33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7"/>
                    <a:pt x="35" y="26"/>
                    <a:pt x="36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3" y="25"/>
                    <a:pt x="44" y="24"/>
                    <a:pt x="44" y="23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19"/>
                    <a:pt x="43" y="18"/>
                    <a:pt x="42" y="18"/>
                  </a:cubicBezTo>
                  <a:close/>
                  <a:moveTo>
                    <a:pt x="21" y="28"/>
                  </a:moveTo>
                  <a:cubicBezTo>
                    <a:pt x="18" y="28"/>
                    <a:pt x="15" y="25"/>
                    <a:pt x="15" y="22"/>
                  </a:cubicBezTo>
                  <a:cubicBezTo>
                    <a:pt x="15" y="19"/>
                    <a:pt x="18" y="16"/>
                    <a:pt x="21" y="16"/>
                  </a:cubicBezTo>
                  <a:cubicBezTo>
                    <a:pt x="25" y="16"/>
                    <a:pt x="28" y="19"/>
                    <a:pt x="28" y="22"/>
                  </a:cubicBezTo>
                  <a:cubicBezTo>
                    <a:pt x="28" y="25"/>
                    <a:pt x="25" y="28"/>
                    <a:pt x="21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67" name="Freeform 228">
              <a:extLst>
                <a:ext uri="{FF2B5EF4-FFF2-40B4-BE49-F238E27FC236}">
                  <a16:creationId xmlns:a16="http://schemas.microsoft.com/office/drawing/2014/main" id="{AD7E12C6-95C6-5652-3B30-8498515224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3463" y="4991101"/>
              <a:ext cx="104775" cy="104775"/>
            </a:xfrm>
            <a:custGeom>
              <a:avLst/>
              <a:gdLst>
                <a:gd name="T0" fmla="*/ 26 w 28"/>
                <a:gd name="T1" fmla="*/ 11 h 28"/>
                <a:gd name="T2" fmla="*/ 23 w 28"/>
                <a:gd name="T3" fmla="*/ 11 h 28"/>
                <a:gd name="T4" fmla="*/ 22 w 28"/>
                <a:gd name="T5" fmla="*/ 9 h 28"/>
                <a:gd name="T6" fmla="*/ 24 w 28"/>
                <a:gd name="T7" fmla="*/ 7 h 28"/>
                <a:gd name="T8" fmla="*/ 24 w 28"/>
                <a:gd name="T9" fmla="*/ 4 h 28"/>
                <a:gd name="T10" fmla="*/ 23 w 28"/>
                <a:gd name="T11" fmla="*/ 3 h 28"/>
                <a:gd name="T12" fmla="*/ 21 w 28"/>
                <a:gd name="T13" fmla="*/ 3 h 28"/>
                <a:gd name="T14" fmla="*/ 18 w 28"/>
                <a:gd name="T15" fmla="*/ 6 h 28"/>
                <a:gd name="T16" fmla="*/ 16 w 28"/>
                <a:gd name="T17" fmla="*/ 5 h 28"/>
                <a:gd name="T18" fmla="*/ 16 w 28"/>
                <a:gd name="T19" fmla="*/ 2 h 28"/>
                <a:gd name="T20" fmla="*/ 14 w 28"/>
                <a:gd name="T21" fmla="*/ 0 h 28"/>
                <a:gd name="T22" fmla="*/ 13 w 28"/>
                <a:gd name="T23" fmla="*/ 0 h 28"/>
                <a:gd name="T24" fmla="*/ 11 w 28"/>
                <a:gd name="T25" fmla="*/ 2 h 28"/>
                <a:gd name="T26" fmla="*/ 11 w 28"/>
                <a:gd name="T27" fmla="*/ 5 h 28"/>
                <a:gd name="T28" fmla="*/ 9 w 28"/>
                <a:gd name="T29" fmla="*/ 6 h 28"/>
                <a:gd name="T30" fmla="*/ 7 w 28"/>
                <a:gd name="T31" fmla="*/ 4 h 28"/>
                <a:gd name="T32" fmla="*/ 4 w 28"/>
                <a:gd name="T33" fmla="*/ 4 h 28"/>
                <a:gd name="T34" fmla="*/ 3 w 28"/>
                <a:gd name="T35" fmla="*/ 5 h 28"/>
                <a:gd name="T36" fmla="*/ 3 w 28"/>
                <a:gd name="T37" fmla="*/ 7 h 28"/>
                <a:gd name="T38" fmla="*/ 6 w 28"/>
                <a:gd name="T39" fmla="*/ 9 h 28"/>
                <a:gd name="T40" fmla="*/ 4 w 28"/>
                <a:gd name="T41" fmla="*/ 12 h 28"/>
                <a:gd name="T42" fmla="*/ 2 w 28"/>
                <a:gd name="T43" fmla="*/ 12 h 28"/>
                <a:gd name="T44" fmla="*/ 0 w 28"/>
                <a:gd name="T45" fmla="*/ 14 h 28"/>
                <a:gd name="T46" fmla="*/ 0 w 28"/>
                <a:gd name="T47" fmla="*/ 15 h 28"/>
                <a:gd name="T48" fmla="*/ 2 w 28"/>
                <a:gd name="T49" fmla="*/ 17 h 28"/>
                <a:gd name="T50" fmla="*/ 5 w 28"/>
                <a:gd name="T51" fmla="*/ 17 h 28"/>
                <a:gd name="T52" fmla="*/ 6 w 28"/>
                <a:gd name="T53" fmla="*/ 19 h 28"/>
                <a:gd name="T54" fmla="*/ 4 w 28"/>
                <a:gd name="T55" fmla="*/ 21 h 28"/>
                <a:gd name="T56" fmla="*/ 4 w 28"/>
                <a:gd name="T57" fmla="*/ 24 h 28"/>
                <a:gd name="T58" fmla="*/ 5 w 28"/>
                <a:gd name="T59" fmla="*/ 25 h 28"/>
                <a:gd name="T60" fmla="*/ 7 w 28"/>
                <a:gd name="T61" fmla="*/ 25 h 28"/>
                <a:gd name="T62" fmla="*/ 9 w 28"/>
                <a:gd name="T63" fmla="*/ 22 h 28"/>
                <a:gd name="T64" fmla="*/ 12 w 28"/>
                <a:gd name="T65" fmla="*/ 23 h 28"/>
                <a:gd name="T66" fmla="*/ 12 w 28"/>
                <a:gd name="T67" fmla="*/ 26 h 28"/>
                <a:gd name="T68" fmla="*/ 14 w 28"/>
                <a:gd name="T69" fmla="*/ 28 h 28"/>
                <a:gd name="T70" fmla="*/ 15 w 28"/>
                <a:gd name="T71" fmla="*/ 28 h 28"/>
                <a:gd name="T72" fmla="*/ 17 w 28"/>
                <a:gd name="T73" fmla="*/ 26 h 28"/>
                <a:gd name="T74" fmla="*/ 17 w 28"/>
                <a:gd name="T75" fmla="*/ 23 h 28"/>
                <a:gd name="T76" fmla="*/ 19 w 28"/>
                <a:gd name="T77" fmla="*/ 22 h 28"/>
                <a:gd name="T78" fmla="*/ 21 w 28"/>
                <a:gd name="T79" fmla="*/ 24 h 28"/>
                <a:gd name="T80" fmla="*/ 24 w 28"/>
                <a:gd name="T81" fmla="*/ 24 h 28"/>
                <a:gd name="T82" fmla="*/ 25 w 28"/>
                <a:gd name="T83" fmla="*/ 23 h 28"/>
                <a:gd name="T84" fmla="*/ 25 w 28"/>
                <a:gd name="T85" fmla="*/ 21 h 28"/>
                <a:gd name="T86" fmla="*/ 22 w 28"/>
                <a:gd name="T87" fmla="*/ 18 h 28"/>
                <a:gd name="T88" fmla="*/ 23 w 28"/>
                <a:gd name="T89" fmla="*/ 16 h 28"/>
                <a:gd name="T90" fmla="*/ 26 w 28"/>
                <a:gd name="T91" fmla="*/ 16 h 28"/>
                <a:gd name="T92" fmla="*/ 28 w 28"/>
                <a:gd name="T93" fmla="*/ 14 h 28"/>
                <a:gd name="T94" fmla="*/ 28 w 28"/>
                <a:gd name="T95" fmla="*/ 13 h 28"/>
                <a:gd name="T96" fmla="*/ 26 w 28"/>
                <a:gd name="T97" fmla="*/ 11 h 28"/>
                <a:gd name="T98" fmla="*/ 14 w 28"/>
                <a:gd name="T99" fmla="*/ 18 h 28"/>
                <a:gd name="T100" fmla="*/ 10 w 28"/>
                <a:gd name="T101" fmla="*/ 14 h 28"/>
                <a:gd name="T102" fmla="*/ 14 w 28"/>
                <a:gd name="T103" fmla="*/ 10 h 28"/>
                <a:gd name="T104" fmla="*/ 18 w 28"/>
                <a:gd name="T105" fmla="*/ 14 h 28"/>
                <a:gd name="T106" fmla="*/ 14 w 28"/>
                <a:gd name="T107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" h="28">
                  <a:moveTo>
                    <a:pt x="26" y="11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2" y="10"/>
                    <a:pt x="22" y="9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6"/>
                    <a:pt x="25" y="5"/>
                    <a:pt x="24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1" y="3"/>
                    <a:pt x="21" y="3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5"/>
                    <a:pt x="17" y="5"/>
                    <a:pt x="16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0" y="6"/>
                    <a:pt x="9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1"/>
                    <a:pt x="4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9"/>
                    <a:pt x="6" y="19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2"/>
                    <a:pt x="3" y="23"/>
                    <a:pt x="4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25"/>
                    <a:pt x="7" y="25"/>
                    <a:pt x="7" y="25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3"/>
                    <a:pt x="11" y="23"/>
                    <a:pt x="12" y="23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3" y="28"/>
                    <a:pt x="14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7" y="27"/>
                    <a:pt x="17" y="26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5"/>
                    <a:pt x="23" y="25"/>
                    <a:pt x="24" y="24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2"/>
                    <a:pt x="25" y="21"/>
                    <a:pt x="25" y="2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7"/>
                    <a:pt x="23" y="17"/>
                    <a:pt x="23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7" y="16"/>
                    <a:pt x="28" y="15"/>
                    <a:pt x="28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7" y="11"/>
                    <a:pt x="26" y="11"/>
                  </a:cubicBezTo>
                  <a:close/>
                  <a:moveTo>
                    <a:pt x="14" y="18"/>
                  </a:moveTo>
                  <a:cubicBezTo>
                    <a:pt x="11" y="18"/>
                    <a:pt x="10" y="16"/>
                    <a:pt x="10" y="14"/>
                  </a:cubicBezTo>
                  <a:cubicBezTo>
                    <a:pt x="10" y="12"/>
                    <a:pt x="11" y="10"/>
                    <a:pt x="14" y="10"/>
                  </a:cubicBezTo>
                  <a:cubicBezTo>
                    <a:pt x="16" y="10"/>
                    <a:pt x="18" y="12"/>
                    <a:pt x="18" y="14"/>
                  </a:cubicBezTo>
                  <a:cubicBezTo>
                    <a:pt x="18" y="16"/>
                    <a:pt x="16" y="18"/>
                    <a:pt x="1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68" name="Group 166">
            <a:extLst>
              <a:ext uri="{FF2B5EF4-FFF2-40B4-BE49-F238E27FC236}">
                <a16:creationId xmlns:a16="http://schemas.microsoft.com/office/drawing/2014/main" id="{EB3452A5-6F90-6B76-A90A-359B42B2C440}"/>
              </a:ext>
            </a:extLst>
          </p:cNvPr>
          <p:cNvGrpSpPr/>
          <p:nvPr/>
        </p:nvGrpSpPr>
        <p:grpSpPr>
          <a:xfrm>
            <a:off x="10468956" y="2895404"/>
            <a:ext cx="243173" cy="339104"/>
            <a:chOff x="6457951" y="4991101"/>
            <a:chExt cx="173038" cy="2413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69" name="Freeform 232">
              <a:extLst>
                <a:ext uri="{FF2B5EF4-FFF2-40B4-BE49-F238E27FC236}">
                  <a16:creationId xmlns:a16="http://schemas.microsoft.com/office/drawing/2014/main" id="{CB73AE20-381B-7108-AFAE-8888FF82C0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57951" y="4991101"/>
              <a:ext cx="173038" cy="241300"/>
            </a:xfrm>
            <a:custGeom>
              <a:avLst/>
              <a:gdLst>
                <a:gd name="T0" fmla="*/ 43 w 46"/>
                <a:gd name="T1" fmla="*/ 6 h 64"/>
                <a:gd name="T2" fmla="*/ 46 w 46"/>
                <a:gd name="T3" fmla="*/ 6 h 64"/>
                <a:gd name="T4" fmla="*/ 46 w 46"/>
                <a:gd name="T5" fmla="*/ 0 h 64"/>
                <a:gd name="T6" fmla="*/ 0 w 46"/>
                <a:gd name="T7" fmla="*/ 0 h 64"/>
                <a:gd name="T8" fmla="*/ 0 w 46"/>
                <a:gd name="T9" fmla="*/ 6 h 64"/>
                <a:gd name="T10" fmla="*/ 4 w 46"/>
                <a:gd name="T11" fmla="*/ 6 h 64"/>
                <a:gd name="T12" fmla="*/ 17 w 46"/>
                <a:gd name="T13" fmla="*/ 29 h 64"/>
                <a:gd name="T14" fmla="*/ 17 w 46"/>
                <a:gd name="T15" fmla="*/ 36 h 64"/>
                <a:gd name="T16" fmla="*/ 4 w 46"/>
                <a:gd name="T17" fmla="*/ 58 h 64"/>
                <a:gd name="T18" fmla="*/ 0 w 46"/>
                <a:gd name="T19" fmla="*/ 58 h 64"/>
                <a:gd name="T20" fmla="*/ 0 w 46"/>
                <a:gd name="T21" fmla="*/ 64 h 64"/>
                <a:gd name="T22" fmla="*/ 46 w 46"/>
                <a:gd name="T23" fmla="*/ 64 h 64"/>
                <a:gd name="T24" fmla="*/ 46 w 46"/>
                <a:gd name="T25" fmla="*/ 58 h 64"/>
                <a:gd name="T26" fmla="*/ 43 w 46"/>
                <a:gd name="T27" fmla="*/ 58 h 64"/>
                <a:gd name="T28" fmla="*/ 30 w 46"/>
                <a:gd name="T29" fmla="*/ 36 h 64"/>
                <a:gd name="T30" fmla="*/ 30 w 46"/>
                <a:gd name="T31" fmla="*/ 29 h 64"/>
                <a:gd name="T32" fmla="*/ 43 w 46"/>
                <a:gd name="T33" fmla="*/ 6 h 64"/>
                <a:gd name="T34" fmla="*/ 28 w 46"/>
                <a:gd name="T35" fmla="*/ 38 h 64"/>
                <a:gd name="T36" fmla="*/ 40 w 46"/>
                <a:gd name="T37" fmla="*/ 58 h 64"/>
                <a:gd name="T38" fmla="*/ 37 w 46"/>
                <a:gd name="T39" fmla="*/ 58 h 64"/>
                <a:gd name="T40" fmla="*/ 31 w 46"/>
                <a:gd name="T41" fmla="*/ 51 h 64"/>
                <a:gd name="T42" fmla="*/ 24 w 46"/>
                <a:gd name="T43" fmla="*/ 43 h 64"/>
                <a:gd name="T44" fmla="*/ 17 w 46"/>
                <a:gd name="T45" fmla="*/ 51 h 64"/>
                <a:gd name="T46" fmla="*/ 11 w 46"/>
                <a:gd name="T47" fmla="*/ 58 h 64"/>
                <a:gd name="T48" fmla="*/ 7 w 46"/>
                <a:gd name="T49" fmla="*/ 58 h 64"/>
                <a:gd name="T50" fmla="*/ 19 w 46"/>
                <a:gd name="T51" fmla="*/ 38 h 64"/>
                <a:gd name="T52" fmla="*/ 20 w 46"/>
                <a:gd name="T53" fmla="*/ 38 h 64"/>
                <a:gd name="T54" fmla="*/ 20 w 46"/>
                <a:gd name="T55" fmla="*/ 26 h 64"/>
                <a:gd name="T56" fmla="*/ 19 w 46"/>
                <a:gd name="T57" fmla="*/ 26 h 64"/>
                <a:gd name="T58" fmla="*/ 7 w 46"/>
                <a:gd name="T59" fmla="*/ 6 h 64"/>
                <a:gd name="T60" fmla="*/ 40 w 46"/>
                <a:gd name="T61" fmla="*/ 6 h 64"/>
                <a:gd name="T62" fmla="*/ 28 w 46"/>
                <a:gd name="T63" fmla="*/ 26 h 64"/>
                <a:gd name="T64" fmla="*/ 27 w 46"/>
                <a:gd name="T65" fmla="*/ 26 h 64"/>
                <a:gd name="T66" fmla="*/ 27 w 46"/>
                <a:gd name="T67" fmla="*/ 38 h 64"/>
                <a:gd name="T68" fmla="*/ 28 w 46"/>
                <a:gd name="T69" fmla="*/ 3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6" h="64">
                  <a:moveTo>
                    <a:pt x="43" y="6"/>
                  </a:moveTo>
                  <a:cubicBezTo>
                    <a:pt x="46" y="6"/>
                    <a:pt x="46" y="6"/>
                    <a:pt x="46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8"/>
                    <a:pt x="9" y="26"/>
                    <a:pt x="17" y="29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9" y="38"/>
                    <a:pt x="5" y="46"/>
                    <a:pt x="4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2" y="46"/>
                    <a:pt x="38" y="38"/>
                    <a:pt x="30" y="36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8" y="26"/>
                    <a:pt x="42" y="18"/>
                    <a:pt x="43" y="6"/>
                  </a:cubicBezTo>
                  <a:close/>
                  <a:moveTo>
                    <a:pt x="28" y="38"/>
                  </a:moveTo>
                  <a:cubicBezTo>
                    <a:pt x="37" y="40"/>
                    <a:pt x="39" y="49"/>
                    <a:pt x="40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8" y="49"/>
                    <a:pt x="10" y="40"/>
                    <a:pt x="19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0" y="24"/>
                    <a:pt x="8" y="15"/>
                    <a:pt x="7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15"/>
                    <a:pt x="37" y="24"/>
                    <a:pt x="28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38"/>
                    <a:pt x="27" y="38"/>
                    <a:pt x="27" y="38"/>
                  </a:cubicBezTo>
                  <a:lnTo>
                    <a:pt x="28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0" name="Freeform 233">
              <a:extLst>
                <a:ext uri="{FF2B5EF4-FFF2-40B4-BE49-F238E27FC236}">
                  <a16:creationId xmlns:a16="http://schemas.microsoft.com/office/drawing/2014/main" id="{0668905D-0472-1454-8DB8-17964A8BE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3038" y="5062538"/>
              <a:ext cx="52388" cy="30163"/>
            </a:xfrm>
            <a:custGeom>
              <a:avLst/>
              <a:gdLst>
                <a:gd name="T0" fmla="*/ 33 w 33"/>
                <a:gd name="T1" fmla="*/ 0 h 19"/>
                <a:gd name="T2" fmla="*/ 0 w 33"/>
                <a:gd name="T3" fmla="*/ 0 h 19"/>
                <a:gd name="T4" fmla="*/ 9 w 33"/>
                <a:gd name="T5" fmla="*/ 10 h 19"/>
                <a:gd name="T6" fmla="*/ 16 w 33"/>
                <a:gd name="T7" fmla="*/ 19 h 19"/>
                <a:gd name="T8" fmla="*/ 23 w 33"/>
                <a:gd name="T9" fmla="*/ 10 h 19"/>
                <a:gd name="T10" fmla="*/ 33 w 33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19">
                  <a:moveTo>
                    <a:pt x="33" y="0"/>
                  </a:moveTo>
                  <a:lnTo>
                    <a:pt x="0" y="0"/>
                  </a:lnTo>
                  <a:lnTo>
                    <a:pt x="9" y="10"/>
                  </a:lnTo>
                  <a:lnTo>
                    <a:pt x="16" y="19"/>
                  </a:lnTo>
                  <a:lnTo>
                    <a:pt x="23" y="10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71" name="Freeform 9">
            <a:extLst>
              <a:ext uri="{FF2B5EF4-FFF2-40B4-BE49-F238E27FC236}">
                <a16:creationId xmlns:a16="http://schemas.microsoft.com/office/drawing/2014/main" id="{EA7939E5-E220-A461-DFB7-AD6B0976F7EF}"/>
              </a:ext>
            </a:extLst>
          </p:cNvPr>
          <p:cNvSpPr>
            <a:spLocks noEditPoints="1"/>
          </p:cNvSpPr>
          <p:nvPr/>
        </p:nvSpPr>
        <p:spPr bwMode="auto">
          <a:xfrm>
            <a:off x="8087726" y="2848214"/>
            <a:ext cx="177189" cy="433483"/>
          </a:xfrm>
          <a:custGeom>
            <a:avLst/>
            <a:gdLst>
              <a:gd name="T0" fmla="*/ 229 w 280"/>
              <a:gd name="T1" fmla="*/ 44 h 685"/>
              <a:gd name="T2" fmla="*/ 206 w 280"/>
              <a:gd name="T3" fmla="*/ 0 h 685"/>
              <a:gd name="T4" fmla="*/ 75 w 280"/>
              <a:gd name="T5" fmla="*/ 0 h 685"/>
              <a:gd name="T6" fmla="*/ 49 w 280"/>
              <a:gd name="T7" fmla="*/ 42 h 685"/>
              <a:gd name="T8" fmla="*/ 79 w 280"/>
              <a:gd name="T9" fmla="*/ 140 h 685"/>
              <a:gd name="T10" fmla="*/ 0 w 280"/>
              <a:gd name="T11" fmla="*/ 534 h 685"/>
              <a:gd name="T12" fmla="*/ 140 w 280"/>
              <a:gd name="T13" fmla="*/ 685 h 685"/>
              <a:gd name="T14" fmla="*/ 280 w 280"/>
              <a:gd name="T15" fmla="*/ 534 h 685"/>
              <a:gd name="T16" fmla="*/ 199 w 280"/>
              <a:gd name="T17" fmla="*/ 139 h 685"/>
              <a:gd name="T18" fmla="*/ 229 w 280"/>
              <a:gd name="T19" fmla="*/ 44 h 685"/>
              <a:gd name="T20" fmla="*/ 95 w 280"/>
              <a:gd name="T21" fmla="*/ 35 h 685"/>
              <a:gd name="T22" fmla="*/ 185 w 280"/>
              <a:gd name="T23" fmla="*/ 35 h 685"/>
              <a:gd name="T24" fmla="*/ 192 w 280"/>
              <a:gd name="T25" fmla="*/ 47 h 685"/>
              <a:gd name="T26" fmla="*/ 168 w 280"/>
              <a:gd name="T27" fmla="*/ 122 h 685"/>
              <a:gd name="T28" fmla="*/ 110 w 280"/>
              <a:gd name="T29" fmla="*/ 122 h 685"/>
              <a:gd name="T30" fmla="*/ 86 w 280"/>
              <a:gd name="T31" fmla="*/ 47 h 685"/>
              <a:gd name="T32" fmla="*/ 95 w 280"/>
              <a:gd name="T33" fmla="*/ 35 h 685"/>
              <a:gd name="T34" fmla="*/ 61 w 280"/>
              <a:gd name="T35" fmla="*/ 406 h 685"/>
              <a:gd name="T36" fmla="*/ 209 w 280"/>
              <a:gd name="T37" fmla="*/ 559 h 685"/>
              <a:gd name="T38" fmla="*/ 181 w 280"/>
              <a:gd name="T39" fmla="*/ 589 h 685"/>
              <a:gd name="T40" fmla="*/ 50 w 280"/>
              <a:gd name="T41" fmla="*/ 459 h 685"/>
              <a:gd name="T42" fmla="*/ 61 w 280"/>
              <a:gd name="T43" fmla="*/ 406 h 685"/>
              <a:gd name="T44" fmla="*/ 65 w 280"/>
              <a:gd name="T45" fmla="*/ 386 h 685"/>
              <a:gd name="T46" fmla="*/ 76 w 280"/>
              <a:gd name="T47" fmla="*/ 331 h 685"/>
              <a:gd name="T48" fmla="*/ 238 w 280"/>
              <a:gd name="T49" fmla="*/ 500 h 685"/>
              <a:gd name="T50" fmla="*/ 242 w 280"/>
              <a:gd name="T51" fmla="*/ 523 h 685"/>
              <a:gd name="T52" fmla="*/ 221 w 280"/>
              <a:gd name="T53" fmla="*/ 546 h 685"/>
              <a:gd name="T54" fmla="*/ 65 w 280"/>
              <a:gd name="T55" fmla="*/ 386 h 685"/>
              <a:gd name="T56" fmla="*/ 80 w 280"/>
              <a:gd name="T57" fmla="*/ 311 h 685"/>
              <a:gd name="T58" fmla="*/ 90 w 280"/>
              <a:gd name="T59" fmla="*/ 262 h 685"/>
              <a:gd name="T60" fmla="*/ 214 w 280"/>
              <a:gd name="T61" fmla="*/ 385 h 685"/>
              <a:gd name="T62" fmla="*/ 231 w 280"/>
              <a:gd name="T63" fmla="*/ 468 h 685"/>
              <a:gd name="T64" fmla="*/ 80 w 280"/>
              <a:gd name="T65" fmla="*/ 311 h 685"/>
              <a:gd name="T66" fmla="*/ 94 w 280"/>
              <a:gd name="T67" fmla="*/ 242 h 685"/>
              <a:gd name="T68" fmla="*/ 105 w 280"/>
              <a:gd name="T69" fmla="*/ 187 h 685"/>
              <a:gd name="T70" fmla="*/ 192 w 280"/>
              <a:gd name="T71" fmla="*/ 278 h 685"/>
              <a:gd name="T72" fmla="*/ 208 w 280"/>
              <a:gd name="T73" fmla="*/ 355 h 685"/>
              <a:gd name="T74" fmla="*/ 94 w 280"/>
              <a:gd name="T75" fmla="*/ 242 h 685"/>
              <a:gd name="T76" fmla="*/ 46 w 280"/>
              <a:gd name="T77" fmla="*/ 479 h 685"/>
              <a:gd name="T78" fmla="*/ 169 w 280"/>
              <a:gd name="T79" fmla="*/ 602 h 685"/>
              <a:gd name="T80" fmla="*/ 140 w 280"/>
              <a:gd name="T81" fmla="*/ 634 h 685"/>
              <a:gd name="T82" fmla="*/ 37 w 280"/>
              <a:gd name="T83" fmla="*/ 523 h 685"/>
              <a:gd name="T84" fmla="*/ 46 w 280"/>
              <a:gd name="T85" fmla="*/ 479 h 685"/>
              <a:gd name="T86" fmla="*/ 168 w 280"/>
              <a:gd name="T87" fmla="*/ 156 h 685"/>
              <a:gd name="T88" fmla="*/ 185 w 280"/>
              <a:gd name="T89" fmla="*/ 246 h 685"/>
              <a:gd name="T90" fmla="*/ 109 w 280"/>
              <a:gd name="T91" fmla="*/ 166 h 685"/>
              <a:gd name="T92" fmla="*/ 111 w 280"/>
              <a:gd name="T93" fmla="*/ 156 h 685"/>
              <a:gd name="T94" fmla="*/ 168 w 280"/>
              <a:gd name="T95" fmla="*/ 156 h 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80" h="685">
                <a:moveTo>
                  <a:pt x="229" y="44"/>
                </a:moveTo>
                <a:lnTo>
                  <a:pt x="206" y="0"/>
                </a:lnTo>
                <a:lnTo>
                  <a:pt x="75" y="0"/>
                </a:lnTo>
                <a:lnTo>
                  <a:pt x="49" y="42"/>
                </a:lnTo>
                <a:lnTo>
                  <a:pt x="79" y="140"/>
                </a:lnTo>
                <a:lnTo>
                  <a:pt x="0" y="534"/>
                </a:lnTo>
                <a:lnTo>
                  <a:pt x="140" y="685"/>
                </a:lnTo>
                <a:lnTo>
                  <a:pt x="280" y="534"/>
                </a:lnTo>
                <a:lnTo>
                  <a:pt x="199" y="139"/>
                </a:lnTo>
                <a:lnTo>
                  <a:pt x="229" y="44"/>
                </a:lnTo>
                <a:close/>
                <a:moveTo>
                  <a:pt x="95" y="35"/>
                </a:moveTo>
                <a:lnTo>
                  <a:pt x="185" y="35"/>
                </a:lnTo>
                <a:lnTo>
                  <a:pt x="192" y="47"/>
                </a:lnTo>
                <a:lnTo>
                  <a:pt x="168" y="122"/>
                </a:lnTo>
                <a:lnTo>
                  <a:pt x="110" y="122"/>
                </a:lnTo>
                <a:lnTo>
                  <a:pt x="86" y="47"/>
                </a:lnTo>
                <a:lnTo>
                  <a:pt x="95" y="35"/>
                </a:lnTo>
                <a:close/>
                <a:moveTo>
                  <a:pt x="61" y="406"/>
                </a:moveTo>
                <a:lnTo>
                  <a:pt x="209" y="559"/>
                </a:lnTo>
                <a:lnTo>
                  <a:pt x="181" y="589"/>
                </a:lnTo>
                <a:lnTo>
                  <a:pt x="50" y="459"/>
                </a:lnTo>
                <a:lnTo>
                  <a:pt x="61" y="406"/>
                </a:lnTo>
                <a:close/>
                <a:moveTo>
                  <a:pt x="65" y="386"/>
                </a:moveTo>
                <a:lnTo>
                  <a:pt x="76" y="331"/>
                </a:lnTo>
                <a:lnTo>
                  <a:pt x="238" y="500"/>
                </a:lnTo>
                <a:lnTo>
                  <a:pt x="242" y="523"/>
                </a:lnTo>
                <a:lnTo>
                  <a:pt x="221" y="546"/>
                </a:lnTo>
                <a:lnTo>
                  <a:pt x="65" y="386"/>
                </a:lnTo>
                <a:close/>
                <a:moveTo>
                  <a:pt x="80" y="311"/>
                </a:moveTo>
                <a:lnTo>
                  <a:pt x="90" y="262"/>
                </a:lnTo>
                <a:lnTo>
                  <a:pt x="214" y="385"/>
                </a:lnTo>
                <a:lnTo>
                  <a:pt x="231" y="468"/>
                </a:lnTo>
                <a:lnTo>
                  <a:pt x="80" y="311"/>
                </a:lnTo>
                <a:close/>
                <a:moveTo>
                  <a:pt x="94" y="242"/>
                </a:moveTo>
                <a:lnTo>
                  <a:pt x="105" y="187"/>
                </a:lnTo>
                <a:lnTo>
                  <a:pt x="192" y="278"/>
                </a:lnTo>
                <a:lnTo>
                  <a:pt x="208" y="355"/>
                </a:lnTo>
                <a:lnTo>
                  <a:pt x="94" y="242"/>
                </a:lnTo>
                <a:close/>
                <a:moveTo>
                  <a:pt x="46" y="479"/>
                </a:moveTo>
                <a:lnTo>
                  <a:pt x="169" y="602"/>
                </a:lnTo>
                <a:lnTo>
                  <a:pt x="140" y="634"/>
                </a:lnTo>
                <a:lnTo>
                  <a:pt x="37" y="523"/>
                </a:lnTo>
                <a:lnTo>
                  <a:pt x="46" y="479"/>
                </a:lnTo>
                <a:close/>
                <a:moveTo>
                  <a:pt x="168" y="156"/>
                </a:moveTo>
                <a:lnTo>
                  <a:pt x="185" y="246"/>
                </a:lnTo>
                <a:lnTo>
                  <a:pt x="109" y="166"/>
                </a:lnTo>
                <a:lnTo>
                  <a:pt x="111" y="156"/>
                </a:lnTo>
                <a:lnTo>
                  <a:pt x="168" y="15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272" name="Freeform 46">
            <a:extLst>
              <a:ext uri="{FF2B5EF4-FFF2-40B4-BE49-F238E27FC236}">
                <a16:creationId xmlns:a16="http://schemas.microsoft.com/office/drawing/2014/main" id="{D00F003B-67EE-95C1-E75A-7D523E73A168}"/>
              </a:ext>
            </a:extLst>
          </p:cNvPr>
          <p:cNvSpPr>
            <a:spLocks/>
          </p:cNvSpPr>
          <p:nvPr/>
        </p:nvSpPr>
        <p:spPr bwMode="auto">
          <a:xfrm>
            <a:off x="1578471" y="2246436"/>
            <a:ext cx="187362" cy="348578"/>
          </a:xfrm>
          <a:custGeom>
            <a:avLst/>
            <a:gdLst>
              <a:gd name="T0" fmla="*/ 85 w 88"/>
              <a:gd name="T1" fmla="*/ 157 h 166"/>
              <a:gd name="T2" fmla="*/ 87 w 88"/>
              <a:gd name="T3" fmla="*/ 156 h 166"/>
              <a:gd name="T4" fmla="*/ 88 w 88"/>
              <a:gd name="T5" fmla="*/ 154 h 166"/>
              <a:gd name="T6" fmla="*/ 88 w 88"/>
              <a:gd name="T7" fmla="*/ 149 h 166"/>
              <a:gd name="T8" fmla="*/ 76 w 88"/>
              <a:gd name="T9" fmla="*/ 137 h 166"/>
              <a:gd name="T10" fmla="*/ 77 w 88"/>
              <a:gd name="T11" fmla="*/ 137 h 166"/>
              <a:gd name="T12" fmla="*/ 78 w 88"/>
              <a:gd name="T13" fmla="*/ 136 h 166"/>
              <a:gd name="T14" fmla="*/ 79 w 88"/>
              <a:gd name="T15" fmla="*/ 135 h 166"/>
              <a:gd name="T16" fmla="*/ 78 w 88"/>
              <a:gd name="T17" fmla="*/ 133 h 166"/>
              <a:gd name="T18" fmla="*/ 77 w 88"/>
              <a:gd name="T19" fmla="*/ 133 h 166"/>
              <a:gd name="T20" fmla="*/ 74 w 88"/>
              <a:gd name="T21" fmla="*/ 133 h 166"/>
              <a:gd name="T22" fmla="*/ 87 w 88"/>
              <a:gd name="T23" fmla="*/ 118 h 166"/>
              <a:gd name="T24" fmla="*/ 87 w 88"/>
              <a:gd name="T25" fmla="*/ 118 h 166"/>
              <a:gd name="T26" fmla="*/ 87 w 88"/>
              <a:gd name="T27" fmla="*/ 118 h 166"/>
              <a:gd name="T28" fmla="*/ 87 w 88"/>
              <a:gd name="T29" fmla="*/ 118 h 166"/>
              <a:gd name="T30" fmla="*/ 79 w 88"/>
              <a:gd name="T31" fmla="*/ 113 h 166"/>
              <a:gd name="T32" fmla="*/ 35 w 88"/>
              <a:gd name="T33" fmla="*/ 53 h 166"/>
              <a:gd name="T34" fmla="*/ 55 w 88"/>
              <a:gd name="T35" fmla="*/ 53 h 166"/>
              <a:gd name="T36" fmla="*/ 58 w 88"/>
              <a:gd name="T37" fmla="*/ 62 h 166"/>
              <a:gd name="T38" fmla="*/ 76 w 88"/>
              <a:gd name="T39" fmla="*/ 64 h 166"/>
              <a:gd name="T40" fmla="*/ 82 w 88"/>
              <a:gd name="T41" fmla="*/ 52 h 166"/>
              <a:gd name="T42" fmla="*/ 82 w 88"/>
              <a:gd name="T43" fmla="*/ 50 h 166"/>
              <a:gd name="T44" fmla="*/ 81 w 88"/>
              <a:gd name="T45" fmla="*/ 48 h 166"/>
              <a:gd name="T46" fmla="*/ 79 w 88"/>
              <a:gd name="T47" fmla="*/ 47 h 166"/>
              <a:gd name="T48" fmla="*/ 65 w 88"/>
              <a:gd name="T49" fmla="*/ 29 h 166"/>
              <a:gd name="T50" fmla="*/ 64 w 88"/>
              <a:gd name="T51" fmla="*/ 27 h 166"/>
              <a:gd name="T52" fmla="*/ 64 w 88"/>
              <a:gd name="T53" fmla="*/ 26 h 166"/>
              <a:gd name="T54" fmla="*/ 63 w 88"/>
              <a:gd name="T55" fmla="*/ 24 h 166"/>
              <a:gd name="T56" fmla="*/ 54 w 88"/>
              <a:gd name="T57" fmla="*/ 16 h 166"/>
              <a:gd name="T58" fmla="*/ 65 w 88"/>
              <a:gd name="T59" fmla="*/ 8 h 166"/>
              <a:gd name="T60" fmla="*/ 30 w 88"/>
              <a:gd name="T61" fmla="*/ 0 h 166"/>
              <a:gd name="T62" fmla="*/ 17 w 88"/>
              <a:gd name="T63" fmla="*/ 13 h 166"/>
              <a:gd name="T64" fmla="*/ 3 w 88"/>
              <a:gd name="T65" fmla="*/ 34 h 166"/>
              <a:gd name="T66" fmla="*/ 1 w 88"/>
              <a:gd name="T67" fmla="*/ 59 h 166"/>
              <a:gd name="T68" fmla="*/ 8 w 88"/>
              <a:gd name="T69" fmla="*/ 123 h 166"/>
              <a:gd name="T70" fmla="*/ 17 w 88"/>
              <a:gd name="T71" fmla="*/ 133 h 166"/>
              <a:gd name="T72" fmla="*/ 13 w 88"/>
              <a:gd name="T73" fmla="*/ 133 h 166"/>
              <a:gd name="T74" fmla="*/ 12 w 88"/>
              <a:gd name="T75" fmla="*/ 133 h 166"/>
              <a:gd name="T76" fmla="*/ 11 w 88"/>
              <a:gd name="T77" fmla="*/ 135 h 166"/>
              <a:gd name="T78" fmla="*/ 12 w 88"/>
              <a:gd name="T79" fmla="*/ 136 h 166"/>
              <a:gd name="T80" fmla="*/ 13 w 88"/>
              <a:gd name="T81" fmla="*/ 137 h 166"/>
              <a:gd name="T82" fmla="*/ 14 w 88"/>
              <a:gd name="T83" fmla="*/ 137 h 166"/>
              <a:gd name="T84" fmla="*/ 2 w 88"/>
              <a:gd name="T85" fmla="*/ 149 h 166"/>
              <a:gd name="T86" fmla="*/ 2 w 88"/>
              <a:gd name="T87" fmla="*/ 154 h 166"/>
              <a:gd name="T88" fmla="*/ 3 w 88"/>
              <a:gd name="T89" fmla="*/ 156 h 166"/>
              <a:gd name="T90" fmla="*/ 5 w 88"/>
              <a:gd name="T91" fmla="*/ 157 h 166"/>
              <a:gd name="T92" fmla="*/ 5 w 88"/>
              <a:gd name="T93" fmla="*/ 157 h 166"/>
              <a:gd name="T94" fmla="*/ 5 w 88"/>
              <a:gd name="T95" fmla="*/ 160 h 166"/>
              <a:gd name="T96" fmla="*/ 5 w 88"/>
              <a:gd name="T97" fmla="*/ 160 h 166"/>
              <a:gd name="T98" fmla="*/ 3 w 88"/>
              <a:gd name="T99" fmla="*/ 160 h 166"/>
              <a:gd name="T100" fmla="*/ 2 w 88"/>
              <a:gd name="T101" fmla="*/ 163 h 166"/>
              <a:gd name="T102" fmla="*/ 2 w 88"/>
              <a:gd name="T103" fmla="*/ 163 h 166"/>
              <a:gd name="T104" fmla="*/ 3 w 88"/>
              <a:gd name="T105" fmla="*/ 165 h 166"/>
              <a:gd name="T106" fmla="*/ 5 w 88"/>
              <a:gd name="T107" fmla="*/ 166 h 166"/>
              <a:gd name="T108" fmla="*/ 85 w 88"/>
              <a:gd name="T109" fmla="*/ 166 h 166"/>
              <a:gd name="T110" fmla="*/ 87 w 88"/>
              <a:gd name="T111" fmla="*/ 165 h 166"/>
              <a:gd name="T112" fmla="*/ 88 w 88"/>
              <a:gd name="T113" fmla="*/ 163 h 166"/>
              <a:gd name="T114" fmla="*/ 88 w 88"/>
              <a:gd name="T115" fmla="*/ 163 h 166"/>
              <a:gd name="T116" fmla="*/ 87 w 88"/>
              <a:gd name="T117" fmla="*/ 160 h 166"/>
              <a:gd name="T118" fmla="*/ 85 w 88"/>
              <a:gd name="T119" fmla="*/ 160 h 166"/>
              <a:gd name="T120" fmla="*/ 85 w 88"/>
              <a:gd name="T121" fmla="*/ 160 h 166"/>
              <a:gd name="T122" fmla="*/ 85 w 88"/>
              <a:gd name="T123" fmla="*/ 157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8" h="166">
                <a:moveTo>
                  <a:pt x="85" y="157"/>
                </a:moveTo>
                <a:cubicBezTo>
                  <a:pt x="86" y="157"/>
                  <a:pt x="87" y="157"/>
                  <a:pt x="87" y="156"/>
                </a:cubicBezTo>
                <a:cubicBezTo>
                  <a:pt x="88" y="156"/>
                  <a:pt x="88" y="155"/>
                  <a:pt x="88" y="154"/>
                </a:cubicBezTo>
                <a:cubicBezTo>
                  <a:pt x="88" y="149"/>
                  <a:pt x="88" y="149"/>
                  <a:pt x="88" y="149"/>
                </a:cubicBezTo>
                <a:cubicBezTo>
                  <a:pt x="82" y="149"/>
                  <a:pt x="76" y="143"/>
                  <a:pt x="76" y="137"/>
                </a:cubicBezTo>
                <a:cubicBezTo>
                  <a:pt x="77" y="137"/>
                  <a:pt x="77" y="137"/>
                  <a:pt x="77" y="137"/>
                </a:cubicBezTo>
                <a:cubicBezTo>
                  <a:pt x="78" y="137"/>
                  <a:pt x="78" y="137"/>
                  <a:pt x="78" y="136"/>
                </a:cubicBezTo>
                <a:cubicBezTo>
                  <a:pt x="79" y="136"/>
                  <a:pt x="79" y="135"/>
                  <a:pt x="79" y="135"/>
                </a:cubicBezTo>
                <a:cubicBezTo>
                  <a:pt x="79" y="134"/>
                  <a:pt x="79" y="134"/>
                  <a:pt x="78" y="133"/>
                </a:cubicBezTo>
                <a:cubicBezTo>
                  <a:pt x="78" y="133"/>
                  <a:pt x="78" y="133"/>
                  <a:pt x="77" y="133"/>
                </a:cubicBezTo>
                <a:cubicBezTo>
                  <a:pt x="74" y="133"/>
                  <a:pt x="74" y="133"/>
                  <a:pt x="74" y="133"/>
                </a:cubicBezTo>
                <a:cubicBezTo>
                  <a:pt x="84" y="128"/>
                  <a:pt x="87" y="118"/>
                  <a:pt x="87" y="118"/>
                </a:cubicBezTo>
                <a:cubicBezTo>
                  <a:pt x="87" y="118"/>
                  <a:pt x="87" y="118"/>
                  <a:pt x="87" y="118"/>
                </a:cubicBezTo>
                <a:cubicBezTo>
                  <a:pt x="87" y="118"/>
                  <a:pt x="87" y="118"/>
                  <a:pt x="87" y="118"/>
                </a:cubicBezTo>
                <a:cubicBezTo>
                  <a:pt x="87" y="118"/>
                  <a:pt x="87" y="118"/>
                  <a:pt x="87" y="118"/>
                </a:cubicBezTo>
                <a:cubicBezTo>
                  <a:pt x="79" y="113"/>
                  <a:pt x="79" y="113"/>
                  <a:pt x="79" y="113"/>
                </a:cubicBezTo>
                <a:cubicBezTo>
                  <a:pt x="65" y="104"/>
                  <a:pt x="38" y="82"/>
                  <a:pt x="35" y="53"/>
                </a:cubicBezTo>
                <a:cubicBezTo>
                  <a:pt x="39" y="55"/>
                  <a:pt x="49" y="56"/>
                  <a:pt x="55" y="53"/>
                </a:cubicBezTo>
                <a:cubicBezTo>
                  <a:pt x="56" y="54"/>
                  <a:pt x="59" y="57"/>
                  <a:pt x="58" y="62"/>
                </a:cubicBezTo>
                <a:cubicBezTo>
                  <a:pt x="65" y="66"/>
                  <a:pt x="76" y="64"/>
                  <a:pt x="76" y="64"/>
                </a:cubicBezTo>
                <a:cubicBezTo>
                  <a:pt x="82" y="52"/>
                  <a:pt x="82" y="52"/>
                  <a:pt x="82" y="52"/>
                </a:cubicBezTo>
                <a:cubicBezTo>
                  <a:pt x="82" y="51"/>
                  <a:pt x="82" y="50"/>
                  <a:pt x="82" y="50"/>
                </a:cubicBezTo>
                <a:cubicBezTo>
                  <a:pt x="82" y="49"/>
                  <a:pt x="81" y="49"/>
                  <a:pt x="81" y="48"/>
                </a:cubicBezTo>
                <a:cubicBezTo>
                  <a:pt x="79" y="47"/>
                  <a:pt x="79" y="47"/>
                  <a:pt x="79" y="47"/>
                </a:cubicBezTo>
                <a:cubicBezTo>
                  <a:pt x="65" y="29"/>
                  <a:pt x="65" y="29"/>
                  <a:pt x="65" y="29"/>
                </a:cubicBezTo>
                <a:cubicBezTo>
                  <a:pt x="64" y="27"/>
                  <a:pt x="64" y="27"/>
                  <a:pt x="64" y="27"/>
                </a:cubicBezTo>
                <a:cubicBezTo>
                  <a:pt x="64" y="26"/>
                  <a:pt x="64" y="26"/>
                  <a:pt x="64" y="26"/>
                </a:cubicBezTo>
                <a:cubicBezTo>
                  <a:pt x="63" y="25"/>
                  <a:pt x="63" y="25"/>
                  <a:pt x="63" y="24"/>
                </a:cubicBezTo>
                <a:cubicBezTo>
                  <a:pt x="54" y="16"/>
                  <a:pt x="54" y="16"/>
                  <a:pt x="54" y="16"/>
                </a:cubicBezTo>
                <a:cubicBezTo>
                  <a:pt x="65" y="8"/>
                  <a:pt x="65" y="8"/>
                  <a:pt x="65" y="8"/>
                </a:cubicBezTo>
                <a:cubicBezTo>
                  <a:pt x="30" y="0"/>
                  <a:pt x="30" y="0"/>
                  <a:pt x="30" y="0"/>
                </a:cubicBezTo>
                <a:cubicBezTo>
                  <a:pt x="17" y="13"/>
                  <a:pt x="17" y="13"/>
                  <a:pt x="17" y="13"/>
                </a:cubicBezTo>
                <a:cubicBezTo>
                  <a:pt x="11" y="19"/>
                  <a:pt x="6" y="26"/>
                  <a:pt x="3" y="34"/>
                </a:cubicBezTo>
                <a:cubicBezTo>
                  <a:pt x="0" y="43"/>
                  <a:pt x="0" y="51"/>
                  <a:pt x="1" y="59"/>
                </a:cubicBezTo>
                <a:cubicBezTo>
                  <a:pt x="8" y="123"/>
                  <a:pt x="8" y="123"/>
                  <a:pt x="8" y="123"/>
                </a:cubicBezTo>
                <a:cubicBezTo>
                  <a:pt x="17" y="133"/>
                  <a:pt x="17" y="133"/>
                  <a:pt x="17" y="133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3" y="133"/>
                  <a:pt x="12" y="133"/>
                  <a:pt x="12" y="133"/>
                </a:cubicBezTo>
                <a:cubicBezTo>
                  <a:pt x="11" y="134"/>
                  <a:pt x="11" y="134"/>
                  <a:pt x="11" y="135"/>
                </a:cubicBezTo>
                <a:cubicBezTo>
                  <a:pt x="11" y="135"/>
                  <a:pt x="11" y="136"/>
                  <a:pt x="12" y="136"/>
                </a:cubicBezTo>
                <a:cubicBezTo>
                  <a:pt x="12" y="137"/>
                  <a:pt x="13" y="137"/>
                  <a:pt x="13" y="137"/>
                </a:cubicBezTo>
                <a:cubicBezTo>
                  <a:pt x="14" y="137"/>
                  <a:pt x="14" y="137"/>
                  <a:pt x="14" y="137"/>
                </a:cubicBezTo>
                <a:cubicBezTo>
                  <a:pt x="14" y="143"/>
                  <a:pt x="9" y="149"/>
                  <a:pt x="2" y="149"/>
                </a:cubicBezTo>
                <a:cubicBezTo>
                  <a:pt x="2" y="154"/>
                  <a:pt x="2" y="154"/>
                  <a:pt x="2" y="154"/>
                </a:cubicBezTo>
                <a:cubicBezTo>
                  <a:pt x="2" y="155"/>
                  <a:pt x="2" y="156"/>
                  <a:pt x="3" y="156"/>
                </a:cubicBezTo>
                <a:cubicBezTo>
                  <a:pt x="3" y="157"/>
                  <a:pt x="4" y="157"/>
                  <a:pt x="5" y="157"/>
                </a:cubicBezTo>
                <a:cubicBezTo>
                  <a:pt x="5" y="157"/>
                  <a:pt x="5" y="157"/>
                  <a:pt x="5" y="157"/>
                </a:cubicBezTo>
                <a:cubicBezTo>
                  <a:pt x="5" y="160"/>
                  <a:pt x="5" y="160"/>
                  <a:pt x="5" y="160"/>
                </a:cubicBezTo>
                <a:cubicBezTo>
                  <a:pt x="5" y="160"/>
                  <a:pt x="5" y="160"/>
                  <a:pt x="5" y="160"/>
                </a:cubicBezTo>
                <a:cubicBezTo>
                  <a:pt x="4" y="160"/>
                  <a:pt x="3" y="160"/>
                  <a:pt x="3" y="160"/>
                </a:cubicBezTo>
                <a:cubicBezTo>
                  <a:pt x="2" y="161"/>
                  <a:pt x="2" y="162"/>
                  <a:pt x="2" y="163"/>
                </a:cubicBezTo>
                <a:cubicBezTo>
                  <a:pt x="2" y="163"/>
                  <a:pt x="2" y="163"/>
                  <a:pt x="2" y="163"/>
                </a:cubicBezTo>
                <a:cubicBezTo>
                  <a:pt x="2" y="164"/>
                  <a:pt x="2" y="165"/>
                  <a:pt x="3" y="165"/>
                </a:cubicBezTo>
                <a:cubicBezTo>
                  <a:pt x="3" y="166"/>
                  <a:pt x="4" y="166"/>
                  <a:pt x="5" y="166"/>
                </a:cubicBezTo>
                <a:cubicBezTo>
                  <a:pt x="85" y="166"/>
                  <a:pt x="85" y="166"/>
                  <a:pt x="85" y="166"/>
                </a:cubicBezTo>
                <a:cubicBezTo>
                  <a:pt x="86" y="166"/>
                  <a:pt x="87" y="166"/>
                  <a:pt x="87" y="165"/>
                </a:cubicBezTo>
                <a:cubicBezTo>
                  <a:pt x="88" y="165"/>
                  <a:pt x="88" y="164"/>
                  <a:pt x="88" y="163"/>
                </a:cubicBezTo>
                <a:cubicBezTo>
                  <a:pt x="88" y="163"/>
                  <a:pt x="88" y="163"/>
                  <a:pt x="88" y="163"/>
                </a:cubicBezTo>
                <a:cubicBezTo>
                  <a:pt x="88" y="162"/>
                  <a:pt x="88" y="161"/>
                  <a:pt x="87" y="160"/>
                </a:cubicBezTo>
                <a:cubicBezTo>
                  <a:pt x="87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57"/>
                  <a:pt x="85" y="157"/>
                  <a:pt x="85" y="15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73" name="Group 176">
            <a:extLst>
              <a:ext uri="{FF2B5EF4-FFF2-40B4-BE49-F238E27FC236}">
                <a16:creationId xmlns:a16="http://schemas.microsoft.com/office/drawing/2014/main" id="{B705D52A-537A-63CC-B265-4167181063E1}"/>
              </a:ext>
            </a:extLst>
          </p:cNvPr>
          <p:cNvGrpSpPr/>
          <p:nvPr/>
        </p:nvGrpSpPr>
        <p:grpSpPr>
          <a:xfrm>
            <a:off x="9573793" y="4225402"/>
            <a:ext cx="318596" cy="321296"/>
            <a:chOff x="3459163" y="2605088"/>
            <a:chExt cx="561975" cy="56673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74" name="Freeform 5">
              <a:extLst>
                <a:ext uri="{FF2B5EF4-FFF2-40B4-BE49-F238E27FC236}">
                  <a16:creationId xmlns:a16="http://schemas.microsoft.com/office/drawing/2014/main" id="{0FC20D88-1409-4FC2-ECAF-D9DBFFF843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9163" y="2605088"/>
              <a:ext cx="561975" cy="566737"/>
            </a:xfrm>
            <a:custGeom>
              <a:avLst/>
              <a:gdLst>
                <a:gd name="T0" fmla="*/ 0 w 354"/>
                <a:gd name="T1" fmla="*/ 0 h 357"/>
                <a:gd name="T2" fmla="*/ 0 w 354"/>
                <a:gd name="T3" fmla="*/ 357 h 357"/>
                <a:gd name="T4" fmla="*/ 354 w 354"/>
                <a:gd name="T5" fmla="*/ 357 h 357"/>
                <a:gd name="T6" fmla="*/ 354 w 354"/>
                <a:gd name="T7" fmla="*/ 0 h 357"/>
                <a:gd name="T8" fmla="*/ 0 w 354"/>
                <a:gd name="T9" fmla="*/ 0 h 357"/>
                <a:gd name="T10" fmla="*/ 133 w 354"/>
                <a:gd name="T11" fmla="*/ 45 h 357"/>
                <a:gd name="T12" fmla="*/ 155 w 354"/>
                <a:gd name="T13" fmla="*/ 45 h 357"/>
                <a:gd name="T14" fmla="*/ 155 w 354"/>
                <a:gd name="T15" fmla="*/ 67 h 357"/>
                <a:gd name="T16" fmla="*/ 133 w 354"/>
                <a:gd name="T17" fmla="*/ 67 h 357"/>
                <a:gd name="T18" fmla="*/ 133 w 354"/>
                <a:gd name="T19" fmla="*/ 45 h 357"/>
                <a:gd name="T20" fmla="*/ 88 w 354"/>
                <a:gd name="T21" fmla="*/ 45 h 357"/>
                <a:gd name="T22" fmla="*/ 111 w 354"/>
                <a:gd name="T23" fmla="*/ 45 h 357"/>
                <a:gd name="T24" fmla="*/ 111 w 354"/>
                <a:gd name="T25" fmla="*/ 67 h 357"/>
                <a:gd name="T26" fmla="*/ 88 w 354"/>
                <a:gd name="T27" fmla="*/ 67 h 357"/>
                <a:gd name="T28" fmla="*/ 88 w 354"/>
                <a:gd name="T29" fmla="*/ 45 h 357"/>
                <a:gd name="T30" fmla="*/ 44 w 354"/>
                <a:gd name="T31" fmla="*/ 45 h 357"/>
                <a:gd name="T32" fmla="*/ 66 w 354"/>
                <a:gd name="T33" fmla="*/ 45 h 357"/>
                <a:gd name="T34" fmla="*/ 66 w 354"/>
                <a:gd name="T35" fmla="*/ 67 h 357"/>
                <a:gd name="T36" fmla="*/ 44 w 354"/>
                <a:gd name="T37" fmla="*/ 67 h 357"/>
                <a:gd name="T38" fmla="*/ 44 w 354"/>
                <a:gd name="T39" fmla="*/ 45 h 357"/>
                <a:gd name="T40" fmla="*/ 310 w 354"/>
                <a:gd name="T41" fmla="*/ 312 h 357"/>
                <a:gd name="T42" fmla="*/ 44 w 354"/>
                <a:gd name="T43" fmla="*/ 312 h 357"/>
                <a:gd name="T44" fmla="*/ 44 w 354"/>
                <a:gd name="T45" fmla="*/ 89 h 357"/>
                <a:gd name="T46" fmla="*/ 310 w 354"/>
                <a:gd name="T47" fmla="*/ 89 h 357"/>
                <a:gd name="T48" fmla="*/ 310 w 354"/>
                <a:gd name="T49" fmla="*/ 312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4" h="357">
                  <a:moveTo>
                    <a:pt x="0" y="0"/>
                  </a:moveTo>
                  <a:lnTo>
                    <a:pt x="0" y="357"/>
                  </a:lnTo>
                  <a:lnTo>
                    <a:pt x="354" y="357"/>
                  </a:lnTo>
                  <a:lnTo>
                    <a:pt x="354" y="0"/>
                  </a:lnTo>
                  <a:lnTo>
                    <a:pt x="0" y="0"/>
                  </a:lnTo>
                  <a:close/>
                  <a:moveTo>
                    <a:pt x="133" y="45"/>
                  </a:moveTo>
                  <a:lnTo>
                    <a:pt x="155" y="45"/>
                  </a:lnTo>
                  <a:lnTo>
                    <a:pt x="155" y="67"/>
                  </a:lnTo>
                  <a:lnTo>
                    <a:pt x="133" y="67"/>
                  </a:lnTo>
                  <a:lnTo>
                    <a:pt x="133" y="45"/>
                  </a:lnTo>
                  <a:close/>
                  <a:moveTo>
                    <a:pt x="88" y="45"/>
                  </a:moveTo>
                  <a:lnTo>
                    <a:pt x="111" y="45"/>
                  </a:lnTo>
                  <a:lnTo>
                    <a:pt x="111" y="67"/>
                  </a:lnTo>
                  <a:lnTo>
                    <a:pt x="88" y="67"/>
                  </a:lnTo>
                  <a:lnTo>
                    <a:pt x="88" y="45"/>
                  </a:lnTo>
                  <a:close/>
                  <a:moveTo>
                    <a:pt x="44" y="45"/>
                  </a:moveTo>
                  <a:lnTo>
                    <a:pt x="66" y="45"/>
                  </a:lnTo>
                  <a:lnTo>
                    <a:pt x="66" y="67"/>
                  </a:lnTo>
                  <a:lnTo>
                    <a:pt x="44" y="67"/>
                  </a:lnTo>
                  <a:lnTo>
                    <a:pt x="44" y="45"/>
                  </a:lnTo>
                  <a:close/>
                  <a:moveTo>
                    <a:pt x="310" y="312"/>
                  </a:moveTo>
                  <a:lnTo>
                    <a:pt x="44" y="312"/>
                  </a:lnTo>
                  <a:lnTo>
                    <a:pt x="44" y="89"/>
                  </a:lnTo>
                  <a:lnTo>
                    <a:pt x="310" y="89"/>
                  </a:lnTo>
                  <a:lnTo>
                    <a:pt x="310" y="3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5" name="Freeform 6">
              <a:extLst>
                <a:ext uri="{FF2B5EF4-FFF2-40B4-BE49-F238E27FC236}">
                  <a16:creationId xmlns:a16="http://schemas.microsoft.com/office/drawing/2014/main" id="{EA66E681-BF26-A072-E5E6-77E508784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863" y="2817813"/>
              <a:ext cx="282575" cy="247650"/>
            </a:xfrm>
            <a:custGeom>
              <a:avLst/>
              <a:gdLst>
                <a:gd name="T0" fmla="*/ 45 w 178"/>
                <a:gd name="T1" fmla="*/ 156 h 156"/>
                <a:gd name="T2" fmla="*/ 133 w 178"/>
                <a:gd name="T3" fmla="*/ 156 h 156"/>
                <a:gd name="T4" fmla="*/ 133 w 178"/>
                <a:gd name="T5" fmla="*/ 89 h 156"/>
                <a:gd name="T6" fmla="*/ 178 w 178"/>
                <a:gd name="T7" fmla="*/ 89 h 156"/>
                <a:gd name="T8" fmla="*/ 89 w 178"/>
                <a:gd name="T9" fmla="*/ 0 h 156"/>
                <a:gd name="T10" fmla="*/ 0 w 178"/>
                <a:gd name="T11" fmla="*/ 89 h 156"/>
                <a:gd name="T12" fmla="*/ 45 w 178"/>
                <a:gd name="T13" fmla="*/ 89 h 156"/>
                <a:gd name="T14" fmla="*/ 45 w 178"/>
                <a:gd name="T1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8" h="156">
                  <a:moveTo>
                    <a:pt x="45" y="156"/>
                  </a:moveTo>
                  <a:lnTo>
                    <a:pt x="133" y="156"/>
                  </a:lnTo>
                  <a:lnTo>
                    <a:pt x="133" y="89"/>
                  </a:lnTo>
                  <a:lnTo>
                    <a:pt x="178" y="89"/>
                  </a:lnTo>
                  <a:lnTo>
                    <a:pt x="89" y="0"/>
                  </a:lnTo>
                  <a:lnTo>
                    <a:pt x="0" y="89"/>
                  </a:lnTo>
                  <a:lnTo>
                    <a:pt x="45" y="89"/>
                  </a:lnTo>
                  <a:lnTo>
                    <a:pt x="45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76" name="Group 179">
            <a:extLst>
              <a:ext uri="{FF2B5EF4-FFF2-40B4-BE49-F238E27FC236}">
                <a16:creationId xmlns:a16="http://schemas.microsoft.com/office/drawing/2014/main" id="{48F58A05-B16F-1221-B0B9-AAEF46D8DC97}"/>
              </a:ext>
            </a:extLst>
          </p:cNvPr>
          <p:cNvGrpSpPr/>
          <p:nvPr/>
        </p:nvGrpSpPr>
        <p:grpSpPr>
          <a:xfrm rot="21545399">
            <a:off x="3066083" y="4187382"/>
            <a:ext cx="263235" cy="397336"/>
            <a:chOff x="2289175" y="1751013"/>
            <a:chExt cx="168275" cy="2540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77" name="Freeform 110">
              <a:extLst>
                <a:ext uri="{FF2B5EF4-FFF2-40B4-BE49-F238E27FC236}">
                  <a16:creationId xmlns:a16="http://schemas.microsoft.com/office/drawing/2014/main" id="{57EC44AE-EEA5-9F8E-9077-678AED35F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9175" y="1812926"/>
              <a:ext cx="168275" cy="192088"/>
            </a:xfrm>
            <a:custGeom>
              <a:avLst/>
              <a:gdLst>
                <a:gd name="T0" fmla="*/ 32 w 63"/>
                <a:gd name="T1" fmla="*/ 56 h 72"/>
                <a:gd name="T2" fmla="*/ 48 w 63"/>
                <a:gd name="T3" fmla="*/ 72 h 72"/>
                <a:gd name="T4" fmla="*/ 63 w 63"/>
                <a:gd name="T5" fmla="*/ 72 h 72"/>
                <a:gd name="T6" fmla="*/ 33 w 63"/>
                <a:gd name="T7" fmla="*/ 15 h 72"/>
                <a:gd name="T8" fmla="*/ 39 w 63"/>
                <a:gd name="T9" fmla="*/ 7 h 72"/>
                <a:gd name="T10" fmla="*/ 32 w 63"/>
                <a:gd name="T11" fmla="*/ 0 h 72"/>
                <a:gd name="T12" fmla="*/ 24 w 63"/>
                <a:gd name="T13" fmla="*/ 7 h 72"/>
                <a:gd name="T14" fmla="*/ 31 w 63"/>
                <a:gd name="T15" fmla="*/ 15 h 72"/>
                <a:gd name="T16" fmla="*/ 0 w 63"/>
                <a:gd name="T17" fmla="*/ 72 h 72"/>
                <a:gd name="T18" fmla="*/ 16 w 63"/>
                <a:gd name="T19" fmla="*/ 72 h 72"/>
                <a:gd name="T20" fmla="*/ 32 w 63"/>
                <a:gd name="T21" fmla="*/ 56 h 72"/>
                <a:gd name="T22" fmla="*/ 32 w 63"/>
                <a:gd name="T23" fmla="*/ 33 h 72"/>
                <a:gd name="T24" fmla="*/ 32 w 63"/>
                <a:gd name="T25" fmla="*/ 32 h 72"/>
                <a:gd name="T26" fmla="*/ 32 w 63"/>
                <a:gd name="T27" fmla="*/ 33 h 72"/>
                <a:gd name="T28" fmla="*/ 41 w 63"/>
                <a:gd name="T29" fmla="*/ 52 h 72"/>
                <a:gd name="T30" fmla="*/ 32 w 63"/>
                <a:gd name="T31" fmla="*/ 50 h 72"/>
                <a:gd name="T32" fmla="*/ 23 w 63"/>
                <a:gd name="T33" fmla="*/ 52 h 72"/>
                <a:gd name="T34" fmla="*/ 32 w 63"/>
                <a:gd name="T35" fmla="*/ 33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72">
                  <a:moveTo>
                    <a:pt x="32" y="56"/>
                  </a:moveTo>
                  <a:cubicBezTo>
                    <a:pt x="41" y="56"/>
                    <a:pt x="48" y="63"/>
                    <a:pt x="48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44" y="51"/>
                    <a:pt x="36" y="26"/>
                    <a:pt x="33" y="15"/>
                  </a:cubicBezTo>
                  <a:cubicBezTo>
                    <a:pt x="37" y="14"/>
                    <a:pt x="39" y="11"/>
                    <a:pt x="39" y="7"/>
                  </a:cubicBezTo>
                  <a:cubicBezTo>
                    <a:pt x="39" y="3"/>
                    <a:pt x="36" y="0"/>
                    <a:pt x="32" y="0"/>
                  </a:cubicBezTo>
                  <a:cubicBezTo>
                    <a:pt x="28" y="0"/>
                    <a:pt x="24" y="3"/>
                    <a:pt x="24" y="7"/>
                  </a:cubicBezTo>
                  <a:cubicBezTo>
                    <a:pt x="24" y="11"/>
                    <a:pt x="27" y="14"/>
                    <a:pt x="31" y="15"/>
                  </a:cubicBezTo>
                  <a:cubicBezTo>
                    <a:pt x="28" y="26"/>
                    <a:pt x="20" y="51"/>
                    <a:pt x="0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63"/>
                    <a:pt x="23" y="56"/>
                    <a:pt x="32" y="56"/>
                  </a:cubicBezTo>
                  <a:close/>
                  <a:moveTo>
                    <a:pt x="32" y="33"/>
                  </a:move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3"/>
                  </a:cubicBezTo>
                  <a:cubicBezTo>
                    <a:pt x="35" y="39"/>
                    <a:pt x="38" y="46"/>
                    <a:pt x="41" y="52"/>
                  </a:cubicBezTo>
                  <a:cubicBezTo>
                    <a:pt x="38" y="50"/>
                    <a:pt x="35" y="50"/>
                    <a:pt x="32" y="50"/>
                  </a:cubicBezTo>
                  <a:cubicBezTo>
                    <a:pt x="29" y="50"/>
                    <a:pt x="26" y="50"/>
                    <a:pt x="23" y="52"/>
                  </a:cubicBezTo>
                  <a:cubicBezTo>
                    <a:pt x="26" y="46"/>
                    <a:pt x="29" y="39"/>
                    <a:pt x="32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8" name="Freeform 111">
              <a:extLst>
                <a:ext uri="{FF2B5EF4-FFF2-40B4-BE49-F238E27FC236}">
                  <a16:creationId xmlns:a16="http://schemas.microsoft.com/office/drawing/2014/main" id="{BBA6F8A8-EC75-2444-23BF-B05A488A2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763" y="1751013"/>
              <a:ext cx="166687" cy="155575"/>
            </a:xfrm>
            <a:custGeom>
              <a:avLst/>
              <a:gdLst>
                <a:gd name="T0" fmla="*/ 15 w 62"/>
                <a:gd name="T1" fmla="*/ 57 h 58"/>
                <a:gd name="T2" fmla="*/ 18 w 62"/>
                <a:gd name="T3" fmla="*/ 57 h 58"/>
                <a:gd name="T4" fmla="*/ 17 w 62"/>
                <a:gd name="T5" fmla="*/ 54 h 58"/>
                <a:gd name="T6" fmla="*/ 3 w 62"/>
                <a:gd name="T7" fmla="*/ 30 h 58"/>
                <a:gd name="T8" fmla="*/ 31 w 62"/>
                <a:gd name="T9" fmla="*/ 3 h 58"/>
                <a:gd name="T10" fmla="*/ 59 w 62"/>
                <a:gd name="T11" fmla="*/ 30 h 58"/>
                <a:gd name="T12" fmla="*/ 45 w 62"/>
                <a:gd name="T13" fmla="*/ 54 h 58"/>
                <a:gd name="T14" fmla="*/ 44 w 62"/>
                <a:gd name="T15" fmla="*/ 57 h 58"/>
                <a:gd name="T16" fmla="*/ 45 w 62"/>
                <a:gd name="T17" fmla="*/ 57 h 58"/>
                <a:gd name="T18" fmla="*/ 46 w 62"/>
                <a:gd name="T19" fmla="*/ 57 h 58"/>
                <a:gd name="T20" fmla="*/ 57 w 62"/>
                <a:gd name="T21" fmla="*/ 46 h 58"/>
                <a:gd name="T22" fmla="*/ 62 w 62"/>
                <a:gd name="T23" fmla="*/ 30 h 58"/>
                <a:gd name="T24" fmla="*/ 31 w 62"/>
                <a:gd name="T25" fmla="*/ 0 h 58"/>
                <a:gd name="T26" fmla="*/ 0 w 62"/>
                <a:gd name="T27" fmla="*/ 30 h 58"/>
                <a:gd name="T28" fmla="*/ 4 w 62"/>
                <a:gd name="T29" fmla="*/ 46 h 58"/>
                <a:gd name="T30" fmla="*/ 15 w 62"/>
                <a:gd name="T31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2" h="58">
                  <a:moveTo>
                    <a:pt x="15" y="57"/>
                  </a:moveTo>
                  <a:cubicBezTo>
                    <a:pt x="16" y="58"/>
                    <a:pt x="17" y="57"/>
                    <a:pt x="18" y="57"/>
                  </a:cubicBezTo>
                  <a:cubicBezTo>
                    <a:pt x="18" y="56"/>
                    <a:pt x="18" y="55"/>
                    <a:pt x="17" y="54"/>
                  </a:cubicBezTo>
                  <a:cubicBezTo>
                    <a:pt x="8" y="50"/>
                    <a:pt x="3" y="40"/>
                    <a:pt x="3" y="30"/>
                  </a:cubicBezTo>
                  <a:cubicBezTo>
                    <a:pt x="3" y="15"/>
                    <a:pt x="16" y="3"/>
                    <a:pt x="31" y="3"/>
                  </a:cubicBezTo>
                  <a:cubicBezTo>
                    <a:pt x="46" y="3"/>
                    <a:pt x="59" y="15"/>
                    <a:pt x="59" y="30"/>
                  </a:cubicBezTo>
                  <a:cubicBezTo>
                    <a:pt x="59" y="40"/>
                    <a:pt x="53" y="50"/>
                    <a:pt x="45" y="54"/>
                  </a:cubicBezTo>
                  <a:cubicBezTo>
                    <a:pt x="44" y="55"/>
                    <a:pt x="44" y="56"/>
                    <a:pt x="44" y="57"/>
                  </a:cubicBezTo>
                  <a:cubicBezTo>
                    <a:pt x="44" y="57"/>
                    <a:pt x="45" y="57"/>
                    <a:pt x="45" y="5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1" y="54"/>
                    <a:pt x="55" y="51"/>
                    <a:pt x="57" y="46"/>
                  </a:cubicBezTo>
                  <a:cubicBezTo>
                    <a:pt x="60" y="41"/>
                    <a:pt x="62" y="36"/>
                    <a:pt x="62" y="30"/>
                  </a:cubicBezTo>
                  <a:cubicBezTo>
                    <a:pt x="62" y="14"/>
                    <a:pt x="48" y="0"/>
                    <a:pt x="31" y="0"/>
                  </a:cubicBezTo>
                  <a:cubicBezTo>
                    <a:pt x="14" y="0"/>
                    <a:pt x="0" y="14"/>
                    <a:pt x="0" y="30"/>
                  </a:cubicBezTo>
                  <a:cubicBezTo>
                    <a:pt x="0" y="36"/>
                    <a:pt x="2" y="41"/>
                    <a:pt x="4" y="46"/>
                  </a:cubicBezTo>
                  <a:cubicBezTo>
                    <a:pt x="7" y="51"/>
                    <a:pt x="11" y="54"/>
                    <a:pt x="15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79" name="Freeform 112">
              <a:extLst>
                <a:ext uri="{FF2B5EF4-FFF2-40B4-BE49-F238E27FC236}">
                  <a16:creationId xmlns:a16="http://schemas.microsoft.com/office/drawing/2014/main" id="{923657AC-C880-1F81-603F-DD24E23BC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9813" y="1770063"/>
              <a:ext cx="125412" cy="117475"/>
            </a:xfrm>
            <a:custGeom>
              <a:avLst/>
              <a:gdLst>
                <a:gd name="T0" fmla="*/ 36 w 47"/>
                <a:gd name="T1" fmla="*/ 44 h 44"/>
                <a:gd name="T2" fmla="*/ 44 w 47"/>
                <a:gd name="T3" fmla="*/ 35 h 44"/>
                <a:gd name="T4" fmla="*/ 47 w 47"/>
                <a:gd name="T5" fmla="*/ 23 h 44"/>
                <a:gd name="T6" fmla="*/ 24 w 47"/>
                <a:gd name="T7" fmla="*/ 0 h 44"/>
                <a:gd name="T8" fmla="*/ 0 w 47"/>
                <a:gd name="T9" fmla="*/ 23 h 44"/>
                <a:gd name="T10" fmla="*/ 3 w 47"/>
                <a:gd name="T11" fmla="*/ 35 h 44"/>
                <a:gd name="T12" fmla="*/ 11 w 47"/>
                <a:gd name="T13" fmla="*/ 44 h 44"/>
                <a:gd name="T14" fmla="*/ 12 w 47"/>
                <a:gd name="T15" fmla="*/ 44 h 44"/>
                <a:gd name="T16" fmla="*/ 14 w 47"/>
                <a:gd name="T17" fmla="*/ 43 h 44"/>
                <a:gd name="T18" fmla="*/ 13 w 47"/>
                <a:gd name="T19" fmla="*/ 41 h 44"/>
                <a:gd name="T20" fmla="*/ 3 w 47"/>
                <a:gd name="T21" fmla="*/ 23 h 44"/>
                <a:gd name="T22" fmla="*/ 24 w 47"/>
                <a:gd name="T23" fmla="*/ 3 h 44"/>
                <a:gd name="T24" fmla="*/ 44 w 47"/>
                <a:gd name="T25" fmla="*/ 23 h 44"/>
                <a:gd name="T26" fmla="*/ 35 w 47"/>
                <a:gd name="T27" fmla="*/ 41 h 44"/>
                <a:gd name="T28" fmla="*/ 34 w 47"/>
                <a:gd name="T29" fmla="*/ 43 h 44"/>
                <a:gd name="T30" fmla="*/ 36 w 47"/>
                <a:gd name="T3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44">
                  <a:moveTo>
                    <a:pt x="36" y="44"/>
                  </a:moveTo>
                  <a:cubicBezTo>
                    <a:pt x="40" y="41"/>
                    <a:pt x="42" y="39"/>
                    <a:pt x="44" y="35"/>
                  </a:cubicBezTo>
                  <a:cubicBezTo>
                    <a:pt x="46" y="32"/>
                    <a:pt x="47" y="28"/>
                    <a:pt x="47" y="23"/>
                  </a:cubicBezTo>
                  <a:cubicBezTo>
                    <a:pt x="47" y="11"/>
                    <a:pt x="37" y="0"/>
                    <a:pt x="24" y="0"/>
                  </a:cubicBezTo>
                  <a:cubicBezTo>
                    <a:pt x="11" y="0"/>
                    <a:pt x="0" y="11"/>
                    <a:pt x="0" y="23"/>
                  </a:cubicBezTo>
                  <a:cubicBezTo>
                    <a:pt x="0" y="28"/>
                    <a:pt x="1" y="32"/>
                    <a:pt x="3" y="35"/>
                  </a:cubicBezTo>
                  <a:cubicBezTo>
                    <a:pt x="5" y="39"/>
                    <a:pt x="8" y="41"/>
                    <a:pt x="11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2"/>
                    <a:pt x="14" y="41"/>
                    <a:pt x="13" y="41"/>
                  </a:cubicBezTo>
                  <a:cubicBezTo>
                    <a:pt x="7" y="37"/>
                    <a:pt x="3" y="31"/>
                    <a:pt x="3" y="23"/>
                  </a:cubicBezTo>
                  <a:cubicBezTo>
                    <a:pt x="3" y="12"/>
                    <a:pt x="13" y="3"/>
                    <a:pt x="24" y="3"/>
                  </a:cubicBezTo>
                  <a:cubicBezTo>
                    <a:pt x="35" y="3"/>
                    <a:pt x="44" y="12"/>
                    <a:pt x="44" y="23"/>
                  </a:cubicBezTo>
                  <a:cubicBezTo>
                    <a:pt x="44" y="31"/>
                    <a:pt x="41" y="37"/>
                    <a:pt x="35" y="41"/>
                  </a:cubicBezTo>
                  <a:cubicBezTo>
                    <a:pt x="34" y="41"/>
                    <a:pt x="34" y="42"/>
                    <a:pt x="34" y="43"/>
                  </a:cubicBezTo>
                  <a:cubicBezTo>
                    <a:pt x="35" y="44"/>
                    <a:pt x="35" y="44"/>
                    <a:pt x="36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0" name="Freeform 113">
              <a:extLst>
                <a:ext uri="{FF2B5EF4-FFF2-40B4-BE49-F238E27FC236}">
                  <a16:creationId xmlns:a16="http://schemas.microsoft.com/office/drawing/2014/main" id="{3ACDE242-4FED-BB8C-DE3C-9A587A1A6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38" y="1789113"/>
              <a:ext cx="85725" cy="79375"/>
            </a:xfrm>
            <a:custGeom>
              <a:avLst/>
              <a:gdLst>
                <a:gd name="T0" fmla="*/ 24 w 32"/>
                <a:gd name="T1" fmla="*/ 27 h 30"/>
                <a:gd name="T2" fmla="*/ 23 w 32"/>
                <a:gd name="T3" fmla="*/ 29 h 30"/>
                <a:gd name="T4" fmla="*/ 25 w 32"/>
                <a:gd name="T5" fmla="*/ 30 h 30"/>
                <a:gd name="T6" fmla="*/ 25 w 32"/>
                <a:gd name="T7" fmla="*/ 30 h 30"/>
                <a:gd name="T8" fmla="*/ 32 w 32"/>
                <a:gd name="T9" fmla="*/ 16 h 30"/>
                <a:gd name="T10" fmla="*/ 16 w 32"/>
                <a:gd name="T11" fmla="*/ 0 h 30"/>
                <a:gd name="T12" fmla="*/ 0 w 32"/>
                <a:gd name="T13" fmla="*/ 16 h 30"/>
                <a:gd name="T14" fmla="*/ 6 w 32"/>
                <a:gd name="T15" fmla="*/ 30 h 30"/>
                <a:gd name="T16" fmla="*/ 8 w 32"/>
                <a:gd name="T17" fmla="*/ 29 h 30"/>
                <a:gd name="T18" fmla="*/ 8 w 32"/>
                <a:gd name="T19" fmla="*/ 27 h 30"/>
                <a:gd name="T20" fmla="*/ 3 w 32"/>
                <a:gd name="T21" fmla="*/ 16 h 30"/>
                <a:gd name="T22" fmla="*/ 16 w 32"/>
                <a:gd name="T23" fmla="*/ 3 h 30"/>
                <a:gd name="T24" fmla="*/ 29 w 32"/>
                <a:gd name="T25" fmla="*/ 16 h 30"/>
                <a:gd name="T26" fmla="*/ 24 w 32"/>
                <a:gd name="T27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30">
                  <a:moveTo>
                    <a:pt x="24" y="27"/>
                  </a:moveTo>
                  <a:cubicBezTo>
                    <a:pt x="23" y="28"/>
                    <a:pt x="23" y="29"/>
                    <a:pt x="23" y="29"/>
                  </a:cubicBezTo>
                  <a:cubicBezTo>
                    <a:pt x="24" y="30"/>
                    <a:pt x="24" y="30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30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2" y="27"/>
                    <a:pt x="6" y="30"/>
                  </a:cubicBezTo>
                  <a:cubicBezTo>
                    <a:pt x="7" y="30"/>
                    <a:pt x="8" y="30"/>
                    <a:pt x="8" y="29"/>
                  </a:cubicBezTo>
                  <a:cubicBezTo>
                    <a:pt x="9" y="29"/>
                    <a:pt x="9" y="28"/>
                    <a:pt x="8" y="27"/>
                  </a:cubicBezTo>
                  <a:cubicBezTo>
                    <a:pt x="5" y="25"/>
                    <a:pt x="3" y="21"/>
                    <a:pt x="3" y="16"/>
                  </a:cubicBezTo>
                  <a:cubicBezTo>
                    <a:pt x="3" y="9"/>
                    <a:pt x="9" y="3"/>
                    <a:pt x="16" y="3"/>
                  </a:cubicBezTo>
                  <a:cubicBezTo>
                    <a:pt x="23" y="3"/>
                    <a:pt x="29" y="9"/>
                    <a:pt x="29" y="16"/>
                  </a:cubicBezTo>
                  <a:cubicBezTo>
                    <a:pt x="29" y="21"/>
                    <a:pt x="27" y="25"/>
                    <a:pt x="24" y="2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281" name="Group 184">
            <a:extLst>
              <a:ext uri="{FF2B5EF4-FFF2-40B4-BE49-F238E27FC236}">
                <a16:creationId xmlns:a16="http://schemas.microsoft.com/office/drawing/2014/main" id="{69CC755E-822A-3AD0-7DBA-2068B8E3010F}"/>
              </a:ext>
            </a:extLst>
          </p:cNvPr>
          <p:cNvGrpSpPr/>
          <p:nvPr/>
        </p:nvGrpSpPr>
        <p:grpSpPr>
          <a:xfrm flipH="1">
            <a:off x="2291513" y="4231009"/>
            <a:ext cx="232400" cy="310080"/>
            <a:chOff x="8474216" y="3760624"/>
            <a:chExt cx="348911" cy="465536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82" name="Freeform 379">
              <a:extLst>
                <a:ext uri="{FF2B5EF4-FFF2-40B4-BE49-F238E27FC236}">
                  <a16:creationId xmlns:a16="http://schemas.microsoft.com/office/drawing/2014/main" id="{E097417E-B500-40B2-4E70-0ECC116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9395" y="4034356"/>
              <a:ext cx="38554" cy="121444"/>
            </a:xfrm>
            <a:custGeom>
              <a:avLst/>
              <a:gdLst>
                <a:gd name="T0" fmla="*/ 17 w 17"/>
                <a:gd name="T1" fmla="*/ 53 h 53"/>
                <a:gd name="T2" fmla="*/ 17 w 17"/>
                <a:gd name="T3" fmla="*/ 0 h 53"/>
                <a:gd name="T4" fmla="*/ 9 w 17"/>
                <a:gd name="T5" fmla="*/ 0 h 53"/>
                <a:gd name="T6" fmla="*/ 0 w 17"/>
                <a:gd name="T7" fmla="*/ 0 h 53"/>
                <a:gd name="T8" fmla="*/ 0 w 17"/>
                <a:gd name="T9" fmla="*/ 53 h 53"/>
                <a:gd name="T10" fmla="*/ 9 w 17"/>
                <a:gd name="T11" fmla="*/ 52 h 53"/>
                <a:gd name="T12" fmla="*/ 17 w 17"/>
                <a:gd name="T1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3">
                  <a:moveTo>
                    <a:pt x="17" y="53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4" y="0"/>
                    <a:pt x="11" y="0"/>
                    <a:pt x="9" y="0"/>
                  </a:cubicBezTo>
                  <a:cubicBezTo>
                    <a:pt x="6" y="0"/>
                    <a:pt x="3" y="0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3" y="52"/>
                    <a:pt x="6" y="52"/>
                    <a:pt x="9" y="52"/>
                  </a:cubicBezTo>
                  <a:cubicBezTo>
                    <a:pt x="11" y="52"/>
                    <a:pt x="14" y="52"/>
                    <a:pt x="17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3" name="Freeform 380">
              <a:extLst>
                <a:ext uri="{FF2B5EF4-FFF2-40B4-BE49-F238E27FC236}">
                  <a16:creationId xmlns:a16="http://schemas.microsoft.com/office/drawing/2014/main" id="{B5040EF4-5022-61EE-DC44-9027FF606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4216" y="3760624"/>
              <a:ext cx="348911" cy="262165"/>
            </a:xfrm>
            <a:custGeom>
              <a:avLst/>
              <a:gdLst>
                <a:gd name="T0" fmla="*/ 153 w 153"/>
                <a:gd name="T1" fmla="*/ 38 h 115"/>
                <a:gd name="T2" fmla="*/ 143 w 153"/>
                <a:gd name="T3" fmla="*/ 0 h 115"/>
                <a:gd name="T4" fmla="*/ 110 w 153"/>
                <a:gd name="T5" fmla="*/ 18 h 115"/>
                <a:gd name="T6" fmla="*/ 77 w 153"/>
                <a:gd name="T7" fmla="*/ 0 h 115"/>
                <a:gd name="T8" fmla="*/ 43 w 153"/>
                <a:gd name="T9" fmla="*/ 18 h 115"/>
                <a:gd name="T10" fmla="*/ 10 w 153"/>
                <a:gd name="T11" fmla="*/ 0 h 115"/>
                <a:gd name="T12" fmla="*/ 0 w 153"/>
                <a:gd name="T13" fmla="*/ 38 h 115"/>
                <a:gd name="T14" fmla="*/ 68 w 153"/>
                <a:gd name="T15" fmla="*/ 114 h 115"/>
                <a:gd name="T16" fmla="*/ 77 w 153"/>
                <a:gd name="T17" fmla="*/ 115 h 115"/>
                <a:gd name="T18" fmla="*/ 85 w 153"/>
                <a:gd name="T19" fmla="*/ 114 h 115"/>
                <a:gd name="T20" fmla="*/ 153 w 153"/>
                <a:gd name="T21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" h="115">
                  <a:moveTo>
                    <a:pt x="153" y="38"/>
                  </a:moveTo>
                  <a:cubicBezTo>
                    <a:pt x="153" y="24"/>
                    <a:pt x="150" y="11"/>
                    <a:pt x="143" y="0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3" y="11"/>
                    <a:pt x="0" y="24"/>
                    <a:pt x="0" y="38"/>
                  </a:cubicBezTo>
                  <a:cubicBezTo>
                    <a:pt x="0" y="77"/>
                    <a:pt x="30" y="110"/>
                    <a:pt x="68" y="114"/>
                  </a:cubicBezTo>
                  <a:cubicBezTo>
                    <a:pt x="71" y="114"/>
                    <a:pt x="74" y="115"/>
                    <a:pt x="77" y="115"/>
                  </a:cubicBezTo>
                  <a:cubicBezTo>
                    <a:pt x="79" y="115"/>
                    <a:pt x="82" y="114"/>
                    <a:pt x="85" y="114"/>
                  </a:cubicBezTo>
                  <a:cubicBezTo>
                    <a:pt x="123" y="110"/>
                    <a:pt x="153" y="77"/>
                    <a:pt x="15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4" name="Freeform 381">
              <a:extLst>
                <a:ext uri="{FF2B5EF4-FFF2-40B4-BE49-F238E27FC236}">
                  <a16:creationId xmlns:a16="http://schemas.microsoft.com/office/drawing/2014/main" id="{599A502F-B595-A086-473F-5107C92A1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469" y="4037247"/>
              <a:ext cx="72289" cy="72289"/>
            </a:xfrm>
            <a:custGeom>
              <a:avLst/>
              <a:gdLst>
                <a:gd name="T0" fmla="*/ 31 w 32"/>
                <a:gd name="T1" fmla="*/ 31 h 32"/>
                <a:gd name="T2" fmla="*/ 24 w 32"/>
                <a:gd name="T3" fmla="*/ 9 h 32"/>
                <a:gd name="T4" fmla="*/ 1 w 32"/>
                <a:gd name="T5" fmla="*/ 2 h 32"/>
                <a:gd name="T6" fmla="*/ 8 w 32"/>
                <a:gd name="T7" fmla="*/ 24 h 32"/>
                <a:gd name="T8" fmla="*/ 31 w 32"/>
                <a:gd name="T9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31" y="31"/>
                  </a:moveTo>
                  <a:cubicBezTo>
                    <a:pt x="32" y="23"/>
                    <a:pt x="30" y="15"/>
                    <a:pt x="24" y="9"/>
                  </a:cubicBezTo>
                  <a:cubicBezTo>
                    <a:pt x="18" y="3"/>
                    <a:pt x="9" y="0"/>
                    <a:pt x="1" y="2"/>
                  </a:cubicBezTo>
                  <a:cubicBezTo>
                    <a:pt x="0" y="10"/>
                    <a:pt x="2" y="18"/>
                    <a:pt x="8" y="24"/>
                  </a:cubicBezTo>
                  <a:cubicBezTo>
                    <a:pt x="14" y="30"/>
                    <a:pt x="23" y="32"/>
                    <a:pt x="3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5" name="Freeform 382">
              <a:extLst>
                <a:ext uri="{FF2B5EF4-FFF2-40B4-BE49-F238E27FC236}">
                  <a16:creationId xmlns:a16="http://schemas.microsoft.com/office/drawing/2014/main" id="{9E35A08F-6430-3AEC-9497-A45722B3C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6624" y="4037247"/>
              <a:ext cx="73252" cy="72289"/>
            </a:xfrm>
            <a:custGeom>
              <a:avLst/>
              <a:gdLst>
                <a:gd name="T0" fmla="*/ 24 w 32"/>
                <a:gd name="T1" fmla="*/ 24 h 32"/>
                <a:gd name="T2" fmla="*/ 31 w 32"/>
                <a:gd name="T3" fmla="*/ 2 h 32"/>
                <a:gd name="T4" fmla="*/ 8 w 32"/>
                <a:gd name="T5" fmla="*/ 9 h 32"/>
                <a:gd name="T6" fmla="*/ 2 w 32"/>
                <a:gd name="T7" fmla="*/ 31 h 32"/>
                <a:gd name="T8" fmla="*/ 24 w 32"/>
                <a:gd name="T9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24" y="24"/>
                  </a:moveTo>
                  <a:cubicBezTo>
                    <a:pt x="30" y="18"/>
                    <a:pt x="32" y="10"/>
                    <a:pt x="31" y="2"/>
                  </a:cubicBezTo>
                  <a:cubicBezTo>
                    <a:pt x="23" y="0"/>
                    <a:pt x="14" y="3"/>
                    <a:pt x="8" y="9"/>
                  </a:cubicBezTo>
                  <a:cubicBezTo>
                    <a:pt x="2" y="15"/>
                    <a:pt x="0" y="23"/>
                    <a:pt x="2" y="31"/>
                  </a:cubicBezTo>
                  <a:cubicBezTo>
                    <a:pt x="9" y="32"/>
                    <a:pt x="18" y="30"/>
                    <a:pt x="2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86" name="Freeform 383">
              <a:extLst>
                <a:ext uri="{FF2B5EF4-FFF2-40B4-BE49-F238E27FC236}">
                  <a16:creationId xmlns:a16="http://schemas.microsoft.com/office/drawing/2014/main" id="{262219B4-C6A2-4201-3033-89894D8A7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469" y="4166402"/>
              <a:ext cx="204335" cy="59758"/>
            </a:xfrm>
            <a:custGeom>
              <a:avLst/>
              <a:gdLst>
                <a:gd name="T0" fmla="*/ 53 w 90"/>
                <a:gd name="T1" fmla="*/ 0 h 26"/>
                <a:gd name="T2" fmla="*/ 45 w 90"/>
                <a:gd name="T3" fmla="*/ 0 h 26"/>
                <a:gd name="T4" fmla="*/ 36 w 90"/>
                <a:gd name="T5" fmla="*/ 0 h 26"/>
                <a:gd name="T6" fmla="*/ 0 w 90"/>
                <a:gd name="T7" fmla="*/ 26 h 26"/>
                <a:gd name="T8" fmla="*/ 90 w 90"/>
                <a:gd name="T9" fmla="*/ 26 h 26"/>
                <a:gd name="T10" fmla="*/ 53 w 90"/>
                <a:gd name="T1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26">
                  <a:moveTo>
                    <a:pt x="53" y="0"/>
                  </a:moveTo>
                  <a:cubicBezTo>
                    <a:pt x="50" y="0"/>
                    <a:pt x="47" y="0"/>
                    <a:pt x="45" y="0"/>
                  </a:cubicBezTo>
                  <a:cubicBezTo>
                    <a:pt x="42" y="0"/>
                    <a:pt x="39" y="0"/>
                    <a:pt x="36" y="0"/>
                  </a:cubicBezTo>
                  <a:cubicBezTo>
                    <a:pt x="15" y="2"/>
                    <a:pt x="0" y="13"/>
                    <a:pt x="0" y="26"/>
                  </a:cubicBezTo>
                  <a:cubicBezTo>
                    <a:pt x="90" y="26"/>
                    <a:pt x="90" y="26"/>
                    <a:pt x="90" y="26"/>
                  </a:cubicBezTo>
                  <a:cubicBezTo>
                    <a:pt x="90" y="13"/>
                    <a:pt x="74" y="2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87" name="Freeform 190">
            <a:extLst>
              <a:ext uri="{FF2B5EF4-FFF2-40B4-BE49-F238E27FC236}">
                <a16:creationId xmlns:a16="http://schemas.microsoft.com/office/drawing/2014/main" id="{26254511-40FE-0FC2-D46F-50C7A149CD36}"/>
              </a:ext>
            </a:extLst>
          </p:cNvPr>
          <p:cNvSpPr>
            <a:spLocks/>
          </p:cNvSpPr>
          <p:nvPr/>
        </p:nvSpPr>
        <p:spPr bwMode="auto">
          <a:xfrm rot="21545399">
            <a:off x="10453019" y="3588902"/>
            <a:ext cx="275046" cy="271496"/>
          </a:xfrm>
          <a:custGeom>
            <a:avLst/>
            <a:gdLst>
              <a:gd name="T0" fmla="*/ 144 w 184"/>
              <a:gd name="T1" fmla="*/ 20 h 181"/>
              <a:gd name="T2" fmla="*/ 80 w 184"/>
              <a:gd name="T3" fmla="*/ 17 h 181"/>
              <a:gd name="T4" fmla="*/ 14 w 184"/>
              <a:gd name="T5" fmla="*/ 19 h 181"/>
              <a:gd name="T6" fmla="*/ 6 w 184"/>
              <a:gd name="T7" fmla="*/ 18 h 181"/>
              <a:gd name="T8" fmla="*/ 2 w 184"/>
              <a:gd name="T9" fmla="*/ 29 h 181"/>
              <a:gd name="T10" fmla="*/ 69 w 184"/>
              <a:gd name="T11" fmla="*/ 176 h 181"/>
              <a:gd name="T12" fmla="*/ 75 w 184"/>
              <a:gd name="T13" fmla="*/ 181 h 181"/>
              <a:gd name="T14" fmla="*/ 80 w 184"/>
              <a:gd name="T15" fmla="*/ 180 h 181"/>
              <a:gd name="T16" fmla="*/ 84 w 184"/>
              <a:gd name="T17" fmla="*/ 169 h 181"/>
              <a:gd name="T18" fmla="*/ 54 w 184"/>
              <a:gd name="T19" fmla="*/ 104 h 181"/>
              <a:gd name="T20" fmla="*/ 120 w 184"/>
              <a:gd name="T21" fmla="*/ 101 h 181"/>
              <a:gd name="T22" fmla="*/ 184 w 184"/>
              <a:gd name="T23" fmla="*/ 105 h 181"/>
              <a:gd name="T24" fmla="*/ 144 w 184"/>
              <a:gd name="T25" fmla="*/ 20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4" h="181">
                <a:moveTo>
                  <a:pt x="144" y="20"/>
                </a:moveTo>
                <a:cubicBezTo>
                  <a:pt x="144" y="20"/>
                  <a:pt x="111" y="32"/>
                  <a:pt x="80" y="17"/>
                </a:cubicBezTo>
                <a:cubicBezTo>
                  <a:pt x="47" y="0"/>
                  <a:pt x="31" y="3"/>
                  <a:pt x="14" y="19"/>
                </a:cubicBezTo>
                <a:cubicBezTo>
                  <a:pt x="12" y="18"/>
                  <a:pt x="9" y="17"/>
                  <a:pt x="6" y="18"/>
                </a:cubicBezTo>
                <a:cubicBezTo>
                  <a:pt x="2" y="20"/>
                  <a:pt x="0" y="25"/>
                  <a:pt x="2" y="29"/>
                </a:cubicBezTo>
                <a:cubicBezTo>
                  <a:pt x="69" y="176"/>
                  <a:pt x="69" y="176"/>
                  <a:pt x="69" y="176"/>
                </a:cubicBezTo>
                <a:cubicBezTo>
                  <a:pt x="70" y="179"/>
                  <a:pt x="73" y="180"/>
                  <a:pt x="75" y="181"/>
                </a:cubicBezTo>
                <a:cubicBezTo>
                  <a:pt x="77" y="181"/>
                  <a:pt x="78" y="181"/>
                  <a:pt x="80" y="180"/>
                </a:cubicBezTo>
                <a:cubicBezTo>
                  <a:pt x="84" y="178"/>
                  <a:pt x="86" y="173"/>
                  <a:pt x="84" y="169"/>
                </a:cubicBezTo>
                <a:cubicBezTo>
                  <a:pt x="54" y="104"/>
                  <a:pt x="54" y="104"/>
                  <a:pt x="54" y="104"/>
                </a:cubicBezTo>
                <a:cubicBezTo>
                  <a:pt x="71" y="88"/>
                  <a:pt x="87" y="85"/>
                  <a:pt x="120" y="101"/>
                </a:cubicBezTo>
                <a:cubicBezTo>
                  <a:pt x="150" y="116"/>
                  <a:pt x="184" y="105"/>
                  <a:pt x="184" y="105"/>
                </a:cubicBezTo>
                <a:lnTo>
                  <a:pt x="144" y="2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88" name="Group 191">
            <a:extLst>
              <a:ext uri="{FF2B5EF4-FFF2-40B4-BE49-F238E27FC236}">
                <a16:creationId xmlns:a16="http://schemas.microsoft.com/office/drawing/2014/main" id="{67E20C49-F994-AA47-8495-E5C39F2333D1}"/>
              </a:ext>
            </a:extLst>
          </p:cNvPr>
          <p:cNvGrpSpPr/>
          <p:nvPr/>
        </p:nvGrpSpPr>
        <p:grpSpPr>
          <a:xfrm rot="21545399">
            <a:off x="7242242" y="4189542"/>
            <a:ext cx="246367" cy="393017"/>
            <a:chOff x="3286125" y="3303588"/>
            <a:chExt cx="266700" cy="42545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89" name="Freeform 47">
              <a:extLst>
                <a:ext uri="{FF2B5EF4-FFF2-40B4-BE49-F238E27FC236}">
                  <a16:creationId xmlns:a16="http://schemas.microsoft.com/office/drawing/2014/main" id="{3DB492DD-0859-17A0-0D8D-6794B2068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86125" y="3384551"/>
              <a:ext cx="266700" cy="265113"/>
            </a:xfrm>
            <a:custGeom>
              <a:avLst/>
              <a:gdLst>
                <a:gd name="T0" fmla="*/ 50 w 100"/>
                <a:gd name="T1" fmla="*/ 0 h 99"/>
                <a:gd name="T2" fmla="*/ 0 w 100"/>
                <a:gd name="T3" fmla="*/ 50 h 99"/>
                <a:gd name="T4" fmla="*/ 50 w 100"/>
                <a:gd name="T5" fmla="*/ 99 h 99"/>
                <a:gd name="T6" fmla="*/ 100 w 100"/>
                <a:gd name="T7" fmla="*/ 50 h 99"/>
                <a:gd name="T8" fmla="*/ 50 w 100"/>
                <a:gd name="T9" fmla="*/ 0 h 99"/>
                <a:gd name="T10" fmla="*/ 50 w 100"/>
                <a:gd name="T11" fmla="*/ 90 h 99"/>
                <a:gd name="T12" fmla="*/ 10 w 100"/>
                <a:gd name="T13" fmla="*/ 50 h 99"/>
                <a:gd name="T14" fmla="*/ 50 w 100"/>
                <a:gd name="T15" fmla="*/ 10 h 99"/>
                <a:gd name="T16" fmla="*/ 90 w 100"/>
                <a:gd name="T17" fmla="*/ 50 h 99"/>
                <a:gd name="T18" fmla="*/ 50 w 100"/>
                <a:gd name="T19" fmla="*/ 9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99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7"/>
                    <a:pt x="23" y="99"/>
                    <a:pt x="50" y="99"/>
                  </a:cubicBezTo>
                  <a:cubicBezTo>
                    <a:pt x="78" y="99"/>
                    <a:pt x="100" y="77"/>
                    <a:pt x="100" y="50"/>
                  </a:cubicBezTo>
                  <a:cubicBezTo>
                    <a:pt x="100" y="22"/>
                    <a:pt x="78" y="0"/>
                    <a:pt x="50" y="0"/>
                  </a:cubicBezTo>
                  <a:close/>
                  <a:moveTo>
                    <a:pt x="50" y="90"/>
                  </a:moveTo>
                  <a:cubicBezTo>
                    <a:pt x="28" y="90"/>
                    <a:pt x="10" y="72"/>
                    <a:pt x="10" y="50"/>
                  </a:cubicBezTo>
                  <a:cubicBezTo>
                    <a:pt x="10" y="28"/>
                    <a:pt x="28" y="10"/>
                    <a:pt x="50" y="10"/>
                  </a:cubicBezTo>
                  <a:cubicBezTo>
                    <a:pt x="72" y="10"/>
                    <a:pt x="90" y="28"/>
                    <a:pt x="90" y="50"/>
                  </a:cubicBezTo>
                  <a:cubicBezTo>
                    <a:pt x="90" y="72"/>
                    <a:pt x="72" y="90"/>
                    <a:pt x="50" y="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0" name="Freeform 48">
              <a:extLst>
                <a:ext uri="{FF2B5EF4-FFF2-40B4-BE49-F238E27FC236}">
                  <a16:creationId xmlns:a16="http://schemas.microsoft.com/office/drawing/2014/main" id="{76C9D620-5A1B-6B66-C165-B3D801A09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513" y="3303588"/>
              <a:ext cx="161925" cy="74613"/>
            </a:xfrm>
            <a:custGeom>
              <a:avLst/>
              <a:gdLst>
                <a:gd name="T0" fmla="*/ 30 w 60"/>
                <a:gd name="T1" fmla="*/ 20 h 28"/>
                <a:gd name="T2" fmla="*/ 59 w 60"/>
                <a:gd name="T3" fmla="*/ 28 h 28"/>
                <a:gd name="T4" fmla="*/ 60 w 60"/>
                <a:gd name="T5" fmla="*/ 25 h 28"/>
                <a:gd name="T6" fmla="*/ 60 w 60"/>
                <a:gd name="T7" fmla="*/ 10 h 28"/>
                <a:gd name="T8" fmla="*/ 50 w 60"/>
                <a:gd name="T9" fmla="*/ 0 h 28"/>
                <a:gd name="T10" fmla="*/ 10 w 60"/>
                <a:gd name="T11" fmla="*/ 0 h 28"/>
                <a:gd name="T12" fmla="*/ 0 w 60"/>
                <a:gd name="T13" fmla="*/ 10 h 28"/>
                <a:gd name="T14" fmla="*/ 0 w 60"/>
                <a:gd name="T15" fmla="*/ 25 h 28"/>
                <a:gd name="T16" fmla="*/ 1 w 60"/>
                <a:gd name="T17" fmla="*/ 28 h 28"/>
                <a:gd name="T18" fmla="*/ 30 w 60"/>
                <a:gd name="T1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8">
                  <a:moveTo>
                    <a:pt x="30" y="20"/>
                  </a:moveTo>
                  <a:cubicBezTo>
                    <a:pt x="41" y="20"/>
                    <a:pt x="51" y="23"/>
                    <a:pt x="59" y="28"/>
                  </a:cubicBezTo>
                  <a:cubicBezTo>
                    <a:pt x="60" y="27"/>
                    <a:pt x="60" y="26"/>
                    <a:pt x="60" y="25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5"/>
                    <a:pt x="55" y="0"/>
                    <a:pt x="5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7"/>
                    <a:pt x="1" y="28"/>
                  </a:cubicBezTo>
                  <a:cubicBezTo>
                    <a:pt x="9" y="23"/>
                    <a:pt x="19" y="20"/>
                    <a:pt x="3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1" name="Freeform 49">
              <a:extLst>
                <a:ext uri="{FF2B5EF4-FFF2-40B4-BE49-F238E27FC236}">
                  <a16:creationId xmlns:a16="http://schemas.microsoft.com/office/drawing/2014/main" id="{0D9FE8AF-CF1D-1A82-D8C4-AA6CAB047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513" y="3657601"/>
              <a:ext cx="161925" cy="71438"/>
            </a:xfrm>
            <a:custGeom>
              <a:avLst/>
              <a:gdLst>
                <a:gd name="T0" fmla="*/ 30 w 60"/>
                <a:gd name="T1" fmla="*/ 7 h 27"/>
                <a:gd name="T2" fmla="*/ 1 w 60"/>
                <a:gd name="T3" fmla="*/ 0 h 27"/>
                <a:gd name="T4" fmla="*/ 0 w 60"/>
                <a:gd name="T5" fmla="*/ 2 h 27"/>
                <a:gd name="T6" fmla="*/ 0 w 60"/>
                <a:gd name="T7" fmla="*/ 17 h 27"/>
                <a:gd name="T8" fmla="*/ 10 w 60"/>
                <a:gd name="T9" fmla="*/ 27 h 27"/>
                <a:gd name="T10" fmla="*/ 50 w 60"/>
                <a:gd name="T11" fmla="*/ 27 h 27"/>
                <a:gd name="T12" fmla="*/ 60 w 60"/>
                <a:gd name="T13" fmla="*/ 17 h 27"/>
                <a:gd name="T14" fmla="*/ 60 w 60"/>
                <a:gd name="T15" fmla="*/ 2 h 27"/>
                <a:gd name="T16" fmla="*/ 59 w 60"/>
                <a:gd name="T17" fmla="*/ 0 h 27"/>
                <a:gd name="T18" fmla="*/ 30 w 60"/>
                <a:gd name="T19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27">
                  <a:moveTo>
                    <a:pt x="30" y="7"/>
                  </a:moveTo>
                  <a:cubicBezTo>
                    <a:pt x="19" y="7"/>
                    <a:pt x="9" y="5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3"/>
                    <a:pt x="5" y="27"/>
                    <a:pt x="10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5" y="27"/>
                    <a:pt x="60" y="23"/>
                    <a:pt x="60" y="17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0" y="1"/>
                    <a:pt x="59" y="0"/>
                  </a:cubicBezTo>
                  <a:cubicBezTo>
                    <a:pt x="51" y="5"/>
                    <a:pt x="41" y="7"/>
                    <a:pt x="30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2" name="Freeform 50">
              <a:extLst>
                <a:ext uri="{FF2B5EF4-FFF2-40B4-BE49-F238E27FC236}">
                  <a16:creationId xmlns:a16="http://schemas.microsoft.com/office/drawing/2014/main" id="{2427A47B-F2DA-2564-9763-96878397D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363" y="3440113"/>
              <a:ext cx="68262" cy="93663"/>
            </a:xfrm>
            <a:custGeom>
              <a:avLst/>
              <a:gdLst>
                <a:gd name="T0" fmla="*/ 20 w 25"/>
                <a:gd name="T1" fmla="*/ 25 h 35"/>
                <a:gd name="T2" fmla="*/ 10 w 25"/>
                <a:gd name="T3" fmla="*/ 25 h 35"/>
                <a:gd name="T4" fmla="*/ 10 w 25"/>
                <a:gd name="T5" fmla="*/ 5 h 35"/>
                <a:gd name="T6" fmla="*/ 5 w 25"/>
                <a:gd name="T7" fmla="*/ 0 h 35"/>
                <a:gd name="T8" fmla="*/ 0 w 25"/>
                <a:gd name="T9" fmla="*/ 5 h 35"/>
                <a:gd name="T10" fmla="*/ 0 w 25"/>
                <a:gd name="T11" fmla="*/ 30 h 35"/>
                <a:gd name="T12" fmla="*/ 5 w 25"/>
                <a:gd name="T13" fmla="*/ 35 h 35"/>
                <a:gd name="T14" fmla="*/ 20 w 25"/>
                <a:gd name="T15" fmla="*/ 35 h 35"/>
                <a:gd name="T16" fmla="*/ 25 w 25"/>
                <a:gd name="T17" fmla="*/ 30 h 35"/>
                <a:gd name="T18" fmla="*/ 20 w 25"/>
                <a:gd name="T19" fmla="*/ 2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35">
                  <a:moveTo>
                    <a:pt x="20" y="25"/>
                  </a:moveTo>
                  <a:cubicBezTo>
                    <a:pt x="10" y="25"/>
                    <a:pt x="10" y="25"/>
                    <a:pt x="10" y="2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2"/>
                    <a:pt x="2" y="35"/>
                    <a:pt x="5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3" y="35"/>
                    <a:pt x="25" y="32"/>
                    <a:pt x="25" y="30"/>
                  </a:cubicBezTo>
                  <a:cubicBezTo>
                    <a:pt x="25" y="27"/>
                    <a:pt x="23" y="25"/>
                    <a:pt x="20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293" name="Freeform 9">
            <a:extLst>
              <a:ext uri="{FF2B5EF4-FFF2-40B4-BE49-F238E27FC236}">
                <a16:creationId xmlns:a16="http://schemas.microsoft.com/office/drawing/2014/main" id="{B52BC26D-755D-1FA0-DB18-9B0CD4CDB7FD}"/>
              </a:ext>
            </a:extLst>
          </p:cNvPr>
          <p:cNvSpPr>
            <a:spLocks noEditPoints="1"/>
          </p:cNvSpPr>
          <p:nvPr/>
        </p:nvSpPr>
        <p:spPr bwMode="auto">
          <a:xfrm>
            <a:off x="7206109" y="3582514"/>
            <a:ext cx="318629" cy="284274"/>
          </a:xfrm>
          <a:custGeom>
            <a:avLst/>
            <a:gdLst>
              <a:gd name="T0" fmla="*/ 1561 w 1737"/>
              <a:gd name="T1" fmla="*/ 277 h 1548"/>
              <a:gd name="T2" fmla="*/ 1197 w 1737"/>
              <a:gd name="T3" fmla="*/ 277 h 1548"/>
              <a:gd name="T4" fmla="*/ 1197 w 1737"/>
              <a:gd name="T5" fmla="*/ 170 h 1548"/>
              <a:gd name="T6" fmla="*/ 1027 w 1737"/>
              <a:gd name="T7" fmla="*/ 0 h 1548"/>
              <a:gd name="T8" fmla="*/ 710 w 1737"/>
              <a:gd name="T9" fmla="*/ 0 h 1548"/>
              <a:gd name="T10" fmla="*/ 540 w 1737"/>
              <a:gd name="T11" fmla="*/ 170 h 1548"/>
              <a:gd name="T12" fmla="*/ 540 w 1737"/>
              <a:gd name="T13" fmla="*/ 277 h 1548"/>
              <a:gd name="T14" fmla="*/ 175 w 1737"/>
              <a:gd name="T15" fmla="*/ 277 h 1548"/>
              <a:gd name="T16" fmla="*/ 0 w 1737"/>
              <a:gd name="T17" fmla="*/ 452 h 1548"/>
              <a:gd name="T18" fmla="*/ 0 w 1737"/>
              <a:gd name="T19" fmla="*/ 1372 h 1548"/>
              <a:gd name="T20" fmla="*/ 175 w 1737"/>
              <a:gd name="T21" fmla="*/ 1548 h 1548"/>
              <a:gd name="T22" fmla="*/ 1561 w 1737"/>
              <a:gd name="T23" fmla="*/ 1548 h 1548"/>
              <a:gd name="T24" fmla="*/ 1737 w 1737"/>
              <a:gd name="T25" fmla="*/ 1372 h 1548"/>
              <a:gd name="T26" fmla="*/ 1737 w 1737"/>
              <a:gd name="T27" fmla="*/ 452 h 1548"/>
              <a:gd name="T28" fmla="*/ 1561 w 1737"/>
              <a:gd name="T29" fmla="*/ 277 h 1548"/>
              <a:gd name="T30" fmla="*/ 684 w 1737"/>
              <a:gd name="T31" fmla="*/ 170 h 1548"/>
              <a:gd name="T32" fmla="*/ 710 w 1737"/>
              <a:gd name="T33" fmla="*/ 145 h 1548"/>
              <a:gd name="T34" fmla="*/ 1027 w 1737"/>
              <a:gd name="T35" fmla="*/ 145 h 1548"/>
              <a:gd name="T36" fmla="*/ 1052 w 1737"/>
              <a:gd name="T37" fmla="*/ 170 h 1548"/>
              <a:gd name="T38" fmla="*/ 1052 w 1737"/>
              <a:gd name="T39" fmla="*/ 277 h 1548"/>
              <a:gd name="T40" fmla="*/ 684 w 1737"/>
              <a:gd name="T41" fmla="*/ 277 h 1548"/>
              <a:gd name="T42" fmla="*/ 684 w 1737"/>
              <a:gd name="T43" fmla="*/ 170 h 1548"/>
              <a:gd name="T44" fmla="*/ 175 w 1737"/>
              <a:gd name="T45" fmla="*/ 380 h 1548"/>
              <a:gd name="T46" fmla="*/ 1561 w 1737"/>
              <a:gd name="T47" fmla="*/ 380 h 1548"/>
              <a:gd name="T48" fmla="*/ 1633 w 1737"/>
              <a:gd name="T49" fmla="*/ 452 h 1548"/>
              <a:gd name="T50" fmla="*/ 1633 w 1737"/>
              <a:gd name="T51" fmla="*/ 852 h 1548"/>
              <a:gd name="T52" fmla="*/ 999 w 1737"/>
              <a:gd name="T53" fmla="*/ 852 h 1548"/>
              <a:gd name="T54" fmla="*/ 999 w 1737"/>
              <a:gd name="T55" fmla="*/ 819 h 1548"/>
              <a:gd name="T56" fmla="*/ 938 w 1737"/>
              <a:gd name="T57" fmla="*/ 757 h 1548"/>
              <a:gd name="T58" fmla="*/ 799 w 1737"/>
              <a:gd name="T59" fmla="*/ 757 h 1548"/>
              <a:gd name="T60" fmla="*/ 737 w 1737"/>
              <a:gd name="T61" fmla="*/ 819 h 1548"/>
              <a:gd name="T62" fmla="*/ 737 w 1737"/>
              <a:gd name="T63" fmla="*/ 852 h 1548"/>
              <a:gd name="T64" fmla="*/ 103 w 1737"/>
              <a:gd name="T65" fmla="*/ 852 h 1548"/>
              <a:gd name="T66" fmla="*/ 103 w 1737"/>
              <a:gd name="T67" fmla="*/ 452 h 1548"/>
              <a:gd name="T68" fmla="*/ 175 w 1737"/>
              <a:gd name="T69" fmla="*/ 380 h 1548"/>
              <a:gd name="T70" fmla="*/ 789 w 1737"/>
              <a:gd name="T71" fmla="*/ 819 h 1548"/>
              <a:gd name="T72" fmla="*/ 799 w 1737"/>
              <a:gd name="T73" fmla="*/ 809 h 1548"/>
              <a:gd name="T74" fmla="*/ 938 w 1737"/>
              <a:gd name="T75" fmla="*/ 809 h 1548"/>
              <a:gd name="T76" fmla="*/ 948 w 1737"/>
              <a:gd name="T77" fmla="*/ 819 h 1548"/>
              <a:gd name="T78" fmla="*/ 948 w 1737"/>
              <a:gd name="T79" fmla="*/ 958 h 1548"/>
              <a:gd name="T80" fmla="*/ 938 w 1737"/>
              <a:gd name="T81" fmla="*/ 968 h 1548"/>
              <a:gd name="T82" fmla="*/ 799 w 1737"/>
              <a:gd name="T83" fmla="*/ 968 h 1548"/>
              <a:gd name="T84" fmla="*/ 789 w 1737"/>
              <a:gd name="T85" fmla="*/ 958 h 1548"/>
              <a:gd name="T86" fmla="*/ 789 w 1737"/>
              <a:gd name="T87" fmla="*/ 819 h 1548"/>
              <a:gd name="T88" fmla="*/ 1561 w 1737"/>
              <a:gd name="T89" fmla="*/ 1444 h 1548"/>
              <a:gd name="T90" fmla="*/ 175 w 1737"/>
              <a:gd name="T91" fmla="*/ 1444 h 1548"/>
              <a:gd name="T92" fmla="*/ 103 w 1737"/>
              <a:gd name="T93" fmla="*/ 1372 h 1548"/>
              <a:gd name="T94" fmla="*/ 103 w 1737"/>
              <a:gd name="T95" fmla="*/ 904 h 1548"/>
              <a:gd name="T96" fmla="*/ 737 w 1737"/>
              <a:gd name="T97" fmla="*/ 904 h 1548"/>
              <a:gd name="T98" fmla="*/ 737 w 1737"/>
              <a:gd name="T99" fmla="*/ 958 h 1548"/>
              <a:gd name="T100" fmla="*/ 799 w 1737"/>
              <a:gd name="T101" fmla="*/ 1019 h 1548"/>
              <a:gd name="T102" fmla="*/ 938 w 1737"/>
              <a:gd name="T103" fmla="*/ 1019 h 1548"/>
              <a:gd name="T104" fmla="*/ 999 w 1737"/>
              <a:gd name="T105" fmla="*/ 958 h 1548"/>
              <a:gd name="T106" fmla="*/ 999 w 1737"/>
              <a:gd name="T107" fmla="*/ 904 h 1548"/>
              <a:gd name="T108" fmla="*/ 1633 w 1737"/>
              <a:gd name="T109" fmla="*/ 904 h 1548"/>
              <a:gd name="T110" fmla="*/ 1633 w 1737"/>
              <a:gd name="T111" fmla="*/ 1372 h 1548"/>
              <a:gd name="T112" fmla="*/ 1561 w 1737"/>
              <a:gd name="T113" fmla="*/ 1444 h 1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737" h="1548">
                <a:moveTo>
                  <a:pt x="1561" y="277"/>
                </a:moveTo>
                <a:cubicBezTo>
                  <a:pt x="1197" y="277"/>
                  <a:pt x="1197" y="277"/>
                  <a:pt x="1197" y="277"/>
                </a:cubicBezTo>
                <a:cubicBezTo>
                  <a:pt x="1197" y="170"/>
                  <a:pt x="1197" y="170"/>
                  <a:pt x="1197" y="170"/>
                </a:cubicBezTo>
                <a:cubicBezTo>
                  <a:pt x="1197" y="77"/>
                  <a:pt x="1120" y="0"/>
                  <a:pt x="1027" y="0"/>
                </a:cubicBezTo>
                <a:cubicBezTo>
                  <a:pt x="710" y="0"/>
                  <a:pt x="710" y="0"/>
                  <a:pt x="710" y="0"/>
                </a:cubicBezTo>
                <a:cubicBezTo>
                  <a:pt x="616" y="0"/>
                  <a:pt x="540" y="77"/>
                  <a:pt x="540" y="170"/>
                </a:cubicBezTo>
                <a:cubicBezTo>
                  <a:pt x="540" y="277"/>
                  <a:pt x="540" y="277"/>
                  <a:pt x="540" y="277"/>
                </a:cubicBezTo>
                <a:cubicBezTo>
                  <a:pt x="175" y="277"/>
                  <a:pt x="175" y="277"/>
                  <a:pt x="175" y="277"/>
                </a:cubicBezTo>
                <a:cubicBezTo>
                  <a:pt x="78" y="277"/>
                  <a:pt x="0" y="356"/>
                  <a:pt x="0" y="452"/>
                </a:cubicBezTo>
                <a:cubicBezTo>
                  <a:pt x="0" y="1372"/>
                  <a:pt x="0" y="1372"/>
                  <a:pt x="0" y="1372"/>
                </a:cubicBezTo>
                <a:cubicBezTo>
                  <a:pt x="0" y="1469"/>
                  <a:pt x="78" y="1548"/>
                  <a:pt x="175" y="1548"/>
                </a:cubicBezTo>
                <a:cubicBezTo>
                  <a:pt x="1561" y="1548"/>
                  <a:pt x="1561" y="1548"/>
                  <a:pt x="1561" y="1548"/>
                </a:cubicBezTo>
                <a:cubicBezTo>
                  <a:pt x="1658" y="1548"/>
                  <a:pt x="1737" y="1469"/>
                  <a:pt x="1737" y="1372"/>
                </a:cubicBezTo>
                <a:cubicBezTo>
                  <a:pt x="1737" y="452"/>
                  <a:pt x="1737" y="452"/>
                  <a:pt x="1737" y="452"/>
                </a:cubicBezTo>
                <a:cubicBezTo>
                  <a:pt x="1737" y="356"/>
                  <a:pt x="1658" y="277"/>
                  <a:pt x="1561" y="277"/>
                </a:cubicBezTo>
                <a:close/>
                <a:moveTo>
                  <a:pt x="684" y="170"/>
                </a:moveTo>
                <a:cubicBezTo>
                  <a:pt x="684" y="156"/>
                  <a:pt x="696" y="145"/>
                  <a:pt x="710" y="145"/>
                </a:cubicBezTo>
                <a:cubicBezTo>
                  <a:pt x="1027" y="145"/>
                  <a:pt x="1027" y="145"/>
                  <a:pt x="1027" y="145"/>
                </a:cubicBezTo>
                <a:cubicBezTo>
                  <a:pt x="1041" y="145"/>
                  <a:pt x="1052" y="156"/>
                  <a:pt x="1052" y="170"/>
                </a:cubicBezTo>
                <a:cubicBezTo>
                  <a:pt x="1052" y="277"/>
                  <a:pt x="1052" y="277"/>
                  <a:pt x="1052" y="277"/>
                </a:cubicBezTo>
                <a:cubicBezTo>
                  <a:pt x="684" y="277"/>
                  <a:pt x="684" y="277"/>
                  <a:pt x="684" y="277"/>
                </a:cubicBezTo>
                <a:lnTo>
                  <a:pt x="684" y="170"/>
                </a:lnTo>
                <a:close/>
                <a:moveTo>
                  <a:pt x="175" y="380"/>
                </a:moveTo>
                <a:cubicBezTo>
                  <a:pt x="1561" y="380"/>
                  <a:pt x="1561" y="380"/>
                  <a:pt x="1561" y="380"/>
                </a:cubicBezTo>
                <a:cubicBezTo>
                  <a:pt x="1601" y="380"/>
                  <a:pt x="1633" y="413"/>
                  <a:pt x="1633" y="452"/>
                </a:cubicBezTo>
                <a:cubicBezTo>
                  <a:pt x="1633" y="852"/>
                  <a:pt x="1633" y="852"/>
                  <a:pt x="1633" y="852"/>
                </a:cubicBezTo>
                <a:cubicBezTo>
                  <a:pt x="999" y="852"/>
                  <a:pt x="999" y="852"/>
                  <a:pt x="999" y="852"/>
                </a:cubicBezTo>
                <a:cubicBezTo>
                  <a:pt x="999" y="819"/>
                  <a:pt x="999" y="819"/>
                  <a:pt x="999" y="819"/>
                </a:cubicBezTo>
                <a:cubicBezTo>
                  <a:pt x="999" y="785"/>
                  <a:pt x="972" y="757"/>
                  <a:pt x="938" y="757"/>
                </a:cubicBezTo>
                <a:cubicBezTo>
                  <a:pt x="799" y="757"/>
                  <a:pt x="799" y="757"/>
                  <a:pt x="799" y="757"/>
                </a:cubicBezTo>
                <a:cubicBezTo>
                  <a:pt x="765" y="757"/>
                  <a:pt x="737" y="785"/>
                  <a:pt x="737" y="819"/>
                </a:cubicBezTo>
                <a:cubicBezTo>
                  <a:pt x="737" y="852"/>
                  <a:pt x="737" y="852"/>
                  <a:pt x="737" y="852"/>
                </a:cubicBezTo>
                <a:cubicBezTo>
                  <a:pt x="103" y="852"/>
                  <a:pt x="103" y="852"/>
                  <a:pt x="103" y="852"/>
                </a:cubicBezTo>
                <a:cubicBezTo>
                  <a:pt x="103" y="452"/>
                  <a:pt x="103" y="452"/>
                  <a:pt x="103" y="452"/>
                </a:cubicBezTo>
                <a:cubicBezTo>
                  <a:pt x="103" y="413"/>
                  <a:pt x="135" y="380"/>
                  <a:pt x="175" y="380"/>
                </a:cubicBezTo>
                <a:close/>
                <a:moveTo>
                  <a:pt x="789" y="819"/>
                </a:moveTo>
                <a:cubicBezTo>
                  <a:pt x="789" y="813"/>
                  <a:pt x="793" y="809"/>
                  <a:pt x="799" y="809"/>
                </a:cubicBezTo>
                <a:cubicBezTo>
                  <a:pt x="938" y="809"/>
                  <a:pt x="938" y="809"/>
                  <a:pt x="938" y="809"/>
                </a:cubicBezTo>
                <a:cubicBezTo>
                  <a:pt x="943" y="809"/>
                  <a:pt x="948" y="813"/>
                  <a:pt x="948" y="819"/>
                </a:cubicBezTo>
                <a:cubicBezTo>
                  <a:pt x="948" y="958"/>
                  <a:pt x="948" y="958"/>
                  <a:pt x="948" y="958"/>
                </a:cubicBezTo>
                <a:cubicBezTo>
                  <a:pt x="948" y="963"/>
                  <a:pt x="943" y="968"/>
                  <a:pt x="938" y="968"/>
                </a:cubicBezTo>
                <a:cubicBezTo>
                  <a:pt x="799" y="968"/>
                  <a:pt x="799" y="968"/>
                  <a:pt x="799" y="968"/>
                </a:cubicBezTo>
                <a:cubicBezTo>
                  <a:pt x="793" y="968"/>
                  <a:pt x="789" y="963"/>
                  <a:pt x="789" y="958"/>
                </a:cubicBezTo>
                <a:lnTo>
                  <a:pt x="789" y="819"/>
                </a:lnTo>
                <a:close/>
                <a:moveTo>
                  <a:pt x="1561" y="1444"/>
                </a:moveTo>
                <a:cubicBezTo>
                  <a:pt x="175" y="1444"/>
                  <a:pt x="175" y="1444"/>
                  <a:pt x="175" y="1444"/>
                </a:cubicBezTo>
                <a:cubicBezTo>
                  <a:pt x="135" y="1444"/>
                  <a:pt x="103" y="1412"/>
                  <a:pt x="103" y="1372"/>
                </a:cubicBezTo>
                <a:cubicBezTo>
                  <a:pt x="103" y="904"/>
                  <a:pt x="103" y="904"/>
                  <a:pt x="103" y="904"/>
                </a:cubicBezTo>
                <a:cubicBezTo>
                  <a:pt x="737" y="904"/>
                  <a:pt x="737" y="904"/>
                  <a:pt x="737" y="904"/>
                </a:cubicBezTo>
                <a:cubicBezTo>
                  <a:pt x="737" y="958"/>
                  <a:pt x="737" y="958"/>
                  <a:pt x="737" y="958"/>
                </a:cubicBezTo>
                <a:cubicBezTo>
                  <a:pt x="737" y="992"/>
                  <a:pt x="765" y="1019"/>
                  <a:pt x="799" y="1019"/>
                </a:cubicBezTo>
                <a:cubicBezTo>
                  <a:pt x="938" y="1019"/>
                  <a:pt x="938" y="1019"/>
                  <a:pt x="938" y="1019"/>
                </a:cubicBezTo>
                <a:cubicBezTo>
                  <a:pt x="972" y="1019"/>
                  <a:pt x="999" y="992"/>
                  <a:pt x="999" y="958"/>
                </a:cubicBezTo>
                <a:cubicBezTo>
                  <a:pt x="999" y="904"/>
                  <a:pt x="999" y="904"/>
                  <a:pt x="999" y="904"/>
                </a:cubicBezTo>
                <a:cubicBezTo>
                  <a:pt x="1633" y="904"/>
                  <a:pt x="1633" y="904"/>
                  <a:pt x="1633" y="904"/>
                </a:cubicBezTo>
                <a:cubicBezTo>
                  <a:pt x="1633" y="1372"/>
                  <a:pt x="1633" y="1372"/>
                  <a:pt x="1633" y="1372"/>
                </a:cubicBezTo>
                <a:cubicBezTo>
                  <a:pt x="1633" y="1412"/>
                  <a:pt x="1601" y="1444"/>
                  <a:pt x="1561" y="144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294" name="Group 197">
            <a:extLst>
              <a:ext uri="{FF2B5EF4-FFF2-40B4-BE49-F238E27FC236}">
                <a16:creationId xmlns:a16="http://schemas.microsoft.com/office/drawing/2014/main" id="{E46995E6-7621-ADD4-806A-5FDBDB463657}"/>
              </a:ext>
            </a:extLst>
          </p:cNvPr>
          <p:cNvGrpSpPr/>
          <p:nvPr/>
        </p:nvGrpSpPr>
        <p:grpSpPr>
          <a:xfrm>
            <a:off x="2218908" y="4865893"/>
            <a:ext cx="377609" cy="361935"/>
            <a:chOff x="5151438" y="2524125"/>
            <a:chExt cx="1262063" cy="1209676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95" name="Freeform 11">
              <a:extLst>
                <a:ext uri="{FF2B5EF4-FFF2-40B4-BE49-F238E27FC236}">
                  <a16:creationId xmlns:a16="http://schemas.microsoft.com/office/drawing/2014/main" id="{C679CFC2-893C-994A-425B-2198F85D3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5138" y="2524125"/>
              <a:ext cx="482600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3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3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9"/>
                    <a:pt x="95" y="149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2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6" name="Freeform 12">
              <a:extLst>
                <a:ext uri="{FF2B5EF4-FFF2-40B4-BE49-F238E27FC236}">
                  <a16:creationId xmlns:a16="http://schemas.microsoft.com/office/drawing/2014/main" id="{B2E06BBA-B8A6-B18F-7FA8-FCE56DC4C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248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5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7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5" y="63"/>
                    <a:pt x="65" y="63"/>
                    <a:pt x="65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6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7" name="Freeform 13">
              <a:extLst>
                <a:ext uri="{FF2B5EF4-FFF2-40B4-BE49-F238E27FC236}">
                  <a16:creationId xmlns:a16="http://schemas.microsoft.com/office/drawing/2014/main" id="{405569AA-F3E0-4319-55F7-7BAA9820B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1438" y="2805113"/>
              <a:ext cx="481013" cy="457200"/>
            </a:xfrm>
            <a:custGeom>
              <a:avLst/>
              <a:gdLst>
                <a:gd name="T0" fmla="*/ 100 w 192"/>
                <a:gd name="T1" fmla="*/ 150 h 182"/>
                <a:gd name="T2" fmla="*/ 93 w 192"/>
                <a:gd name="T3" fmla="*/ 150 h 182"/>
                <a:gd name="T4" fmla="*/ 40 w 192"/>
                <a:gd name="T5" fmla="*/ 181 h 182"/>
                <a:gd name="T6" fmla="*/ 37 w 192"/>
                <a:gd name="T7" fmla="*/ 179 h 182"/>
                <a:gd name="T8" fmla="*/ 51 w 192"/>
                <a:gd name="T9" fmla="*/ 119 h 182"/>
                <a:gd name="T10" fmla="*/ 48 w 192"/>
                <a:gd name="T11" fmla="*/ 112 h 182"/>
                <a:gd name="T12" fmla="*/ 2 w 192"/>
                <a:gd name="T13" fmla="*/ 72 h 182"/>
                <a:gd name="T14" fmla="*/ 3 w 192"/>
                <a:gd name="T15" fmla="*/ 69 h 182"/>
                <a:gd name="T16" fmla="*/ 64 w 192"/>
                <a:gd name="T17" fmla="*/ 63 h 182"/>
                <a:gd name="T18" fmla="*/ 70 w 192"/>
                <a:gd name="T19" fmla="*/ 59 h 182"/>
                <a:gd name="T20" fmla="*/ 95 w 192"/>
                <a:gd name="T21" fmla="*/ 2 h 182"/>
                <a:gd name="T22" fmla="*/ 98 w 192"/>
                <a:gd name="T23" fmla="*/ 2 h 182"/>
                <a:gd name="T24" fmla="*/ 122 w 192"/>
                <a:gd name="T25" fmla="*/ 59 h 182"/>
                <a:gd name="T26" fmla="*/ 128 w 192"/>
                <a:gd name="T27" fmla="*/ 63 h 182"/>
                <a:gd name="T28" fmla="*/ 189 w 192"/>
                <a:gd name="T29" fmla="*/ 69 h 182"/>
                <a:gd name="T30" fmla="*/ 190 w 192"/>
                <a:gd name="T31" fmla="*/ 72 h 182"/>
                <a:gd name="T32" fmla="*/ 144 w 192"/>
                <a:gd name="T33" fmla="*/ 112 h 182"/>
                <a:gd name="T34" fmla="*/ 142 w 192"/>
                <a:gd name="T35" fmla="*/ 119 h 182"/>
                <a:gd name="T36" fmla="*/ 155 w 192"/>
                <a:gd name="T37" fmla="*/ 179 h 182"/>
                <a:gd name="T38" fmla="*/ 153 w 192"/>
                <a:gd name="T39" fmla="*/ 181 h 182"/>
                <a:gd name="T40" fmla="*/ 100 w 192"/>
                <a:gd name="T41" fmla="*/ 15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2">
                  <a:moveTo>
                    <a:pt x="100" y="150"/>
                  </a:moveTo>
                  <a:cubicBezTo>
                    <a:pt x="98" y="148"/>
                    <a:pt x="95" y="148"/>
                    <a:pt x="93" y="150"/>
                  </a:cubicBezTo>
                  <a:cubicBezTo>
                    <a:pt x="40" y="181"/>
                    <a:pt x="40" y="181"/>
                    <a:pt x="40" y="181"/>
                  </a:cubicBezTo>
                  <a:cubicBezTo>
                    <a:pt x="38" y="182"/>
                    <a:pt x="36" y="181"/>
                    <a:pt x="37" y="179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51" y="117"/>
                    <a:pt x="50" y="114"/>
                    <a:pt x="48" y="11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1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7" y="63"/>
                    <a:pt x="69" y="61"/>
                    <a:pt x="70" y="59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0"/>
                    <a:pt x="97" y="0"/>
                    <a:pt x="98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6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2" y="69"/>
                    <a:pt x="192" y="70"/>
                    <a:pt x="190" y="7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2" y="114"/>
                    <a:pt x="141" y="117"/>
                    <a:pt x="142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1"/>
                    <a:pt x="155" y="182"/>
                    <a:pt x="153" y="181"/>
                  </a:cubicBezTo>
                  <a:lnTo>
                    <a:pt x="100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8" name="Freeform 14">
              <a:extLst>
                <a:ext uri="{FF2B5EF4-FFF2-40B4-BE49-F238E27FC236}">
                  <a16:creationId xmlns:a16="http://schemas.microsoft.com/office/drawing/2014/main" id="{C205736E-ABA5-7BEA-6F59-0FB5EE477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8026" y="3275013"/>
              <a:ext cx="482600" cy="458788"/>
            </a:xfrm>
            <a:custGeom>
              <a:avLst/>
              <a:gdLst>
                <a:gd name="T0" fmla="*/ 99 w 192"/>
                <a:gd name="T1" fmla="*/ 150 h 183"/>
                <a:gd name="T2" fmla="*/ 92 w 192"/>
                <a:gd name="T3" fmla="*/ 150 h 183"/>
                <a:gd name="T4" fmla="*/ 39 w 192"/>
                <a:gd name="T5" fmla="*/ 181 h 183"/>
                <a:gd name="T6" fmla="*/ 37 w 192"/>
                <a:gd name="T7" fmla="*/ 179 h 183"/>
                <a:gd name="T8" fmla="*/ 50 w 192"/>
                <a:gd name="T9" fmla="*/ 119 h 183"/>
                <a:gd name="T10" fmla="*/ 48 w 192"/>
                <a:gd name="T11" fmla="*/ 113 h 183"/>
                <a:gd name="T12" fmla="*/ 2 w 192"/>
                <a:gd name="T13" fmla="*/ 72 h 183"/>
                <a:gd name="T14" fmla="*/ 3 w 192"/>
                <a:gd name="T15" fmla="*/ 69 h 183"/>
                <a:gd name="T16" fmla="*/ 64 w 192"/>
                <a:gd name="T17" fmla="*/ 63 h 183"/>
                <a:gd name="T18" fmla="*/ 70 w 192"/>
                <a:gd name="T19" fmla="*/ 59 h 183"/>
                <a:gd name="T20" fmla="*/ 94 w 192"/>
                <a:gd name="T21" fmla="*/ 2 h 183"/>
                <a:gd name="T22" fmla="*/ 97 w 192"/>
                <a:gd name="T23" fmla="*/ 2 h 183"/>
                <a:gd name="T24" fmla="*/ 122 w 192"/>
                <a:gd name="T25" fmla="*/ 59 h 183"/>
                <a:gd name="T26" fmla="*/ 128 w 192"/>
                <a:gd name="T27" fmla="*/ 63 h 183"/>
                <a:gd name="T28" fmla="*/ 189 w 192"/>
                <a:gd name="T29" fmla="*/ 69 h 183"/>
                <a:gd name="T30" fmla="*/ 190 w 192"/>
                <a:gd name="T31" fmla="*/ 72 h 183"/>
                <a:gd name="T32" fmla="*/ 144 w 192"/>
                <a:gd name="T33" fmla="*/ 113 h 183"/>
                <a:gd name="T34" fmla="*/ 141 w 192"/>
                <a:gd name="T35" fmla="*/ 119 h 183"/>
                <a:gd name="T36" fmla="*/ 155 w 192"/>
                <a:gd name="T37" fmla="*/ 179 h 183"/>
                <a:gd name="T38" fmla="*/ 152 w 192"/>
                <a:gd name="T39" fmla="*/ 181 h 183"/>
                <a:gd name="T40" fmla="*/ 99 w 192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2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7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1" y="117"/>
                    <a:pt x="50" y="114"/>
                    <a:pt x="48" y="113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0" y="70"/>
                    <a:pt x="0" y="69"/>
                    <a:pt x="3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7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3" y="61"/>
                    <a:pt x="125" y="63"/>
                    <a:pt x="128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2" y="70"/>
                    <a:pt x="190" y="72"/>
                  </a:cubicBezTo>
                  <a:cubicBezTo>
                    <a:pt x="144" y="113"/>
                    <a:pt x="144" y="113"/>
                    <a:pt x="144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6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299" name="Freeform 15">
              <a:extLst>
                <a:ext uri="{FF2B5EF4-FFF2-40B4-BE49-F238E27FC236}">
                  <a16:creationId xmlns:a16="http://schemas.microsoft.com/office/drawing/2014/main" id="{3F306AB6-8924-6528-124D-670C07240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3838" y="3275013"/>
              <a:ext cx="479425" cy="458788"/>
            </a:xfrm>
            <a:custGeom>
              <a:avLst/>
              <a:gdLst>
                <a:gd name="T0" fmla="*/ 99 w 191"/>
                <a:gd name="T1" fmla="*/ 150 h 183"/>
                <a:gd name="T2" fmla="*/ 92 w 191"/>
                <a:gd name="T3" fmla="*/ 150 h 183"/>
                <a:gd name="T4" fmla="*/ 39 w 191"/>
                <a:gd name="T5" fmla="*/ 181 h 183"/>
                <a:gd name="T6" fmla="*/ 36 w 191"/>
                <a:gd name="T7" fmla="*/ 179 h 183"/>
                <a:gd name="T8" fmla="*/ 50 w 191"/>
                <a:gd name="T9" fmla="*/ 119 h 183"/>
                <a:gd name="T10" fmla="*/ 48 w 191"/>
                <a:gd name="T11" fmla="*/ 113 h 183"/>
                <a:gd name="T12" fmla="*/ 1 w 191"/>
                <a:gd name="T13" fmla="*/ 72 h 183"/>
                <a:gd name="T14" fmla="*/ 2 w 191"/>
                <a:gd name="T15" fmla="*/ 69 h 183"/>
                <a:gd name="T16" fmla="*/ 64 w 191"/>
                <a:gd name="T17" fmla="*/ 63 h 183"/>
                <a:gd name="T18" fmla="*/ 70 w 191"/>
                <a:gd name="T19" fmla="*/ 59 h 183"/>
                <a:gd name="T20" fmla="*/ 94 w 191"/>
                <a:gd name="T21" fmla="*/ 2 h 183"/>
                <a:gd name="T22" fmla="*/ 97 w 191"/>
                <a:gd name="T23" fmla="*/ 2 h 183"/>
                <a:gd name="T24" fmla="*/ 122 w 191"/>
                <a:gd name="T25" fmla="*/ 59 h 183"/>
                <a:gd name="T26" fmla="*/ 127 w 191"/>
                <a:gd name="T27" fmla="*/ 63 h 183"/>
                <a:gd name="T28" fmla="*/ 189 w 191"/>
                <a:gd name="T29" fmla="*/ 69 h 183"/>
                <a:gd name="T30" fmla="*/ 190 w 191"/>
                <a:gd name="T31" fmla="*/ 72 h 183"/>
                <a:gd name="T32" fmla="*/ 143 w 191"/>
                <a:gd name="T33" fmla="*/ 113 h 183"/>
                <a:gd name="T34" fmla="*/ 141 w 191"/>
                <a:gd name="T35" fmla="*/ 119 h 183"/>
                <a:gd name="T36" fmla="*/ 155 w 191"/>
                <a:gd name="T37" fmla="*/ 179 h 183"/>
                <a:gd name="T38" fmla="*/ 152 w 191"/>
                <a:gd name="T39" fmla="*/ 181 h 183"/>
                <a:gd name="T40" fmla="*/ 99 w 191"/>
                <a:gd name="T41" fmla="*/ 15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1" h="183">
                  <a:moveTo>
                    <a:pt x="99" y="150"/>
                  </a:moveTo>
                  <a:cubicBezTo>
                    <a:pt x="97" y="149"/>
                    <a:pt x="94" y="149"/>
                    <a:pt x="92" y="150"/>
                  </a:cubicBezTo>
                  <a:cubicBezTo>
                    <a:pt x="39" y="181"/>
                    <a:pt x="39" y="181"/>
                    <a:pt x="39" y="181"/>
                  </a:cubicBezTo>
                  <a:cubicBezTo>
                    <a:pt x="37" y="183"/>
                    <a:pt x="36" y="182"/>
                    <a:pt x="36" y="179"/>
                  </a:cubicBezTo>
                  <a:cubicBezTo>
                    <a:pt x="50" y="119"/>
                    <a:pt x="50" y="119"/>
                    <a:pt x="50" y="119"/>
                  </a:cubicBezTo>
                  <a:cubicBezTo>
                    <a:pt x="50" y="117"/>
                    <a:pt x="49" y="114"/>
                    <a:pt x="48" y="113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70"/>
                    <a:pt x="0" y="69"/>
                    <a:pt x="2" y="69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6" y="63"/>
                    <a:pt x="69" y="61"/>
                    <a:pt x="70" y="59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5" y="0"/>
                    <a:pt x="96" y="0"/>
                    <a:pt x="97" y="2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61"/>
                    <a:pt x="125" y="63"/>
                    <a:pt x="127" y="63"/>
                  </a:cubicBezTo>
                  <a:cubicBezTo>
                    <a:pt x="189" y="69"/>
                    <a:pt x="189" y="69"/>
                    <a:pt x="189" y="69"/>
                  </a:cubicBezTo>
                  <a:cubicBezTo>
                    <a:pt x="191" y="69"/>
                    <a:pt x="191" y="70"/>
                    <a:pt x="190" y="7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2" y="114"/>
                    <a:pt x="141" y="117"/>
                    <a:pt x="141" y="119"/>
                  </a:cubicBezTo>
                  <a:cubicBezTo>
                    <a:pt x="155" y="179"/>
                    <a:pt x="155" y="179"/>
                    <a:pt x="155" y="179"/>
                  </a:cubicBezTo>
                  <a:cubicBezTo>
                    <a:pt x="155" y="182"/>
                    <a:pt x="154" y="183"/>
                    <a:pt x="152" y="181"/>
                  </a:cubicBezTo>
                  <a:lnTo>
                    <a:pt x="99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00" name="Freeform 13">
            <a:extLst>
              <a:ext uri="{FF2B5EF4-FFF2-40B4-BE49-F238E27FC236}">
                <a16:creationId xmlns:a16="http://schemas.microsoft.com/office/drawing/2014/main" id="{78B01012-F4CF-D6C2-CC0C-18FF1DB85891}"/>
              </a:ext>
            </a:extLst>
          </p:cNvPr>
          <p:cNvSpPr>
            <a:spLocks noEditPoints="1"/>
          </p:cNvSpPr>
          <p:nvPr/>
        </p:nvSpPr>
        <p:spPr bwMode="auto">
          <a:xfrm>
            <a:off x="8746033" y="2250962"/>
            <a:ext cx="339527" cy="339526"/>
          </a:xfrm>
          <a:custGeom>
            <a:avLst/>
            <a:gdLst>
              <a:gd name="T0" fmla="*/ 341 w 2328"/>
              <a:gd name="T1" fmla="*/ 341 h 2328"/>
              <a:gd name="T2" fmla="*/ 341 w 2328"/>
              <a:gd name="T3" fmla="*/ 1987 h 2328"/>
              <a:gd name="T4" fmla="*/ 1987 w 2328"/>
              <a:gd name="T5" fmla="*/ 1987 h 2328"/>
              <a:gd name="T6" fmla="*/ 1987 w 2328"/>
              <a:gd name="T7" fmla="*/ 341 h 2328"/>
              <a:gd name="T8" fmla="*/ 2040 w 2328"/>
              <a:gd name="T9" fmla="*/ 637 h 2328"/>
              <a:gd name="T10" fmla="*/ 1640 w 2328"/>
              <a:gd name="T11" fmla="*/ 423 h 2328"/>
              <a:gd name="T12" fmla="*/ 1341 w 2328"/>
              <a:gd name="T13" fmla="*/ 157 h 2328"/>
              <a:gd name="T14" fmla="*/ 2040 w 2328"/>
              <a:gd name="T15" fmla="*/ 637 h 2328"/>
              <a:gd name="T16" fmla="*/ 1700 w 2328"/>
              <a:gd name="T17" fmla="*/ 1672 h 2328"/>
              <a:gd name="T18" fmla="*/ 2185 w 2328"/>
              <a:gd name="T19" fmla="*/ 1199 h 2328"/>
              <a:gd name="T20" fmla="*/ 1204 w 2328"/>
              <a:gd name="T21" fmla="*/ 2185 h 2328"/>
              <a:gd name="T22" fmla="*/ 1200 w 2328"/>
              <a:gd name="T23" fmla="*/ 1935 h 2328"/>
              <a:gd name="T24" fmla="*/ 1552 w 2328"/>
              <a:gd name="T25" fmla="*/ 1787 h 2328"/>
              <a:gd name="T26" fmla="*/ 775 w 2328"/>
              <a:gd name="T27" fmla="*/ 1787 h 2328"/>
              <a:gd name="T28" fmla="*/ 1128 w 2328"/>
              <a:gd name="T29" fmla="*/ 1935 h 2328"/>
              <a:gd name="T30" fmla="*/ 1124 w 2328"/>
              <a:gd name="T31" fmla="*/ 2185 h 2328"/>
              <a:gd name="T32" fmla="*/ 229 w 2328"/>
              <a:gd name="T33" fmla="*/ 751 h 2328"/>
              <a:gd name="T34" fmla="*/ 532 w 2328"/>
              <a:gd name="T35" fmla="*/ 991 h 2328"/>
              <a:gd name="T36" fmla="*/ 143 w 2328"/>
              <a:gd name="T37" fmla="*/ 1129 h 2328"/>
              <a:gd name="T38" fmla="*/ 1124 w 2328"/>
              <a:gd name="T39" fmla="*/ 143 h 2328"/>
              <a:gd name="T40" fmla="*/ 1128 w 2328"/>
              <a:gd name="T41" fmla="*/ 518 h 2328"/>
              <a:gd name="T42" fmla="*/ 1124 w 2328"/>
              <a:gd name="T43" fmla="*/ 143 h 2328"/>
              <a:gd name="T44" fmla="*/ 1478 w 2328"/>
              <a:gd name="T45" fmla="*/ 533 h 2328"/>
              <a:gd name="T46" fmla="*/ 1200 w 2328"/>
              <a:gd name="T47" fmla="*/ 143 h 2328"/>
              <a:gd name="T48" fmla="*/ 1513 w 2328"/>
              <a:gd name="T49" fmla="*/ 478 h 2328"/>
              <a:gd name="T50" fmla="*/ 1467 w 2328"/>
              <a:gd name="T51" fmla="*/ 624 h 2328"/>
              <a:gd name="T52" fmla="*/ 1661 w 2328"/>
              <a:gd name="T53" fmla="*/ 772 h 2328"/>
              <a:gd name="T54" fmla="*/ 1200 w 2328"/>
              <a:gd name="T55" fmla="*/ 1129 h 2328"/>
              <a:gd name="T56" fmla="*/ 1720 w 2328"/>
              <a:gd name="T57" fmla="*/ 598 h 2328"/>
              <a:gd name="T58" fmla="*/ 1560 w 2328"/>
              <a:gd name="T59" fmla="*/ 598 h 2328"/>
              <a:gd name="T60" fmla="*/ 1720 w 2328"/>
              <a:gd name="T61" fmla="*/ 598 h 2328"/>
              <a:gd name="T62" fmla="*/ 1128 w 2328"/>
              <a:gd name="T63" fmla="*/ 1129 h 2328"/>
              <a:gd name="T64" fmla="*/ 611 w 2328"/>
              <a:gd name="T65" fmla="*/ 997 h 2328"/>
              <a:gd name="T66" fmla="*/ 1128 w 2328"/>
              <a:gd name="T67" fmla="*/ 610 h 2328"/>
              <a:gd name="T68" fmla="*/ 560 w 2328"/>
              <a:gd name="T69" fmla="*/ 1244 h 2328"/>
              <a:gd name="T70" fmla="*/ 560 w 2328"/>
              <a:gd name="T71" fmla="*/ 1084 h 2328"/>
              <a:gd name="T72" fmla="*/ 143 w 2328"/>
              <a:gd name="T73" fmla="*/ 1199 h 2328"/>
              <a:gd name="T74" fmla="*/ 532 w 2328"/>
              <a:gd name="T75" fmla="*/ 1337 h 2328"/>
              <a:gd name="T76" fmla="*/ 229 w 2328"/>
              <a:gd name="T77" fmla="*/ 1577 h 2328"/>
              <a:gd name="T78" fmla="*/ 611 w 2328"/>
              <a:gd name="T79" fmla="*/ 1331 h 2328"/>
              <a:gd name="T80" fmla="*/ 1128 w 2328"/>
              <a:gd name="T81" fmla="*/ 1199 h 2328"/>
              <a:gd name="T82" fmla="*/ 996 w 2328"/>
              <a:gd name="T83" fmla="*/ 1713 h 2328"/>
              <a:gd name="T84" fmla="*/ 611 w 2328"/>
              <a:gd name="T85" fmla="*/ 1331 h 2328"/>
              <a:gd name="T86" fmla="*/ 1164 w 2328"/>
              <a:gd name="T87" fmla="*/ 1844 h 2328"/>
              <a:gd name="T88" fmla="*/ 1164 w 2328"/>
              <a:gd name="T89" fmla="*/ 1684 h 2328"/>
              <a:gd name="T90" fmla="*/ 1331 w 2328"/>
              <a:gd name="T91" fmla="*/ 1713 h 2328"/>
              <a:gd name="T92" fmla="*/ 1200 w 2328"/>
              <a:gd name="T93" fmla="*/ 1199 h 2328"/>
              <a:gd name="T94" fmla="*/ 1606 w 2328"/>
              <a:gd name="T95" fmla="*/ 1687 h 2328"/>
              <a:gd name="T96" fmla="*/ 1807 w 2328"/>
              <a:gd name="T97" fmla="*/ 1129 h 2328"/>
              <a:gd name="T98" fmla="*/ 1798 w 2328"/>
              <a:gd name="T99" fmla="*/ 674 h 2328"/>
              <a:gd name="T100" fmla="*/ 2185 w 2328"/>
              <a:gd name="T101" fmla="*/ 1129 h 2328"/>
              <a:gd name="T102" fmla="*/ 441 w 2328"/>
              <a:gd name="T103" fmla="*/ 441 h 2328"/>
              <a:gd name="T104" fmla="*/ 688 w 2328"/>
              <a:gd name="T105" fmla="*/ 534 h 2328"/>
              <a:gd name="T106" fmla="*/ 288 w 2328"/>
              <a:gd name="T107" fmla="*/ 637 h 2328"/>
              <a:gd name="T108" fmla="*/ 288 w 2328"/>
              <a:gd name="T109" fmla="*/ 1690 h 2328"/>
              <a:gd name="T110" fmla="*/ 688 w 2328"/>
              <a:gd name="T111" fmla="*/ 1794 h 2328"/>
              <a:gd name="T112" fmla="*/ 441 w 2328"/>
              <a:gd name="T113" fmla="*/ 1886 h 2328"/>
              <a:gd name="T114" fmla="*/ 1886 w 2328"/>
              <a:gd name="T115" fmla="*/ 1886 h 2328"/>
              <a:gd name="T116" fmla="*/ 1640 w 2328"/>
              <a:gd name="T117" fmla="*/ 1794 h 2328"/>
              <a:gd name="T118" fmla="*/ 2040 w 2328"/>
              <a:gd name="T119" fmla="*/ 1690 h 2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328" h="2328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1" name="Freeform 5">
            <a:extLst>
              <a:ext uri="{FF2B5EF4-FFF2-40B4-BE49-F238E27FC236}">
                <a16:creationId xmlns:a16="http://schemas.microsoft.com/office/drawing/2014/main" id="{4B46B7E5-6A56-4D64-6810-C6ECDD685FD2}"/>
              </a:ext>
            </a:extLst>
          </p:cNvPr>
          <p:cNvSpPr>
            <a:spLocks noEditPoints="1"/>
          </p:cNvSpPr>
          <p:nvPr/>
        </p:nvSpPr>
        <p:spPr bwMode="auto">
          <a:xfrm>
            <a:off x="9551437" y="3560905"/>
            <a:ext cx="363309" cy="327490"/>
          </a:xfrm>
          <a:custGeom>
            <a:avLst/>
            <a:gdLst>
              <a:gd name="T0" fmla="*/ 429 w 568"/>
              <a:gd name="T1" fmla="*/ 0 h 512"/>
              <a:gd name="T2" fmla="*/ 0 w 568"/>
              <a:gd name="T3" fmla="*/ 171 h 512"/>
              <a:gd name="T4" fmla="*/ 568 w 568"/>
              <a:gd name="T5" fmla="*/ 171 h 512"/>
              <a:gd name="T6" fmla="*/ 188 w 568"/>
              <a:gd name="T7" fmla="*/ 213 h 512"/>
              <a:gd name="T8" fmla="*/ 288 w 568"/>
              <a:gd name="T9" fmla="*/ 454 h 512"/>
              <a:gd name="T10" fmla="*/ 182 w 568"/>
              <a:gd name="T11" fmla="*/ 197 h 512"/>
              <a:gd name="T12" fmla="*/ 223 w 568"/>
              <a:gd name="T13" fmla="*/ 127 h 512"/>
              <a:gd name="T14" fmla="*/ 182 w 568"/>
              <a:gd name="T15" fmla="*/ 197 h 512"/>
              <a:gd name="T16" fmla="*/ 348 w 568"/>
              <a:gd name="T17" fmla="*/ 127 h 512"/>
              <a:gd name="T18" fmla="*/ 389 w 568"/>
              <a:gd name="T19" fmla="*/ 197 h 512"/>
              <a:gd name="T20" fmla="*/ 323 w 568"/>
              <a:gd name="T21" fmla="*/ 412 h 512"/>
              <a:gd name="T22" fmla="*/ 510 w 568"/>
              <a:gd name="T23" fmla="*/ 188 h 512"/>
              <a:gd name="T24" fmla="*/ 406 w 568"/>
              <a:gd name="T25" fmla="*/ 194 h 512"/>
              <a:gd name="T26" fmla="*/ 448 w 568"/>
              <a:gd name="T27" fmla="*/ 124 h 512"/>
              <a:gd name="T28" fmla="*/ 406 w 568"/>
              <a:gd name="T29" fmla="*/ 194 h 512"/>
              <a:gd name="T30" fmla="*/ 472 w 568"/>
              <a:gd name="T31" fmla="*/ 179 h 512"/>
              <a:gd name="T32" fmla="*/ 464 w 568"/>
              <a:gd name="T33" fmla="*/ 97 h 512"/>
              <a:gd name="T34" fmla="*/ 460 w 568"/>
              <a:gd name="T35" fmla="*/ 92 h 512"/>
              <a:gd name="T36" fmla="*/ 438 w 568"/>
              <a:gd name="T37" fmla="*/ 66 h 512"/>
              <a:gd name="T38" fmla="*/ 428 w 568"/>
              <a:gd name="T39" fmla="*/ 52 h 512"/>
              <a:gd name="T40" fmla="*/ 409 w 568"/>
              <a:gd name="T41" fmla="*/ 176 h 512"/>
              <a:gd name="T42" fmla="*/ 428 w 568"/>
              <a:gd name="T43" fmla="*/ 52 h 512"/>
              <a:gd name="T44" fmla="*/ 352 w 568"/>
              <a:gd name="T45" fmla="*/ 121 h 512"/>
              <a:gd name="T46" fmla="*/ 391 w 568"/>
              <a:gd name="T47" fmla="*/ 184 h 512"/>
              <a:gd name="T48" fmla="*/ 348 w 568"/>
              <a:gd name="T49" fmla="*/ 114 h 512"/>
              <a:gd name="T50" fmla="*/ 407 w 568"/>
              <a:gd name="T51" fmla="*/ 34 h 512"/>
              <a:gd name="T52" fmla="*/ 344 w 568"/>
              <a:gd name="T53" fmla="*/ 120 h 512"/>
              <a:gd name="T54" fmla="*/ 281 w 568"/>
              <a:gd name="T55" fmla="*/ 197 h 512"/>
              <a:gd name="T56" fmla="*/ 279 w 568"/>
              <a:gd name="T57" fmla="*/ 34 h 512"/>
              <a:gd name="T58" fmla="*/ 271 w 568"/>
              <a:gd name="T59" fmla="*/ 34 h 512"/>
              <a:gd name="T60" fmla="*/ 164 w 568"/>
              <a:gd name="T61" fmla="*/ 34 h 512"/>
              <a:gd name="T62" fmla="*/ 219 w 568"/>
              <a:gd name="T63" fmla="*/ 122 h 512"/>
              <a:gd name="T64" fmla="*/ 162 w 568"/>
              <a:gd name="T65" fmla="*/ 43 h 512"/>
              <a:gd name="T66" fmla="*/ 140 w 568"/>
              <a:gd name="T67" fmla="*/ 52 h 512"/>
              <a:gd name="T68" fmla="*/ 164 w 568"/>
              <a:gd name="T69" fmla="*/ 184 h 512"/>
              <a:gd name="T70" fmla="*/ 140 w 568"/>
              <a:gd name="T71" fmla="*/ 52 h 512"/>
              <a:gd name="T72" fmla="*/ 103 w 568"/>
              <a:gd name="T73" fmla="*/ 181 h 512"/>
              <a:gd name="T74" fmla="*/ 162 w 568"/>
              <a:gd name="T75" fmla="*/ 194 h 512"/>
              <a:gd name="T76" fmla="*/ 117 w 568"/>
              <a:gd name="T77" fmla="*/ 107 h 512"/>
              <a:gd name="T78" fmla="*/ 129 w 568"/>
              <a:gd name="T79" fmla="*/ 66 h 512"/>
              <a:gd name="T80" fmla="*/ 115 w 568"/>
              <a:gd name="T81" fmla="*/ 116 h 512"/>
              <a:gd name="T82" fmla="*/ 46 w 568"/>
              <a:gd name="T83" fmla="*/ 168 h 512"/>
              <a:gd name="T84" fmla="*/ 58 w 568"/>
              <a:gd name="T85" fmla="*/ 188 h 512"/>
              <a:gd name="T86" fmla="*/ 252 w 568"/>
              <a:gd name="T87" fmla="*/ 42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68" h="512">
                <a:moveTo>
                  <a:pt x="568" y="171"/>
                </a:moveTo>
                <a:lnTo>
                  <a:pt x="429" y="0"/>
                </a:lnTo>
                <a:lnTo>
                  <a:pt x="139" y="0"/>
                </a:lnTo>
                <a:lnTo>
                  <a:pt x="0" y="171"/>
                </a:lnTo>
                <a:lnTo>
                  <a:pt x="284" y="512"/>
                </a:lnTo>
                <a:lnTo>
                  <a:pt x="568" y="171"/>
                </a:lnTo>
                <a:close/>
                <a:moveTo>
                  <a:pt x="285" y="458"/>
                </a:moveTo>
                <a:lnTo>
                  <a:pt x="188" y="213"/>
                </a:lnTo>
                <a:lnTo>
                  <a:pt x="384" y="213"/>
                </a:lnTo>
                <a:lnTo>
                  <a:pt x="288" y="454"/>
                </a:lnTo>
                <a:lnTo>
                  <a:pt x="285" y="458"/>
                </a:lnTo>
                <a:close/>
                <a:moveTo>
                  <a:pt x="182" y="197"/>
                </a:moveTo>
                <a:lnTo>
                  <a:pt x="182" y="195"/>
                </a:lnTo>
                <a:lnTo>
                  <a:pt x="223" y="127"/>
                </a:lnTo>
                <a:lnTo>
                  <a:pt x="273" y="197"/>
                </a:lnTo>
                <a:lnTo>
                  <a:pt x="182" y="197"/>
                </a:lnTo>
                <a:close/>
                <a:moveTo>
                  <a:pt x="296" y="197"/>
                </a:moveTo>
                <a:lnTo>
                  <a:pt x="348" y="127"/>
                </a:lnTo>
                <a:lnTo>
                  <a:pt x="389" y="195"/>
                </a:lnTo>
                <a:lnTo>
                  <a:pt x="389" y="197"/>
                </a:lnTo>
                <a:lnTo>
                  <a:pt x="296" y="197"/>
                </a:lnTo>
                <a:close/>
                <a:moveTo>
                  <a:pt x="323" y="412"/>
                </a:moveTo>
                <a:lnTo>
                  <a:pt x="403" y="212"/>
                </a:lnTo>
                <a:lnTo>
                  <a:pt x="510" y="188"/>
                </a:lnTo>
                <a:lnTo>
                  <a:pt x="323" y="412"/>
                </a:lnTo>
                <a:close/>
                <a:moveTo>
                  <a:pt x="406" y="194"/>
                </a:moveTo>
                <a:lnTo>
                  <a:pt x="406" y="193"/>
                </a:lnTo>
                <a:lnTo>
                  <a:pt x="448" y="124"/>
                </a:lnTo>
                <a:lnTo>
                  <a:pt x="465" y="181"/>
                </a:lnTo>
                <a:lnTo>
                  <a:pt x="406" y="194"/>
                </a:lnTo>
                <a:close/>
                <a:moveTo>
                  <a:pt x="522" y="168"/>
                </a:moveTo>
                <a:lnTo>
                  <a:pt x="472" y="179"/>
                </a:lnTo>
                <a:lnTo>
                  <a:pt x="453" y="116"/>
                </a:lnTo>
                <a:lnTo>
                  <a:pt x="464" y="97"/>
                </a:lnTo>
                <a:lnTo>
                  <a:pt x="522" y="168"/>
                </a:lnTo>
                <a:close/>
                <a:moveTo>
                  <a:pt x="460" y="92"/>
                </a:moveTo>
                <a:lnTo>
                  <a:pt x="450" y="107"/>
                </a:lnTo>
                <a:lnTo>
                  <a:pt x="438" y="66"/>
                </a:lnTo>
                <a:lnTo>
                  <a:pt x="460" y="92"/>
                </a:lnTo>
                <a:close/>
                <a:moveTo>
                  <a:pt x="428" y="52"/>
                </a:moveTo>
                <a:lnTo>
                  <a:pt x="446" y="115"/>
                </a:lnTo>
                <a:lnTo>
                  <a:pt x="409" y="176"/>
                </a:lnTo>
                <a:lnTo>
                  <a:pt x="426" y="50"/>
                </a:lnTo>
                <a:lnTo>
                  <a:pt x="428" y="52"/>
                </a:lnTo>
                <a:close/>
                <a:moveTo>
                  <a:pt x="391" y="184"/>
                </a:moveTo>
                <a:lnTo>
                  <a:pt x="352" y="121"/>
                </a:lnTo>
                <a:lnTo>
                  <a:pt x="410" y="43"/>
                </a:lnTo>
                <a:lnTo>
                  <a:pt x="391" y="184"/>
                </a:lnTo>
                <a:close/>
                <a:moveTo>
                  <a:pt x="407" y="34"/>
                </a:moveTo>
                <a:lnTo>
                  <a:pt x="348" y="114"/>
                </a:lnTo>
                <a:lnTo>
                  <a:pt x="299" y="34"/>
                </a:lnTo>
                <a:lnTo>
                  <a:pt x="407" y="34"/>
                </a:lnTo>
                <a:close/>
                <a:moveTo>
                  <a:pt x="291" y="34"/>
                </a:moveTo>
                <a:lnTo>
                  <a:pt x="344" y="120"/>
                </a:lnTo>
                <a:lnTo>
                  <a:pt x="287" y="197"/>
                </a:lnTo>
                <a:lnTo>
                  <a:pt x="281" y="197"/>
                </a:lnTo>
                <a:lnTo>
                  <a:pt x="227" y="121"/>
                </a:lnTo>
                <a:lnTo>
                  <a:pt x="279" y="34"/>
                </a:lnTo>
                <a:lnTo>
                  <a:pt x="291" y="34"/>
                </a:lnTo>
                <a:close/>
                <a:moveTo>
                  <a:pt x="271" y="34"/>
                </a:moveTo>
                <a:lnTo>
                  <a:pt x="222" y="115"/>
                </a:lnTo>
                <a:lnTo>
                  <a:pt x="164" y="34"/>
                </a:lnTo>
                <a:lnTo>
                  <a:pt x="271" y="34"/>
                </a:lnTo>
                <a:close/>
                <a:moveTo>
                  <a:pt x="219" y="122"/>
                </a:moveTo>
                <a:lnTo>
                  <a:pt x="181" y="184"/>
                </a:lnTo>
                <a:lnTo>
                  <a:pt x="162" y="43"/>
                </a:lnTo>
                <a:lnTo>
                  <a:pt x="219" y="122"/>
                </a:lnTo>
                <a:close/>
                <a:moveTo>
                  <a:pt x="140" y="52"/>
                </a:moveTo>
                <a:lnTo>
                  <a:pt x="145" y="46"/>
                </a:lnTo>
                <a:lnTo>
                  <a:pt x="164" y="184"/>
                </a:lnTo>
                <a:lnTo>
                  <a:pt x="122" y="115"/>
                </a:lnTo>
                <a:lnTo>
                  <a:pt x="140" y="52"/>
                </a:lnTo>
                <a:close/>
                <a:moveTo>
                  <a:pt x="162" y="194"/>
                </a:moveTo>
                <a:lnTo>
                  <a:pt x="103" y="181"/>
                </a:lnTo>
                <a:lnTo>
                  <a:pt x="119" y="124"/>
                </a:lnTo>
                <a:lnTo>
                  <a:pt x="162" y="194"/>
                </a:lnTo>
                <a:close/>
                <a:moveTo>
                  <a:pt x="129" y="66"/>
                </a:moveTo>
                <a:lnTo>
                  <a:pt x="117" y="107"/>
                </a:lnTo>
                <a:lnTo>
                  <a:pt x="108" y="92"/>
                </a:lnTo>
                <a:lnTo>
                  <a:pt x="129" y="66"/>
                </a:lnTo>
                <a:close/>
                <a:moveTo>
                  <a:pt x="104" y="98"/>
                </a:moveTo>
                <a:lnTo>
                  <a:pt x="115" y="116"/>
                </a:lnTo>
                <a:lnTo>
                  <a:pt x="96" y="179"/>
                </a:lnTo>
                <a:lnTo>
                  <a:pt x="46" y="168"/>
                </a:lnTo>
                <a:lnTo>
                  <a:pt x="104" y="98"/>
                </a:lnTo>
                <a:close/>
                <a:moveTo>
                  <a:pt x="58" y="188"/>
                </a:moveTo>
                <a:lnTo>
                  <a:pt x="169" y="213"/>
                </a:lnTo>
                <a:lnTo>
                  <a:pt x="252" y="420"/>
                </a:lnTo>
                <a:lnTo>
                  <a:pt x="58" y="18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4BD1FB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2" name="Freeform 13">
            <a:extLst>
              <a:ext uri="{FF2B5EF4-FFF2-40B4-BE49-F238E27FC236}">
                <a16:creationId xmlns:a16="http://schemas.microsoft.com/office/drawing/2014/main" id="{E39E5AF9-6952-4C60-E6DE-2AB1C47965F4}"/>
              </a:ext>
            </a:extLst>
          </p:cNvPr>
          <p:cNvSpPr>
            <a:spLocks noEditPoints="1"/>
          </p:cNvSpPr>
          <p:nvPr/>
        </p:nvSpPr>
        <p:spPr bwMode="auto">
          <a:xfrm>
            <a:off x="5509464" y="1617881"/>
            <a:ext cx="353643" cy="353643"/>
          </a:xfrm>
          <a:custGeom>
            <a:avLst/>
            <a:gdLst>
              <a:gd name="T0" fmla="*/ 1372 w 1472"/>
              <a:gd name="T1" fmla="*/ 261 h 1472"/>
              <a:gd name="T2" fmla="*/ 1332 w 1472"/>
              <a:gd name="T3" fmla="*/ 4 h 1472"/>
              <a:gd name="T4" fmla="*/ 694 w 1472"/>
              <a:gd name="T5" fmla="*/ 112 h 1472"/>
              <a:gd name="T6" fmla="*/ 432 w 1472"/>
              <a:gd name="T7" fmla="*/ 132 h 1472"/>
              <a:gd name="T8" fmla="*/ 169 w 1472"/>
              <a:gd name="T9" fmla="*/ 437 h 1472"/>
              <a:gd name="T10" fmla="*/ 0 w 1472"/>
              <a:gd name="T11" fmla="*/ 564 h 1472"/>
              <a:gd name="T12" fmla="*/ 100 w 1472"/>
              <a:gd name="T13" fmla="*/ 1210 h 1472"/>
              <a:gd name="T14" fmla="*/ 140 w 1472"/>
              <a:gd name="T15" fmla="*/ 1468 h 1472"/>
              <a:gd name="T16" fmla="*/ 777 w 1472"/>
              <a:gd name="T17" fmla="*/ 1380 h 1472"/>
              <a:gd name="T18" fmla="*/ 908 w 1472"/>
              <a:gd name="T19" fmla="*/ 1472 h 1472"/>
              <a:gd name="T20" fmla="*/ 1016 w 1472"/>
              <a:gd name="T21" fmla="*/ 1265 h 1472"/>
              <a:gd name="T22" fmla="*/ 1340 w 1472"/>
              <a:gd name="T23" fmla="*/ 1040 h 1472"/>
              <a:gd name="T24" fmla="*/ 1372 w 1472"/>
              <a:gd name="T25" fmla="*/ 780 h 1472"/>
              <a:gd name="T26" fmla="*/ 1208 w 1472"/>
              <a:gd name="T27" fmla="*/ 915 h 1472"/>
              <a:gd name="T28" fmla="*/ 1213 w 1472"/>
              <a:gd name="T29" fmla="*/ 942 h 1472"/>
              <a:gd name="T30" fmla="*/ 965 w 1472"/>
              <a:gd name="T31" fmla="*/ 1221 h 1472"/>
              <a:gd name="T32" fmla="*/ 944 w 1472"/>
              <a:gd name="T33" fmla="*/ 692 h 1472"/>
              <a:gd name="T34" fmla="*/ 1004 w 1472"/>
              <a:gd name="T35" fmla="*/ 486 h 1472"/>
              <a:gd name="T36" fmla="*/ 1288 w 1472"/>
              <a:gd name="T37" fmla="*/ 260 h 1472"/>
              <a:gd name="T38" fmla="*/ 1208 w 1472"/>
              <a:gd name="T39" fmla="*/ 908 h 1472"/>
              <a:gd name="T40" fmla="*/ 564 w 1472"/>
              <a:gd name="T41" fmla="*/ 264 h 1472"/>
              <a:gd name="T42" fmla="*/ 693 w 1472"/>
              <a:gd name="T43" fmla="*/ 172 h 1472"/>
              <a:gd name="T44" fmla="*/ 1214 w 1472"/>
              <a:gd name="T45" fmla="*/ 195 h 1472"/>
              <a:gd name="T46" fmla="*/ 900 w 1472"/>
              <a:gd name="T47" fmla="*/ 436 h 1472"/>
              <a:gd name="T48" fmla="*/ 262 w 1472"/>
              <a:gd name="T49" fmla="*/ 540 h 1472"/>
              <a:gd name="T50" fmla="*/ 478 w 1472"/>
              <a:gd name="T51" fmla="*/ 231 h 1472"/>
              <a:gd name="T52" fmla="*/ 180 w 1472"/>
              <a:gd name="T53" fmla="*/ 1210 h 1472"/>
              <a:gd name="T54" fmla="*/ 256 w 1472"/>
              <a:gd name="T55" fmla="*/ 607 h 1472"/>
              <a:gd name="T56" fmla="*/ 608 w 1472"/>
              <a:gd name="T57" fmla="*/ 608 h 1472"/>
              <a:gd name="T58" fmla="*/ 852 w 1472"/>
              <a:gd name="T59" fmla="*/ 691 h 1472"/>
              <a:gd name="T60" fmla="*/ 794 w 1472"/>
              <a:gd name="T61" fmla="*/ 1274 h 1472"/>
              <a:gd name="T62" fmla="*/ 269 w 1472"/>
              <a:gd name="T63" fmla="*/ 1308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72" h="1472">
                <a:moveTo>
                  <a:pt x="1372" y="780"/>
                </a:moveTo>
                <a:cubicBezTo>
                  <a:pt x="1372" y="261"/>
                  <a:pt x="1372" y="261"/>
                  <a:pt x="1372" y="261"/>
                </a:cubicBezTo>
                <a:cubicBezTo>
                  <a:pt x="1425" y="244"/>
                  <a:pt x="1464" y="195"/>
                  <a:pt x="1464" y="136"/>
                </a:cubicBezTo>
                <a:cubicBezTo>
                  <a:pt x="1464" y="63"/>
                  <a:pt x="1405" y="4"/>
                  <a:pt x="1332" y="4"/>
                </a:cubicBezTo>
                <a:cubicBezTo>
                  <a:pt x="1267" y="4"/>
                  <a:pt x="1213" y="51"/>
                  <a:pt x="1202" y="112"/>
                </a:cubicBezTo>
                <a:cubicBezTo>
                  <a:pt x="694" y="112"/>
                  <a:pt x="694" y="112"/>
                  <a:pt x="694" y="112"/>
                </a:cubicBezTo>
                <a:cubicBezTo>
                  <a:pt x="685" y="49"/>
                  <a:pt x="630" y="0"/>
                  <a:pt x="564" y="0"/>
                </a:cubicBezTo>
                <a:cubicBezTo>
                  <a:pt x="491" y="0"/>
                  <a:pt x="432" y="59"/>
                  <a:pt x="432" y="132"/>
                </a:cubicBezTo>
                <a:cubicBezTo>
                  <a:pt x="432" y="148"/>
                  <a:pt x="435" y="163"/>
                  <a:pt x="440" y="177"/>
                </a:cubicBezTo>
                <a:cubicBezTo>
                  <a:pt x="169" y="437"/>
                  <a:pt x="169" y="437"/>
                  <a:pt x="169" y="437"/>
                </a:cubicBezTo>
                <a:cubicBezTo>
                  <a:pt x="157" y="434"/>
                  <a:pt x="145" y="432"/>
                  <a:pt x="132" y="432"/>
                </a:cubicBezTo>
                <a:cubicBezTo>
                  <a:pt x="59" y="432"/>
                  <a:pt x="0" y="491"/>
                  <a:pt x="0" y="564"/>
                </a:cubicBezTo>
                <a:cubicBezTo>
                  <a:pt x="0" y="626"/>
                  <a:pt x="43" y="678"/>
                  <a:pt x="100" y="692"/>
                </a:cubicBezTo>
                <a:cubicBezTo>
                  <a:pt x="100" y="1210"/>
                  <a:pt x="100" y="1210"/>
                  <a:pt x="100" y="1210"/>
                </a:cubicBezTo>
                <a:cubicBezTo>
                  <a:pt x="47" y="1227"/>
                  <a:pt x="8" y="1277"/>
                  <a:pt x="8" y="1336"/>
                </a:cubicBezTo>
                <a:cubicBezTo>
                  <a:pt x="8" y="1409"/>
                  <a:pt x="67" y="1468"/>
                  <a:pt x="140" y="1468"/>
                </a:cubicBezTo>
                <a:cubicBezTo>
                  <a:pt x="197" y="1468"/>
                  <a:pt x="246" y="1431"/>
                  <a:pt x="264" y="1380"/>
                </a:cubicBezTo>
                <a:cubicBezTo>
                  <a:pt x="777" y="1380"/>
                  <a:pt x="777" y="1380"/>
                  <a:pt x="777" y="1380"/>
                </a:cubicBezTo>
                <a:cubicBezTo>
                  <a:pt x="780" y="1384"/>
                  <a:pt x="783" y="1387"/>
                  <a:pt x="786" y="1391"/>
                </a:cubicBezTo>
                <a:cubicBezTo>
                  <a:pt x="806" y="1438"/>
                  <a:pt x="853" y="1472"/>
                  <a:pt x="908" y="1472"/>
                </a:cubicBezTo>
                <a:cubicBezTo>
                  <a:pt x="981" y="1472"/>
                  <a:pt x="1040" y="1413"/>
                  <a:pt x="1040" y="1340"/>
                </a:cubicBezTo>
                <a:cubicBezTo>
                  <a:pt x="1040" y="1312"/>
                  <a:pt x="1031" y="1286"/>
                  <a:pt x="1016" y="1265"/>
                </a:cubicBezTo>
                <a:cubicBezTo>
                  <a:pt x="1272" y="1021"/>
                  <a:pt x="1272" y="1021"/>
                  <a:pt x="1272" y="1021"/>
                </a:cubicBezTo>
                <a:cubicBezTo>
                  <a:pt x="1292" y="1033"/>
                  <a:pt x="1315" y="1040"/>
                  <a:pt x="1340" y="1040"/>
                </a:cubicBezTo>
                <a:cubicBezTo>
                  <a:pt x="1413" y="1040"/>
                  <a:pt x="1472" y="981"/>
                  <a:pt x="1472" y="908"/>
                </a:cubicBezTo>
                <a:cubicBezTo>
                  <a:pt x="1472" y="846"/>
                  <a:pt x="1429" y="794"/>
                  <a:pt x="1372" y="780"/>
                </a:cubicBezTo>
                <a:close/>
                <a:moveTo>
                  <a:pt x="1208" y="908"/>
                </a:moveTo>
                <a:cubicBezTo>
                  <a:pt x="1208" y="910"/>
                  <a:pt x="1208" y="913"/>
                  <a:pt x="1208" y="915"/>
                </a:cubicBezTo>
                <a:cubicBezTo>
                  <a:pt x="1206" y="932"/>
                  <a:pt x="1206" y="932"/>
                  <a:pt x="1206" y="932"/>
                </a:cubicBezTo>
                <a:cubicBezTo>
                  <a:pt x="1208" y="935"/>
                  <a:pt x="1210" y="939"/>
                  <a:pt x="1213" y="942"/>
                </a:cubicBezTo>
                <a:cubicBezTo>
                  <a:pt x="1216" y="955"/>
                  <a:pt x="1221" y="967"/>
                  <a:pt x="1228" y="977"/>
                </a:cubicBezTo>
                <a:cubicBezTo>
                  <a:pt x="965" y="1221"/>
                  <a:pt x="965" y="1221"/>
                  <a:pt x="965" y="1221"/>
                </a:cubicBezTo>
                <a:cubicBezTo>
                  <a:pt x="958" y="1218"/>
                  <a:pt x="951" y="1215"/>
                  <a:pt x="944" y="1213"/>
                </a:cubicBezTo>
                <a:cubicBezTo>
                  <a:pt x="944" y="692"/>
                  <a:pt x="944" y="692"/>
                  <a:pt x="944" y="692"/>
                </a:cubicBezTo>
                <a:cubicBezTo>
                  <a:pt x="995" y="674"/>
                  <a:pt x="1032" y="625"/>
                  <a:pt x="1032" y="568"/>
                </a:cubicBezTo>
                <a:cubicBezTo>
                  <a:pt x="1032" y="537"/>
                  <a:pt x="1021" y="509"/>
                  <a:pt x="1004" y="486"/>
                </a:cubicBezTo>
                <a:cubicBezTo>
                  <a:pt x="1256" y="244"/>
                  <a:pt x="1256" y="244"/>
                  <a:pt x="1256" y="244"/>
                </a:cubicBezTo>
                <a:cubicBezTo>
                  <a:pt x="1266" y="251"/>
                  <a:pt x="1277" y="256"/>
                  <a:pt x="1288" y="260"/>
                </a:cubicBezTo>
                <a:cubicBezTo>
                  <a:pt x="1288" y="787"/>
                  <a:pt x="1288" y="787"/>
                  <a:pt x="1288" y="787"/>
                </a:cubicBezTo>
                <a:cubicBezTo>
                  <a:pt x="1241" y="807"/>
                  <a:pt x="1208" y="853"/>
                  <a:pt x="1208" y="908"/>
                </a:cubicBezTo>
                <a:close/>
                <a:moveTo>
                  <a:pt x="478" y="231"/>
                </a:moveTo>
                <a:cubicBezTo>
                  <a:pt x="501" y="251"/>
                  <a:pt x="531" y="264"/>
                  <a:pt x="564" y="264"/>
                </a:cubicBezTo>
                <a:cubicBezTo>
                  <a:pt x="618" y="264"/>
                  <a:pt x="665" y="231"/>
                  <a:pt x="685" y="184"/>
                </a:cubicBezTo>
                <a:cubicBezTo>
                  <a:pt x="688" y="180"/>
                  <a:pt x="691" y="176"/>
                  <a:pt x="693" y="172"/>
                </a:cubicBezTo>
                <a:cubicBezTo>
                  <a:pt x="1205" y="172"/>
                  <a:pt x="1205" y="172"/>
                  <a:pt x="1205" y="172"/>
                </a:cubicBezTo>
                <a:cubicBezTo>
                  <a:pt x="1207" y="180"/>
                  <a:pt x="1210" y="188"/>
                  <a:pt x="1214" y="195"/>
                </a:cubicBezTo>
                <a:cubicBezTo>
                  <a:pt x="945" y="444"/>
                  <a:pt x="945" y="444"/>
                  <a:pt x="945" y="444"/>
                </a:cubicBezTo>
                <a:cubicBezTo>
                  <a:pt x="931" y="439"/>
                  <a:pt x="916" y="436"/>
                  <a:pt x="900" y="436"/>
                </a:cubicBezTo>
                <a:cubicBezTo>
                  <a:pt x="837" y="436"/>
                  <a:pt x="784" y="481"/>
                  <a:pt x="771" y="540"/>
                </a:cubicBezTo>
                <a:cubicBezTo>
                  <a:pt x="262" y="540"/>
                  <a:pt x="262" y="540"/>
                  <a:pt x="262" y="540"/>
                </a:cubicBezTo>
                <a:cubicBezTo>
                  <a:pt x="257" y="513"/>
                  <a:pt x="244" y="489"/>
                  <a:pt x="225" y="470"/>
                </a:cubicBezTo>
                <a:lnTo>
                  <a:pt x="478" y="231"/>
                </a:lnTo>
                <a:close/>
                <a:moveTo>
                  <a:pt x="269" y="1308"/>
                </a:moveTo>
                <a:cubicBezTo>
                  <a:pt x="259" y="1262"/>
                  <a:pt x="225" y="1224"/>
                  <a:pt x="180" y="1210"/>
                </a:cubicBezTo>
                <a:cubicBezTo>
                  <a:pt x="180" y="687"/>
                  <a:pt x="180" y="687"/>
                  <a:pt x="180" y="687"/>
                </a:cubicBezTo>
                <a:cubicBezTo>
                  <a:pt x="216" y="673"/>
                  <a:pt x="244" y="644"/>
                  <a:pt x="256" y="607"/>
                </a:cubicBezTo>
                <a:cubicBezTo>
                  <a:pt x="516" y="610"/>
                  <a:pt x="516" y="610"/>
                  <a:pt x="516" y="610"/>
                </a:cubicBezTo>
                <a:cubicBezTo>
                  <a:pt x="608" y="608"/>
                  <a:pt x="608" y="608"/>
                  <a:pt x="608" y="608"/>
                </a:cubicBezTo>
                <a:cubicBezTo>
                  <a:pt x="774" y="608"/>
                  <a:pt x="774" y="608"/>
                  <a:pt x="774" y="608"/>
                </a:cubicBezTo>
                <a:cubicBezTo>
                  <a:pt x="786" y="646"/>
                  <a:pt x="815" y="676"/>
                  <a:pt x="852" y="691"/>
                </a:cubicBezTo>
                <a:cubicBezTo>
                  <a:pt x="852" y="1220"/>
                  <a:pt x="852" y="1220"/>
                  <a:pt x="852" y="1220"/>
                </a:cubicBezTo>
                <a:cubicBezTo>
                  <a:pt x="828" y="1232"/>
                  <a:pt x="807" y="1250"/>
                  <a:pt x="794" y="1274"/>
                </a:cubicBezTo>
                <a:cubicBezTo>
                  <a:pt x="785" y="1284"/>
                  <a:pt x="778" y="1295"/>
                  <a:pt x="773" y="1308"/>
                </a:cubicBezTo>
                <a:lnTo>
                  <a:pt x="269" y="130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3" name="Freeform 9">
            <a:extLst>
              <a:ext uri="{FF2B5EF4-FFF2-40B4-BE49-F238E27FC236}">
                <a16:creationId xmlns:a16="http://schemas.microsoft.com/office/drawing/2014/main" id="{A56904C5-21B2-62B7-3E36-525A2AEF44F0}"/>
              </a:ext>
            </a:extLst>
          </p:cNvPr>
          <p:cNvSpPr>
            <a:spLocks noEditPoints="1"/>
          </p:cNvSpPr>
          <p:nvPr/>
        </p:nvSpPr>
        <p:spPr bwMode="auto">
          <a:xfrm>
            <a:off x="6304514" y="3659289"/>
            <a:ext cx="280355" cy="232419"/>
          </a:xfrm>
          <a:custGeom>
            <a:avLst/>
            <a:gdLst>
              <a:gd name="T0" fmla="*/ 221 w 242"/>
              <a:gd name="T1" fmla="*/ 0 h 200"/>
              <a:gd name="T2" fmla="*/ 171 w 242"/>
              <a:gd name="T3" fmla="*/ 0 h 200"/>
              <a:gd name="T4" fmla="*/ 135 w 242"/>
              <a:gd name="T5" fmla="*/ 15 h 200"/>
              <a:gd name="T6" fmla="*/ 51 w 242"/>
              <a:gd name="T7" fmla="*/ 99 h 200"/>
              <a:gd name="T8" fmla="*/ 51 w 242"/>
              <a:gd name="T9" fmla="*/ 129 h 200"/>
              <a:gd name="T10" fmla="*/ 113 w 242"/>
              <a:gd name="T11" fmla="*/ 192 h 200"/>
              <a:gd name="T12" fmla="*/ 143 w 242"/>
              <a:gd name="T13" fmla="*/ 192 h 200"/>
              <a:gd name="T14" fmla="*/ 227 w 242"/>
              <a:gd name="T15" fmla="*/ 108 h 200"/>
              <a:gd name="T16" fmla="*/ 242 w 242"/>
              <a:gd name="T17" fmla="*/ 71 h 200"/>
              <a:gd name="T18" fmla="*/ 242 w 242"/>
              <a:gd name="T19" fmla="*/ 22 h 200"/>
              <a:gd name="T20" fmla="*/ 221 w 242"/>
              <a:gd name="T21" fmla="*/ 0 h 200"/>
              <a:gd name="T22" fmla="*/ 192 w 242"/>
              <a:gd name="T23" fmla="*/ 71 h 200"/>
              <a:gd name="T24" fmla="*/ 171 w 242"/>
              <a:gd name="T25" fmla="*/ 50 h 200"/>
              <a:gd name="T26" fmla="*/ 192 w 242"/>
              <a:gd name="T27" fmla="*/ 29 h 200"/>
              <a:gd name="T28" fmla="*/ 214 w 242"/>
              <a:gd name="T29" fmla="*/ 50 h 200"/>
              <a:gd name="T30" fmla="*/ 192 w 242"/>
              <a:gd name="T31" fmla="*/ 71 h 200"/>
              <a:gd name="T32" fmla="*/ 19 w 242"/>
              <a:gd name="T33" fmla="*/ 119 h 200"/>
              <a:gd name="T34" fmla="*/ 95 w 242"/>
              <a:gd name="T35" fmla="*/ 196 h 200"/>
              <a:gd name="T36" fmla="*/ 70 w 242"/>
              <a:gd name="T37" fmla="*/ 192 h 200"/>
              <a:gd name="T38" fmla="*/ 8 w 242"/>
              <a:gd name="T39" fmla="*/ 129 h 200"/>
              <a:gd name="T40" fmla="*/ 8 w 242"/>
              <a:gd name="T41" fmla="*/ 99 h 200"/>
              <a:gd name="T42" fmla="*/ 92 w 242"/>
              <a:gd name="T43" fmla="*/ 15 h 200"/>
              <a:gd name="T44" fmla="*/ 128 w 242"/>
              <a:gd name="T45" fmla="*/ 0 h 200"/>
              <a:gd name="T46" fmla="*/ 19 w 242"/>
              <a:gd name="T47" fmla="*/ 109 h 200"/>
              <a:gd name="T48" fmla="*/ 19 w 242"/>
              <a:gd name="T49" fmla="*/ 119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42" h="200">
                <a:moveTo>
                  <a:pt x="221" y="0"/>
                </a:moveTo>
                <a:cubicBezTo>
                  <a:pt x="171" y="0"/>
                  <a:pt x="171" y="0"/>
                  <a:pt x="171" y="0"/>
                </a:cubicBezTo>
                <a:cubicBezTo>
                  <a:pt x="159" y="0"/>
                  <a:pt x="143" y="7"/>
                  <a:pt x="135" y="15"/>
                </a:cubicBezTo>
                <a:cubicBezTo>
                  <a:pt x="51" y="99"/>
                  <a:pt x="51" y="99"/>
                  <a:pt x="51" y="99"/>
                </a:cubicBezTo>
                <a:cubicBezTo>
                  <a:pt x="42" y="107"/>
                  <a:pt x="42" y="121"/>
                  <a:pt x="51" y="129"/>
                </a:cubicBezTo>
                <a:cubicBezTo>
                  <a:pt x="113" y="192"/>
                  <a:pt x="113" y="192"/>
                  <a:pt x="113" y="192"/>
                </a:cubicBezTo>
                <a:cubicBezTo>
                  <a:pt x="121" y="200"/>
                  <a:pt x="135" y="200"/>
                  <a:pt x="143" y="192"/>
                </a:cubicBezTo>
                <a:cubicBezTo>
                  <a:pt x="227" y="108"/>
                  <a:pt x="227" y="108"/>
                  <a:pt x="227" y="108"/>
                </a:cubicBezTo>
                <a:cubicBezTo>
                  <a:pt x="236" y="100"/>
                  <a:pt x="242" y="83"/>
                  <a:pt x="242" y="71"/>
                </a:cubicBezTo>
                <a:cubicBezTo>
                  <a:pt x="242" y="22"/>
                  <a:pt x="242" y="22"/>
                  <a:pt x="242" y="22"/>
                </a:cubicBezTo>
                <a:cubicBezTo>
                  <a:pt x="242" y="10"/>
                  <a:pt x="233" y="0"/>
                  <a:pt x="221" y="0"/>
                </a:cubicBezTo>
                <a:moveTo>
                  <a:pt x="192" y="71"/>
                </a:moveTo>
                <a:cubicBezTo>
                  <a:pt x="181" y="71"/>
                  <a:pt x="171" y="62"/>
                  <a:pt x="171" y="50"/>
                </a:cubicBezTo>
                <a:cubicBezTo>
                  <a:pt x="171" y="38"/>
                  <a:pt x="181" y="29"/>
                  <a:pt x="192" y="29"/>
                </a:cubicBezTo>
                <a:cubicBezTo>
                  <a:pt x="204" y="29"/>
                  <a:pt x="214" y="38"/>
                  <a:pt x="214" y="50"/>
                </a:cubicBezTo>
                <a:cubicBezTo>
                  <a:pt x="214" y="62"/>
                  <a:pt x="204" y="71"/>
                  <a:pt x="192" y="71"/>
                </a:cubicBezTo>
                <a:moveTo>
                  <a:pt x="19" y="119"/>
                </a:moveTo>
                <a:cubicBezTo>
                  <a:pt x="95" y="196"/>
                  <a:pt x="95" y="196"/>
                  <a:pt x="95" y="196"/>
                </a:cubicBezTo>
                <a:cubicBezTo>
                  <a:pt x="87" y="200"/>
                  <a:pt x="77" y="199"/>
                  <a:pt x="70" y="192"/>
                </a:cubicBezTo>
                <a:cubicBezTo>
                  <a:pt x="8" y="129"/>
                  <a:pt x="8" y="129"/>
                  <a:pt x="8" y="129"/>
                </a:cubicBezTo>
                <a:cubicBezTo>
                  <a:pt x="0" y="121"/>
                  <a:pt x="0" y="107"/>
                  <a:pt x="8" y="99"/>
                </a:cubicBezTo>
                <a:cubicBezTo>
                  <a:pt x="92" y="15"/>
                  <a:pt x="92" y="15"/>
                  <a:pt x="92" y="15"/>
                </a:cubicBezTo>
                <a:cubicBezTo>
                  <a:pt x="100" y="7"/>
                  <a:pt x="116" y="0"/>
                  <a:pt x="128" y="0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6" y="112"/>
                  <a:pt x="16" y="117"/>
                  <a:pt x="19" y="119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4" name="Freeform 5">
            <a:extLst>
              <a:ext uri="{FF2B5EF4-FFF2-40B4-BE49-F238E27FC236}">
                <a16:creationId xmlns:a16="http://schemas.microsoft.com/office/drawing/2014/main" id="{E86912F2-50A7-06B6-EB70-5C1D809E694B}"/>
              </a:ext>
            </a:extLst>
          </p:cNvPr>
          <p:cNvSpPr>
            <a:spLocks noEditPoints="1"/>
          </p:cNvSpPr>
          <p:nvPr/>
        </p:nvSpPr>
        <p:spPr bwMode="auto">
          <a:xfrm>
            <a:off x="7195461" y="1624437"/>
            <a:ext cx="339928" cy="340532"/>
          </a:xfrm>
          <a:custGeom>
            <a:avLst/>
            <a:gdLst>
              <a:gd name="T0" fmla="*/ 1124 w 1124"/>
              <a:gd name="T1" fmla="*/ 369 h 1126"/>
              <a:gd name="T2" fmla="*/ 754 w 1124"/>
              <a:gd name="T3" fmla="*/ 0 h 1126"/>
              <a:gd name="T4" fmla="*/ 108 w 1124"/>
              <a:gd name="T5" fmla="*/ 646 h 1126"/>
              <a:gd name="T6" fmla="*/ 0 w 1124"/>
              <a:gd name="T7" fmla="*/ 1126 h 1126"/>
              <a:gd name="T8" fmla="*/ 477 w 1124"/>
              <a:gd name="T9" fmla="*/ 1015 h 1126"/>
              <a:gd name="T10" fmla="*/ 1124 w 1124"/>
              <a:gd name="T11" fmla="*/ 369 h 1126"/>
              <a:gd name="T12" fmla="*/ 446 w 1124"/>
              <a:gd name="T13" fmla="*/ 944 h 1126"/>
              <a:gd name="T14" fmla="*/ 387 w 1124"/>
              <a:gd name="T15" fmla="*/ 885 h 1126"/>
              <a:gd name="T16" fmla="*/ 962 w 1124"/>
              <a:gd name="T17" fmla="*/ 310 h 1126"/>
              <a:gd name="T18" fmla="*/ 1022 w 1124"/>
              <a:gd name="T19" fmla="*/ 369 h 1126"/>
              <a:gd name="T20" fmla="*/ 446 w 1124"/>
              <a:gd name="T21" fmla="*/ 944 h 1126"/>
              <a:gd name="T22" fmla="*/ 232 w 1124"/>
              <a:gd name="T23" fmla="*/ 997 h 1126"/>
              <a:gd name="T24" fmla="*/ 127 w 1124"/>
              <a:gd name="T25" fmla="*/ 892 h 1126"/>
              <a:gd name="T26" fmla="*/ 167 w 1124"/>
              <a:gd name="T27" fmla="*/ 715 h 1126"/>
              <a:gd name="T28" fmla="*/ 227 w 1124"/>
              <a:gd name="T29" fmla="*/ 775 h 1126"/>
              <a:gd name="T30" fmla="*/ 226 w 1124"/>
              <a:gd name="T31" fmla="*/ 775 h 1126"/>
              <a:gd name="T32" fmla="*/ 362 w 1124"/>
              <a:gd name="T33" fmla="*/ 911 h 1126"/>
              <a:gd name="T34" fmla="*/ 362 w 1124"/>
              <a:gd name="T35" fmla="*/ 910 h 1126"/>
              <a:gd name="T36" fmla="*/ 408 w 1124"/>
              <a:gd name="T37" fmla="*/ 957 h 1126"/>
              <a:gd name="T38" fmla="*/ 232 w 1124"/>
              <a:gd name="T39" fmla="*/ 997 h 1126"/>
              <a:gd name="T40" fmla="*/ 937 w 1124"/>
              <a:gd name="T41" fmla="*/ 284 h 1126"/>
              <a:gd name="T42" fmla="*/ 362 w 1124"/>
              <a:gd name="T43" fmla="*/ 859 h 1126"/>
              <a:gd name="T44" fmla="*/ 278 w 1124"/>
              <a:gd name="T45" fmla="*/ 775 h 1126"/>
              <a:gd name="T46" fmla="*/ 853 w 1124"/>
              <a:gd name="T47" fmla="*/ 200 h 1126"/>
              <a:gd name="T48" fmla="*/ 937 w 1124"/>
              <a:gd name="T49" fmla="*/ 284 h 1126"/>
              <a:gd name="T50" fmla="*/ 754 w 1124"/>
              <a:gd name="T51" fmla="*/ 102 h 1126"/>
              <a:gd name="T52" fmla="*/ 827 w 1124"/>
              <a:gd name="T53" fmla="*/ 175 h 1126"/>
              <a:gd name="T54" fmla="*/ 252 w 1124"/>
              <a:gd name="T55" fmla="*/ 750 h 1126"/>
              <a:gd name="T56" fmla="*/ 179 w 1124"/>
              <a:gd name="T57" fmla="*/ 677 h 1126"/>
              <a:gd name="T58" fmla="*/ 754 w 1124"/>
              <a:gd name="T59" fmla="*/ 102 h 1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24" h="1126">
                <a:moveTo>
                  <a:pt x="1124" y="369"/>
                </a:moveTo>
                <a:lnTo>
                  <a:pt x="754" y="0"/>
                </a:lnTo>
                <a:lnTo>
                  <a:pt x="108" y="646"/>
                </a:lnTo>
                <a:lnTo>
                  <a:pt x="0" y="1126"/>
                </a:lnTo>
                <a:lnTo>
                  <a:pt x="477" y="1015"/>
                </a:lnTo>
                <a:lnTo>
                  <a:pt x="1124" y="369"/>
                </a:lnTo>
                <a:close/>
                <a:moveTo>
                  <a:pt x="446" y="944"/>
                </a:moveTo>
                <a:lnTo>
                  <a:pt x="387" y="885"/>
                </a:lnTo>
                <a:lnTo>
                  <a:pt x="962" y="310"/>
                </a:lnTo>
                <a:lnTo>
                  <a:pt x="1022" y="369"/>
                </a:lnTo>
                <a:lnTo>
                  <a:pt x="446" y="944"/>
                </a:lnTo>
                <a:close/>
                <a:moveTo>
                  <a:pt x="232" y="997"/>
                </a:moveTo>
                <a:lnTo>
                  <a:pt x="127" y="892"/>
                </a:lnTo>
                <a:lnTo>
                  <a:pt x="167" y="715"/>
                </a:lnTo>
                <a:lnTo>
                  <a:pt x="227" y="775"/>
                </a:lnTo>
                <a:lnTo>
                  <a:pt x="226" y="775"/>
                </a:lnTo>
                <a:lnTo>
                  <a:pt x="362" y="911"/>
                </a:lnTo>
                <a:lnTo>
                  <a:pt x="362" y="910"/>
                </a:lnTo>
                <a:lnTo>
                  <a:pt x="408" y="957"/>
                </a:lnTo>
                <a:lnTo>
                  <a:pt x="232" y="997"/>
                </a:lnTo>
                <a:close/>
                <a:moveTo>
                  <a:pt x="937" y="284"/>
                </a:moveTo>
                <a:lnTo>
                  <a:pt x="362" y="859"/>
                </a:lnTo>
                <a:lnTo>
                  <a:pt x="278" y="775"/>
                </a:lnTo>
                <a:lnTo>
                  <a:pt x="853" y="200"/>
                </a:lnTo>
                <a:lnTo>
                  <a:pt x="937" y="284"/>
                </a:lnTo>
                <a:close/>
                <a:moveTo>
                  <a:pt x="754" y="102"/>
                </a:moveTo>
                <a:lnTo>
                  <a:pt x="827" y="175"/>
                </a:lnTo>
                <a:lnTo>
                  <a:pt x="252" y="750"/>
                </a:lnTo>
                <a:lnTo>
                  <a:pt x="179" y="677"/>
                </a:lnTo>
                <a:lnTo>
                  <a:pt x="754" y="10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05" name="Freeform 5">
            <a:extLst>
              <a:ext uri="{FF2B5EF4-FFF2-40B4-BE49-F238E27FC236}">
                <a16:creationId xmlns:a16="http://schemas.microsoft.com/office/drawing/2014/main" id="{297337D3-F1F2-402F-14A1-90C86CAAA7CE}"/>
              </a:ext>
            </a:extLst>
          </p:cNvPr>
          <p:cNvSpPr>
            <a:spLocks noEditPoints="1"/>
          </p:cNvSpPr>
          <p:nvPr/>
        </p:nvSpPr>
        <p:spPr bwMode="auto">
          <a:xfrm>
            <a:off x="4700019" y="4234940"/>
            <a:ext cx="277911" cy="302219"/>
          </a:xfrm>
          <a:custGeom>
            <a:avLst/>
            <a:gdLst>
              <a:gd name="T0" fmla="*/ 97 w 176"/>
              <a:gd name="T1" fmla="*/ 151 h 192"/>
              <a:gd name="T2" fmla="*/ 92 w 176"/>
              <a:gd name="T3" fmla="*/ 160 h 192"/>
              <a:gd name="T4" fmla="*/ 84 w 176"/>
              <a:gd name="T5" fmla="*/ 152 h 192"/>
              <a:gd name="T6" fmla="*/ 71 w 176"/>
              <a:gd name="T7" fmla="*/ 147 h 192"/>
              <a:gd name="T8" fmla="*/ 64 w 176"/>
              <a:gd name="T9" fmla="*/ 130 h 192"/>
              <a:gd name="T10" fmla="*/ 73 w 176"/>
              <a:gd name="T11" fmla="*/ 137 h 192"/>
              <a:gd name="T12" fmla="*/ 82 w 176"/>
              <a:gd name="T13" fmla="*/ 144 h 192"/>
              <a:gd name="T14" fmla="*/ 94 w 176"/>
              <a:gd name="T15" fmla="*/ 145 h 192"/>
              <a:gd name="T16" fmla="*/ 103 w 176"/>
              <a:gd name="T17" fmla="*/ 140 h 192"/>
              <a:gd name="T18" fmla="*/ 102 w 176"/>
              <a:gd name="T19" fmla="*/ 129 h 192"/>
              <a:gd name="T20" fmla="*/ 92 w 176"/>
              <a:gd name="T21" fmla="*/ 124 h 192"/>
              <a:gd name="T22" fmla="*/ 78 w 176"/>
              <a:gd name="T23" fmla="*/ 120 h 192"/>
              <a:gd name="T24" fmla="*/ 67 w 176"/>
              <a:gd name="T25" fmla="*/ 113 h 192"/>
              <a:gd name="T26" fmla="*/ 68 w 176"/>
              <a:gd name="T27" fmla="*/ 98 h 192"/>
              <a:gd name="T28" fmla="*/ 80 w 176"/>
              <a:gd name="T29" fmla="*/ 89 h 192"/>
              <a:gd name="T30" fmla="*/ 84 w 176"/>
              <a:gd name="T31" fmla="*/ 80 h 192"/>
              <a:gd name="T32" fmla="*/ 92 w 176"/>
              <a:gd name="T33" fmla="*/ 88 h 192"/>
              <a:gd name="T34" fmla="*/ 103 w 176"/>
              <a:gd name="T35" fmla="*/ 93 h 192"/>
              <a:gd name="T36" fmla="*/ 109 w 176"/>
              <a:gd name="T37" fmla="*/ 107 h 192"/>
              <a:gd name="T38" fmla="*/ 97 w 176"/>
              <a:gd name="T39" fmla="*/ 98 h 192"/>
              <a:gd name="T40" fmla="*/ 82 w 176"/>
              <a:gd name="T41" fmla="*/ 95 h 192"/>
              <a:gd name="T42" fmla="*/ 75 w 176"/>
              <a:gd name="T43" fmla="*/ 100 h 192"/>
              <a:gd name="T44" fmla="*/ 75 w 176"/>
              <a:gd name="T45" fmla="*/ 110 h 192"/>
              <a:gd name="T46" fmla="*/ 86 w 176"/>
              <a:gd name="T47" fmla="*/ 115 h 192"/>
              <a:gd name="T48" fmla="*/ 100 w 176"/>
              <a:gd name="T49" fmla="*/ 118 h 192"/>
              <a:gd name="T50" fmla="*/ 110 w 176"/>
              <a:gd name="T51" fmla="*/ 126 h 192"/>
              <a:gd name="T52" fmla="*/ 110 w 176"/>
              <a:gd name="T53" fmla="*/ 142 h 192"/>
              <a:gd name="T54" fmla="*/ 107 w 176"/>
              <a:gd name="T55" fmla="*/ 56 h 192"/>
              <a:gd name="T56" fmla="*/ 69 w 176"/>
              <a:gd name="T57" fmla="*/ 56 h 192"/>
              <a:gd name="T58" fmla="*/ 43 w 176"/>
              <a:gd name="T59" fmla="*/ 184 h 192"/>
              <a:gd name="T60" fmla="*/ 133 w 176"/>
              <a:gd name="T61" fmla="*/ 184 h 192"/>
              <a:gd name="T62" fmla="*/ 107 w 176"/>
              <a:gd name="T63" fmla="*/ 56 h 192"/>
              <a:gd name="T64" fmla="*/ 107 w 176"/>
              <a:gd name="T65" fmla="*/ 8 h 192"/>
              <a:gd name="T66" fmla="*/ 97 w 176"/>
              <a:gd name="T67" fmla="*/ 12 h 192"/>
              <a:gd name="T68" fmla="*/ 79 w 176"/>
              <a:gd name="T69" fmla="*/ 12 h 192"/>
              <a:gd name="T70" fmla="*/ 69 w 176"/>
              <a:gd name="T71" fmla="*/ 8 h 192"/>
              <a:gd name="T72" fmla="*/ 63 w 176"/>
              <a:gd name="T73" fmla="*/ 41 h 192"/>
              <a:gd name="T74" fmla="*/ 88 w 176"/>
              <a:gd name="T75" fmla="*/ 48 h 192"/>
              <a:gd name="T76" fmla="*/ 113 w 176"/>
              <a:gd name="T77" fmla="*/ 41 h 192"/>
              <a:gd name="T78" fmla="*/ 169 w 176"/>
              <a:gd name="T79" fmla="*/ 126 h 192"/>
              <a:gd name="T80" fmla="*/ 133 w 176"/>
              <a:gd name="T81" fmla="*/ 192 h 192"/>
              <a:gd name="T82" fmla="*/ 43 w 176"/>
              <a:gd name="T83" fmla="*/ 192 h 192"/>
              <a:gd name="T84" fmla="*/ 7 w 176"/>
              <a:gd name="T85" fmla="*/ 126 h 192"/>
              <a:gd name="T86" fmla="*/ 60 w 176"/>
              <a:gd name="T87" fmla="*/ 52 h 192"/>
              <a:gd name="T88" fmla="*/ 52 w 176"/>
              <a:gd name="T89" fmla="*/ 39 h 192"/>
              <a:gd name="T90" fmla="*/ 54 w 176"/>
              <a:gd name="T91" fmla="*/ 2 h 192"/>
              <a:gd name="T92" fmla="*/ 72 w 176"/>
              <a:gd name="T93" fmla="*/ 0 h 192"/>
              <a:gd name="T94" fmla="*/ 82 w 176"/>
              <a:gd name="T95" fmla="*/ 4 h 192"/>
              <a:gd name="T96" fmla="*/ 94 w 176"/>
              <a:gd name="T97" fmla="*/ 4 h 192"/>
              <a:gd name="T98" fmla="*/ 104 w 176"/>
              <a:gd name="T99" fmla="*/ 0 h 192"/>
              <a:gd name="T100" fmla="*/ 122 w 176"/>
              <a:gd name="T101" fmla="*/ 2 h 192"/>
              <a:gd name="T102" fmla="*/ 124 w 176"/>
              <a:gd name="T103" fmla="*/ 39 h 192"/>
              <a:gd name="T104" fmla="*/ 116 w 176"/>
              <a:gd name="T105" fmla="*/ 52 h 192"/>
              <a:gd name="T106" fmla="*/ 169 w 176"/>
              <a:gd name="T107" fmla="*/ 12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76" h="192">
                <a:moveTo>
                  <a:pt x="104" y="148"/>
                </a:moveTo>
                <a:cubicBezTo>
                  <a:pt x="102" y="149"/>
                  <a:pt x="100" y="150"/>
                  <a:pt x="97" y="151"/>
                </a:cubicBezTo>
                <a:cubicBezTo>
                  <a:pt x="95" y="151"/>
                  <a:pt x="94" y="152"/>
                  <a:pt x="92" y="152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4" y="152"/>
                  <a:pt x="84" y="152"/>
                  <a:pt x="84" y="152"/>
                </a:cubicBezTo>
                <a:cubicBezTo>
                  <a:pt x="82" y="151"/>
                  <a:pt x="81" y="151"/>
                  <a:pt x="79" y="151"/>
                </a:cubicBezTo>
                <a:cubicBezTo>
                  <a:pt x="76" y="150"/>
                  <a:pt x="74" y="149"/>
                  <a:pt x="71" y="147"/>
                </a:cubicBezTo>
                <a:cubicBezTo>
                  <a:pt x="69" y="145"/>
                  <a:pt x="67" y="143"/>
                  <a:pt x="66" y="140"/>
                </a:cubicBezTo>
                <a:cubicBezTo>
                  <a:pt x="65" y="137"/>
                  <a:pt x="64" y="134"/>
                  <a:pt x="64" y="130"/>
                </a:cubicBezTo>
                <a:cubicBezTo>
                  <a:pt x="72" y="130"/>
                  <a:pt x="72" y="130"/>
                  <a:pt x="72" y="130"/>
                </a:cubicBezTo>
                <a:cubicBezTo>
                  <a:pt x="72" y="133"/>
                  <a:pt x="72" y="135"/>
                  <a:pt x="73" y="137"/>
                </a:cubicBezTo>
                <a:cubicBezTo>
                  <a:pt x="74" y="139"/>
                  <a:pt x="75" y="140"/>
                  <a:pt x="77" y="142"/>
                </a:cubicBezTo>
                <a:cubicBezTo>
                  <a:pt x="78" y="143"/>
                  <a:pt x="80" y="144"/>
                  <a:pt x="82" y="144"/>
                </a:cubicBezTo>
                <a:cubicBezTo>
                  <a:pt x="85" y="145"/>
                  <a:pt x="87" y="145"/>
                  <a:pt x="89" y="145"/>
                </a:cubicBezTo>
                <a:cubicBezTo>
                  <a:pt x="91" y="145"/>
                  <a:pt x="92" y="145"/>
                  <a:pt x="94" y="145"/>
                </a:cubicBezTo>
                <a:cubicBezTo>
                  <a:pt x="96" y="144"/>
                  <a:pt x="98" y="144"/>
                  <a:pt x="99" y="143"/>
                </a:cubicBezTo>
                <a:cubicBezTo>
                  <a:pt x="101" y="142"/>
                  <a:pt x="102" y="141"/>
                  <a:pt x="103" y="140"/>
                </a:cubicBezTo>
                <a:cubicBezTo>
                  <a:pt x="104" y="138"/>
                  <a:pt x="104" y="136"/>
                  <a:pt x="104" y="134"/>
                </a:cubicBezTo>
                <a:cubicBezTo>
                  <a:pt x="104" y="132"/>
                  <a:pt x="103" y="130"/>
                  <a:pt x="102" y="129"/>
                </a:cubicBezTo>
                <a:cubicBezTo>
                  <a:pt x="101" y="128"/>
                  <a:pt x="100" y="127"/>
                  <a:pt x="98" y="126"/>
                </a:cubicBezTo>
                <a:cubicBezTo>
                  <a:pt x="96" y="125"/>
                  <a:pt x="94" y="124"/>
                  <a:pt x="92" y="124"/>
                </a:cubicBezTo>
                <a:cubicBezTo>
                  <a:pt x="85" y="122"/>
                  <a:pt x="85" y="122"/>
                  <a:pt x="85" y="122"/>
                </a:cubicBezTo>
                <a:cubicBezTo>
                  <a:pt x="83" y="122"/>
                  <a:pt x="80" y="121"/>
                  <a:pt x="78" y="120"/>
                </a:cubicBezTo>
                <a:cubicBezTo>
                  <a:pt x="76" y="120"/>
                  <a:pt x="74" y="119"/>
                  <a:pt x="72" y="117"/>
                </a:cubicBezTo>
                <a:cubicBezTo>
                  <a:pt x="70" y="116"/>
                  <a:pt x="69" y="115"/>
                  <a:pt x="67" y="113"/>
                </a:cubicBezTo>
                <a:cubicBezTo>
                  <a:pt x="66" y="111"/>
                  <a:pt x="66" y="109"/>
                  <a:pt x="66" y="106"/>
                </a:cubicBezTo>
                <a:cubicBezTo>
                  <a:pt x="66" y="103"/>
                  <a:pt x="66" y="100"/>
                  <a:pt x="68" y="98"/>
                </a:cubicBezTo>
                <a:cubicBezTo>
                  <a:pt x="69" y="96"/>
                  <a:pt x="71" y="94"/>
                  <a:pt x="73" y="92"/>
                </a:cubicBezTo>
                <a:cubicBezTo>
                  <a:pt x="75" y="91"/>
                  <a:pt x="77" y="90"/>
                  <a:pt x="80" y="89"/>
                </a:cubicBezTo>
                <a:cubicBezTo>
                  <a:pt x="81" y="89"/>
                  <a:pt x="82" y="88"/>
                  <a:pt x="84" y="88"/>
                </a:cubicBezTo>
                <a:cubicBezTo>
                  <a:pt x="84" y="80"/>
                  <a:pt x="84" y="80"/>
                  <a:pt x="84" y="80"/>
                </a:cubicBezTo>
                <a:cubicBezTo>
                  <a:pt x="92" y="80"/>
                  <a:pt x="92" y="80"/>
                  <a:pt x="92" y="80"/>
                </a:cubicBezTo>
                <a:cubicBezTo>
                  <a:pt x="92" y="88"/>
                  <a:pt x="92" y="88"/>
                  <a:pt x="92" y="88"/>
                </a:cubicBezTo>
                <a:cubicBezTo>
                  <a:pt x="93" y="89"/>
                  <a:pt x="95" y="89"/>
                  <a:pt x="96" y="89"/>
                </a:cubicBezTo>
                <a:cubicBezTo>
                  <a:pt x="99" y="90"/>
                  <a:pt x="101" y="91"/>
                  <a:pt x="103" y="93"/>
                </a:cubicBezTo>
                <a:cubicBezTo>
                  <a:pt x="105" y="94"/>
                  <a:pt x="106" y="96"/>
                  <a:pt x="108" y="99"/>
                </a:cubicBezTo>
                <a:cubicBezTo>
                  <a:pt x="109" y="101"/>
                  <a:pt x="109" y="104"/>
                  <a:pt x="109" y="107"/>
                </a:cubicBezTo>
                <a:cubicBezTo>
                  <a:pt x="102" y="107"/>
                  <a:pt x="102" y="107"/>
                  <a:pt x="102" y="107"/>
                </a:cubicBezTo>
                <a:cubicBezTo>
                  <a:pt x="101" y="103"/>
                  <a:pt x="100" y="100"/>
                  <a:pt x="97" y="98"/>
                </a:cubicBezTo>
                <a:cubicBezTo>
                  <a:pt x="95" y="96"/>
                  <a:pt x="91" y="95"/>
                  <a:pt x="87" y="95"/>
                </a:cubicBezTo>
                <a:cubicBezTo>
                  <a:pt x="85" y="95"/>
                  <a:pt x="84" y="95"/>
                  <a:pt x="82" y="95"/>
                </a:cubicBezTo>
                <a:cubicBezTo>
                  <a:pt x="81" y="96"/>
                  <a:pt x="79" y="96"/>
                  <a:pt x="78" y="97"/>
                </a:cubicBezTo>
                <a:cubicBezTo>
                  <a:pt x="77" y="98"/>
                  <a:pt x="76" y="99"/>
                  <a:pt x="75" y="100"/>
                </a:cubicBezTo>
                <a:cubicBezTo>
                  <a:pt x="74" y="102"/>
                  <a:pt x="74" y="103"/>
                  <a:pt x="74" y="105"/>
                </a:cubicBezTo>
                <a:cubicBezTo>
                  <a:pt x="74" y="107"/>
                  <a:pt x="74" y="109"/>
                  <a:pt x="75" y="110"/>
                </a:cubicBezTo>
                <a:cubicBezTo>
                  <a:pt x="77" y="111"/>
                  <a:pt x="78" y="112"/>
                  <a:pt x="80" y="113"/>
                </a:cubicBezTo>
                <a:cubicBezTo>
                  <a:pt x="82" y="114"/>
                  <a:pt x="84" y="114"/>
                  <a:pt x="86" y="115"/>
                </a:cubicBezTo>
                <a:cubicBezTo>
                  <a:pt x="88" y="115"/>
                  <a:pt x="91" y="116"/>
                  <a:pt x="93" y="116"/>
                </a:cubicBezTo>
                <a:cubicBezTo>
                  <a:pt x="95" y="117"/>
                  <a:pt x="98" y="117"/>
                  <a:pt x="100" y="118"/>
                </a:cubicBezTo>
                <a:cubicBezTo>
                  <a:pt x="102" y="119"/>
                  <a:pt x="104" y="120"/>
                  <a:pt x="106" y="121"/>
                </a:cubicBezTo>
                <a:cubicBezTo>
                  <a:pt x="108" y="123"/>
                  <a:pt x="109" y="124"/>
                  <a:pt x="110" y="126"/>
                </a:cubicBezTo>
                <a:cubicBezTo>
                  <a:pt x="111" y="128"/>
                  <a:pt x="112" y="131"/>
                  <a:pt x="112" y="134"/>
                </a:cubicBezTo>
                <a:cubicBezTo>
                  <a:pt x="112" y="137"/>
                  <a:pt x="111" y="140"/>
                  <a:pt x="110" y="142"/>
                </a:cubicBezTo>
                <a:cubicBezTo>
                  <a:pt x="108" y="144"/>
                  <a:pt x="107" y="146"/>
                  <a:pt x="104" y="148"/>
                </a:cubicBezTo>
                <a:close/>
                <a:moveTo>
                  <a:pt x="107" y="56"/>
                </a:moveTo>
                <a:cubicBezTo>
                  <a:pt x="88" y="56"/>
                  <a:pt x="88" y="56"/>
                  <a:pt x="88" y="56"/>
                </a:cubicBezTo>
                <a:cubicBezTo>
                  <a:pt x="69" y="56"/>
                  <a:pt x="69" y="56"/>
                  <a:pt x="69" y="56"/>
                </a:cubicBezTo>
                <a:cubicBezTo>
                  <a:pt x="47" y="71"/>
                  <a:pt x="26" y="101"/>
                  <a:pt x="14" y="129"/>
                </a:cubicBezTo>
                <a:cubicBezTo>
                  <a:pt x="3" y="157"/>
                  <a:pt x="17" y="184"/>
                  <a:pt x="43" y="18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133" y="184"/>
                  <a:pt x="133" y="184"/>
                  <a:pt x="133" y="184"/>
                </a:cubicBezTo>
                <a:cubicBezTo>
                  <a:pt x="159" y="184"/>
                  <a:pt x="173" y="157"/>
                  <a:pt x="162" y="129"/>
                </a:cubicBezTo>
                <a:cubicBezTo>
                  <a:pt x="150" y="101"/>
                  <a:pt x="129" y="71"/>
                  <a:pt x="107" y="56"/>
                </a:cubicBezTo>
                <a:close/>
                <a:moveTo>
                  <a:pt x="120" y="10"/>
                </a:moveTo>
                <a:cubicBezTo>
                  <a:pt x="118" y="9"/>
                  <a:pt x="111" y="8"/>
                  <a:pt x="107" y="8"/>
                </a:cubicBezTo>
                <a:cubicBezTo>
                  <a:pt x="107" y="8"/>
                  <a:pt x="106" y="8"/>
                  <a:pt x="106" y="8"/>
                </a:cubicBezTo>
                <a:cubicBezTo>
                  <a:pt x="103" y="9"/>
                  <a:pt x="100" y="11"/>
                  <a:pt x="97" y="12"/>
                </a:cubicBezTo>
                <a:cubicBezTo>
                  <a:pt x="94" y="13"/>
                  <a:pt x="91" y="13"/>
                  <a:pt x="88" y="14"/>
                </a:cubicBezTo>
                <a:cubicBezTo>
                  <a:pt x="85" y="13"/>
                  <a:pt x="82" y="13"/>
                  <a:pt x="79" y="12"/>
                </a:cubicBezTo>
                <a:cubicBezTo>
                  <a:pt x="76" y="11"/>
                  <a:pt x="73" y="9"/>
                  <a:pt x="70" y="8"/>
                </a:cubicBezTo>
                <a:cubicBezTo>
                  <a:pt x="70" y="8"/>
                  <a:pt x="69" y="8"/>
                  <a:pt x="69" y="8"/>
                </a:cubicBezTo>
                <a:cubicBezTo>
                  <a:pt x="65" y="8"/>
                  <a:pt x="58" y="9"/>
                  <a:pt x="56" y="10"/>
                </a:cubicBezTo>
                <a:cubicBezTo>
                  <a:pt x="42" y="12"/>
                  <a:pt x="52" y="24"/>
                  <a:pt x="63" y="41"/>
                </a:cubicBezTo>
                <a:cubicBezTo>
                  <a:pt x="67" y="48"/>
                  <a:pt x="67" y="48"/>
                  <a:pt x="67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109" y="48"/>
                  <a:pt x="109" y="48"/>
                  <a:pt x="109" y="48"/>
                </a:cubicBezTo>
                <a:cubicBezTo>
                  <a:pt x="113" y="41"/>
                  <a:pt x="113" y="41"/>
                  <a:pt x="113" y="41"/>
                </a:cubicBezTo>
                <a:cubicBezTo>
                  <a:pt x="124" y="24"/>
                  <a:pt x="134" y="12"/>
                  <a:pt x="120" y="10"/>
                </a:cubicBezTo>
                <a:close/>
                <a:moveTo>
                  <a:pt x="169" y="126"/>
                </a:moveTo>
                <a:cubicBezTo>
                  <a:pt x="176" y="143"/>
                  <a:pt x="175" y="161"/>
                  <a:pt x="166" y="174"/>
                </a:cubicBezTo>
                <a:cubicBezTo>
                  <a:pt x="159" y="186"/>
                  <a:pt x="147" y="192"/>
                  <a:pt x="133" y="192"/>
                </a:cubicBezTo>
                <a:cubicBezTo>
                  <a:pt x="88" y="192"/>
                  <a:pt x="88" y="192"/>
                  <a:pt x="88" y="192"/>
                </a:cubicBezTo>
                <a:cubicBezTo>
                  <a:pt x="43" y="192"/>
                  <a:pt x="43" y="192"/>
                  <a:pt x="43" y="192"/>
                </a:cubicBezTo>
                <a:cubicBezTo>
                  <a:pt x="29" y="192"/>
                  <a:pt x="17" y="186"/>
                  <a:pt x="10" y="174"/>
                </a:cubicBezTo>
                <a:cubicBezTo>
                  <a:pt x="1" y="161"/>
                  <a:pt x="0" y="143"/>
                  <a:pt x="7" y="126"/>
                </a:cubicBezTo>
                <a:cubicBezTo>
                  <a:pt x="20" y="96"/>
                  <a:pt x="40" y="68"/>
                  <a:pt x="60" y="52"/>
                </a:cubicBezTo>
                <a:cubicBezTo>
                  <a:pt x="60" y="52"/>
                  <a:pt x="60" y="52"/>
                  <a:pt x="60" y="52"/>
                </a:cubicBezTo>
                <a:cubicBezTo>
                  <a:pt x="56" y="46"/>
                  <a:pt x="56" y="46"/>
                  <a:pt x="56" y="46"/>
                </a:cubicBezTo>
                <a:cubicBezTo>
                  <a:pt x="55" y="43"/>
                  <a:pt x="53" y="41"/>
                  <a:pt x="52" y="39"/>
                </a:cubicBezTo>
                <a:cubicBezTo>
                  <a:pt x="44" y="27"/>
                  <a:pt x="39" y="18"/>
                  <a:pt x="42" y="10"/>
                </a:cubicBezTo>
                <a:cubicBezTo>
                  <a:pt x="44" y="6"/>
                  <a:pt x="48" y="3"/>
                  <a:pt x="54" y="2"/>
                </a:cubicBezTo>
                <a:cubicBezTo>
                  <a:pt x="56" y="2"/>
                  <a:pt x="64" y="0"/>
                  <a:pt x="69" y="0"/>
                </a:cubicBezTo>
                <a:cubicBezTo>
                  <a:pt x="70" y="0"/>
                  <a:pt x="71" y="0"/>
                  <a:pt x="72" y="0"/>
                </a:cubicBezTo>
                <a:cubicBezTo>
                  <a:pt x="75" y="1"/>
                  <a:pt x="77" y="2"/>
                  <a:pt x="80" y="3"/>
                </a:cubicBezTo>
                <a:cubicBezTo>
                  <a:pt x="81" y="4"/>
                  <a:pt x="81" y="4"/>
                  <a:pt x="82" y="4"/>
                </a:cubicBezTo>
                <a:cubicBezTo>
                  <a:pt x="84" y="5"/>
                  <a:pt x="86" y="5"/>
                  <a:pt x="88" y="6"/>
                </a:cubicBezTo>
                <a:cubicBezTo>
                  <a:pt x="90" y="5"/>
                  <a:pt x="92" y="5"/>
                  <a:pt x="94" y="4"/>
                </a:cubicBezTo>
                <a:cubicBezTo>
                  <a:pt x="95" y="4"/>
                  <a:pt x="95" y="4"/>
                  <a:pt x="96" y="3"/>
                </a:cubicBezTo>
                <a:cubicBezTo>
                  <a:pt x="99" y="2"/>
                  <a:pt x="101" y="1"/>
                  <a:pt x="104" y="0"/>
                </a:cubicBezTo>
                <a:cubicBezTo>
                  <a:pt x="105" y="0"/>
                  <a:pt x="106" y="0"/>
                  <a:pt x="107" y="0"/>
                </a:cubicBezTo>
                <a:cubicBezTo>
                  <a:pt x="112" y="0"/>
                  <a:pt x="120" y="2"/>
                  <a:pt x="122" y="2"/>
                </a:cubicBezTo>
                <a:cubicBezTo>
                  <a:pt x="128" y="3"/>
                  <a:pt x="132" y="6"/>
                  <a:pt x="134" y="10"/>
                </a:cubicBezTo>
                <a:cubicBezTo>
                  <a:pt x="137" y="18"/>
                  <a:pt x="132" y="27"/>
                  <a:pt x="124" y="39"/>
                </a:cubicBezTo>
                <a:cubicBezTo>
                  <a:pt x="123" y="41"/>
                  <a:pt x="121" y="43"/>
                  <a:pt x="120" y="46"/>
                </a:cubicBezTo>
                <a:cubicBezTo>
                  <a:pt x="116" y="52"/>
                  <a:pt x="116" y="52"/>
                  <a:pt x="116" y="52"/>
                </a:cubicBezTo>
                <a:cubicBezTo>
                  <a:pt x="116" y="52"/>
                  <a:pt x="116" y="52"/>
                  <a:pt x="116" y="52"/>
                </a:cubicBezTo>
                <a:cubicBezTo>
                  <a:pt x="136" y="68"/>
                  <a:pt x="156" y="96"/>
                  <a:pt x="169" y="12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06" name="Group 210">
            <a:extLst>
              <a:ext uri="{FF2B5EF4-FFF2-40B4-BE49-F238E27FC236}">
                <a16:creationId xmlns:a16="http://schemas.microsoft.com/office/drawing/2014/main" id="{C80FC8E6-26F0-3A74-840B-1AD9D9ADA1D9}"/>
              </a:ext>
            </a:extLst>
          </p:cNvPr>
          <p:cNvGrpSpPr/>
          <p:nvPr/>
        </p:nvGrpSpPr>
        <p:grpSpPr>
          <a:xfrm>
            <a:off x="5520382" y="3558403"/>
            <a:ext cx="247998" cy="392239"/>
            <a:chOff x="8992499" y="1015780"/>
            <a:chExt cx="209779" cy="33179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07" name="Freeform 9">
              <a:extLst>
                <a:ext uri="{FF2B5EF4-FFF2-40B4-BE49-F238E27FC236}">
                  <a16:creationId xmlns:a16="http://schemas.microsoft.com/office/drawing/2014/main" id="{C2DADA18-0991-51A4-6B08-FF9BB80006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92499" y="1015780"/>
              <a:ext cx="209779" cy="331792"/>
            </a:xfrm>
            <a:custGeom>
              <a:avLst/>
              <a:gdLst>
                <a:gd name="T0" fmla="*/ 68 w 80"/>
                <a:gd name="T1" fmla="*/ 0 h 128"/>
                <a:gd name="T2" fmla="*/ 11 w 80"/>
                <a:gd name="T3" fmla="*/ 0 h 128"/>
                <a:gd name="T4" fmla="*/ 0 w 80"/>
                <a:gd name="T5" fmla="*/ 11 h 128"/>
                <a:gd name="T6" fmla="*/ 0 w 80"/>
                <a:gd name="T7" fmla="*/ 116 h 128"/>
                <a:gd name="T8" fmla="*/ 11 w 80"/>
                <a:gd name="T9" fmla="*/ 128 h 128"/>
                <a:gd name="T10" fmla="*/ 68 w 80"/>
                <a:gd name="T11" fmla="*/ 128 h 128"/>
                <a:gd name="T12" fmla="*/ 80 w 80"/>
                <a:gd name="T13" fmla="*/ 116 h 128"/>
                <a:gd name="T14" fmla="*/ 80 w 80"/>
                <a:gd name="T15" fmla="*/ 11 h 128"/>
                <a:gd name="T16" fmla="*/ 68 w 80"/>
                <a:gd name="T17" fmla="*/ 0 h 128"/>
                <a:gd name="T18" fmla="*/ 72 w 80"/>
                <a:gd name="T19" fmla="*/ 116 h 128"/>
                <a:gd name="T20" fmla="*/ 68 w 80"/>
                <a:gd name="T21" fmla="*/ 120 h 128"/>
                <a:gd name="T22" fmla="*/ 11 w 80"/>
                <a:gd name="T23" fmla="*/ 120 h 128"/>
                <a:gd name="T24" fmla="*/ 8 w 80"/>
                <a:gd name="T25" fmla="*/ 116 h 128"/>
                <a:gd name="T26" fmla="*/ 8 w 80"/>
                <a:gd name="T27" fmla="*/ 11 h 128"/>
                <a:gd name="T28" fmla="*/ 11 w 80"/>
                <a:gd name="T29" fmla="*/ 8 h 128"/>
                <a:gd name="T30" fmla="*/ 68 w 80"/>
                <a:gd name="T31" fmla="*/ 8 h 128"/>
                <a:gd name="T32" fmla="*/ 72 w 80"/>
                <a:gd name="T33" fmla="*/ 11 h 128"/>
                <a:gd name="T34" fmla="*/ 72 w 80"/>
                <a:gd name="T35" fmla="*/ 11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128">
                  <a:moveTo>
                    <a:pt x="68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3"/>
                    <a:pt x="5" y="128"/>
                    <a:pt x="11" y="128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75" y="128"/>
                    <a:pt x="80" y="123"/>
                    <a:pt x="80" y="116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0" y="5"/>
                    <a:pt x="75" y="0"/>
                    <a:pt x="68" y="0"/>
                  </a:cubicBezTo>
                  <a:close/>
                  <a:moveTo>
                    <a:pt x="72" y="116"/>
                  </a:moveTo>
                  <a:cubicBezTo>
                    <a:pt x="72" y="118"/>
                    <a:pt x="70" y="120"/>
                    <a:pt x="68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9" y="120"/>
                    <a:pt x="8" y="118"/>
                    <a:pt x="8" y="116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70" y="8"/>
                    <a:pt x="72" y="9"/>
                    <a:pt x="72" y="11"/>
                  </a:cubicBezTo>
                  <a:lnTo>
                    <a:pt x="7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08" name="Freeform 10">
              <a:extLst>
                <a:ext uri="{FF2B5EF4-FFF2-40B4-BE49-F238E27FC236}">
                  <a16:creationId xmlns:a16="http://schemas.microsoft.com/office/drawing/2014/main" id="{FF539DFB-D626-12AE-F430-87A2F0D731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35312" y="1067154"/>
              <a:ext cx="125225" cy="218341"/>
            </a:xfrm>
            <a:custGeom>
              <a:avLst/>
              <a:gdLst>
                <a:gd name="T0" fmla="*/ 40 w 48"/>
                <a:gd name="T1" fmla="*/ 0 h 84"/>
                <a:gd name="T2" fmla="*/ 7 w 48"/>
                <a:gd name="T3" fmla="*/ 0 h 84"/>
                <a:gd name="T4" fmla="*/ 7 w 48"/>
                <a:gd name="T5" fmla="*/ 0 h 84"/>
                <a:gd name="T6" fmla="*/ 7 w 48"/>
                <a:gd name="T7" fmla="*/ 0 h 84"/>
                <a:gd name="T8" fmla="*/ 0 w 48"/>
                <a:gd name="T9" fmla="*/ 7 h 84"/>
                <a:gd name="T10" fmla="*/ 0 w 48"/>
                <a:gd name="T11" fmla="*/ 76 h 84"/>
                <a:gd name="T12" fmla="*/ 7 w 48"/>
                <a:gd name="T13" fmla="*/ 84 h 84"/>
                <a:gd name="T14" fmla="*/ 40 w 48"/>
                <a:gd name="T15" fmla="*/ 84 h 84"/>
                <a:gd name="T16" fmla="*/ 48 w 48"/>
                <a:gd name="T17" fmla="*/ 76 h 84"/>
                <a:gd name="T18" fmla="*/ 48 w 48"/>
                <a:gd name="T19" fmla="*/ 7 h 84"/>
                <a:gd name="T20" fmla="*/ 40 w 48"/>
                <a:gd name="T21" fmla="*/ 0 h 84"/>
                <a:gd name="T22" fmla="*/ 44 w 48"/>
                <a:gd name="T23" fmla="*/ 76 h 84"/>
                <a:gd name="T24" fmla="*/ 40 w 48"/>
                <a:gd name="T25" fmla="*/ 80 h 84"/>
                <a:gd name="T26" fmla="*/ 7 w 48"/>
                <a:gd name="T27" fmla="*/ 80 h 84"/>
                <a:gd name="T28" fmla="*/ 4 w 48"/>
                <a:gd name="T29" fmla="*/ 76 h 84"/>
                <a:gd name="T30" fmla="*/ 4 w 48"/>
                <a:gd name="T31" fmla="*/ 7 h 84"/>
                <a:gd name="T32" fmla="*/ 7 w 48"/>
                <a:gd name="T33" fmla="*/ 4 h 84"/>
                <a:gd name="T34" fmla="*/ 40 w 48"/>
                <a:gd name="T35" fmla="*/ 4 h 84"/>
                <a:gd name="T36" fmla="*/ 44 w 48"/>
                <a:gd name="T37" fmla="*/ 7 h 84"/>
                <a:gd name="T38" fmla="*/ 44 w 48"/>
                <a:gd name="T39" fmla="*/ 7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84">
                  <a:moveTo>
                    <a:pt x="4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80"/>
                    <a:pt x="3" y="84"/>
                    <a:pt x="7" y="84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4" y="84"/>
                    <a:pt x="48" y="80"/>
                    <a:pt x="48" y="76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3"/>
                    <a:pt x="44" y="0"/>
                    <a:pt x="40" y="0"/>
                  </a:cubicBezTo>
                  <a:close/>
                  <a:moveTo>
                    <a:pt x="44" y="76"/>
                  </a:moveTo>
                  <a:cubicBezTo>
                    <a:pt x="44" y="78"/>
                    <a:pt x="42" y="80"/>
                    <a:pt x="40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5" y="80"/>
                    <a:pt x="4" y="78"/>
                    <a:pt x="4" y="76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4"/>
                    <a:pt x="44" y="5"/>
                    <a:pt x="44" y="7"/>
                  </a:cubicBezTo>
                  <a:lnTo>
                    <a:pt x="44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09" name="Freeform 11">
              <a:extLst>
                <a:ext uri="{FF2B5EF4-FFF2-40B4-BE49-F238E27FC236}">
                  <a16:creationId xmlns:a16="http://schemas.microsoft.com/office/drawing/2014/main" id="{ED7D9010-BC76-0EAF-C7A2-A7371EC02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7053" y="1046819"/>
              <a:ext cx="41742" cy="10703"/>
            </a:xfrm>
            <a:custGeom>
              <a:avLst/>
              <a:gdLst>
                <a:gd name="T0" fmla="*/ 2 w 16"/>
                <a:gd name="T1" fmla="*/ 4 h 4"/>
                <a:gd name="T2" fmla="*/ 14 w 16"/>
                <a:gd name="T3" fmla="*/ 4 h 4"/>
                <a:gd name="T4" fmla="*/ 16 w 16"/>
                <a:gd name="T5" fmla="*/ 2 h 4"/>
                <a:gd name="T6" fmla="*/ 14 w 16"/>
                <a:gd name="T7" fmla="*/ 0 h 4"/>
                <a:gd name="T8" fmla="*/ 2 w 16"/>
                <a:gd name="T9" fmla="*/ 0 h 4"/>
                <a:gd name="T10" fmla="*/ 0 w 16"/>
                <a:gd name="T11" fmla="*/ 2 h 4"/>
                <a:gd name="T12" fmla="*/ 2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6" y="3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0" name="Oval 12">
              <a:extLst>
                <a:ext uri="{FF2B5EF4-FFF2-40B4-BE49-F238E27FC236}">
                  <a16:creationId xmlns:a16="http://schemas.microsoft.com/office/drawing/2014/main" id="{1DC85957-B9DE-4FAF-C3A2-ABB5357DF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7756" y="1295128"/>
              <a:ext cx="20336" cy="214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11" name="Freeform 34">
            <a:extLst>
              <a:ext uri="{FF2B5EF4-FFF2-40B4-BE49-F238E27FC236}">
                <a16:creationId xmlns:a16="http://schemas.microsoft.com/office/drawing/2014/main" id="{AD7E8D85-43D9-E8A5-497B-302C5AAEF3A2}"/>
              </a:ext>
            </a:extLst>
          </p:cNvPr>
          <p:cNvSpPr>
            <a:spLocks noEditPoints="1"/>
          </p:cNvSpPr>
          <p:nvPr/>
        </p:nvSpPr>
        <p:spPr bwMode="auto">
          <a:xfrm rot="19783458">
            <a:off x="9620522" y="2206466"/>
            <a:ext cx="225138" cy="428520"/>
          </a:xfrm>
          <a:custGeom>
            <a:avLst/>
            <a:gdLst>
              <a:gd name="T0" fmla="*/ 55 w 98"/>
              <a:gd name="T1" fmla="*/ 48 h 189"/>
              <a:gd name="T2" fmla="*/ 36 w 98"/>
              <a:gd name="T3" fmla="*/ 31 h 189"/>
              <a:gd name="T4" fmla="*/ 54 w 98"/>
              <a:gd name="T5" fmla="*/ 0 h 189"/>
              <a:gd name="T6" fmla="*/ 31 w 98"/>
              <a:gd name="T7" fmla="*/ 33 h 189"/>
              <a:gd name="T8" fmla="*/ 45 w 98"/>
              <a:gd name="T9" fmla="*/ 48 h 189"/>
              <a:gd name="T10" fmla="*/ 44 w 98"/>
              <a:gd name="T11" fmla="*/ 48 h 189"/>
              <a:gd name="T12" fmla="*/ 0 w 98"/>
              <a:gd name="T13" fmla="*/ 96 h 189"/>
              <a:gd name="T14" fmla="*/ 0 w 98"/>
              <a:gd name="T15" fmla="*/ 141 h 189"/>
              <a:gd name="T16" fmla="*/ 44 w 98"/>
              <a:gd name="T17" fmla="*/ 189 h 189"/>
              <a:gd name="T18" fmla="*/ 54 w 98"/>
              <a:gd name="T19" fmla="*/ 189 h 189"/>
              <a:gd name="T20" fmla="*/ 98 w 98"/>
              <a:gd name="T21" fmla="*/ 141 h 189"/>
              <a:gd name="T22" fmla="*/ 98 w 98"/>
              <a:gd name="T23" fmla="*/ 96 h 189"/>
              <a:gd name="T24" fmla="*/ 55 w 98"/>
              <a:gd name="T25" fmla="*/ 48 h 189"/>
              <a:gd name="T26" fmla="*/ 29 w 98"/>
              <a:gd name="T27" fmla="*/ 119 h 189"/>
              <a:gd name="T28" fmla="*/ 7 w 98"/>
              <a:gd name="T29" fmla="*/ 110 h 189"/>
              <a:gd name="T30" fmla="*/ 7 w 98"/>
              <a:gd name="T31" fmla="*/ 96 h 189"/>
              <a:gd name="T32" fmla="*/ 43 w 98"/>
              <a:gd name="T33" fmla="*/ 54 h 189"/>
              <a:gd name="T34" fmla="*/ 43 w 98"/>
              <a:gd name="T35" fmla="*/ 73 h 189"/>
              <a:gd name="T36" fmla="*/ 36 w 98"/>
              <a:gd name="T37" fmla="*/ 84 h 189"/>
              <a:gd name="T38" fmla="*/ 36 w 98"/>
              <a:gd name="T39" fmla="*/ 89 h 189"/>
              <a:gd name="T40" fmla="*/ 43 w 98"/>
              <a:gd name="T41" fmla="*/ 99 h 189"/>
              <a:gd name="T42" fmla="*/ 43 w 98"/>
              <a:gd name="T43" fmla="*/ 117 h 189"/>
              <a:gd name="T44" fmla="*/ 43 w 98"/>
              <a:gd name="T45" fmla="*/ 119 h 189"/>
              <a:gd name="T46" fmla="*/ 29 w 98"/>
              <a:gd name="T47" fmla="*/ 119 h 189"/>
              <a:gd name="T48" fmla="*/ 49 w 98"/>
              <a:gd name="T49" fmla="*/ 98 h 189"/>
              <a:gd name="T50" fmla="*/ 41 w 98"/>
              <a:gd name="T51" fmla="*/ 90 h 189"/>
              <a:gd name="T52" fmla="*/ 41 w 98"/>
              <a:gd name="T53" fmla="*/ 83 h 189"/>
              <a:gd name="T54" fmla="*/ 49 w 98"/>
              <a:gd name="T55" fmla="*/ 75 h 189"/>
              <a:gd name="T56" fmla="*/ 56 w 98"/>
              <a:gd name="T57" fmla="*/ 83 h 189"/>
              <a:gd name="T58" fmla="*/ 56 w 98"/>
              <a:gd name="T59" fmla="*/ 90 h 189"/>
              <a:gd name="T60" fmla="*/ 49 w 98"/>
              <a:gd name="T61" fmla="*/ 98 h 189"/>
              <a:gd name="T62" fmla="*/ 91 w 98"/>
              <a:gd name="T63" fmla="*/ 113 h 189"/>
              <a:gd name="T64" fmla="*/ 72 w 98"/>
              <a:gd name="T65" fmla="*/ 119 h 189"/>
              <a:gd name="T66" fmla="*/ 54 w 98"/>
              <a:gd name="T67" fmla="*/ 119 h 189"/>
              <a:gd name="T68" fmla="*/ 54 w 98"/>
              <a:gd name="T69" fmla="*/ 117 h 189"/>
              <a:gd name="T70" fmla="*/ 54 w 98"/>
              <a:gd name="T71" fmla="*/ 99 h 189"/>
              <a:gd name="T72" fmla="*/ 61 w 98"/>
              <a:gd name="T73" fmla="*/ 89 h 189"/>
              <a:gd name="T74" fmla="*/ 61 w 98"/>
              <a:gd name="T75" fmla="*/ 84 h 189"/>
              <a:gd name="T76" fmla="*/ 54 w 98"/>
              <a:gd name="T77" fmla="*/ 73 h 189"/>
              <a:gd name="T78" fmla="*/ 54 w 98"/>
              <a:gd name="T79" fmla="*/ 54 h 189"/>
              <a:gd name="T80" fmla="*/ 91 w 98"/>
              <a:gd name="T81" fmla="*/ 96 h 189"/>
              <a:gd name="T82" fmla="*/ 91 w 98"/>
              <a:gd name="T83" fmla="*/ 113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8" h="189">
                <a:moveTo>
                  <a:pt x="55" y="48"/>
                </a:moveTo>
                <a:cubicBezTo>
                  <a:pt x="55" y="39"/>
                  <a:pt x="41" y="34"/>
                  <a:pt x="36" y="31"/>
                </a:cubicBezTo>
                <a:cubicBezTo>
                  <a:pt x="22" y="19"/>
                  <a:pt x="46" y="4"/>
                  <a:pt x="54" y="0"/>
                </a:cubicBezTo>
                <a:cubicBezTo>
                  <a:pt x="45" y="5"/>
                  <a:pt x="17" y="22"/>
                  <a:pt x="31" y="33"/>
                </a:cubicBezTo>
                <a:cubicBezTo>
                  <a:pt x="36" y="37"/>
                  <a:pt x="43" y="41"/>
                  <a:pt x="45" y="48"/>
                </a:cubicBezTo>
                <a:cubicBezTo>
                  <a:pt x="44" y="48"/>
                  <a:pt x="44" y="48"/>
                  <a:pt x="44" y="48"/>
                </a:cubicBezTo>
                <a:cubicBezTo>
                  <a:pt x="19" y="48"/>
                  <a:pt x="0" y="69"/>
                  <a:pt x="0" y="96"/>
                </a:cubicBezTo>
                <a:cubicBezTo>
                  <a:pt x="0" y="141"/>
                  <a:pt x="0" y="141"/>
                  <a:pt x="0" y="141"/>
                </a:cubicBezTo>
                <a:cubicBezTo>
                  <a:pt x="0" y="168"/>
                  <a:pt x="19" y="189"/>
                  <a:pt x="44" y="189"/>
                </a:cubicBezTo>
                <a:cubicBezTo>
                  <a:pt x="54" y="189"/>
                  <a:pt x="54" y="189"/>
                  <a:pt x="54" y="189"/>
                </a:cubicBezTo>
                <a:cubicBezTo>
                  <a:pt x="78" y="189"/>
                  <a:pt x="98" y="168"/>
                  <a:pt x="98" y="141"/>
                </a:cubicBezTo>
                <a:cubicBezTo>
                  <a:pt x="98" y="96"/>
                  <a:pt x="98" y="96"/>
                  <a:pt x="98" y="96"/>
                </a:cubicBezTo>
                <a:cubicBezTo>
                  <a:pt x="98" y="70"/>
                  <a:pt x="78" y="49"/>
                  <a:pt x="55" y="48"/>
                </a:cubicBezTo>
                <a:close/>
                <a:moveTo>
                  <a:pt x="29" y="119"/>
                </a:moveTo>
                <a:cubicBezTo>
                  <a:pt x="21" y="119"/>
                  <a:pt x="13" y="116"/>
                  <a:pt x="7" y="110"/>
                </a:cubicBezTo>
                <a:cubicBezTo>
                  <a:pt x="7" y="96"/>
                  <a:pt x="7" y="96"/>
                  <a:pt x="7" y="96"/>
                </a:cubicBezTo>
                <a:cubicBezTo>
                  <a:pt x="7" y="73"/>
                  <a:pt x="23" y="55"/>
                  <a:pt x="43" y="54"/>
                </a:cubicBezTo>
                <a:cubicBezTo>
                  <a:pt x="43" y="73"/>
                  <a:pt x="43" y="73"/>
                  <a:pt x="43" y="73"/>
                </a:cubicBezTo>
                <a:cubicBezTo>
                  <a:pt x="39" y="75"/>
                  <a:pt x="36" y="79"/>
                  <a:pt x="36" y="84"/>
                </a:cubicBezTo>
                <a:cubicBezTo>
                  <a:pt x="36" y="89"/>
                  <a:pt x="36" y="89"/>
                  <a:pt x="36" y="89"/>
                </a:cubicBezTo>
                <a:cubicBezTo>
                  <a:pt x="36" y="94"/>
                  <a:pt x="39" y="98"/>
                  <a:pt x="43" y="99"/>
                </a:cubicBezTo>
                <a:cubicBezTo>
                  <a:pt x="43" y="117"/>
                  <a:pt x="43" y="117"/>
                  <a:pt x="43" y="117"/>
                </a:cubicBezTo>
                <a:cubicBezTo>
                  <a:pt x="43" y="117"/>
                  <a:pt x="43" y="118"/>
                  <a:pt x="43" y="119"/>
                </a:cubicBezTo>
                <a:lnTo>
                  <a:pt x="29" y="119"/>
                </a:lnTo>
                <a:close/>
                <a:moveTo>
                  <a:pt x="49" y="98"/>
                </a:moveTo>
                <a:cubicBezTo>
                  <a:pt x="45" y="98"/>
                  <a:pt x="41" y="94"/>
                  <a:pt x="41" y="90"/>
                </a:cubicBezTo>
                <a:cubicBezTo>
                  <a:pt x="41" y="83"/>
                  <a:pt x="41" y="83"/>
                  <a:pt x="41" y="83"/>
                </a:cubicBezTo>
                <a:cubicBezTo>
                  <a:pt x="41" y="79"/>
                  <a:pt x="45" y="75"/>
                  <a:pt x="49" y="75"/>
                </a:cubicBezTo>
                <a:cubicBezTo>
                  <a:pt x="53" y="75"/>
                  <a:pt x="56" y="79"/>
                  <a:pt x="56" y="83"/>
                </a:cubicBezTo>
                <a:cubicBezTo>
                  <a:pt x="56" y="90"/>
                  <a:pt x="56" y="90"/>
                  <a:pt x="56" y="90"/>
                </a:cubicBezTo>
                <a:cubicBezTo>
                  <a:pt x="56" y="94"/>
                  <a:pt x="53" y="98"/>
                  <a:pt x="49" y="98"/>
                </a:cubicBezTo>
                <a:close/>
                <a:moveTo>
                  <a:pt x="91" y="113"/>
                </a:moveTo>
                <a:cubicBezTo>
                  <a:pt x="85" y="117"/>
                  <a:pt x="79" y="119"/>
                  <a:pt x="72" y="119"/>
                </a:cubicBezTo>
                <a:cubicBezTo>
                  <a:pt x="54" y="119"/>
                  <a:pt x="54" y="119"/>
                  <a:pt x="54" y="119"/>
                </a:cubicBezTo>
                <a:cubicBezTo>
                  <a:pt x="54" y="118"/>
                  <a:pt x="54" y="117"/>
                  <a:pt x="54" y="117"/>
                </a:cubicBezTo>
                <a:cubicBezTo>
                  <a:pt x="54" y="99"/>
                  <a:pt x="54" y="99"/>
                  <a:pt x="54" y="99"/>
                </a:cubicBezTo>
                <a:cubicBezTo>
                  <a:pt x="58" y="98"/>
                  <a:pt x="61" y="94"/>
                  <a:pt x="61" y="89"/>
                </a:cubicBezTo>
                <a:cubicBezTo>
                  <a:pt x="61" y="84"/>
                  <a:pt x="61" y="84"/>
                  <a:pt x="61" y="84"/>
                </a:cubicBezTo>
                <a:cubicBezTo>
                  <a:pt x="61" y="79"/>
                  <a:pt x="58" y="75"/>
                  <a:pt x="54" y="73"/>
                </a:cubicBezTo>
                <a:cubicBezTo>
                  <a:pt x="54" y="54"/>
                  <a:pt x="54" y="54"/>
                  <a:pt x="54" y="54"/>
                </a:cubicBezTo>
                <a:cubicBezTo>
                  <a:pt x="74" y="55"/>
                  <a:pt x="91" y="73"/>
                  <a:pt x="91" y="96"/>
                </a:cubicBezTo>
                <a:lnTo>
                  <a:pt x="91" y="11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12" name="Group 216">
            <a:extLst>
              <a:ext uri="{FF2B5EF4-FFF2-40B4-BE49-F238E27FC236}">
                <a16:creationId xmlns:a16="http://schemas.microsoft.com/office/drawing/2014/main" id="{F943422C-9A10-0A47-B999-38765C9423A5}"/>
              </a:ext>
            </a:extLst>
          </p:cNvPr>
          <p:cNvGrpSpPr/>
          <p:nvPr/>
        </p:nvGrpSpPr>
        <p:grpSpPr>
          <a:xfrm>
            <a:off x="8726789" y="3552121"/>
            <a:ext cx="378013" cy="345056"/>
            <a:chOff x="5591176" y="4987925"/>
            <a:chExt cx="309563" cy="28257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13" name="Freeform 291">
              <a:extLst>
                <a:ext uri="{FF2B5EF4-FFF2-40B4-BE49-F238E27FC236}">
                  <a16:creationId xmlns:a16="http://schemas.microsoft.com/office/drawing/2014/main" id="{F14E989D-010F-238E-9599-9DEC9DA47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8488" y="4987925"/>
              <a:ext cx="46038" cy="95250"/>
            </a:xfrm>
            <a:custGeom>
              <a:avLst/>
              <a:gdLst>
                <a:gd name="T0" fmla="*/ 8 w 17"/>
                <a:gd name="T1" fmla="*/ 16 h 36"/>
                <a:gd name="T2" fmla="*/ 1 w 17"/>
                <a:gd name="T3" fmla="*/ 29 h 36"/>
                <a:gd name="T4" fmla="*/ 10 w 17"/>
                <a:gd name="T5" fmla="*/ 36 h 36"/>
                <a:gd name="T6" fmla="*/ 12 w 17"/>
                <a:gd name="T7" fmla="*/ 34 h 36"/>
                <a:gd name="T8" fmla="*/ 10 w 17"/>
                <a:gd name="T9" fmla="*/ 32 h 36"/>
                <a:gd name="T10" fmla="*/ 4 w 17"/>
                <a:gd name="T11" fmla="*/ 28 h 36"/>
                <a:gd name="T12" fmla="*/ 10 w 17"/>
                <a:gd name="T13" fmla="*/ 20 h 36"/>
                <a:gd name="T14" fmla="*/ 16 w 17"/>
                <a:gd name="T15" fmla="*/ 9 h 36"/>
                <a:gd name="T16" fmla="*/ 5 w 17"/>
                <a:gd name="T17" fmla="*/ 0 h 36"/>
                <a:gd name="T18" fmla="*/ 3 w 17"/>
                <a:gd name="T19" fmla="*/ 2 h 36"/>
                <a:gd name="T20" fmla="*/ 5 w 17"/>
                <a:gd name="T21" fmla="*/ 4 h 36"/>
                <a:gd name="T22" fmla="*/ 12 w 17"/>
                <a:gd name="T23" fmla="*/ 10 h 36"/>
                <a:gd name="T24" fmla="*/ 8 w 17"/>
                <a:gd name="T2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6">
                  <a:moveTo>
                    <a:pt x="8" y="16"/>
                  </a:moveTo>
                  <a:cubicBezTo>
                    <a:pt x="2" y="19"/>
                    <a:pt x="0" y="24"/>
                    <a:pt x="1" y="29"/>
                  </a:cubicBezTo>
                  <a:cubicBezTo>
                    <a:pt x="1" y="33"/>
                    <a:pt x="5" y="36"/>
                    <a:pt x="10" y="36"/>
                  </a:cubicBezTo>
                  <a:cubicBezTo>
                    <a:pt x="11" y="36"/>
                    <a:pt x="12" y="35"/>
                    <a:pt x="12" y="34"/>
                  </a:cubicBezTo>
                  <a:cubicBezTo>
                    <a:pt x="12" y="33"/>
                    <a:pt x="11" y="32"/>
                    <a:pt x="10" y="32"/>
                  </a:cubicBezTo>
                  <a:cubicBezTo>
                    <a:pt x="6" y="32"/>
                    <a:pt x="5" y="30"/>
                    <a:pt x="4" y="28"/>
                  </a:cubicBezTo>
                  <a:cubicBezTo>
                    <a:pt x="4" y="25"/>
                    <a:pt x="5" y="22"/>
                    <a:pt x="10" y="20"/>
                  </a:cubicBezTo>
                  <a:cubicBezTo>
                    <a:pt x="16" y="17"/>
                    <a:pt x="17" y="13"/>
                    <a:pt x="16" y="9"/>
                  </a:cubicBezTo>
                  <a:cubicBezTo>
                    <a:pt x="15" y="4"/>
                    <a:pt x="10" y="0"/>
                    <a:pt x="5" y="0"/>
                  </a:cubicBezTo>
                  <a:cubicBezTo>
                    <a:pt x="4" y="0"/>
                    <a:pt x="3" y="1"/>
                    <a:pt x="3" y="2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9" y="4"/>
                    <a:pt x="12" y="7"/>
                    <a:pt x="12" y="10"/>
                  </a:cubicBezTo>
                  <a:cubicBezTo>
                    <a:pt x="13" y="13"/>
                    <a:pt x="11" y="15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4" name="Freeform 292">
              <a:extLst>
                <a:ext uri="{FF2B5EF4-FFF2-40B4-BE49-F238E27FC236}">
                  <a16:creationId xmlns:a16="http://schemas.microsoft.com/office/drawing/2014/main" id="{8039C5D4-DD4A-EFA3-EF39-7EBB9F848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526" y="4987925"/>
              <a:ext cx="44450" cy="95250"/>
            </a:xfrm>
            <a:custGeom>
              <a:avLst/>
              <a:gdLst>
                <a:gd name="T0" fmla="*/ 9 w 17"/>
                <a:gd name="T1" fmla="*/ 16 h 36"/>
                <a:gd name="T2" fmla="*/ 1 w 17"/>
                <a:gd name="T3" fmla="*/ 29 h 36"/>
                <a:gd name="T4" fmla="*/ 10 w 17"/>
                <a:gd name="T5" fmla="*/ 36 h 36"/>
                <a:gd name="T6" fmla="*/ 12 w 17"/>
                <a:gd name="T7" fmla="*/ 34 h 36"/>
                <a:gd name="T8" fmla="*/ 10 w 17"/>
                <a:gd name="T9" fmla="*/ 32 h 36"/>
                <a:gd name="T10" fmla="*/ 5 w 17"/>
                <a:gd name="T11" fmla="*/ 28 h 36"/>
                <a:gd name="T12" fmla="*/ 10 w 17"/>
                <a:gd name="T13" fmla="*/ 20 h 36"/>
                <a:gd name="T14" fmla="*/ 17 w 17"/>
                <a:gd name="T15" fmla="*/ 9 h 36"/>
                <a:gd name="T16" fmla="*/ 5 w 17"/>
                <a:gd name="T17" fmla="*/ 0 h 36"/>
                <a:gd name="T18" fmla="*/ 3 w 17"/>
                <a:gd name="T19" fmla="*/ 2 h 36"/>
                <a:gd name="T20" fmla="*/ 5 w 17"/>
                <a:gd name="T21" fmla="*/ 4 h 36"/>
                <a:gd name="T22" fmla="*/ 13 w 17"/>
                <a:gd name="T23" fmla="*/ 10 h 36"/>
                <a:gd name="T24" fmla="*/ 9 w 17"/>
                <a:gd name="T2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6">
                  <a:moveTo>
                    <a:pt x="9" y="16"/>
                  </a:moveTo>
                  <a:cubicBezTo>
                    <a:pt x="2" y="19"/>
                    <a:pt x="0" y="24"/>
                    <a:pt x="1" y="29"/>
                  </a:cubicBezTo>
                  <a:cubicBezTo>
                    <a:pt x="2" y="33"/>
                    <a:pt x="6" y="36"/>
                    <a:pt x="10" y="36"/>
                  </a:cubicBezTo>
                  <a:cubicBezTo>
                    <a:pt x="11" y="36"/>
                    <a:pt x="12" y="35"/>
                    <a:pt x="12" y="34"/>
                  </a:cubicBezTo>
                  <a:cubicBezTo>
                    <a:pt x="12" y="33"/>
                    <a:pt x="11" y="32"/>
                    <a:pt x="10" y="32"/>
                  </a:cubicBezTo>
                  <a:cubicBezTo>
                    <a:pt x="7" y="32"/>
                    <a:pt x="5" y="30"/>
                    <a:pt x="5" y="28"/>
                  </a:cubicBezTo>
                  <a:cubicBezTo>
                    <a:pt x="4" y="25"/>
                    <a:pt x="6" y="22"/>
                    <a:pt x="10" y="20"/>
                  </a:cubicBezTo>
                  <a:cubicBezTo>
                    <a:pt x="16" y="17"/>
                    <a:pt x="17" y="13"/>
                    <a:pt x="17" y="9"/>
                  </a:cubicBezTo>
                  <a:cubicBezTo>
                    <a:pt x="16" y="4"/>
                    <a:pt x="11" y="0"/>
                    <a:pt x="5" y="0"/>
                  </a:cubicBezTo>
                  <a:cubicBezTo>
                    <a:pt x="4" y="0"/>
                    <a:pt x="3" y="1"/>
                    <a:pt x="3" y="2"/>
                  </a:cubicBezTo>
                  <a:cubicBezTo>
                    <a:pt x="3" y="3"/>
                    <a:pt x="4" y="4"/>
                    <a:pt x="5" y="4"/>
                  </a:cubicBezTo>
                  <a:cubicBezTo>
                    <a:pt x="9" y="4"/>
                    <a:pt x="12" y="7"/>
                    <a:pt x="13" y="10"/>
                  </a:cubicBezTo>
                  <a:cubicBezTo>
                    <a:pt x="13" y="13"/>
                    <a:pt x="12" y="15"/>
                    <a:pt x="9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5" name="Freeform 293">
              <a:extLst>
                <a:ext uri="{FF2B5EF4-FFF2-40B4-BE49-F238E27FC236}">
                  <a16:creationId xmlns:a16="http://schemas.microsoft.com/office/drawing/2014/main" id="{1778FB24-2AA5-074B-93A4-131B19C5B9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1176" y="5099050"/>
              <a:ext cx="309563" cy="171450"/>
            </a:xfrm>
            <a:custGeom>
              <a:avLst/>
              <a:gdLst>
                <a:gd name="T0" fmla="*/ 113 w 116"/>
                <a:gd name="T1" fmla="*/ 20 h 64"/>
                <a:gd name="T2" fmla="*/ 100 w 116"/>
                <a:gd name="T3" fmla="*/ 12 h 64"/>
                <a:gd name="T4" fmla="*/ 100 w 116"/>
                <a:gd name="T5" fmla="*/ 11 h 64"/>
                <a:gd name="T6" fmla="*/ 89 w 116"/>
                <a:gd name="T7" fmla="*/ 0 h 64"/>
                <a:gd name="T8" fmla="*/ 12 w 116"/>
                <a:gd name="T9" fmla="*/ 0 h 64"/>
                <a:gd name="T10" fmla="*/ 0 w 116"/>
                <a:gd name="T11" fmla="*/ 11 h 64"/>
                <a:gd name="T12" fmla="*/ 0 w 116"/>
                <a:gd name="T13" fmla="*/ 22 h 64"/>
                <a:gd name="T14" fmla="*/ 50 w 116"/>
                <a:gd name="T15" fmla="*/ 64 h 64"/>
                <a:gd name="T16" fmla="*/ 89 w 116"/>
                <a:gd name="T17" fmla="*/ 48 h 64"/>
                <a:gd name="T18" fmla="*/ 94 w 116"/>
                <a:gd name="T19" fmla="*/ 48 h 64"/>
                <a:gd name="T20" fmla="*/ 110 w 116"/>
                <a:gd name="T21" fmla="*/ 41 h 64"/>
                <a:gd name="T22" fmla="*/ 113 w 116"/>
                <a:gd name="T23" fmla="*/ 20 h 64"/>
                <a:gd name="T24" fmla="*/ 50 w 116"/>
                <a:gd name="T25" fmla="*/ 56 h 64"/>
                <a:gd name="T26" fmla="*/ 8 w 116"/>
                <a:gd name="T27" fmla="*/ 22 h 64"/>
                <a:gd name="T28" fmla="*/ 8 w 116"/>
                <a:gd name="T29" fmla="*/ 11 h 64"/>
                <a:gd name="T30" fmla="*/ 12 w 116"/>
                <a:gd name="T31" fmla="*/ 8 h 64"/>
                <a:gd name="T32" fmla="*/ 89 w 116"/>
                <a:gd name="T33" fmla="*/ 8 h 64"/>
                <a:gd name="T34" fmla="*/ 92 w 116"/>
                <a:gd name="T35" fmla="*/ 11 h 64"/>
                <a:gd name="T36" fmla="*/ 92 w 116"/>
                <a:gd name="T37" fmla="*/ 22 h 64"/>
                <a:gd name="T38" fmla="*/ 50 w 116"/>
                <a:gd name="T39" fmla="*/ 56 h 64"/>
                <a:gd name="T40" fmla="*/ 104 w 116"/>
                <a:gd name="T41" fmla="*/ 36 h 64"/>
                <a:gd name="T42" fmla="*/ 95 w 116"/>
                <a:gd name="T43" fmla="*/ 40 h 64"/>
                <a:gd name="T44" fmla="*/ 100 w 116"/>
                <a:gd name="T45" fmla="*/ 22 h 64"/>
                <a:gd name="T46" fmla="*/ 100 w 116"/>
                <a:gd name="T47" fmla="*/ 20 h 64"/>
                <a:gd name="T48" fmla="*/ 106 w 116"/>
                <a:gd name="T49" fmla="*/ 24 h 64"/>
                <a:gd name="T50" fmla="*/ 104 w 116"/>
                <a:gd name="T51" fmla="*/ 3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6" h="64">
                  <a:moveTo>
                    <a:pt x="113" y="20"/>
                  </a:moveTo>
                  <a:cubicBezTo>
                    <a:pt x="112" y="17"/>
                    <a:pt x="108" y="13"/>
                    <a:pt x="100" y="12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100" y="5"/>
                    <a:pt x="95" y="0"/>
                    <a:pt x="89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45"/>
                    <a:pt x="23" y="64"/>
                    <a:pt x="50" y="64"/>
                  </a:cubicBezTo>
                  <a:cubicBezTo>
                    <a:pt x="66" y="64"/>
                    <a:pt x="80" y="58"/>
                    <a:pt x="89" y="48"/>
                  </a:cubicBezTo>
                  <a:cubicBezTo>
                    <a:pt x="91" y="48"/>
                    <a:pt x="93" y="48"/>
                    <a:pt x="94" y="48"/>
                  </a:cubicBezTo>
                  <a:cubicBezTo>
                    <a:pt x="101" y="48"/>
                    <a:pt x="106" y="46"/>
                    <a:pt x="110" y="41"/>
                  </a:cubicBezTo>
                  <a:cubicBezTo>
                    <a:pt x="115" y="34"/>
                    <a:pt x="116" y="26"/>
                    <a:pt x="113" y="20"/>
                  </a:cubicBezTo>
                  <a:close/>
                  <a:moveTo>
                    <a:pt x="50" y="56"/>
                  </a:moveTo>
                  <a:cubicBezTo>
                    <a:pt x="27" y="56"/>
                    <a:pt x="8" y="41"/>
                    <a:pt x="8" y="22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91" y="8"/>
                    <a:pt x="92" y="10"/>
                    <a:pt x="92" y="11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2" y="41"/>
                    <a:pt x="73" y="56"/>
                    <a:pt x="50" y="56"/>
                  </a:cubicBezTo>
                  <a:close/>
                  <a:moveTo>
                    <a:pt x="104" y="36"/>
                  </a:moveTo>
                  <a:cubicBezTo>
                    <a:pt x="103" y="38"/>
                    <a:pt x="100" y="40"/>
                    <a:pt x="95" y="40"/>
                  </a:cubicBezTo>
                  <a:cubicBezTo>
                    <a:pt x="98" y="35"/>
                    <a:pt x="100" y="28"/>
                    <a:pt x="100" y="22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3" y="20"/>
                    <a:pt x="105" y="22"/>
                    <a:pt x="106" y="24"/>
                  </a:cubicBezTo>
                  <a:cubicBezTo>
                    <a:pt x="108" y="27"/>
                    <a:pt x="107" y="32"/>
                    <a:pt x="104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16" name="Group 220">
            <a:extLst>
              <a:ext uri="{FF2B5EF4-FFF2-40B4-BE49-F238E27FC236}">
                <a16:creationId xmlns:a16="http://schemas.microsoft.com/office/drawing/2014/main" id="{FE464C50-D34D-75EA-DE74-0896AAF60F6D}"/>
              </a:ext>
            </a:extLst>
          </p:cNvPr>
          <p:cNvGrpSpPr/>
          <p:nvPr/>
        </p:nvGrpSpPr>
        <p:grpSpPr>
          <a:xfrm>
            <a:off x="7239047" y="5492100"/>
            <a:ext cx="328088" cy="328088"/>
            <a:chOff x="7716838" y="4857750"/>
            <a:chExt cx="569913" cy="56991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17" name="Freeform 5">
              <a:extLst>
                <a:ext uri="{FF2B5EF4-FFF2-40B4-BE49-F238E27FC236}">
                  <a16:creationId xmlns:a16="http://schemas.microsoft.com/office/drawing/2014/main" id="{45B43D17-3B55-70B5-88A0-89AF5477C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6838" y="5238750"/>
              <a:ext cx="382588" cy="188912"/>
            </a:xfrm>
            <a:custGeom>
              <a:avLst/>
              <a:gdLst>
                <a:gd name="T0" fmla="*/ 164 w 164"/>
                <a:gd name="T1" fmla="*/ 81 h 81"/>
                <a:gd name="T2" fmla="*/ 0 w 164"/>
                <a:gd name="T3" fmla="*/ 81 h 81"/>
                <a:gd name="T4" fmla="*/ 0 w 164"/>
                <a:gd name="T5" fmla="*/ 59 h 81"/>
                <a:gd name="T6" fmla="*/ 20 w 164"/>
                <a:gd name="T7" fmla="*/ 32 h 81"/>
                <a:gd name="T8" fmla="*/ 56 w 164"/>
                <a:gd name="T9" fmla="*/ 19 h 81"/>
                <a:gd name="T10" fmla="*/ 56 w 164"/>
                <a:gd name="T11" fmla="*/ 2 h 81"/>
                <a:gd name="T12" fmla="*/ 68 w 164"/>
                <a:gd name="T13" fmla="*/ 2 h 81"/>
                <a:gd name="T14" fmla="*/ 68 w 164"/>
                <a:gd name="T15" fmla="*/ 27 h 81"/>
                <a:gd name="T16" fmla="*/ 24 w 164"/>
                <a:gd name="T17" fmla="*/ 43 h 81"/>
                <a:gd name="T18" fmla="*/ 12 w 164"/>
                <a:gd name="T19" fmla="*/ 59 h 81"/>
                <a:gd name="T20" fmla="*/ 12 w 164"/>
                <a:gd name="T21" fmla="*/ 69 h 81"/>
                <a:gd name="T22" fmla="*/ 152 w 164"/>
                <a:gd name="T23" fmla="*/ 69 h 81"/>
                <a:gd name="T24" fmla="*/ 152 w 164"/>
                <a:gd name="T25" fmla="*/ 59 h 81"/>
                <a:gd name="T26" fmla="*/ 140 w 164"/>
                <a:gd name="T27" fmla="*/ 43 h 81"/>
                <a:gd name="T28" fmla="*/ 96 w 164"/>
                <a:gd name="T29" fmla="*/ 27 h 81"/>
                <a:gd name="T30" fmla="*/ 96 w 164"/>
                <a:gd name="T31" fmla="*/ 0 h 81"/>
                <a:gd name="T32" fmla="*/ 108 w 164"/>
                <a:gd name="T33" fmla="*/ 0 h 81"/>
                <a:gd name="T34" fmla="*/ 108 w 164"/>
                <a:gd name="T35" fmla="*/ 19 h 81"/>
                <a:gd name="T36" fmla="*/ 144 w 164"/>
                <a:gd name="T37" fmla="*/ 32 h 81"/>
                <a:gd name="T38" fmla="*/ 164 w 164"/>
                <a:gd name="T39" fmla="*/ 59 h 81"/>
                <a:gd name="T40" fmla="*/ 164 w 164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4" h="81">
                  <a:moveTo>
                    <a:pt x="164" y="81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46"/>
                    <a:pt x="8" y="36"/>
                    <a:pt x="20" y="32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16" y="46"/>
                    <a:pt x="12" y="52"/>
                    <a:pt x="12" y="5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52" y="52"/>
                    <a:pt x="147" y="46"/>
                    <a:pt x="140" y="43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56" y="36"/>
                    <a:pt x="164" y="47"/>
                    <a:pt x="164" y="59"/>
                  </a:cubicBezTo>
                  <a:lnTo>
                    <a:pt x="16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8" name="Freeform 6">
              <a:extLst>
                <a:ext uri="{FF2B5EF4-FFF2-40B4-BE49-F238E27FC236}">
                  <a16:creationId xmlns:a16="http://schemas.microsoft.com/office/drawing/2014/main" id="{FDF4FC44-FF76-1832-E000-FABAE8A077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9388" y="5019675"/>
              <a:ext cx="211138" cy="249237"/>
            </a:xfrm>
            <a:custGeom>
              <a:avLst/>
              <a:gdLst>
                <a:gd name="T0" fmla="*/ 46 w 91"/>
                <a:gd name="T1" fmla="*/ 107 h 107"/>
                <a:gd name="T2" fmla="*/ 0 w 91"/>
                <a:gd name="T3" fmla="*/ 53 h 107"/>
                <a:gd name="T4" fmla="*/ 46 w 91"/>
                <a:gd name="T5" fmla="*/ 0 h 107"/>
                <a:gd name="T6" fmla="*/ 91 w 91"/>
                <a:gd name="T7" fmla="*/ 53 h 107"/>
                <a:gd name="T8" fmla="*/ 46 w 91"/>
                <a:gd name="T9" fmla="*/ 107 h 107"/>
                <a:gd name="T10" fmla="*/ 46 w 91"/>
                <a:gd name="T11" fmla="*/ 12 h 107"/>
                <a:gd name="T12" fmla="*/ 12 w 91"/>
                <a:gd name="T13" fmla="*/ 53 h 107"/>
                <a:gd name="T14" fmla="*/ 46 w 91"/>
                <a:gd name="T15" fmla="*/ 95 h 107"/>
                <a:gd name="T16" fmla="*/ 79 w 91"/>
                <a:gd name="T17" fmla="*/ 53 h 107"/>
                <a:gd name="T18" fmla="*/ 46 w 91"/>
                <a:gd name="T19" fmla="*/ 1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107">
                  <a:moveTo>
                    <a:pt x="46" y="107"/>
                  </a:moveTo>
                  <a:cubicBezTo>
                    <a:pt x="20" y="107"/>
                    <a:pt x="0" y="83"/>
                    <a:pt x="0" y="53"/>
                  </a:cubicBezTo>
                  <a:cubicBezTo>
                    <a:pt x="0" y="24"/>
                    <a:pt x="20" y="0"/>
                    <a:pt x="46" y="0"/>
                  </a:cubicBezTo>
                  <a:cubicBezTo>
                    <a:pt x="71" y="0"/>
                    <a:pt x="91" y="24"/>
                    <a:pt x="91" y="53"/>
                  </a:cubicBezTo>
                  <a:cubicBezTo>
                    <a:pt x="91" y="83"/>
                    <a:pt x="71" y="107"/>
                    <a:pt x="46" y="107"/>
                  </a:cubicBezTo>
                  <a:close/>
                  <a:moveTo>
                    <a:pt x="46" y="12"/>
                  </a:moveTo>
                  <a:cubicBezTo>
                    <a:pt x="27" y="12"/>
                    <a:pt x="12" y="30"/>
                    <a:pt x="12" y="53"/>
                  </a:cubicBezTo>
                  <a:cubicBezTo>
                    <a:pt x="12" y="76"/>
                    <a:pt x="27" y="95"/>
                    <a:pt x="46" y="95"/>
                  </a:cubicBezTo>
                  <a:cubicBezTo>
                    <a:pt x="64" y="95"/>
                    <a:pt x="79" y="76"/>
                    <a:pt x="79" y="53"/>
                  </a:cubicBezTo>
                  <a:cubicBezTo>
                    <a:pt x="79" y="30"/>
                    <a:pt x="64" y="12"/>
                    <a:pt x="4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19" name="Freeform 7">
              <a:extLst>
                <a:ext uri="{FF2B5EF4-FFF2-40B4-BE49-F238E27FC236}">
                  <a16:creationId xmlns:a16="http://schemas.microsoft.com/office/drawing/2014/main" id="{2C9E4BFD-53BD-E165-0D11-E7669F120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8913" y="5068888"/>
              <a:ext cx="190500" cy="80962"/>
            </a:xfrm>
            <a:custGeom>
              <a:avLst/>
              <a:gdLst>
                <a:gd name="T0" fmla="*/ 71 w 82"/>
                <a:gd name="T1" fmla="*/ 35 h 35"/>
                <a:gd name="T2" fmla="*/ 47 w 82"/>
                <a:gd name="T3" fmla="*/ 23 h 35"/>
                <a:gd name="T4" fmla="*/ 18 w 82"/>
                <a:gd name="T5" fmla="*/ 34 h 35"/>
                <a:gd name="T6" fmla="*/ 0 w 82"/>
                <a:gd name="T7" fmla="*/ 30 h 35"/>
                <a:gd name="T8" fmla="*/ 5 w 82"/>
                <a:gd name="T9" fmla="*/ 19 h 35"/>
                <a:gd name="T10" fmla="*/ 18 w 82"/>
                <a:gd name="T11" fmla="*/ 22 h 35"/>
                <a:gd name="T12" fmla="*/ 42 w 82"/>
                <a:gd name="T13" fmla="*/ 10 h 35"/>
                <a:gd name="T14" fmla="*/ 48 w 82"/>
                <a:gd name="T15" fmla="*/ 0 h 35"/>
                <a:gd name="T16" fmla="*/ 53 w 82"/>
                <a:gd name="T17" fmla="*/ 10 h 35"/>
                <a:gd name="T18" fmla="*/ 76 w 82"/>
                <a:gd name="T19" fmla="*/ 22 h 35"/>
                <a:gd name="T20" fmla="*/ 79 w 82"/>
                <a:gd name="T21" fmla="*/ 22 h 35"/>
                <a:gd name="T22" fmla="*/ 81 w 82"/>
                <a:gd name="T23" fmla="*/ 22 h 35"/>
                <a:gd name="T24" fmla="*/ 82 w 82"/>
                <a:gd name="T25" fmla="*/ 34 h 35"/>
                <a:gd name="T26" fmla="*/ 80 w 82"/>
                <a:gd name="T27" fmla="*/ 34 h 35"/>
                <a:gd name="T28" fmla="*/ 79 w 82"/>
                <a:gd name="T29" fmla="*/ 34 h 35"/>
                <a:gd name="T30" fmla="*/ 71 w 82"/>
                <a:gd name="T31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" h="35">
                  <a:moveTo>
                    <a:pt x="71" y="35"/>
                  </a:moveTo>
                  <a:cubicBezTo>
                    <a:pt x="61" y="35"/>
                    <a:pt x="54" y="31"/>
                    <a:pt x="47" y="23"/>
                  </a:cubicBezTo>
                  <a:cubicBezTo>
                    <a:pt x="40" y="30"/>
                    <a:pt x="28" y="34"/>
                    <a:pt x="18" y="34"/>
                  </a:cubicBezTo>
                  <a:cubicBezTo>
                    <a:pt x="11" y="34"/>
                    <a:pt x="5" y="33"/>
                    <a:pt x="0" y="30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9" y="21"/>
                    <a:pt x="13" y="22"/>
                    <a:pt x="18" y="22"/>
                  </a:cubicBezTo>
                  <a:cubicBezTo>
                    <a:pt x="27" y="22"/>
                    <a:pt x="39" y="17"/>
                    <a:pt x="42" y="1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9" y="21"/>
                    <a:pt x="66" y="25"/>
                    <a:pt x="76" y="22"/>
                  </a:cubicBezTo>
                  <a:cubicBezTo>
                    <a:pt x="77" y="22"/>
                    <a:pt x="78" y="22"/>
                    <a:pt x="79" y="22"/>
                  </a:cubicBezTo>
                  <a:cubicBezTo>
                    <a:pt x="80" y="22"/>
                    <a:pt x="80" y="22"/>
                    <a:pt x="81" y="22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81" y="34"/>
                    <a:pt x="81" y="34"/>
                    <a:pt x="80" y="34"/>
                  </a:cubicBezTo>
                  <a:cubicBezTo>
                    <a:pt x="80" y="34"/>
                    <a:pt x="79" y="34"/>
                    <a:pt x="79" y="34"/>
                  </a:cubicBezTo>
                  <a:cubicBezTo>
                    <a:pt x="76" y="35"/>
                    <a:pt x="73" y="35"/>
                    <a:pt x="71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0" name="Freeform 8">
              <a:extLst>
                <a:ext uri="{FF2B5EF4-FFF2-40B4-BE49-F238E27FC236}">
                  <a16:creationId xmlns:a16="http://schemas.microsoft.com/office/drawing/2014/main" id="{BDF2E6F8-1FD7-CD34-74D4-24C2D81A4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4163" y="4857750"/>
              <a:ext cx="382588" cy="350837"/>
            </a:xfrm>
            <a:custGeom>
              <a:avLst/>
              <a:gdLst>
                <a:gd name="T0" fmla="*/ 117 w 241"/>
                <a:gd name="T1" fmla="*/ 221 h 221"/>
                <a:gd name="T2" fmla="*/ 117 w 241"/>
                <a:gd name="T3" fmla="*/ 147 h 221"/>
                <a:gd name="T4" fmla="*/ 97 w 241"/>
                <a:gd name="T5" fmla="*/ 147 h 221"/>
                <a:gd name="T6" fmla="*/ 97 w 241"/>
                <a:gd name="T7" fmla="*/ 130 h 221"/>
                <a:gd name="T8" fmla="*/ 135 w 241"/>
                <a:gd name="T9" fmla="*/ 130 h 221"/>
                <a:gd name="T10" fmla="*/ 135 w 241"/>
                <a:gd name="T11" fmla="*/ 174 h 221"/>
                <a:gd name="T12" fmla="*/ 175 w 241"/>
                <a:gd name="T13" fmla="*/ 130 h 221"/>
                <a:gd name="T14" fmla="*/ 223 w 241"/>
                <a:gd name="T15" fmla="*/ 130 h 221"/>
                <a:gd name="T16" fmla="*/ 223 w 241"/>
                <a:gd name="T17" fmla="*/ 18 h 221"/>
                <a:gd name="T18" fmla="*/ 17 w 241"/>
                <a:gd name="T19" fmla="*/ 18 h 221"/>
                <a:gd name="T20" fmla="*/ 17 w 241"/>
                <a:gd name="T21" fmla="*/ 68 h 221"/>
                <a:gd name="T22" fmla="*/ 0 w 241"/>
                <a:gd name="T23" fmla="*/ 68 h 221"/>
                <a:gd name="T24" fmla="*/ 0 w 241"/>
                <a:gd name="T25" fmla="*/ 0 h 221"/>
                <a:gd name="T26" fmla="*/ 241 w 241"/>
                <a:gd name="T27" fmla="*/ 0 h 221"/>
                <a:gd name="T28" fmla="*/ 241 w 241"/>
                <a:gd name="T29" fmla="*/ 147 h 221"/>
                <a:gd name="T30" fmla="*/ 183 w 241"/>
                <a:gd name="T31" fmla="*/ 147 h 221"/>
                <a:gd name="T32" fmla="*/ 117 w 241"/>
                <a:gd name="T33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21">
                  <a:moveTo>
                    <a:pt x="117" y="221"/>
                  </a:moveTo>
                  <a:lnTo>
                    <a:pt x="117" y="147"/>
                  </a:lnTo>
                  <a:lnTo>
                    <a:pt x="97" y="147"/>
                  </a:lnTo>
                  <a:lnTo>
                    <a:pt x="97" y="130"/>
                  </a:lnTo>
                  <a:lnTo>
                    <a:pt x="135" y="130"/>
                  </a:lnTo>
                  <a:lnTo>
                    <a:pt x="135" y="174"/>
                  </a:lnTo>
                  <a:lnTo>
                    <a:pt x="175" y="130"/>
                  </a:lnTo>
                  <a:lnTo>
                    <a:pt x="223" y="130"/>
                  </a:lnTo>
                  <a:lnTo>
                    <a:pt x="223" y="18"/>
                  </a:lnTo>
                  <a:lnTo>
                    <a:pt x="17" y="18"/>
                  </a:lnTo>
                  <a:lnTo>
                    <a:pt x="17" y="68"/>
                  </a:lnTo>
                  <a:lnTo>
                    <a:pt x="0" y="68"/>
                  </a:lnTo>
                  <a:lnTo>
                    <a:pt x="0" y="0"/>
                  </a:lnTo>
                  <a:lnTo>
                    <a:pt x="241" y="0"/>
                  </a:lnTo>
                  <a:lnTo>
                    <a:pt x="241" y="147"/>
                  </a:lnTo>
                  <a:lnTo>
                    <a:pt x="183" y="147"/>
                  </a:lnTo>
                  <a:lnTo>
                    <a:pt x="117" y="2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1" name="Freeform 9">
              <a:extLst>
                <a:ext uri="{FF2B5EF4-FFF2-40B4-BE49-F238E27FC236}">
                  <a16:creationId xmlns:a16="http://schemas.microsoft.com/office/drawing/2014/main" id="{5942F632-6F75-549F-D140-BF169B9BD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8463" y="4965700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16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2" name="Freeform 10">
              <a:extLst>
                <a:ext uri="{FF2B5EF4-FFF2-40B4-BE49-F238E27FC236}">
                  <a16:creationId xmlns:a16="http://schemas.microsoft.com/office/drawing/2014/main" id="{55D7C0A3-566E-2854-AC5D-25C6B0A2F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4663" y="4965700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16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3" name="Freeform 11">
              <a:extLst>
                <a:ext uri="{FF2B5EF4-FFF2-40B4-BE49-F238E27FC236}">
                  <a16:creationId xmlns:a16="http://schemas.microsoft.com/office/drawing/2014/main" id="{6AFCA591-5F81-9C24-085E-867931A15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2450" y="4965700"/>
              <a:ext cx="25400" cy="25400"/>
            </a:xfrm>
            <a:custGeom>
              <a:avLst/>
              <a:gdLst>
                <a:gd name="T0" fmla="*/ 16 w 16"/>
                <a:gd name="T1" fmla="*/ 0 h 16"/>
                <a:gd name="T2" fmla="*/ 0 w 16"/>
                <a:gd name="T3" fmla="*/ 0 h 16"/>
                <a:gd name="T4" fmla="*/ 0 w 16"/>
                <a:gd name="T5" fmla="*/ 16 h 16"/>
                <a:gd name="T6" fmla="*/ 16 w 16"/>
                <a:gd name="T7" fmla="*/ 16 h 16"/>
                <a:gd name="T8" fmla="*/ 16 w 16"/>
                <a:gd name="T9" fmla="*/ 0 h 16"/>
                <a:gd name="T10" fmla="*/ 16 w 16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16">
                  <a:moveTo>
                    <a:pt x="16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24" name="Freeform 228">
            <a:extLst>
              <a:ext uri="{FF2B5EF4-FFF2-40B4-BE49-F238E27FC236}">
                <a16:creationId xmlns:a16="http://schemas.microsoft.com/office/drawing/2014/main" id="{576C34C4-5298-4A07-39BA-6E58B9E37312}"/>
              </a:ext>
            </a:extLst>
          </p:cNvPr>
          <p:cNvSpPr>
            <a:spLocks noEditPoints="1"/>
          </p:cNvSpPr>
          <p:nvPr/>
        </p:nvSpPr>
        <p:spPr bwMode="auto">
          <a:xfrm rot="2700000">
            <a:off x="4730395" y="4846894"/>
            <a:ext cx="217159" cy="399934"/>
          </a:xfrm>
          <a:custGeom>
            <a:avLst/>
            <a:gdLst>
              <a:gd name="T0" fmla="*/ 482 w 579"/>
              <a:gd name="T1" fmla="*/ 367 h 1073"/>
              <a:gd name="T2" fmla="*/ 482 w 579"/>
              <a:gd name="T3" fmla="*/ 148 h 1073"/>
              <a:gd name="T4" fmla="*/ 525 w 579"/>
              <a:gd name="T5" fmla="*/ 79 h 1073"/>
              <a:gd name="T6" fmla="*/ 447 w 579"/>
              <a:gd name="T7" fmla="*/ 0 h 1073"/>
              <a:gd name="T8" fmla="*/ 132 w 579"/>
              <a:gd name="T9" fmla="*/ 0 h 1073"/>
              <a:gd name="T10" fmla="*/ 54 w 579"/>
              <a:gd name="T11" fmla="*/ 79 h 1073"/>
              <a:gd name="T12" fmla="*/ 96 w 579"/>
              <a:gd name="T13" fmla="*/ 148 h 1073"/>
              <a:gd name="T14" fmla="*/ 96 w 579"/>
              <a:gd name="T15" fmla="*/ 367 h 1073"/>
              <a:gd name="T16" fmla="*/ 0 w 579"/>
              <a:gd name="T17" fmla="*/ 583 h 1073"/>
              <a:gd name="T18" fmla="*/ 0 w 579"/>
              <a:gd name="T19" fmla="*/ 612 h 1073"/>
              <a:gd name="T20" fmla="*/ 224 w 579"/>
              <a:gd name="T21" fmla="*/ 612 h 1073"/>
              <a:gd name="T22" fmla="*/ 224 w 579"/>
              <a:gd name="T23" fmla="*/ 923 h 1073"/>
              <a:gd name="T24" fmla="*/ 289 w 579"/>
              <a:gd name="T25" fmla="*/ 1073 h 1073"/>
              <a:gd name="T26" fmla="*/ 355 w 579"/>
              <a:gd name="T27" fmla="*/ 923 h 1073"/>
              <a:gd name="T28" fmla="*/ 355 w 579"/>
              <a:gd name="T29" fmla="*/ 612 h 1073"/>
              <a:gd name="T30" fmla="*/ 579 w 579"/>
              <a:gd name="T31" fmla="*/ 612 h 1073"/>
              <a:gd name="T32" fmla="*/ 579 w 579"/>
              <a:gd name="T33" fmla="*/ 583 h 1073"/>
              <a:gd name="T34" fmla="*/ 482 w 579"/>
              <a:gd name="T35" fmla="*/ 367 h 1073"/>
              <a:gd name="T36" fmla="*/ 132 w 579"/>
              <a:gd name="T37" fmla="*/ 58 h 1073"/>
              <a:gd name="T38" fmla="*/ 447 w 579"/>
              <a:gd name="T39" fmla="*/ 58 h 1073"/>
              <a:gd name="T40" fmla="*/ 467 w 579"/>
              <a:gd name="T41" fmla="*/ 79 h 1073"/>
              <a:gd name="T42" fmla="*/ 449 w 579"/>
              <a:gd name="T43" fmla="*/ 99 h 1073"/>
              <a:gd name="T44" fmla="*/ 436 w 579"/>
              <a:gd name="T45" fmla="*/ 101 h 1073"/>
              <a:gd name="T46" fmla="*/ 143 w 579"/>
              <a:gd name="T47" fmla="*/ 101 h 1073"/>
              <a:gd name="T48" fmla="*/ 129 w 579"/>
              <a:gd name="T49" fmla="*/ 99 h 1073"/>
              <a:gd name="T50" fmla="*/ 111 w 579"/>
              <a:gd name="T51" fmla="*/ 79 h 1073"/>
              <a:gd name="T52" fmla="*/ 132 w 579"/>
              <a:gd name="T53" fmla="*/ 58 h 1073"/>
              <a:gd name="T54" fmla="*/ 424 w 579"/>
              <a:gd name="T55" fmla="*/ 370 h 1073"/>
              <a:gd name="T56" fmla="*/ 154 w 579"/>
              <a:gd name="T57" fmla="*/ 370 h 1073"/>
              <a:gd name="T58" fmla="*/ 154 w 579"/>
              <a:gd name="T59" fmla="*/ 130 h 1073"/>
              <a:gd name="T60" fmla="*/ 424 w 579"/>
              <a:gd name="T61" fmla="*/ 130 h 1073"/>
              <a:gd name="T62" fmla="*/ 424 w 579"/>
              <a:gd name="T63" fmla="*/ 370 h 1073"/>
              <a:gd name="T64" fmla="*/ 297 w 579"/>
              <a:gd name="T65" fmla="*/ 911 h 1073"/>
              <a:gd name="T66" fmla="*/ 289 w 579"/>
              <a:gd name="T67" fmla="*/ 928 h 1073"/>
              <a:gd name="T68" fmla="*/ 282 w 579"/>
              <a:gd name="T69" fmla="*/ 911 h 1073"/>
              <a:gd name="T70" fmla="*/ 282 w 579"/>
              <a:gd name="T71" fmla="*/ 612 h 1073"/>
              <a:gd name="T72" fmla="*/ 297 w 579"/>
              <a:gd name="T73" fmla="*/ 612 h 1073"/>
              <a:gd name="T74" fmla="*/ 297 w 579"/>
              <a:gd name="T75" fmla="*/ 911 h 1073"/>
              <a:gd name="T76" fmla="*/ 355 w 579"/>
              <a:gd name="T77" fmla="*/ 554 h 1073"/>
              <a:gd name="T78" fmla="*/ 224 w 579"/>
              <a:gd name="T79" fmla="*/ 554 h 1073"/>
              <a:gd name="T80" fmla="*/ 59 w 579"/>
              <a:gd name="T81" fmla="*/ 554 h 1073"/>
              <a:gd name="T82" fmla="*/ 144 w 579"/>
              <a:gd name="T83" fmla="*/ 403 h 1073"/>
              <a:gd name="T84" fmla="*/ 149 w 579"/>
              <a:gd name="T85" fmla="*/ 399 h 1073"/>
              <a:gd name="T86" fmla="*/ 430 w 579"/>
              <a:gd name="T87" fmla="*/ 399 h 1073"/>
              <a:gd name="T88" fmla="*/ 435 w 579"/>
              <a:gd name="T89" fmla="*/ 403 h 1073"/>
              <a:gd name="T90" fmla="*/ 519 w 579"/>
              <a:gd name="T91" fmla="*/ 554 h 1073"/>
              <a:gd name="T92" fmla="*/ 355 w 579"/>
              <a:gd name="T93" fmla="*/ 554 h 1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579" h="1073">
                <a:moveTo>
                  <a:pt x="482" y="367"/>
                </a:moveTo>
                <a:cubicBezTo>
                  <a:pt x="482" y="148"/>
                  <a:pt x="482" y="148"/>
                  <a:pt x="482" y="148"/>
                </a:cubicBezTo>
                <a:cubicBezTo>
                  <a:pt x="508" y="135"/>
                  <a:pt x="525" y="109"/>
                  <a:pt x="525" y="79"/>
                </a:cubicBezTo>
                <a:cubicBezTo>
                  <a:pt x="525" y="35"/>
                  <a:pt x="490" y="0"/>
                  <a:pt x="447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89" y="0"/>
                  <a:pt x="54" y="35"/>
                  <a:pt x="54" y="79"/>
                </a:cubicBezTo>
                <a:cubicBezTo>
                  <a:pt x="54" y="109"/>
                  <a:pt x="71" y="135"/>
                  <a:pt x="96" y="148"/>
                </a:cubicBezTo>
                <a:cubicBezTo>
                  <a:pt x="96" y="367"/>
                  <a:pt x="96" y="367"/>
                  <a:pt x="96" y="367"/>
                </a:cubicBezTo>
                <a:cubicBezTo>
                  <a:pt x="35" y="422"/>
                  <a:pt x="0" y="500"/>
                  <a:pt x="0" y="583"/>
                </a:cubicBezTo>
                <a:cubicBezTo>
                  <a:pt x="0" y="612"/>
                  <a:pt x="0" y="612"/>
                  <a:pt x="0" y="612"/>
                </a:cubicBezTo>
                <a:cubicBezTo>
                  <a:pt x="224" y="612"/>
                  <a:pt x="224" y="612"/>
                  <a:pt x="224" y="612"/>
                </a:cubicBezTo>
                <a:cubicBezTo>
                  <a:pt x="224" y="923"/>
                  <a:pt x="224" y="923"/>
                  <a:pt x="224" y="923"/>
                </a:cubicBezTo>
                <a:cubicBezTo>
                  <a:pt x="289" y="1073"/>
                  <a:pt x="289" y="1073"/>
                  <a:pt x="289" y="1073"/>
                </a:cubicBezTo>
                <a:cubicBezTo>
                  <a:pt x="355" y="923"/>
                  <a:pt x="355" y="923"/>
                  <a:pt x="355" y="923"/>
                </a:cubicBezTo>
                <a:cubicBezTo>
                  <a:pt x="355" y="612"/>
                  <a:pt x="355" y="612"/>
                  <a:pt x="355" y="612"/>
                </a:cubicBezTo>
                <a:cubicBezTo>
                  <a:pt x="579" y="612"/>
                  <a:pt x="579" y="612"/>
                  <a:pt x="579" y="612"/>
                </a:cubicBezTo>
                <a:cubicBezTo>
                  <a:pt x="579" y="583"/>
                  <a:pt x="579" y="583"/>
                  <a:pt x="579" y="583"/>
                </a:cubicBezTo>
                <a:cubicBezTo>
                  <a:pt x="579" y="500"/>
                  <a:pt x="544" y="422"/>
                  <a:pt x="482" y="367"/>
                </a:cubicBezTo>
                <a:close/>
                <a:moveTo>
                  <a:pt x="132" y="58"/>
                </a:moveTo>
                <a:cubicBezTo>
                  <a:pt x="447" y="58"/>
                  <a:pt x="447" y="58"/>
                  <a:pt x="447" y="58"/>
                </a:cubicBezTo>
                <a:cubicBezTo>
                  <a:pt x="458" y="58"/>
                  <a:pt x="467" y="67"/>
                  <a:pt x="467" y="79"/>
                </a:cubicBezTo>
                <a:cubicBezTo>
                  <a:pt x="467" y="89"/>
                  <a:pt x="459" y="97"/>
                  <a:pt x="449" y="99"/>
                </a:cubicBezTo>
                <a:cubicBezTo>
                  <a:pt x="436" y="101"/>
                  <a:pt x="436" y="101"/>
                  <a:pt x="436" y="101"/>
                </a:cubicBezTo>
                <a:cubicBezTo>
                  <a:pt x="143" y="101"/>
                  <a:pt x="143" y="101"/>
                  <a:pt x="143" y="101"/>
                </a:cubicBezTo>
                <a:cubicBezTo>
                  <a:pt x="129" y="99"/>
                  <a:pt x="129" y="99"/>
                  <a:pt x="129" y="99"/>
                </a:cubicBezTo>
                <a:cubicBezTo>
                  <a:pt x="119" y="97"/>
                  <a:pt x="111" y="89"/>
                  <a:pt x="111" y="79"/>
                </a:cubicBezTo>
                <a:cubicBezTo>
                  <a:pt x="111" y="67"/>
                  <a:pt x="121" y="58"/>
                  <a:pt x="132" y="58"/>
                </a:cubicBezTo>
                <a:close/>
                <a:moveTo>
                  <a:pt x="424" y="370"/>
                </a:moveTo>
                <a:cubicBezTo>
                  <a:pt x="154" y="370"/>
                  <a:pt x="154" y="370"/>
                  <a:pt x="154" y="370"/>
                </a:cubicBezTo>
                <a:cubicBezTo>
                  <a:pt x="154" y="130"/>
                  <a:pt x="154" y="130"/>
                  <a:pt x="154" y="130"/>
                </a:cubicBezTo>
                <a:cubicBezTo>
                  <a:pt x="424" y="130"/>
                  <a:pt x="424" y="130"/>
                  <a:pt x="424" y="130"/>
                </a:cubicBezTo>
                <a:lnTo>
                  <a:pt x="424" y="370"/>
                </a:lnTo>
                <a:close/>
                <a:moveTo>
                  <a:pt x="297" y="911"/>
                </a:moveTo>
                <a:cubicBezTo>
                  <a:pt x="289" y="928"/>
                  <a:pt x="289" y="928"/>
                  <a:pt x="289" y="928"/>
                </a:cubicBezTo>
                <a:cubicBezTo>
                  <a:pt x="282" y="911"/>
                  <a:pt x="282" y="911"/>
                  <a:pt x="282" y="911"/>
                </a:cubicBezTo>
                <a:cubicBezTo>
                  <a:pt x="282" y="612"/>
                  <a:pt x="282" y="612"/>
                  <a:pt x="282" y="612"/>
                </a:cubicBezTo>
                <a:cubicBezTo>
                  <a:pt x="297" y="612"/>
                  <a:pt x="297" y="612"/>
                  <a:pt x="297" y="612"/>
                </a:cubicBezTo>
                <a:lnTo>
                  <a:pt x="297" y="911"/>
                </a:lnTo>
                <a:close/>
                <a:moveTo>
                  <a:pt x="355" y="554"/>
                </a:moveTo>
                <a:cubicBezTo>
                  <a:pt x="224" y="554"/>
                  <a:pt x="224" y="554"/>
                  <a:pt x="224" y="554"/>
                </a:cubicBezTo>
                <a:cubicBezTo>
                  <a:pt x="59" y="554"/>
                  <a:pt x="59" y="554"/>
                  <a:pt x="59" y="554"/>
                </a:cubicBezTo>
                <a:cubicBezTo>
                  <a:pt x="67" y="495"/>
                  <a:pt x="97" y="441"/>
                  <a:pt x="144" y="403"/>
                </a:cubicBezTo>
                <a:cubicBezTo>
                  <a:pt x="149" y="399"/>
                  <a:pt x="149" y="399"/>
                  <a:pt x="149" y="399"/>
                </a:cubicBezTo>
                <a:cubicBezTo>
                  <a:pt x="430" y="399"/>
                  <a:pt x="430" y="399"/>
                  <a:pt x="430" y="399"/>
                </a:cubicBezTo>
                <a:cubicBezTo>
                  <a:pt x="435" y="403"/>
                  <a:pt x="435" y="403"/>
                  <a:pt x="435" y="403"/>
                </a:cubicBezTo>
                <a:cubicBezTo>
                  <a:pt x="482" y="441"/>
                  <a:pt x="512" y="495"/>
                  <a:pt x="519" y="554"/>
                </a:cubicBezTo>
                <a:lnTo>
                  <a:pt x="355" y="55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25" name="Group 229">
            <a:extLst>
              <a:ext uri="{FF2B5EF4-FFF2-40B4-BE49-F238E27FC236}">
                <a16:creationId xmlns:a16="http://schemas.microsoft.com/office/drawing/2014/main" id="{F4CB6CAC-5832-65BD-3C11-E48AA97A31FA}"/>
              </a:ext>
            </a:extLst>
          </p:cNvPr>
          <p:cNvGrpSpPr/>
          <p:nvPr/>
        </p:nvGrpSpPr>
        <p:grpSpPr>
          <a:xfrm rot="2700000">
            <a:off x="3887184" y="4819162"/>
            <a:ext cx="261322" cy="455398"/>
            <a:chOff x="4732338" y="4783138"/>
            <a:chExt cx="703263" cy="122555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26" name="Freeform 30">
              <a:extLst>
                <a:ext uri="{FF2B5EF4-FFF2-40B4-BE49-F238E27FC236}">
                  <a16:creationId xmlns:a16="http://schemas.microsoft.com/office/drawing/2014/main" id="{68519425-DDC4-D8B1-DADB-B3F04A2AB6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7" name="Freeform 31">
              <a:extLst>
                <a:ext uri="{FF2B5EF4-FFF2-40B4-BE49-F238E27FC236}">
                  <a16:creationId xmlns:a16="http://schemas.microsoft.com/office/drawing/2014/main" id="{28449629-3AA0-52F6-832A-4E80BDCE62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28" name="Freeform 32">
              <a:extLst>
                <a:ext uri="{FF2B5EF4-FFF2-40B4-BE49-F238E27FC236}">
                  <a16:creationId xmlns:a16="http://schemas.microsoft.com/office/drawing/2014/main" id="{591021BB-1BCD-ED43-4DCE-72EF55FD7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29" name="Freeform 199">
            <a:extLst>
              <a:ext uri="{FF2B5EF4-FFF2-40B4-BE49-F238E27FC236}">
                <a16:creationId xmlns:a16="http://schemas.microsoft.com/office/drawing/2014/main" id="{D7196642-2DD2-0F23-05EA-AC6CA209CFDD}"/>
              </a:ext>
            </a:extLst>
          </p:cNvPr>
          <p:cNvSpPr>
            <a:spLocks noEditPoints="1"/>
          </p:cNvSpPr>
          <p:nvPr/>
        </p:nvSpPr>
        <p:spPr bwMode="auto">
          <a:xfrm>
            <a:off x="6342240" y="4919625"/>
            <a:ext cx="339294" cy="254472"/>
          </a:xfrm>
          <a:custGeom>
            <a:avLst/>
            <a:gdLst>
              <a:gd name="T0" fmla="*/ 96 w 112"/>
              <a:gd name="T1" fmla="*/ 0 h 84"/>
              <a:gd name="T2" fmla="*/ 16 w 112"/>
              <a:gd name="T3" fmla="*/ 0 h 84"/>
              <a:gd name="T4" fmla="*/ 0 w 112"/>
              <a:gd name="T5" fmla="*/ 16 h 84"/>
              <a:gd name="T6" fmla="*/ 0 w 112"/>
              <a:gd name="T7" fmla="*/ 68 h 84"/>
              <a:gd name="T8" fmla="*/ 16 w 112"/>
              <a:gd name="T9" fmla="*/ 84 h 84"/>
              <a:gd name="T10" fmla="*/ 96 w 112"/>
              <a:gd name="T11" fmla="*/ 84 h 84"/>
              <a:gd name="T12" fmla="*/ 112 w 112"/>
              <a:gd name="T13" fmla="*/ 68 h 84"/>
              <a:gd name="T14" fmla="*/ 112 w 112"/>
              <a:gd name="T15" fmla="*/ 16 h 84"/>
              <a:gd name="T16" fmla="*/ 96 w 112"/>
              <a:gd name="T17" fmla="*/ 0 h 84"/>
              <a:gd name="T18" fmla="*/ 104 w 112"/>
              <a:gd name="T19" fmla="*/ 16 h 84"/>
              <a:gd name="T20" fmla="*/ 104 w 112"/>
              <a:gd name="T21" fmla="*/ 68 h 84"/>
              <a:gd name="T22" fmla="*/ 104 w 112"/>
              <a:gd name="T23" fmla="*/ 69 h 84"/>
              <a:gd name="T24" fmla="*/ 71 w 112"/>
              <a:gd name="T25" fmla="*/ 38 h 84"/>
              <a:gd name="T26" fmla="*/ 104 w 112"/>
              <a:gd name="T27" fmla="*/ 14 h 84"/>
              <a:gd name="T28" fmla="*/ 104 w 112"/>
              <a:gd name="T29" fmla="*/ 16 h 84"/>
              <a:gd name="T30" fmla="*/ 96 w 112"/>
              <a:gd name="T31" fmla="*/ 8 h 84"/>
              <a:gd name="T32" fmla="*/ 98 w 112"/>
              <a:gd name="T33" fmla="*/ 8 h 84"/>
              <a:gd name="T34" fmla="*/ 55 w 112"/>
              <a:gd name="T35" fmla="*/ 41 h 84"/>
              <a:gd name="T36" fmla="*/ 13 w 112"/>
              <a:gd name="T37" fmla="*/ 9 h 84"/>
              <a:gd name="T38" fmla="*/ 16 w 112"/>
              <a:gd name="T39" fmla="*/ 8 h 84"/>
              <a:gd name="T40" fmla="*/ 96 w 112"/>
              <a:gd name="T41" fmla="*/ 8 h 84"/>
              <a:gd name="T42" fmla="*/ 8 w 112"/>
              <a:gd name="T43" fmla="*/ 69 h 84"/>
              <a:gd name="T44" fmla="*/ 8 w 112"/>
              <a:gd name="T45" fmla="*/ 68 h 84"/>
              <a:gd name="T46" fmla="*/ 8 w 112"/>
              <a:gd name="T47" fmla="*/ 16 h 84"/>
              <a:gd name="T48" fmla="*/ 8 w 112"/>
              <a:gd name="T49" fmla="*/ 15 h 84"/>
              <a:gd name="T50" fmla="*/ 40 w 112"/>
              <a:gd name="T51" fmla="*/ 39 h 84"/>
              <a:gd name="T52" fmla="*/ 8 w 112"/>
              <a:gd name="T53" fmla="*/ 69 h 84"/>
              <a:gd name="T54" fmla="*/ 16 w 112"/>
              <a:gd name="T55" fmla="*/ 76 h 84"/>
              <a:gd name="T56" fmla="*/ 13 w 112"/>
              <a:gd name="T57" fmla="*/ 75 h 84"/>
              <a:gd name="T58" fmla="*/ 47 w 112"/>
              <a:gd name="T59" fmla="*/ 43 h 84"/>
              <a:gd name="T60" fmla="*/ 49 w 112"/>
              <a:gd name="T61" fmla="*/ 45 h 84"/>
              <a:gd name="T62" fmla="*/ 49 w 112"/>
              <a:gd name="T63" fmla="*/ 45 h 84"/>
              <a:gd name="T64" fmla="*/ 55 w 112"/>
              <a:gd name="T65" fmla="*/ 48 h 84"/>
              <a:gd name="T66" fmla="*/ 61 w 112"/>
              <a:gd name="T67" fmla="*/ 45 h 84"/>
              <a:gd name="T68" fmla="*/ 62 w 112"/>
              <a:gd name="T69" fmla="*/ 45 h 84"/>
              <a:gd name="T70" fmla="*/ 65 w 112"/>
              <a:gd name="T71" fmla="*/ 43 h 84"/>
              <a:gd name="T72" fmla="*/ 99 w 112"/>
              <a:gd name="T73" fmla="*/ 75 h 84"/>
              <a:gd name="T74" fmla="*/ 96 w 112"/>
              <a:gd name="T75" fmla="*/ 76 h 84"/>
              <a:gd name="T76" fmla="*/ 16 w 112"/>
              <a:gd name="T77" fmla="*/ 76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2" h="84">
                <a:moveTo>
                  <a:pt x="96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77"/>
                  <a:pt x="7" y="84"/>
                  <a:pt x="1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105" y="84"/>
                  <a:pt x="112" y="77"/>
                  <a:pt x="112" y="68"/>
                </a:cubicBezTo>
                <a:cubicBezTo>
                  <a:pt x="112" y="16"/>
                  <a:pt x="112" y="16"/>
                  <a:pt x="112" y="16"/>
                </a:cubicBezTo>
                <a:cubicBezTo>
                  <a:pt x="112" y="7"/>
                  <a:pt x="105" y="0"/>
                  <a:pt x="96" y="0"/>
                </a:cubicBezTo>
                <a:close/>
                <a:moveTo>
                  <a:pt x="104" y="16"/>
                </a:moveTo>
                <a:cubicBezTo>
                  <a:pt x="104" y="68"/>
                  <a:pt x="104" y="68"/>
                  <a:pt x="104" y="68"/>
                </a:cubicBezTo>
                <a:cubicBezTo>
                  <a:pt x="104" y="68"/>
                  <a:pt x="104" y="69"/>
                  <a:pt x="104" y="69"/>
                </a:cubicBezTo>
                <a:cubicBezTo>
                  <a:pt x="71" y="38"/>
                  <a:pt x="71" y="38"/>
                  <a:pt x="71" y="38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14"/>
                  <a:pt x="104" y="15"/>
                  <a:pt x="104" y="16"/>
                </a:cubicBezTo>
                <a:close/>
                <a:moveTo>
                  <a:pt x="96" y="8"/>
                </a:moveTo>
                <a:cubicBezTo>
                  <a:pt x="97" y="8"/>
                  <a:pt x="98" y="8"/>
                  <a:pt x="98" y="8"/>
                </a:cubicBezTo>
                <a:cubicBezTo>
                  <a:pt x="55" y="41"/>
                  <a:pt x="55" y="41"/>
                  <a:pt x="55" y="41"/>
                </a:cubicBezTo>
                <a:cubicBezTo>
                  <a:pt x="13" y="9"/>
                  <a:pt x="13" y="9"/>
                  <a:pt x="13" y="9"/>
                </a:cubicBezTo>
                <a:cubicBezTo>
                  <a:pt x="14" y="8"/>
                  <a:pt x="15" y="8"/>
                  <a:pt x="16" y="8"/>
                </a:cubicBezTo>
                <a:lnTo>
                  <a:pt x="96" y="8"/>
                </a:lnTo>
                <a:close/>
                <a:moveTo>
                  <a:pt x="8" y="69"/>
                </a:moveTo>
                <a:cubicBezTo>
                  <a:pt x="8" y="69"/>
                  <a:pt x="8" y="68"/>
                  <a:pt x="8" y="68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5"/>
                  <a:pt x="8" y="15"/>
                  <a:pt x="8" y="15"/>
                </a:cubicBezTo>
                <a:cubicBezTo>
                  <a:pt x="40" y="39"/>
                  <a:pt x="40" y="39"/>
                  <a:pt x="40" y="39"/>
                </a:cubicBezTo>
                <a:lnTo>
                  <a:pt x="8" y="69"/>
                </a:lnTo>
                <a:close/>
                <a:moveTo>
                  <a:pt x="16" y="76"/>
                </a:moveTo>
                <a:cubicBezTo>
                  <a:pt x="15" y="76"/>
                  <a:pt x="13" y="76"/>
                  <a:pt x="13" y="75"/>
                </a:cubicBezTo>
                <a:cubicBezTo>
                  <a:pt x="47" y="43"/>
                  <a:pt x="47" y="43"/>
                  <a:pt x="47" y="43"/>
                </a:cubicBezTo>
                <a:cubicBezTo>
                  <a:pt x="49" y="45"/>
                  <a:pt x="49" y="45"/>
                  <a:pt x="49" y="45"/>
                </a:cubicBezTo>
                <a:cubicBezTo>
                  <a:pt x="49" y="45"/>
                  <a:pt x="49" y="45"/>
                  <a:pt x="49" y="45"/>
                </a:cubicBezTo>
                <a:cubicBezTo>
                  <a:pt x="51" y="47"/>
                  <a:pt x="53" y="48"/>
                  <a:pt x="55" y="48"/>
                </a:cubicBezTo>
                <a:cubicBezTo>
                  <a:pt x="58" y="48"/>
                  <a:pt x="60" y="47"/>
                  <a:pt x="61" y="45"/>
                </a:cubicBezTo>
                <a:cubicBezTo>
                  <a:pt x="62" y="45"/>
                  <a:pt x="62" y="45"/>
                  <a:pt x="62" y="45"/>
                </a:cubicBezTo>
                <a:cubicBezTo>
                  <a:pt x="65" y="43"/>
                  <a:pt x="65" y="43"/>
                  <a:pt x="65" y="43"/>
                </a:cubicBezTo>
                <a:cubicBezTo>
                  <a:pt x="99" y="75"/>
                  <a:pt x="99" y="75"/>
                  <a:pt x="99" y="75"/>
                </a:cubicBezTo>
                <a:cubicBezTo>
                  <a:pt x="99" y="76"/>
                  <a:pt x="97" y="76"/>
                  <a:pt x="96" y="76"/>
                </a:cubicBezTo>
                <a:lnTo>
                  <a:pt x="16" y="7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30" name="Group 234">
            <a:extLst>
              <a:ext uri="{FF2B5EF4-FFF2-40B4-BE49-F238E27FC236}">
                <a16:creationId xmlns:a16="http://schemas.microsoft.com/office/drawing/2014/main" id="{04549B07-A4A7-935B-FB3B-51128B9F215E}"/>
              </a:ext>
            </a:extLst>
          </p:cNvPr>
          <p:cNvGrpSpPr/>
          <p:nvPr/>
        </p:nvGrpSpPr>
        <p:grpSpPr>
          <a:xfrm>
            <a:off x="5518030" y="4900369"/>
            <a:ext cx="336511" cy="292983"/>
            <a:chOff x="1482726" y="3625850"/>
            <a:chExt cx="319088" cy="27781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31" name="Freeform 143">
              <a:extLst>
                <a:ext uri="{FF2B5EF4-FFF2-40B4-BE49-F238E27FC236}">
                  <a16:creationId xmlns:a16="http://schemas.microsoft.com/office/drawing/2014/main" id="{9C4B9D3A-7FAD-7A92-D142-669222CF89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726" y="3625850"/>
              <a:ext cx="319088" cy="277813"/>
            </a:xfrm>
            <a:custGeom>
              <a:avLst/>
              <a:gdLst>
                <a:gd name="T0" fmla="*/ 108 w 120"/>
                <a:gd name="T1" fmla="*/ 0 h 104"/>
                <a:gd name="T2" fmla="*/ 12 w 120"/>
                <a:gd name="T3" fmla="*/ 0 h 104"/>
                <a:gd name="T4" fmla="*/ 0 w 120"/>
                <a:gd name="T5" fmla="*/ 12 h 104"/>
                <a:gd name="T6" fmla="*/ 0 w 120"/>
                <a:gd name="T7" fmla="*/ 16 h 104"/>
                <a:gd name="T8" fmla="*/ 8 w 120"/>
                <a:gd name="T9" fmla="*/ 27 h 104"/>
                <a:gd name="T10" fmla="*/ 8 w 120"/>
                <a:gd name="T11" fmla="*/ 96 h 104"/>
                <a:gd name="T12" fmla="*/ 16 w 120"/>
                <a:gd name="T13" fmla="*/ 104 h 104"/>
                <a:gd name="T14" fmla="*/ 104 w 120"/>
                <a:gd name="T15" fmla="*/ 104 h 104"/>
                <a:gd name="T16" fmla="*/ 112 w 120"/>
                <a:gd name="T17" fmla="*/ 96 h 104"/>
                <a:gd name="T18" fmla="*/ 112 w 120"/>
                <a:gd name="T19" fmla="*/ 27 h 104"/>
                <a:gd name="T20" fmla="*/ 120 w 120"/>
                <a:gd name="T21" fmla="*/ 16 h 104"/>
                <a:gd name="T22" fmla="*/ 120 w 120"/>
                <a:gd name="T23" fmla="*/ 12 h 104"/>
                <a:gd name="T24" fmla="*/ 108 w 120"/>
                <a:gd name="T25" fmla="*/ 0 h 104"/>
                <a:gd name="T26" fmla="*/ 8 w 120"/>
                <a:gd name="T27" fmla="*/ 12 h 104"/>
                <a:gd name="T28" fmla="*/ 12 w 120"/>
                <a:gd name="T29" fmla="*/ 8 h 104"/>
                <a:gd name="T30" fmla="*/ 108 w 120"/>
                <a:gd name="T31" fmla="*/ 8 h 104"/>
                <a:gd name="T32" fmla="*/ 112 w 120"/>
                <a:gd name="T33" fmla="*/ 12 h 104"/>
                <a:gd name="T34" fmla="*/ 112 w 120"/>
                <a:gd name="T35" fmla="*/ 16 h 104"/>
                <a:gd name="T36" fmla="*/ 108 w 120"/>
                <a:gd name="T37" fmla="*/ 20 h 104"/>
                <a:gd name="T38" fmla="*/ 108 w 120"/>
                <a:gd name="T39" fmla="*/ 20 h 104"/>
                <a:gd name="T40" fmla="*/ 12 w 120"/>
                <a:gd name="T41" fmla="*/ 20 h 104"/>
                <a:gd name="T42" fmla="*/ 12 w 120"/>
                <a:gd name="T43" fmla="*/ 20 h 104"/>
                <a:gd name="T44" fmla="*/ 8 w 120"/>
                <a:gd name="T45" fmla="*/ 16 h 104"/>
                <a:gd name="T46" fmla="*/ 8 w 120"/>
                <a:gd name="T47" fmla="*/ 12 h 104"/>
                <a:gd name="T48" fmla="*/ 16 w 120"/>
                <a:gd name="T49" fmla="*/ 96 h 104"/>
                <a:gd name="T50" fmla="*/ 16 w 120"/>
                <a:gd name="T51" fmla="*/ 28 h 104"/>
                <a:gd name="T52" fmla="*/ 104 w 120"/>
                <a:gd name="T53" fmla="*/ 28 h 104"/>
                <a:gd name="T54" fmla="*/ 104 w 120"/>
                <a:gd name="T55" fmla="*/ 96 h 104"/>
                <a:gd name="T56" fmla="*/ 16 w 120"/>
                <a:gd name="T57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0" h="104">
                  <a:moveTo>
                    <a:pt x="10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1"/>
                    <a:pt x="3" y="26"/>
                    <a:pt x="8" y="27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100"/>
                    <a:pt x="12" y="104"/>
                    <a:pt x="16" y="10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8" y="104"/>
                    <a:pt x="112" y="100"/>
                    <a:pt x="112" y="96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7" y="26"/>
                    <a:pt x="120" y="21"/>
                    <a:pt x="120" y="16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0" y="5"/>
                    <a:pt x="115" y="0"/>
                    <a:pt x="108" y="0"/>
                  </a:cubicBezTo>
                  <a:close/>
                  <a:moveTo>
                    <a:pt x="8" y="12"/>
                  </a:moveTo>
                  <a:cubicBezTo>
                    <a:pt x="8" y="10"/>
                    <a:pt x="10" y="8"/>
                    <a:pt x="12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10" y="8"/>
                    <a:pt x="112" y="10"/>
                    <a:pt x="112" y="12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8"/>
                    <a:pt x="110" y="20"/>
                    <a:pt x="108" y="20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0" y="20"/>
                    <a:pt x="8" y="18"/>
                    <a:pt x="8" y="16"/>
                  </a:cubicBezTo>
                  <a:lnTo>
                    <a:pt x="8" y="12"/>
                  </a:lnTo>
                  <a:close/>
                  <a:moveTo>
                    <a:pt x="16" y="96"/>
                  </a:moveTo>
                  <a:cubicBezTo>
                    <a:pt x="16" y="28"/>
                    <a:pt x="16" y="28"/>
                    <a:pt x="16" y="28"/>
                  </a:cubicBezTo>
                  <a:cubicBezTo>
                    <a:pt x="104" y="28"/>
                    <a:pt x="104" y="28"/>
                    <a:pt x="104" y="28"/>
                  </a:cubicBezTo>
                  <a:cubicBezTo>
                    <a:pt x="104" y="96"/>
                    <a:pt x="104" y="96"/>
                    <a:pt x="104" y="96"/>
                  </a:cubicBezTo>
                  <a:lnTo>
                    <a:pt x="16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2" name="Freeform 144">
              <a:extLst>
                <a:ext uri="{FF2B5EF4-FFF2-40B4-BE49-F238E27FC236}">
                  <a16:creationId xmlns:a16="http://schemas.microsoft.com/office/drawing/2014/main" id="{4E328C48-EE3C-1431-5A67-672BF2DA0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201" y="3732213"/>
              <a:ext cx="84138" cy="22225"/>
            </a:xfrm>
            <a:custGeom>
              <a:avLst/>
              <a:gdLst>
                <a:gd name="T0" fmla="*/ 28 w 32"/>
                <a:gd name="T1" fmla="*/ 0 h 8"/>
                <a:gd name="T2" fmla="*/ 4 w 32"/>
                <a:gd name="T3" fmla="*/ 0 h 8"/>
                <a:gd name="T4" fmla="*/ 0 w 32"/>
                <a:gd name="T5" fmla="*/ 4 h 8"/>
                <a:gd name="T6" fmla="*/ 4 w 32"/>
                <a:gd name="T7" fmla="*/ 8 h 8"/>
                <a:gd name="T8" fmla="*/ 28 w 32"/>
                <a:gd name="T9" fmla="*/ 8 h 8"/>
                <a:gd name="T10" fmla="*/ 32 w 32"/>
                <a:gd name="T11" fmla="*/ 4 h 8"/>
                <a:gd name="T12" fmla="*/ 28 w 3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8">
                  <a:moveTo>
                    <a:pt x="2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30" y="8"/>
                    <a:pt x="32" y="6"/>
                    <a:pt x="32" y="4"/>
                  </a:cubicBezTo>
                  <a:cubicBezTo>
                    <a:pt x="32" y="2"/>
                    <a:pt x="30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33" name="Group 237">
            <a:extLst>
              <a:ext uri="{FF2B5EF4-FFF2-40B4-BE49-F238E27FC236}">
                <a16:creationId xmlns:a16="http://schemas.microsoft.com/office/drawing/2014/main" id="{5FE5250E-BADB-5974-AD99-DC18384AAC9F}"/>
              </a:ext>
            </a:extLst>
          </p:cNvPr>
          <p:cNvGrpSpPr/>
          <p:nvPr/>
        </p:nvGrpSpPr>
        <p:grpSpPr>
          <a:xfrm>
            <a:off x="7212469" y="4899190"/>
            <a:ext cx="305912" cy="295341"/>
            <a:chOff x="4064000" y="5461000"/>
            <a:chExt cx="735013" cy="70961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34" name="Freeform 20">
              <a:extLst>
                <a:ext uri="{FF2B5EF4-FFF2-40B4-BE49-F238E27FC236}">
                  <a16:creationId xmlns:a16="http://schemas.microsoft.com/office/drawing/2014/main" id="{352A06AF-B3F2-664A-0C02-651DFC357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4000" y="5461000"/>
              <a:ext cx="708025" cy="709613"/>
            </a:xfrm>
            <a:custGeom>
              <a:avLst/>
              <a:gdLst>
                <a:gd name="T0" fmla="*/ 142 w 186"/>
                <a:gd name="T1" fmla="*/ 155 h 186"/>
                <a:gd name="T2" fmla="*/ 125 w 186"/>
                <a:gd name="T3" fmla="*/ 165 h 186"/>
                <a:gd name="T4" fmla="*/ 131 w 186"/>
                <a:gd name="T5" fmla="*/ 156 h 186"/>
                <a:gd name="T6" fmla="*/ 121 w 186"/>
                <a:gd name="T7" fmla="*/ 157 h 186"/>
                <a:gd name="T8" fmla="*/ 114 w 186"/>
                <a:gd name="T9" fmla="*/ 156 h 186"/>
                <a:gd name="T10" fmla="*/ 93 w 186"/>
                <a:gd name="T11" fmla="*/ 172 h 186"/>
                <a:gd name="T12" fmla="*/ 60 w 186"/>
                <a:gd name="T13" fmla="*/ 131 h 186"/>
                <a:gd name="T14" fmla="*/ 76 w 186"/>
                <a:gd name="T15" fmla="*/ 131 h 186"/>
                <a:gd name="T16" fmla="*/ 72 w 186"/>
                <a:gd name="T17" fmla="*/ 120 h 186"/>
                <a:gd name="T18" fmla="*/ 71 w 186"/>
                <a:gd name="T19" fmla="*/ 117 h 186"/>
                <a:gd name="T20" fmla="*/ 57 w 186"/>
                <a:gd name="T21" fmla="*/ 117 h 186"/>
                <a:gd name="T22" fmla="*/ 56 w 186"/>
                <a:gd name="T23" fmla="*/ 93 h 186"/>
                <a:gd name="T24" fmla="*/ 57 w 186"/>
                <a:gd name="T25" fmla="*/ 72 h 186"/>
                <a:gd name="T26" fmla="*/ 81 w 186"/>
                <a:gd name="T27" fmla="*/ 72 h 186"/>
                <a:gd name="T28" fmla="*/ 98 w 186"/>
                <a:gd name="T29" fmla="*/ 58 h 186"/>
                <a:gd name="T30" fmla="*/ 60 w 186"/>
                <a:gd name="T31" fmla="*/ 58 h 186"/>
                <a:gd name="T32" fmla="*/ 93 w 186"/>
                <a:gd name="T33" fmla="*/ 14 h 186"/>
                <a:gd name="T34" fmla="*/ 125 w 186"/>
                <a:gd name="T35" fmla="*/ 53 h 186"/>
                <a:gd name="T36" fmla="*/ 140 w 186"/>
                <a:gd name="T37" fmla="*/ 56 h 186"/>
                <a:gd name="T38" fmla="*/ 125 w 186"/>
                <a:gd name="T39" fmla="*/ 21 h 186"/>
                <a:gd name="T40" fmla="*/ 164 w 186"/>
                <a:gd name="T41" fmla="*/ 58 h 186"/>
                <a:gd name="T42" fmla="*/ 145 w 186"/>
                <a:gd name="T43" fmla="*/ 58 h 186"/>
                <a:gd name="T44" fmla="*/ 162 w 186"/>
                <a:gd name="T45" fmla="*/ 72 h 186"/>
                <a:gd name="T46" fmla="*/ 169 w 186"/>
                <a:gd name="T47" fmla="*/ 72 h 186"/>
                <a:gd name="T48" fmla="*/ 172 w 186"/>
                <a:gd name="T49" fmla="*/ 93 h 186"/>
                <a:gd name="T50" fmla="*/ 172 w 186"/>
                <a:gd name="T51" fmla="*/ 94 h 186"/>
                <a:gd name="T52" fmla="*/ 170 w 186"/>
                <a:gd name="T53" fmla="*/ 123 h 186"/>
                <a:gd name="T54" fmla="*/ 178 w 186"/>
                <a:gd name="T55" fmla="*/ 131 h 186"/>
                <a:gd name="T56" fmla="*/ 178 w 186"/>
                <a:gd name="T57" fmla="*/ 131 h 186"/>
                <a:gd name="T58" fmla="*/ 179 w 186"/>
                <a:gd name="T59" fmla="*/ 131 h 186"/>
                <a:gd name="T60" fmla="*/ 179 w 186"/>
                <a:gd name="T61" fmla="*/ 128 h 186"/>
                <a:gd name="T62" fmla="*/ 186 w 186"/>
                <a:gd name="T63" fmla="*/ 93 h 186"/>
                <a:gd name="T64" fmla="*/ 93 w 186"/>
                <a:gd name="T65" fmla="*/ 0 h 186"/>
                <a:gd name="T66" fmla="*/ 0 w 186"/>
                <a:gd name="T67" fmla="*/ 93 h 186"/>
                <a:gd name="T68" fmla="*/ 93 w 186"/>
                <a:gd name="T69" fmla="*/ 186 h 186"/>
                <a:gd name="T70" fmla="*/ 151 w 186"/>
                <a:gd name="T71" fmla="*/ 166 h 186"/>
                <a:gd name="T72" fmla="*/ 142 w 186"/>
                <a:gd name="T73" fmla="*/ 155 h 186"/>
                <a:gd name="T74" fmla="*/ 61 w 186"/>
                <a:gd name="T75" fmla="*/ 21 h 186"/>
                <a:gd name="T76" fmla="*/ 45 w 186"/>
                <a:gd name="T77" fmla="*/ 58 h 186"/>
                <a:gd name="T78" fmla="*/ 22 w 186"/>
                <a:gd name="T79" fmla="*/ 58 h 186"/>
                <a:gd name="T80" fmla="*/ 61 w 186"/>
                <a:gd name="T81" fmla="*/ 21 h 186"/>
                <a:gd name="T82" fmla="*/ 14 w 186"/>
                <a:gd name="T83" fmla="*/ 93 h 186"/>
                <a:gd name="T84" fmla="*/ 17 w 186"/>
                <a:gd name="T85" fmla="*/ 72 h 186"/>
                <a:gd name="T86" fmla="*/ 43 w 186"/>
                <a:gd name="T87" fmla="*/ 72 h 186"/>
                <a:gd name="T88" fmla="*/ 42 w 186"/>
                <a:gd name="T89" fmla="*/ 93 h 186"/>
                <a:gd name="T90" fmla="*/ 43 w 186"/>
                <a:gd name="T91" fmla="*/ 117 h 186"/>
                <a:gd name="T92" fmla="*/ 17 w 186"/>
                <a:gd name="T93" fmla="*/ 117 h 186"/>
                <a:gd name="T94" fmla="*/ 14 w 186"/>
                <a:gd name="T95" fmla="*/ 93 h 186"/>
                <a:gd name="T96" fmla="*/ 23 w 186"/>
                <a:gd name="T97" fmla="*/ 131 h 186"/>
                <a:gd name="T98" fmla="*/ 46 w 186"/>
                <a:gd name="T99" fmla="*/ 131 h 186"/>
                <a:gd name="T100" fmla="*/ 61 w 186"/>
                <a:gd name="T101" fmla="*/ 165 h 186"/>
                <a:gd name="T102" fmla="*/ 23 w 186"/>
                <a:gd name="T103" fmla="*/ 131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6" h="186">
                  <a:moveTo>
                    <a:pt x="142" y="155"/>
                  </a:moveTo>
                  <a:cubicBezTo>
                    <a:pt x="137" y="159"/>
                    <a:pt x="131" y="163"/>
                    <a:pt x="125" y="165"/>
                  </a:cubicBezTo>
                  <a:cubicBezTo>
                    <a:pt x="127" y="162"/>
                    <a:pt x="129" y="159"/>
                    <a:pt x="131" y="156"/>
                  </a:cubicBezTo>
                  <a:cubicBezTo>
                    <a:pt x="128" y="157"/>
                    <a:pt x="124" y="157"/>
                    <a:pt x="121" y="157"/>
                  </a:cubicBezTo>
                  <a:cubicBezTo>
                    <a:pt x="119" y="157"/>
                    <a:pt x="117" y="157"/>
                    <a:pt x="114" y="156"/>
                  </a:cubicBezTo>
                  <a:cubicBezTo>
                    <a:pt x="108" y="166"/>
                    <a:pt x="100" y="172"/>
                    <a:pt x="93" y="172"/>
                  </a:cubicBezTo>
                  <a:cubicBezTo>
                    <a:pt x="81" y="172"/>
                    <a:pt x="67" y="156"/>
                    <a:pt x="60" y="131"/>
                  </a:cubicBezTo>
                  <a:cubicBezTo>
                    <a:pt x="76" y="131"/>
                    <a:pt x="76" y="131"/>
                    <a:pt x="76" y="131"/>
                  </a:cubicBezTo>
                  <a:cubicBezTo>
                    <a:pt x="74" y="127"/>
                    <a:pt x="73" y="124"/>
                    <a:pt x="72" y="120"/>
                  </a:cubicBezTo>
                  <a:cubicBezTo>
                    <a:pt x="71" y="119"/>
                    <a:pt x="71" y="118"/>
                    <a:pt x="7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56" y="109"/>
                    <a:pt x="56" y="101"/>
                    <a:pt x="56" y="93"/>
                  </a:cubicBezTo>
                  <a:cubicBezTo>
                    <a:pt x="56" y="86"/>
                    <a:pt x="56" y="79"/>
                    <a:pt x="57" y="72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5" y="66"/>
                    <a:pt x="91" y="62"/>
                    <a:pt x="98" y="58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6" y="32"/>
                    <a:pt x="80" y="14"/>
                    <a:pt x="93" y="14"/>
                  </a:cubicBezTo>
                  <a:cubicBezTo>
                    <a:pt x="105" y="14"/>
                    <a:pt x="118" y="29"/>
                    <a:pt x="125" y="53"/>
                  </a:cubicBezTo>
                  <a:cubicBezTo>
                    <a:pt x="130" y="53"/>
                    <a:pt x="135" y="54"/>
                    <a:pt x="140" y="56"/>
                  </a:cubicBezTo>
                  <a:cubicBezTo>
                    <a:pt x="137" y="42"/>
                    <a:pt x="132" y="30"/>
                    <a:pt x="125" y="21"/>
                  </a:cubicBezTo>
                  <a:cubicBezTo>
                    <a:pt x="142" y="28"/>
                    <a:pt x="156" y="42"/>
                    <a:pt x="164" y="58"/>
                  </a:cubicBezTo>
                  <a:cubicBezTo>
                    <a:pt x="145" y="58"/>
                    <a:pt x="145" y="58"/>
                    <a:pt x="145" y="58"/>
                  </a:cubicBezTo>
                  <a:cubicBezTo>
                    <a:pt x="151" y="62"/>
                    <a:pt x="157" y="66"/>
                    <a:pt x="162" y="72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1" y="79"/>
                    <a:pt x="172" y="86"/>
                    <a:pt x="172" y="93"/>
                  </a:cubicBezTo>
                  <a:cubicBezTo>
                    <a:pt x="172" y="93"/>
                    <a:pt x="172" y="94"/>
                    <a:pt x="172" y="94"/>
                  </a:cubicBezTo>
                  <a:cubicBezTo>
                    <a:pt x="174" y="104"/>
                    <a:pt x="173" y="113"/>
                    <a:pt x="170" y="123"/>
                  </a:cubicBezTo>
                  <a:cubicBezTo>
                    <a:pt x="178" y="131"/>
                    <a:pt x="178" y="131"/>
                    <a:pt x="178" y="131"/>
                  </a:cubicBezTo>
                  <a:cubicBezTo>
                    <a:pt x="178" y="131"/>
                    <a:pt x="178" y="131"/>
                    <a:pt x="178" y="131"/>
                  </a:cubicBezTo>
                  <a:cubicBezTo>
                    <a:pt x="179" y="131"/>
                    <a:pt x="179" y="131"/>
                    <a:pt x="179" y="131"/>
                  </a:cubicBezTo>
                  <a:cubicBezTo>
                    <a:pt x="179" y="128"/>
                    <a:pt x="179" y="128"/>
                    <a:pt x="179" y="128"/>
                  </a:cubicBezTo>
                  <a:cubicBezTo>
                    <a:pt x="184" y="117"/>
                    <a:pt x="186" y="106"/>
                    <a:pt x="186" y="93"/>
                  </a:cubicBezTo>
                  <a:cubicBezTo>
                    <a:pt x="186" y="42"/>
                    <a:pt x="144" y="0"/>
                    <a:pt x="93" y="0"/>
                  </a:cubicBezTo>
                  <a:cubicBezTo>
                    <a:pt x="42" y="0"/>
                    <a:pt x="0" y="42"/>
                    <a:pt x="0" y="93"/>
                  </a:cubicBezTo>
                  <a:cubicBezTo>
                    <a:pt x="0" y="144"/>
                    <a:pt x="42" y="186"/>
                    <a:pt x="93" y="186"/>
                  </a:cubicBezTo>
                  <a:cubicBezTo>
                    <a:pt x="115" y="186"/>
                    <a:pt x="135" y="178"/>
                    <a:pt x="151" y="166"/>
                  </a:cubicBezTo>
                  <a:lnTo>
                    <a:pt x="142" y="155"/>
                  </a:lnTo>
                  <a:close/>
                  <a:moveTo>
                    <a:pt x="61" y="21"/>
                  </a:moveTo>
                  <a:cubicBezTo>
                    <a:pt x="54" y="31"/>
                    <a:pt x="49" y="44"/>
                    <a:pt x="45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30" y="42"/>
                    <a:pt x="44" y="28"/>
                    <a:pt x="61" y="21"/>
                  </a:cubicBezTo>
                  <a:close/>
                  <a:moveTo>
                    <a:pt x="14" y="93"/>
                  </a:moveTo>
                  <a:cubicBezTo>
                    <a:pt x="14" y="86"/>
                    <a:pt x="15" y="79"/>
                    <a:pt x="17" y="72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9"/>
                    <a:pt x="42" y="86"/>
                    <a:pt x="42" y="93"/>
                  </a:cubicBezTo>
                  <a:cubicBezTo>
                    <a:pt x="42" y="101"/>
                    <a:pt x="42" y="109"/>
                    <a:pt x="43" y="117"/>
                  </a:cubicBezTo>
                  <a:cubicBezTo>
                    <a:pt x="17" y="117"/>
                    <a:pt x="17" y="117"/>
                    <a:pt x="17" y="117"/>
                  </a:cubicBezTo>
                  <a:cubicBezTo>
                    <a:pt x="15" y="109"/>
                    <a:pt x="14" y="101"/>
                    <a:pt x="14" y="93"/>
                  </a:cubicBezTo>
                  <a:close/>
                  <a:moveTo>
                    <a:pt x="23" y="131"/>
                  </a:moveTo>
                  <a:cubicBezTo>
                    <a:pt x="46" y="131"/>
                    <a:pt x="46" y="131"/>
                    <a:pt x="46" y="131"/>
                  </a:cubicBezTo>
                  <a:cubicBezTo>
                    <a:pt x="49" y="144"/>
                    <a:pt x="54" y="156"/>
                    <a:pt x="61" y="165"/>
                  </a:cubicBezTo>
                  <a:cubicBezTo>
                    <a:pt x="45" y="158"/>
                    <a:pt x="32" y="146"/>
                    <a:pt x="23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5" name="Freeform 21">
              <a:extLst>
                <a:ext uri="{FF2B5EF4-FFF2-40B4-BE49-F238E27FC236}">
                  <a16:creationId xmlns:a16="http://schemas.microsoft.com/office/drawing/2014/main" id="{C01D328B-2409-81C5-79F3-B26FF16206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2925" y="5691188"/>
              <a:ext cx="446088" cy="446088"/>
            </a:xfrm>
            <a:custGeom>
              <a:avLst/>
              <a:gdLst>
                <a:gd name="T0" fmla="*/ 116 w 117"/>
                <a:gd name="T1" fmla="*/ 103 h 117"/>
                <a:gd name="T2" fmla="*/ 81 w 117"/>
                <a:gd name="T3" fmla="*/ 65 h 117"/>
                <a:gd name="T4" fmla="*/ 80 w 117"/>
                <a:gd name="T5" fmla="*/ 65 h 117"/>
                <a:gd name="T6" fmla="*/ 84 w 117"/>
                <a:gd name="T7" fmla="*/ 33 h 117"/>
                <a:gd name="T8" fmla="*/ 33 w 117"/>
                <a:gd name="T9" fmla="*/ 6 h 117"/>
                <a:gd name="T10" fmla="*/ 7 w 117"/>
                <a:gd name="T11" fmla="*/ 57 h 117"/>
                <a:gd name="T12" fmla="*/ 57 w 117"/>
                <a:gd name="T13" fmla="*/ 83 h 117"/>
                <a:gd name="T14" fmla="*/ 67 w 117"/>
                <a:gd name="T15" fmla="*/ 79 h 117"/>
                <a:gd name="T16" fmla="*/ 101 w 117"/>
                <a:gd name="T17" fmla="*/ 116 h 117"/>
                <a:gd name="T18" fmla="*/ 106 w 117"/>
                <a:gd name="T19" fmla="*/ 115 h 117"/>
                <a:gd name="T20" fmla="*/ 114 w 117"/>
                <a:gd name="T21" fmla="*/ 108 h 117"/>
                <a:gd name="T22" fmla="*/ 116 w 117"/>
                <a:gd name="T23" fmla="*/ 103 h 117"/>
                <a:gd name="T24" fmla="*/ 17 w 117"/>
                <a:gd name="T25" fmla="*/ 54 h 117"/>
                <a:gd name="T26" fmla="*/ 36 w 117"/>
                <a:gd name="T27" fmla="*/ 17 h 117"/>
                <a:gd name="T28" fmla="*/ 73 w 117"/>
                <a:gd name="T29" fmla="*/ 36 h 117"/>
                <a:gd name="T30" fmla="*/ 54 w 117"/>
                <a:gd name="T31" fmla="*/ 73 h 117"/>
                <a:gd name="T32" fmla="*/ 17 w 117"/>
                <a:gd name="T33" fmla="*/ 5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7">
                  <a:moveTo>
                    <a:pt x="116" y="103"/>
                  </a:moveTo>
                  <a:cubicBezTo>
                    <a:pt x="81" y="65"/>
                    <a:pt x="81" y="65"/>
                    <a:pt x="81" y="65"/>
                  </a:cubicBezTo>
                  <a:cubicBezTo>
                    <a:pt x="81" y="65"/>
                    <a:pt x="80" y="65"/>
                    <a:pt x="80" y="65"/>
                  </a:cubicBezTo>
                  <a:cubicBezTo>
                    <a:pt x="86" y="55"/>
                    <a:pt x="87" y="44"/>
                    <a:pt x="84" y="33"/>
                  </a:cubicBezTo>
                  <a:cubicBezTo>
                    <a:pt x="77" y="11"/>
                    <a:pt x="54" y="0"/>
                    <a:pt x="33" y="6"/>
                  </a:cubicBezTo>
                  <a:cubicBezTo>
                    <a:pt x="12" y="13"/>
                    <a:pt x="0" y="36"/>
                    <a:pt x="7" y="57"/>
                  </a:cubicBezTo>
                  <a:cubicBezTo>
                    <a:pt x="13" y="78"/>
                    <a:pt x="36" y="90"/>
                    <a:pt x="57" y="83"/>
                  </a:cubicBezTo>
                  <a:cubicBezTo>
                    <a:pt x="61" y="82"/>
                    <a:pt x="64" y="81"/>
                    <a:pt x="67" y="79"/>
                  </a:cubicBezTo>
                  <a:cubicBezTo>
                    <a:pt x="101" y="116"/>
                    <a:pt x="101" y="116"/>
                    <a:pt x="101" y="116"/>
                  </a:cubicBezTo>
                  <a:cubicBezTo>
                    <a:pt x="102" y="117"/>
                    <a:pt x="104" y="117"/>
                    <a:pt x="106" y="115"/>
                  </a:cubicBezTo>
                  <a:cubicBezTo>
                    <a:pt x="114" y="108"/>
                    <a:pt x="114" y="108"/>
                    <a:pt x="114" y="108"/>
                  </a:cubicBezTo>
                  <a:cubicBezTo>
                    <a:pt x="116" y="106"/>
                    <a:pt x="117" y="104"/>
                    <a:pt x="116" y="103"/>
                  </a:cubicBezTo>
                  <a:close/>
                  <a:moveTo>
                    <a:pt x="17" y="54"/>
                  </a:moveTo>
                  <a:cubicBezTo>
                    <a:pt x="12" y="38"/>
                    <a:pt x="21" y="22"/>
                    <a:pt x="36" y="17"/>
                  </a:cubicBezTo>
                  <a:cubicBezTo>
                    <a:pt x="52" y="12"/>
                    <a:pt x="69" y="20"/>
                    <a:pt x="73" y="36"/>
                  </a:cubicBezTo>
                  <a:cubicBezTo>
                    <a:pt x="78" y="52"/>
                    <a:pt x="70" y="68"/>
                    <a:pt x="54" y="73"/>
                  </a:cubicBezTo>
                  <a:cubicBezTo>
                    <a:pt x="39" y="78"/>
                    <a:pt x="22" y="69"/>
                    <a:pt x="1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6" name="Freeform 22">
              <a:extLst>
                <a:ext uri="{FF2B5EF4-FFF2-40B4-BE49-F238E27FC236}">
                  <a16:creationId xmlns:a16="http://schemas.microsoft.com/office/drawing/2014/main" id="{92DCFCF1-305D-B5AC-BB1A-3831AAB7E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888" y="5754688"/>
              <a:ext cx="190500" cy="141288"/>
            </a:xfrm>
            <a:custGeom>
              <a:avLst/>
              <a:gdLst>
                <a:gd name="T0" fmla="*/ 10 w 50"/>
                <a:gd name="T1" fmla="*/ 16 h 37"/>
                <a:gd name="T2" fmla="*/ 48 w 50"/>
                <a:gd name="T3" fmla="*/ 36 h 37"/>
                <a:gd name="T4" fmla="*/ 48 w 50"/>
                <a:gd name="T5" fmla="*/ 37 h 37"/>
                <a:gd name="T6" fmla="*/ 49 w 50"/>
                <a:gd name="T7" fmla="*/ 20 h 37"/>
                <a:gd name="T8" fmla="*/ 17 w 50"/>
                <a:gd name="T9" fmla="*/ 4 h 37"/>
                <a:gd name="T10" fmla="*/ 0 w 50"/>
                <a:gd name="T11" fmla="*/ 21 h 37"/>
                <a:gd name="T12" fmla="*/ 10 w 50"/>
                <a:gd name="T13" fmla="*/ 1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37">
                  <a:moveTo>
                    <a:pt x="10" y="16"/>
                  </a:moveTo>
                  <a:cubicBezTo>
                    <a:pt x="26" y="11"/>
                    <a:pt x="43" y="20"/>
                    <a:pt x="48" y="36"/>
                  </a:cubicBezTo>
                  <a:cubicBezTo>
                    <a:pt x="48" y="36"/>
                    <a:pt x="48" y="36"/>
                    <a:pt x="48" y="37"/>
                  </a:cubicBezTo>
                  <a:cubicBezTo>
                    <a:pt x="50" y="32"/>
                    <a:pt x="50" y="26"/>
                    <a:pt x="49" y="20"/>
                  </a:cubicBezTo>
                  <a:cubicBezTo>
                    <a:pt x="45" y="7"/>
                    <a:pt x="30" y="0"/>
                    <a:pt x="17" y="4"/>
                  </a:cubicBezTo>
                  <a:cubicBezTo>
                    <a:pt x="8" y="6"/>
                    <a:pt x="2" y="13"/>
                    <a:pt x="0" y="21"/>
                  </a:cubicBezTo>
                  <a:cubicBezTo>
                    <a:pt x="3" y="19"/>
                    <a:pt x="6" y="17"/>
                    <a:pt x="1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37" name="Group 241">
            <a:extLst>
              <a:ext uri="{FF2B5EF4-FFF2-40B4-BE49-F238E27FC236}">
                <a16:creationId xmlns:a16="http://schemas.microsoft.com/office/drawing/2014/main" id="{A16DF0E9-01F9-F63C-CA49-ECB67889E15C}"/>
              </a:ext>
            </a:extLst>
          </p:cNvPr>
          <p:cNvGrpSpPr/>
          <p:nvPr/>
        </p:nvGrpSpPr>
        <p:grpSpPr>
          <a:xfrm>
            <a:off x="1549494" y="2878346"/>
            <a:ext cx="328448" cy="348355"/>
            <a:chOff x="7404100" y="3633788"/>
            <a:chExt cx="628651" cy="66675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38" name="Freeform 20">
              <a:extLst>
                <a:ext uri="{FF2B5EF4-FFF2-40B4-BE49-F238E27FC236}">
                  <a16:creationId xmlns:a16="http://schemas.microsoft.com/office/drawing/2014/main" id="{34F88EC1-3533-C32F-053A-61E26563E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04100" y="3870326"/>
              <a:ext cx="427038" cy="430213"/>
            </a:xfrm>
            <a:custGeom>
              <a:avLst/>
              <a:gdLst>
                <a:gd name="T0" fmla="*/ 115 w 136"/>
                <a:gd name="T1" fmla="*/ 94 h 137"/>
                <a:gd name="T2" fmla="*/ 119 w 136"/>
                <a:gd name="T3" fmla="*/ 83 h 137"/>
                <a:gd name="T4" fmla="*/ 136 w 136"/>
                <a:gd name="T5" fmla="*/ 77 h 137"/>
                <a:gd name="T6" fmla="*/ 136 w 136"/>
                <a:gd name="T7" fmla="*/ 68 h 137"/>
                <a:gd name="T8" fmla="*/ 136 w 136"/>
                <a:gd name="T9" fmla="*/ 60 h 137"/>
                <a:gd name="T10" fmla="*/ 119 w 136"/>
                <a:gd name="T11" fmla="*/ 54 h 137"/>
                <a:gd name="T12" fmla="*/ 115 w 136"/>
                <a:gd name="T13" fmla="*/ 43 h 137"/>
                <a:gd name="T14" fmla="*/ 122 w 136"/>
                <a:gd name="T15" fmla="*/ 27 h 137"/>
                <a:gd name="T16" fmla="*/ 110 w 136"/>
                <a:gd name="T17" fmla="*/ 14 h 137"/>
                <a:gd name="T18" fmla="*/ 94 w 136"/>
                <a:gd name="T19" fmla="*/ 22 h 137"/>
                <a:gd name="T20" fmla="*/ 83 w 136"/>
                <a:gd name="T21" fmla="*/ 18 h 137"/>
                <a:gd name="T22" fmla="*/ 77 w 136"/>
                <a:gd name="T23" fmla="*/ 1 h 137"/>
                <a:gd name="T24" fmla="*/ 68 w 136"/>
                <a:gd name="T25" fmla="*/ 0 h 137"/>
                <a:gd name="T26" fmla="*/ 59 w 136"/>
                <a:gd name="T27" fmla="*/ 1 h 137"/>
                <a:gd name="T28" fmla="*/ 53 w 136"/>
                <a:gd name="T29" fmla="*/ 18 h 137"/>
                <a:gd name="T30" fmla="*/ 43 w 136"/>
                <a:gd name="T31" fmla="*/ 22 h 137"/>
                <a:gd name="T32" fmla="*/ 26 w 136"/>
                <a:gd name="T33" fmla="*/ 14 h 137"/>
                <a:gd name="T34" fmla="*/ 14 w 136"/>
                <a:gd name="T35" fmla="*/ 27 h 137"/>
                <a:gd name="T36" fmla="*/ 22 w 136"/>
                <a:gd name="T37" fmla="*/ 43 h 137"/>
                <a:gd name="T38" fmla="*/ 17 w 136"/>
                <a:gd name="T39" fmla="*/ 54 h 137"/>
                <a:gd name="T40" fmla="*/ 0 w 136"/>
                <a:gd name="T41" fmla="*/ 60 h 137"/>
                <a:gd name="T42" fmla="*/ 0 w 136"/>
                <a:gd name="T43" fmla="*/ 68 h 137"/>
                <a:gd name="T44" fmla="*/ 0 w 136"/>
                <a:gd name="T45" fmla="*/ 77 h 137"/>
                <a:gd name="T46" fmla="*/ 17 w 136"/>
                <a:gd name="T47" fmla="*/ 83 h 137"/>
                <a:gd name="T48" fmla="*/ 22 w 136"/>
                <a:gd name="T49" fmla="*/ 94 h 137"/>
                <a:gd name="T50" fmla="*/ 14 w 136"/>
                <a:gd name="T51" fmla="*/ 110 h 137"/>
                <a:gd name="T52" fmla="*/ 26 w 136"/>
                <a:gd name="T53" fmla="*/ 123 h 137"/>
                <a:gd name="T54" fmla="*/ 43 w 136"/>
                <a:gd name="T55" fmla="*/ 115 h 137"/>
                <a:gd name="T56" fmla="*/ 53 w 136"/>
                <a:gd name="T57" fmla="*/ 119 h 137"/>
                <a:gd name="T58" fmla="*/ 59 w 136"/>
                <a:gd name="T59" fmla="*/ 136 h 137"/>
                <a:gd name="T60" fmla="*/ 68 w 136"/>
                <a:gd name="T61" fmla="*/ 137 h 137"/>
                <a:gd name="T62" fmla="*/ 77 w 136"/>
                <a:gd name="T63" fmla="*/ 136 h 137"/>
                <a:gd name="T64" fmla="*/ 83 w 136"/>
                <a:gd name="T65" fmla="*/ 119 h 137"/>
                <a:gd name="T66" fmla="*/ 94 w 136"/>
                <a:gd name="T67" fmla="*/ 115 h 137"/>
                <a:gd name="T68" fmla="*/ 110 w 136"/>
                <a:gd name="T69" fmla="*/ 123 h 137"/>
                <a:gd name="T70" fmla="*/ 122 w 136"/>
                <a:gd name="T71" fmla="*/ 110 h 137"/>
                <a:gd name="T72" fmla="*/ 115 w 136"/>
                <a:gd name="T73" fmla="*/ 94 h 137"/>
                <a:gd name="T74" fmla="*/ 68 w 136"/>
                <a:gd name="T75" fmla="*/ 92 h 137"/>
                <a:gd name="T76" fmla="*/ 44 w 136"/>
                <a:gd name="T77" fmla="*/ 68 h 137"/>
                <a:gd name="T78" fmla="*/ 68 w 136"/>
                <a:gd name="T79" fmla="*/ 45 h 137"/>
                <a:gd name="T80" fmla="*/ 92 w 136"/>
                <a:gd name="T81" fmla="*/ 68 h 137"/>
                <a:gd name="T82" fmla="*/ 68 w 136"/>
                <a:gd name="T83" fmla="*/ 9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" h="137">
                  <a:moveTo>
                    <a:pt x="115" y="94"/>
                  </a:moveTo>
                  <a:cubicBezTo>
                    <a:pt x="116" y="91"/>
                    <a:pt x="118" y="87"/>
                    <a:pt x="119" y="83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6" y="74"/>
                    <a:pt x="136" y="71"/>
                    <a:pt x="136" y="68"/>
                  </a:cubicBezTo>
                  <a:cubicBezTo>
                    <a:pt x="136" y="65"/>
                    <a:pt x="136" y="63"/>
                    <a:pt x="136" y="60"/>
                  </a:cubicBezTo>
                  <a:cubicBezTo>
                    <a:pt x="119" y="54"/>
                    <a:pt x="119" y="54"/>
                    <a:pt x="119" y="54"/>
                  </a:cubicBezTo>
                  <a:cubicBezTo>
                    <a:pt x="118" y="50"/>
                    <a:pt x="116" y="46"/>
                    <a:pt x="115" y="43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19" y="22"/>
                    <a:pt x="115" y="18"/>
                    <a:pt x="110" y="1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0"/>
                    <a:pt x="87" y="19"/>
                    <a:pt x="83" y="1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4" y="0"/>
                    <a:pt x="71" y="0"/>
                    <a:pt x="68" y="0"/>
                  </a:cubicBezTo>
                  <a:cubicBezTo>
                    <a:pt x="65" y="0"/>
                    <a:pt x="62" y="0"/>
                    <a:pt x="59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0" y="19"/>
                    <a:pt x="46" y="20"/>
                    <a:pt x="43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8"/>
                    <a:pt x="18" y="22"/>
                    <a:pt x="14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0" y="46"/>
                    <a:pt x="18" y="50"/>
                    <a:pt x="17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3"/>
                    <a:pt x="0" y="65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7"/>
                    <a:pt x="20" y="91"/>
                    <a:pt x="22" y="94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8" y="115"/>
                    <a:pt x="22" y="119"/>
                    <a:pt x="26" y="123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6" y="117"/>
                    <a:pt x="50" y="118"/>
                    <a:pt x="53" y="119"/>
                  </a:cubicBezTo>
                  <a:cubicBezTo>
                    <a:pt x="59" y="136"/>
                    <a:pt x="59" y="136"/>
                    <a:pt x="59" y="136"/>
                  </a:cubicBezTo>
                  <a:cubicBezTo>
                    <a:pt x="62" y="137"/>
                    <a:pt x="65" y="137"/>
                    <a:pt x="68" y="137"/>
                  </a:cubicBezTo>
                  <a:cubicBezTo>
                    <a:pt x="71" y="137"/>
                    <a:pt x="74" y="137"/>
                    <a:pt x="77" y="136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7" y="118"/>
                    <a:pt x="90" y="117"/>
                    <a:pt x="94" y="115"/>
                  </a:cubicBezTo>
                  <a:cubicBezTo>
                    <a:pt x="110" y="123"/>
                    <a:pt x="110" y="123"/>
                    <a:pt x="110" y="123"/>
                  </a:cubicBezTo>
                  <a:cubicBezTo>
                    <a:pt x="115" y="119"/>
                    <a:pt x="119" y="115"/>
                    <a:pt x="122" y="110"/>
                  </a:cubicBezTo>
                  <a:lnTo>
                    <a:pt x="115" y="94"/>
                  </a:lnTo>
                  <a:close/>
                  <a:moveTo>
                    <a:pt x="68" y="92"/>
                  </a:moveTo>
                  <a:cubicBezTo>
                    <a:pt x="55" y="92"/>
                    <a:pt x="44" y="82"/>
                    <a:pt x="44" y="68"/>
                  </a:cubicBezTo>
                  <a:cubicBezTo>
                    <a:pt x="44" y="55"/>
                    <a:pt x="55" y="45"/>
                    <a:pt x="68" y="45"/>
                  </a:cubicBezTo>
                  <a:cubicBezTo>
                    <a:pt x="81" y="45"/>
                    <a:pt x="92" y="55"/>
                    <a:pt x="92" y="68"/>
                  </a:cubicBezTo>
                  <a:cubicBezTo>
                    <a:pt x="92" y="82"/>
                    <a:pt x="81" y="92"/>
                    <a:pt x="68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39" name="Freeform 21">
              <a:extLst>
                <a:ext uri="{FF2B5EF4-FFF2-40B4-BE49-F238E27FC236}">
                  <a16:creationId xmlns:a16="http://schemas.microsoft.com/office/drawing/2014/main" id="{EC8FF584-3A06-D048-563F-CB8D378EDB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08888" y="3633788"/>
              <a:ext cx="282575" cy="282575"/>
            </a:xfrm>
            <a:custGeom>
              <a:avLst/>
              <a:gdLst>
                <a:gd name="T0" fmla="*/ 4 w 90"/>
                <a:gd name="T1" fmla="*/ 67 h 90"/>
                <a:gd name="T2" fmla="*/ 16 w 90"/>
                <a:gd name="T3" fmla="*/ 67 h 90"/>
                <a:gd name="T4" fmla="*/ 22 w 90"/>
                <a:gd name="T5" fmla="*/ 73 h 90"/>
                <a:gd name="T6" fmla="*/ 21 w 90"/>
                <a:gd name="T7" fmla="*/ 85 h 90"/>
                <a:gd name="T8" fmla="*/ 26 w 90"/>
                <a:gd name="T9" fmla="*/ 88 h 90"/>
                <a:gd name="T10" fmla="*/ 32 w 90"/>
                <a:gd name="T11" fmla="*/ 90 h 90"/>
                <a:gd name="T12" fmla="*/ 40 w 90"/>
                <a:gd name="T13" fmla="*/ 81 h 90"/>
                <a:gd name="T14" fmla="*/ 48 w 90"/>
                <a:gd name="T15" fmla="*/ 81 h 90"/>
                <a:gd name="T16" fmla="*/ 56 w 90"/>
                <a:gd name="T17" fmla="*/ 90 h 90"/>
                <a:gd name="T18" fmla="*/ 67 w 90"/>
                <a:gd name="T19" fmla="*/ 86 h 90"/>
                <a:gd name="T20" fmla="*/ 67 w 90"/>
                <a:gd name="T21" fmla="*/ 74 h 90"/>
                <a:gd name="T22" fmla="*/ 73 w 90"/>
                <a:gd name="T23" fmla="*/ 68 h 90"/>
                <a:gd name="T24" fmla="*/ 85 w 90"/>
                <a:gd name="T25" fmla="*/ 69 h 90"/>
                <a:gd name="T26" fmla="*/ 87 w 90"/>
                <a:gd name="T27" fmla="*/ 64 h 90"/>
                <a:gd name="T28" fmla="*/ 89 w 90"/>
                <a:gd name="T29" fmla="*/ 58 h 90"/>
                <a:gd name="T30" fmla="*/ 81 w 90"/>
                <a:gd name="T31" fmla="*/ 50 h 90"/>
                <a:gd name="T32" fmla="*/ 81 w 90"/>
                <a:gd name="T33" fmla="*/ 42 h 90"/>
                <a:gd name="T34" fmla="*/ 90 w 90"/>
                <a:gd name="T35" fmla="*/ 34 h 90"/>
                <a:gd name="T36" fmla="*/ 86 w 90"/>
                <a:gd name="T37" fmla="*/ 23 h 90"/>
                <a:gd name="T38" fmla="*/ 73 w 90"/>
                <a:gd name="T39" fmla="*/ 23 h 90"/>
                <a:gd name="T40" fmla="*/ 68 w 90"/>
                <a:gd name="T41" fmla="*/ 17 h 90"/>
                <a:gd name="T42" fmla="*/ 69 w 90"/>
                <a:gd name="T43" fmla="*/ 5 h 90"/>
                <a:gd name="T44" fmla="*/ 63 w 90"/>
                <a:gd name="T45" fmla="*/ 3 h 90"/>
                <a:gd name="T46" fmla="*/ 58 w 90"/>
                <a:gd name="T47" fmla="*/ 0 h 90"/>
                <a:gd name="T48" fmla="*/ 49 w 90"/>
                <a:gd name="T49" fmla="*/ 9 h 90"/>
                <a:gd name="T50" fmla="*/ 41 w 90"/>
                <a:gd name="T51" fmla="*/ 9 h 90"/>
                <a:gd name="T52" fmla="*/ 33 w 90"/>
                <a:gd name="T53" fmla="*/ 0 h 90"/>
                <a:gd name="T54" fmla="*/ 22 w 90"/>
                <a:gd name="T55" fmla="*/ 4 h 90"/>
                <a:gd name="T56" fmla="*/ 23 w 90"/>
                <a:gd name="T57" fmla="*/ 17 h 90"/>
                <a:gd name="T58" fmla="*/ 17 w 90"/>
                <a:gd name="T59" fmla="*/ 22 h 90"/>
                <a:gd name="T60" fmla="*/ 5 w 90"/>
                <a:gd name="T61" fmla="*/ 21 h 90"/>
                <a:gd name="T62" fmla="*/ 2 w 90"/>
                <a:gd name="T63" fmla="*/ 27 h 90"/>
                <a:gd name="T64" fmla="*/ 0 w 90"/>
                <a:gd name="T65" fmla="*/ 32 h 90"/>
                <a:gd name="T66" fmla="*/ 9 w 90"/>
                <a:gd name="T67" fmla="*/ 40 h 90"/>
                <a:gd name="T68" fmla="*/ 9 w 90"/>
                <a:gd name="T69" fmla="*/ 48 h 90"/>
                <a:gd name="T70" fmla="*/ 0 w 90"/>
                <a:gd name="T71" fmla="*/ 56 h 90"/>
                <a:gd name="T72" fmla="*/ 4 w 90"/>
                <a:gd name="T73" fmla="*/ 67 h 90"/>
                <a:gd name="T74" fmla="*/ 30 w 90"/>
                <a:gd name="T75" fmla="*/ 39 h 90"/>
                <a:gd name="T76" fmla="*/ 51 w 90"/>
                <a:gd name="T77" fmla="*/ 30 h 90"/>
                <a:gd name="T78" fmla="*/ 60 w 90"/>
                <a:gd name="T79" fmla="*/ 52 h 90"/>
                <a:gd name="T80" fmla="*/ 38 w 90"/>
                <a:gd name="T81" fmla="*/ 60 h 90"/>
                <a:gd name="T82" fmla="*/ 30 w 90"/>
                <a:gd name="T83" fmla="*/ 3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" h="90">
                  <a:moveTo>
                    <a:pt x="4" y="67"/>
                  </a:moveTo>
                  <a:cubicBezTo>
                    <a:pt x="16" y="67"/>
                    <a:pt x="16" y="67"/>
                    <a:pt x="16" y="67"/>
                  </a:cubicBezTo>
                  <a:cubicBezTo>
                    <a:pt x="18" y="69"/>
                    <a:pt x="20" y="71"/>
                    <a:pt x="22" y="73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3" y="86"/>
                    <a:pt x="25" y="87"/>
                    <a:pt x="26" y="88"/>
                  </a:cubicBezTo>
                  <a:cubicBezTo>
                    <a:pt x="28" y="88"/>
                    <a:pt x="30" y="89"/>
                    <a:pt x="32" y="9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3" y="81"/>
                    <a:pt x="46" y="81"/>
                    <a:pt x="48" y="8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60" y="89"/>
                    <a:pt x="64" y="88"/>
                    <a:pt x="67" y="86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9" y="72"/>
                    <a:pt x="71" y="70"/>
                    <a:pt x="73" y="68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6" y="67"/>
                    <a:pt x="87" y="65"/>
                    <a:pt x="87" y="64"/>
                  </a:cubicBezTo>
                  <a:cubicBezTo>
                    <a:pt x="88" y="62"/>
                    <a:pt x="89" y="60"/>
                    <a:pt x="89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81" y="47"/>
                    <a:pt x="81" y="44"/>
                    <a:pt x="81" y="42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0"/>
                    <a:pt x="87" y="26"/>
                    <a:pt x="86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1"/>
                    <a:pt x="70" y="19"/>
                    <a:pt x="68" y="1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7" y="4"/>
                    <a:pt x="65" y="3"/>
                    <a:pt x="63" y="3"/>
                  </a:cubicBezTo>
                  <a:cubicBezTo>
                    <a:pt x="62" y="2"/>
                    <a:pt x="60" y="1"/>
                    <a:pt x="58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4" y="9"/>
                    <a:pt x="41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1"/>
                    <a:pt x="26" y="3"/>
                    <a:pt x="22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8"/>
                    <a:pt x="19" y="20"/>
                    <a:pt x="1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3"/>
                    <a:pt x="3" y="25"/>
                    <a:pt x="2" y="27"/>
                  </a:cubicBezTo>
                  <a:cubicBezTo>
                    <a:pt x="2" y="28"/>
                    <a:pt x="1" y="30"/>
                    <a:pt x="0" y="32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3"/>
                    <a:pt x="9" y="46"/>
                    <a:pt x="9" y="4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0"/>
                    <a:pt x="2" y="64"/>
                    <a:pt x="4" y="67"/>
                  </a:cubicBezTo>
                  <a:close/>
                  <a:moveTo>
                    <a:pt x="30" y="39"/>
                  </a:moveTo>
                  <a:cubicBezTo>
                    <a:pt x="34" y="30"/>
                    <a:pt x="43" y="27"/>
                    <a:pt x="51" y="30"/>
                  </a:cubicBezTo>
                  <a:cubicBezTo>
                    <a:pt x="60" y="34"/>
                    <a:pt x="63" y="43"/>
                    <a:pt x="60" y="52"/>
                  </a:cubicBezTo>
                  <a:cubicBezTo>
                    <a:pt x="56" y="60"/>
                    <a:pt x="47" y="63"/>
                    <a:pt x="38" y="60"/>
                  </a:cubicBezTo>
                  <a:cubicBezTo>
                    <a:pt x="30" y="56"/>
                    <a:pt x="26" y="47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0" name="Freeform 22">
              <a:extLst>
                <a:ext uri="{FF2B5EF4-FFF2-40B4-BE49-F238E27FC236}">
                  <a16:creationId xmlns:a16="http://schemas.microsoft.com/office/drawing/2014/main" id="{1B0A3B20-264C-81D6-9EBD-05B53A2D80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05738" y="3832226"/>
              <a:ext cx="227013" cy="228600"/>
            </a:xfrm>
            <a:custGeom>
              <a:avLst/>
              <a:gdLst>
                <a:gd name="T0" fmla="*/ 63 w 72"/>
                <a:gd name="T1" fmla="*/ 44 h 73"/>
                <a:gd name="T2" fmla="*/ 72 w 72"/>
                <a:gd name="T3" fmla="*/ 41 h 73"/>
                <a:gd name="T4" fmla="*/ 72 w 72"/>
                <a:gd name="T5" fmla="*/ 36 h 73"/>
                <a:gd name="T6" fmla="*/ 72 w 72"/>
                <a:gd name="T7" fmla="*/ 31 h 73"/>
                <a:gd name="T8" fmla="*/ 63 w 72"/>
                <a:gd name="T9" fmla="*/ 28 h 73"/>
                <a:gd name="T10" fmla="*/ 60 w 72"/>
                <a:gd name="T11" fmla="*/ 23 h 73"/>
                <a:gd name="T12" fmla="*/ 64 w 72"/>
                <a:gd name="T13" fmla="*/ 14 h 73"/>
                <a:gd name="T14" fmla="*/ 58 w 72"/>
                <a:gd name="T15" fmla="*/ 8 h 73"/>
                <a:gd name="T16" fmla="*/ 49 w 72"/>
                <a:gd name="T17" fmla="*/ 12 h 73"/>
                <a:gd name="T18" fmla="*/ 43 w 72"/>
                <a:gd name="T19" fmla="*/ 10 h 73"/>
                <a:gd name="T20" fmla="*/ 40 w 72"/>
                <a:gd name="T21" fmla="*/ 1 h 73"/>
                <a:gd name="T22" fmla="*/ 35 w 72"/>
                <a:gd name="T23" fmla="*/ 0 h 73"/>
                <a:gd name="T24" fmla="*/ 31 w 72"/>
                <a:gd name="T25" fmla="*/ 1 h 73"/>
                <a:gd name="T26" fmla="*/ 28 w 72"/>
                <a:gd name="T27" fmla="*/ 10 h 73"/>
                <a:gd name="T28" fmla="*/ 22 w 72"/>
                <a:gd name="T29" fmla="*/ 12 h 73"/>
                <a:gd name="T30" fmla="*/ 13 w 72"/>
                <a:gd name="T31" fmla="*/ 8 h 73"/>
                <a:gd name="T32" fmla="*/ 7 w 72"/>
                <a:gd name="T33" fmla="*/ 15 h 73"/>
                <a:gd name="T34" fmla="*/ 11 w 72"/>
                <a:gd name="T35" fmla="*/ 24 h 73"/>
                <a:gd name="T36" fmla="*/ 9 w 72"/>
                <a:gd name="T37" fmla="*/ 29 h 73"/>
                <a:gd name="T38" fmla="*/ 0 w 72"/>
                <a:gd name="T39" fmla="*/ 33 h 73"/>
                <a:gd name="T40" fmla="*/ 0 w 72"/>
                <a:gd name="T41" fmla="*/ 37 h 73"/>
                <a:gd name="T42" fmla="*/ 0 w 72"/>
                <a:gd name="T43" fmla="*/ 42 h 73"/>
                <a:gd name="T44" fmla="*/ 9 w 72"/>
                <a:gd name="T45" fmla="*/ 45 h 73"/>
                <a:gd name="T46" fmla="*/ 12 w 72"/>
                <a:gd name="T47" fmla="*/ 51 h 73"/>
                <a:gd name="T48" fmla="*/ 8 w 72"/>
                <a:gd name="T49" fmla="*/ 59 h 73"/>
                <a:gd name="T50" fmla="*/ 15 w 72"/>
                <a:gd name="T51" fmla="*/ 66 h 73"/>
                <a:gd name="T52" fmla="*/ 23 w 72"/>
                <a:gd name="T53" fmla="*/ 62 h 73"/>
                <a:gd name="T54" fmla="*/ 29 w 72"/>
                <a:gd name="T55" fmla="*/ 64 h 73"/>
                <a:gd name="T56" fmla="*/ 32 w 72"/>
                <a:gd name="T57" fmla="*/ 73 h 73"/>
                <a:gd name="T58" fmla="*/ 37 w 72"/>
                <a:gd name="T59" fmla="*/ 73 h 73"/>
                <a:gd name="T60" fmla="*/ 41 w 72"/>
                <a:gd name="T61" fmla="*/ 72 h 73"/>
                <a:gd name="T62" fmla="*/ 44 w 72"/>
                <a:gd name="T63" fmla="*/ 63 h 73"/>
                <a:gd name="T64" fmla="*/ 50 w 72"/>
                <a:gd name="T65" fmla="*/ 61 h 73"/>
                <a:gd name="T66" fmla="*/ 59 w 72"/>
                <a:gd name="T67" fmla="*/ 65 h 73"/>
                <a:gd name="T68" fmla="*/ 65 w 72"/>
                <a:gd name="T69" fmla="*/ 58 h 73"/>
                <a:gd name="T70" fmla="*/ 61 w 72"/>
                <a:gd name="T71" fmla="*/ 50 h 73"/>
                <a:gd name="T72" fmla="*/ 63 w 72"/>
                <a:gd name="T73" fmla="*/ 44 h 73"/>
                <a:gd name="T74" fmla="*/ 36 w 72"/>
                <a:gd name="T75" fmla="*/ 49 h 73"/>
                <a:gd name="T76" fmla="*/ 23 w 72"/>
                <a:gd name="T77" fmla="*/ 37 h 73"/>
                <a:gd name="T78" fmla="*/ 36 w 72"/>
                <a:gd name="T79" fmla="*/ 24 h 73"/>
                <a:gd name="T80" fmla="*/ 49 w 72"/>
                <a:gd name="T81" fmla="*/ 36 h 73"/>
                <a:gd name="T82" fmla="*/ 36 w 72"/>
                <a:gd name="T8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3">
                  <a:moveTo>
                    <a:pt x="63" y="44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9"/>
                    <a:pt x="72" y="37"/>
                    <a:pt x="72" y="36"/>
                  </a:cubicBezTo>
                  <a:cubicBezTo>
                    <a:pt x="72" y="34"/>
                    <a:pt x="72" y="33"/>
                    <a:pt x="72" y="31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6"/>
                    <a:pt x="61" y="24"/>
                    <a:pt x="60" y="23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2" y="12"/>
                    <a:pt x="60" y="9"/>
                    <a:pt x="58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7" y="11"/>
                    <a:pt x="45" y="10"/>
                    <a:pt x="43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7" y="0"/>
                    <a:pt x="35" y="0"/>
                  </a:cubicBezTo>
                  <a:cubicBezTo>
                    <a:pt x="34" y="0"/>
                    <a:pt x="32" y="1"/>
                    <a:pt x="31" y="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0"/>
                    <a:pt x="9" y="13"/>
                    <a:pt x="7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5"/>
                    <a:pt x="10" y="27"/>
                    <a:pt x="9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4"/>
                    <a:pt x="0" y="36"/>
                    <a:pt x="0" y="37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7"/>
                    <a:pt x="11" y="49"/>
                    <a:pt x="12" y="51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10" y="62"/>
                    <a:pt x="12" y="64"/>
                    <a:pt x="15" y="66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5" y="62"/>
                    <a:pt x="27" y="63"/>
                    <a:pt x="29" y="64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4" y="73"/>
                    <a:pt x="35" y="73"/>
                    <a:pt x="37" y="73"/>
                  </a:cubicBezTo>
                  <a:cubicBezTo>
                    <a:pt x="38" y="73"/>
                    <a:pt x="40" y="73"/>
                    <a:pt x="41" y="72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46" y="63"/>
                    <a:pt x="48" y="62"/>
                    <a:pt x="50" y="6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1" y="63"/>
                    <a:pt x="63" y="61"/>
                    <a:pt x="65" y="58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2" y="48"/>
                    <a:pt x="63" y="46"/>
                    <a:pt x="63" y="44"/>
                  </a:cubicBezTo>
                  <a:close/>
                  <a:moveTo>
                    <a:pt x="36" y="49"/>
                  </a:moveTo>
                  <a:cubicBezTo>
                    <a:pt x="29" y="49"/>
                    <a:pt x="24" y="44"/>
                    <a:pt x="23" y="37"/>
                  </a:cubicBezTo>
                  <a:cubicBezTo>
                    <a:pt x="23" y="30"/>
                    <a:pt x="29" y="24"/>
                    <a:pt x="36" y="24"/>
                  </a:cubicBezTo>
                  <a:cubicBezTo>
                    <a:pt x="43" y="24"/>
                    <a:pt x="49" y="29"/>
                    <a:pt x="49" y="36"/>
                  </a:cubicBezTo>
                  <a:cubicBezTo>
                    <a:pt x="49" y="43"/>
                    <a:pt x="43" y="49"/>
                    <a:pt x="3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41" name="Group 245">
            <a:extLst>
              <a:ext uri="{FF2B5EF4-FFF2-40B4-BE49-F238E27FC236}">
                <a16:creationId xmlns:a16="http://schemas.microsoft.com/office/drawing/2014/main" id="{AD614E2B-5BA1-8AF5-EC49-C1A526C98EA5}"/>
              </a:ext>
            </a:extLst>
          </p:cNvPr>
          <p:cNvGrpSpPr/>
          <p:nvPr/>
        </p:nvGrpSpPr>
        <p:grpSpPr>
          <a:xfrm>
            <a:off x="8766819" y="4869712"/>
            <a:ext cx="297953" cy="354299"/>
            <a:chOff x="4922838" y="1303338"/>
            <a:chExt cx="554037" cy="65881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42" name="Freeform 5">
              <a:extLst>
                <a:ext uri="{FF2B5EF4-FFF2-40B4-BE49-F238E27FC236}">
                  <a16:creationId xmlns:a16="http://schemas.microsoft.com/office/drawing/2014/main" id="{143A2255-73DB-EFEB-19D9-17792F681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1751013"/>
              <a:ext cx="554037" cy="211137"/>
            </a:xfrm>
            <a:custGeom>
              <a:avLst/>
              <a:gdLst>
                <a:gd name="T0" fmla="*/ 164 w 183"/>
                <a:gd name="T1" fmla="*/ 0 h 70"/>
                <a:gd name="T2" fmla="*/ 19 w 183"/>
                <a:gd name="T3" fmla="*/ 0 h 70"/>
                <a:gd name="T4" fmla="*/ 0 w 183"/>
                <a:gd name="T5" fmla="*/ 19 h 70"/>
                <a:gd name="T6" fmla="*/ 0 w 183"/>
                <a:gd name="T7" fmla="*/ 50 h 70"/>
                <a:gd name="T8" fmla="*/ 19 w 183"/>
                <a:gd name="T9" fmla="*/ 70 h 70"/>
                <a:gd name="T10" fmla="*/ 164 w 183"/>
                <a:gd name="T11" fmla="*/ 70 h 70"/>
                <a:gd name="T12" fmla="*/ 183 w 183"/>
                <a:gd name="T13" fmla="*/ 50 h 70"/>
                <a:gd name="T14" fmla="*/ 183 w 183"/>
                <a:gd name="T15" fmla="*/ 19 h 70"/>
                <a:gd name="T16" fmla="*/ 164 w 183"/>
                <a:gd name="T1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70">
                  <a:moveTo>
                    <a:pt x="164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61"/>
                    <a:pt x="8" y="70"/>
                    <a:pt x="19" y="70"/>
                  </a:cubicBezTo>
                  <a:cubicBezTo>
                    <a:pt x="164" y="70"/>
                    <a:pt x="164" y="70"/>
                    <a:pt x="164" y="70"/>
                  </a:cubicBezTo>
                  <a:cubicBezTo>
                    <a:pt x="175" y="70"/>
                    <a:pt x="183" y="61"/>
                    <a:pt x="183" y="50"/>
                  </a:cubicBezTo>
                  <a:cubicBezTo>
                    <a:pt x="183" y="19"/>
                    <a:pt x="183" y="19"/>
                    <a:pt x="183" y="19"/>
                  </a:cubicBezTo>
                  <a:cubicBezTo>
                    <a:pt x="183" y="9"/>
                    <a:pt x="175" y="0"/>
                    <a:pt x="16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3" name="Freeform 6">
              <a:extLst>
                <a:ext uri="{FF2B5EF4-FFF2-40B4-BE49-F238E27FC236}">
                  <a16:creationId xmlns:a16="http://schemas.microsoft.com/office/drawing/2014/main" id="{3E2E2922-ED96-8891-DAEA-B6CF31C392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03813" y="1303338"/>
              <a:ext cx="190500" cy="190500"/>
            </a:xfrm>
            <a:custGeom>
              <a:avLst/>
              <a:gdLst>
                <a:gd name="T0" fmla="*/ 32 w 63"/>
                <a:gd name="T1" fmla="*/ 63 h 63"/>
                <a:gd name="T2" fmla="*/ 63 w 63"/>
                <a:gd name="T3" fmla="*/ 32 h 63"/>
                <a:gd name="T4" fmla="*/ 32 w 63"/>
                <a:gd name="T5" fmla="*/ 0 h 63"/>
                <a:gd name="T6" fmla="*/ 0 w 63"/>
                <a:gd name="T7" fmla="*/ 32 h 63"/>
                <a:gd name="T8" fmla="*/ 32 w 63"/>
                <a:gd name="T9" fmla="*/ 63 h 63"/>
                <a:gd name="T10" fmla="*/ 29 w 63"/>
                <a:gd name="T11" fmla="*/ 9 h 63"/>
                <a:gd name="T12" fmla="*/ 34 w 63"/>
                <a:gd name="T13" fmla="*/ 13 h 63"/>
                <a:gd name="T14" fmla="*/ 29 w 63"/>
                <a:gd name="T15" fmla="*/ 18 h 63"/>
                <a:gd name="T16" fmla="*/ 18 w 63"/>
                <a:gd name="T17" fmla="*/ 29 h 63"/>
                <a:gd name="T18" fmla="*/ 13 w 63"/>
                <a:gd name="T19" fmla="*/ 34 h 63"/>
                <a:gd name="T20" fmla="*/ 8 w 63"/>
                <a:gd name="T21" fmla="*/ 29 h 63"/>
                <a:gd name="T22" fmla="*/ 29 w 63"/>
                <a:gd name="T23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3" h="63">
                  <a:moveTo>
                    <a:pt x="32" y="63"/>
                  </a:moveTo>
                  <a:cubicBezTo>
                    <a:pt x="49" y="63"/>
                    <a:pt x="63" y="49"/>
                    <a:pt x="63" y="32"/>
                  </a:cubicBezTo>
                  <a:cubicBezTo>
                    <a:pt x="63" y="14"/>
                    <a:pt x="49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49"/>
                    <a:pt x="14" y="63"/>
                    <a:pt x="32" y="63"/>
                  </a:cubicBezTo>
                  <a:close/>
                  <a:moveTo>
                    <a:pt x="29" y="9"/>
                  </a:moveTo>
                  <a:cubicBezTo>
                    <a:pt x="31" y="9"/>
                    <a:pt x="34" y="11"/>
                    <a:pt x="34" y="13"/>
                  </a:cubicBezTo>
                  <a:cubicBezTo>
                    <a:pt x="34" y="16"/>
                    <a:pt x="31" y="18"/>
                    <a:pt x="29" y="18"/>
                  </a:cubicBezTo>
                  <a:cubicBezTo>
                    <a:pt x="23" y="18"/>
                    <a:pt x="18" y="23"/>
                    <a:pt x="18" y="29"/>
                  </a:cubicBezTo>
                  <a:cubicBezTo>
                    <a:pt x="18" y="32"/>
                    <a:pt x="16" y="34"/>
                    <a:pt x="13" y="34"/>
                  </a:cubicBezTo>
                  <a:cubicBezTo>
                    <a:pt x="10" y="34"/>
                    <a:pt x="8" y="32"/>
                    <a:pt x="8" y="29"/>
                  </a:cubicBezTo>
                  <a:cubicBezTo>
                    <a:pt x="8" y="18"/>
                    <a:pt x="18" y="9"/>
                    <a:pt x="2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44" name="Freeform 7">
              <a:extLst>
                <a:ext uri="{FF2B5EF4-FFF2-40B4-BE49-F238E27FC236}">
                  <a16:creationId xmlns:a16="http://schemas.microsoft.com/office/drawing/2014/main" id="{26465319-AFC1-D407-C634-7779CA216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3650" y="1514475"/>
              <a:ext cx="252412" cy="209550"/>
            </a:xfrm>
            <a:custGeom>
              <a:avLst/>
              <a:gdLst>
                <a:gd name="T0" fmla="*/ 11 w 83"/>
                <a:gd name="T1" fmla="*/ 69 h 69"/>
                <a:gd name="T2" fmla="*/ 72 w 83"/>
                <a:gd name="T3" fmla="*/ 69 h 69"/>
                <a:gd name="T4" fmla="*/ 83 w 83"/>
                <a:gd name="T5" fmla="*/ 58 h 69"/>
                <a:gd name="T6" fmla="*/ 72 w 83"/>
                <a:gd name="T7" fmla="*/ 47 h 69"/>
                <a:gd name="T8" fmla="*/ 71 w 83"/>
                <a:gd name="T9" fmla="*/ 47 h 69"/>
                <a:gd name="T10" fmla="*/ 72 w 83"/>
                <a:gd name="T11" fmla="*/ 42 h 69"/>
                <a:gd name="T12" fmla="*/ 62 w 83"/>
                <a:gd name="T13" fmla="*/ 32 h 69"/>
                <a:gd name="T14" fmla="*/ 53 w 83"/>
                <a:gd name="T15" fmla="*/ 32 h 69"/>
                <a:gd name="T16" fmla="*/ 53 w 83"/>
                <a:gd name="T17" fmla="*/ 0 h 69"/>
                <a:gd name="T18" fmla="*/ 30 w 83"/>
                <a:gd name="T19" fmla="*/ 0 h 69"/>
                <a:gd name="T20" fmla="*/ 30 w 83"/>
                <a:gd name="T21" fmla="*/ 32 h 69"/>
                <a:gd name="T22" fmla="*/ 21 w 83"/>
                <a:gd name="T23" fmla="*/ 32 h 69"/>
                <a:gd name="T24" fmla="*/ 11 w 83"/>
                <a:gd name="T25" fmla="*/ 42 h 69"/>
                <a:gd name="T26" fmla="*/ 12 w 83"/>
                <a:gd name="T27" fmla="*/ 47 h 69"/>
                <a:gd name="T28" fmla="*/ 11 w 83"/>
                <a:gd name="T29" fmla="*/ 47 h 69"/>
                <a:gd name="T30" fmla="*/ 0 w 83"/>
                <a:gd name="T31" fmla="*/ 58 h 69"/>
                <a:gd name="T32" fmla="*/ 11 w 83"/>
                <a:gd name="T3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69">
                  <a:moveTo>
                    <a:pt x="11" y="69"/>
                  </a:moveTo>
                  <a:cubicBezTo>
                    <a:pt x="72" y="69"/>
                    <a:pt x="72" y="69"/>
                    <a:pt x="72" y="69"/>
                  </a:cubicBezTo>
                  <a:cubicBezTo>
                    <a:pt x="78" y="69"/>
                    <a:pt x="83" y="64"/>
                    <a:pt x="83" y="58"/>
                  </a:cubicBezTo>
                  <a:cubicBezTo>
                    <a:pt x="83" y="52"/>
                    <a:pt x="78" y="47"/>
                    <a:pt x="72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2" y="46"/>
                    <a:pt x="72" y="44"/>
                    <a:pt x="72" y="42"/>
                  </a:cubicBezTo>
                  <a:cubicBezTo>
                    <a:pt x="72" y="37"/>
                    <a:pt x="68" y="32"/>
                    <a:pt x="62" y="32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15" y="32"/>
                    <a:pt x="11" y="37"/>
                    <a:pt x="11" y="42"/>
                  </a:cubicBezTo>
                  <a:cubicBezTo>
                    <a:pt x="11" y="44"/>
                    <a:pt x="12" y="46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5" y="47"/>
                    <a:pt x="0" y="52"/>
                    <a:pt x="0" y="58"/>
                  </a:cubicBezTo>
                  <a:cubicBezTo>
                    <a:pt x="0" y="64"/>
                    <a:pt x="5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45" name="Group 249">
            <a:extLst>
              <a:ext uri="{FF2B5EF4-FFF2-40B4-BE49-F238E27FC236}">
                <a16:creationId xmlns:a16="http://schemas.microsoft.com/office/drawing/2014/main" id="{D64E5724-7EC5-89AE-25A9-154BE5513DD1}"/>
              </a:ext>
            </a:extLst>
          </p:cNvPr>
          <p:cNvGrpSpPr/>
          <p:nvPr/>
        </p:nvGrpSpPr>
        <p:grpSpPr>
          <a:xfrm rot="21036247">
            <a:off x="10383000" y="4915281"/>
            <a:ext cx="415085" cy="263159"/>
            <a:chOff x="7726363" y="1603045"/>
            <a:chExt cx="876914" cy="555955"/>
          </a:xfrm>
          <a:solidFill>
            <a:schemeClr val="tx2">
              <a:lumMod val="75000"/>
              <a:lumOff val="25000"/>
            </a:schemeClr>
          </a:solidFill>
        </p:grpSpPr>
        <p:grpSp>
          <p:nvGrpSpPr>
            <p:cNvPr id="346" name="Group 250">
              <a:extLst>
                <a:ext uri="{FF2B5EF4-FFF2-40B4-BE49-F238E27FC236}">
                  <a16:creationId xmlns:a16="http://schemas.microsoft.com/office/drawing/2014/main" id="{823BB8C5-ECBC-8521-9B79-C42BF3246E1B}"/>
                </a:ext>
              </a:extLst>
            </p:cNvPr>
            <p:cNvGrpSpPr/>
            <p:nvPr/>
          </p:nvGrpSpPr>
          <p:grpSpPr>
            <a:xfrm>
              <a:off x="7726363" y="1666875"/>
              <a:ext cx="492125" cy="492125"/>
              <a:chOff x="7726363" y="1666875"/>
              <a:chExt cx="492125" cy="492125"/>
            </a:xfrm>
            <a:grpFill/>
          </p:grpSpPr>
          <p:sp>
            <p:nvSpPr>
              <p:cNvPr id="351" name="Freeform 10">
                <a:extLst>
                  <a:ext uri="{FF2B5EF4-FFF2-40B4-BE49-F238E27FC236}">
                    <a16:creationId xmlns:a16="http://schemas.microsoft.com/office/drawing/2014/main" id="{130319EC-FBE9-FE9C-2673-AD1ACBF972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26363" y="1666875"/>
                <a:ext cx="492125" cy="492125"/>
              </a:xfrm>
              <a:custGeom>
                <a:avLst/>
                <a:gdLst>
                  <a:gd name="T0" fmla="*/ 109 w 128"/>
                  <a:gd name="T1" fmla="*/ 48 h 128"/>
                  <a:gd name="T2" fmla="*/ 114 w 128"/>
                  <a:gd name="T3" fmla="*/ 33 h 128"/>
                  <a:gd name="T4" fmla="*/ 105 w 128"/>
                  <a:gd name="T5" fmla="*/ 15 h 128"/>
                  <a:gd name="T6" fmla="*/ 95 w 128"/>
                  <a:gd name="T7" fmla="*/ 14 h 128"/>
                  <a:gd name="T8" fmla="*/ 80 w 128"/>
                  <a:gd name="T9" fmla="*/ 19 h 128"/>
                  <a:gd name="T10" fmla="*/ 69 w 128"/>
                  <a:gd name="T11" fmla="*/ 0 h 128"/>
                  <a:gd name="T12" fmla="*/ 51 w 128"/>
                  <a:gd name="T13" fmla="*/ 6 h 128"/>
                  <a:gd name="T14" fmla="*/ 43 w 128"/>
                  <a:gd name="T15" fmla="*/ 21 h 128"/>
                  <a:gd name="T16" fmla="*/ 28 w 128"/>
                  <a:gd name="T17" fmla="*/ 13 h 128"/>
                  <a:gd name="T18" fmla="*/ 15 w 128"/>
                  <a:gd name="T19" fmla="*/ 23 h 128"/>
                  <a:gd name="T20" fmla="*/ 21 w 128"/>
                  <a:gd name="T21" fmla="*/ 43 h 128"/>
                  <a:gd name="T22" fmla="*/ 6 w 128"/>
                  <a:gd name="T23" fmla="*/ 51 h 128"/>
                  <a:gd name="T24" fmla="*/ 0 w 128"/>
                  <a:gd name="T25" fmla="*/ 69 h 128"/>
                  <a:gd name="T26" fmla="*/ 19 w 128"/>
                  <a:gd name="T27" fmla="*/ 80 h 128"/>
                  <a:gd name="T28" fmla="*/ 14 w 128"/>
                  <a:gd name="T29" fmla="*/ 95 h 128"/>
                  <a:gd name="T30" fmla="*/ 23 w 128"/>
                  <a:gd name="T31" fmla="*/ 113 h 128"/>
                  <a:gd name="T32" fmla="*/ 33 w 128"/>
                  <a:gd name="T33" fmla="*/ 114 h 128"/>
                  <a:gd name="T34" fmla="*/ 48 w 128"/>
                  <a:gd name="T35" fmla="*/ 109 h 128"/>
                  <a:gd name="T36" fmla="*/ 59 w 128"/>
                  <a:gd name="T37" fmla="*/ 128 h 128"/>
                  <a:gd name="T38" fmla="*/ 77 w 128"/>
                  <a:gd name="T39" fmla="*/ 122 h 128"/>
                  <a:gd name="T40" fmla="*/ 85 w 128"/>
                  <a:gd name="T41" fmla="*/ 107 h 128"/>
                  <a:gd name="T42" fmla="*/ 100 w 128"/>
                  <a:gd name="T43" fmla="*/ 115 h 128"/>
                  <a:gd name="T44" fmla="*/ 113 w 128"/>
                  <a:gd name="T45" fmla="*/ 105 h 128"/>
                  <a:gd name="T46" fmla="*/ 107 w 128"/>
                  <a:gd name="T47" fmla="*/ 85 h 128"/>
                  <a:gd name="T48" fmla="*/ 122 w 128"/>
                  <a:gd name="T49" fmla="*/ 77 h 128"/>
                  <a:gd name="T50" fmla="*/ 128 w 128"/>
                  <a:gd name="T51" fmla="*/ 59 h 128"/>
                  <a:gd name="T52" fmla="*/ 108 w 128"/>
                  <a:gd name="T53" fmla="*/ 72 h 128"/>
                  <a:gd name="T54" fmla="*/ 100 w 128"/>
                  <a:gd name="T55" fmla="*/ 81 h 128"/>
                  <a:gd name="T56" fmla="*/ 107 w 128"/>
                  <a:gd name="T57" fmla="*/ 100 h 128"/>
                  <a:gd name="T58" fmla="*/ 89 w 128"/>
                  <a:gd name="T59" fmla="*/ 101 h 128"/>
                  <a:gd name="T60" fmla="*/ 81 w 128"/>
                  <a:gd name="T61" fmla="*/ 100 h 128"/>
                  <a:gd name="T62" fmla="*/ 72 w 128"/>
                  <a:gd name="T63" fmla="*/ 108 h 128"/>
                  <a:gd name="T64" fmla="*/ 59 w 128"/>
                  <a:gd name="T65" fmla="*/ 120 h 128"/>
                  <a:gd name="T66" fmla="*/ 51 w 128"/>
                  <a:gd name="T67" fmla="*/ 102 h 128"/>
                  <a:gd name="T68" fmla="*/ 43 w 128"/>
                  <a:gd name="T69" fmla="*/ 99 h 128"/>
                  <a:gd name="T70" fmla="*/ 28 w 128"/>
                  <a:gd name="T71" fmla="*/ 107 h 128"/>
                  <a:gd name="T72" fmla="*/ 27 w 128"/>
                  <a:gd name="T73" fmla="*/ 89 h 128"/>
                  <a:gd name="T74" fmla="*/ 26 w 128"/>
                  <a:gd name="T75" fmla="*/ 77 h 128"/>
                  <a:gd name="T76" fmla="*/ 8 w 128"/>
                  <a:gd name="T77" fmla="*/ 69 h 128"/>
                  <a:gd name="T78" fmla="*/ 20 w 128"/>
                  <a:gd name="T79" fmla="*/ 56 h 128"/>
                  <a:gd name="T80" fmla="*/ 28 w 128"/>
                  <a:gd name="T81" fmla="*/ 47 h 128"/>
                  <a:gd name="T82" fmla="*/ 21 w 128"/>
                  <a:gd name="T83" fmla="*/ 28 h 128"/>
                  <a:gd name="T84" fmla="*/ 39 w 128"/>
                  <a:gd name="T85" fmla="*/ 27 h 128"/>
                  <a:gd name="T86" fmla="*/ 47 w 128"/>
                  <a:gd name="T87" fmla="*/ 28 h 128"/>
                  <a:gd name="T88" fmla="*/ 56 w 128"/>
                  <a:gd name="T89" fmla="*/ 20 h 128"/>
                  <a:gd name="T90" fmla="*/ 69 w 128"/>
                  <a:gd name="T91" fmla="*/ 8 h 128"/>
                  <a:gd name="T92" fmla="*/ 77 w 128"/>
                  <a:gd name="T93" fmla="*/ 26 h 128"/>
                  <a:gd name="T94" fmla="*/ 85 w 128"/>
                  <a:gd name="T95" fmla="*/ 29 h 128"/>
                  <a:gd name="T96" fmla="*/ 100 w 128"/>
                  <a:gd name="T97" fmla="*/ 21 h 128"/>
                  <a:gd name="T98" fmla="*/ 101 w 128"/>
                  <a:gd name="T99" fmla="*/ 39 h 128"/>
                  <a:gd name="T100" fmla="*/ 102 w 128"/>
                  <a:gd name="T101" fmla="*/ 51 h 128"/>
                  <a:gd name="T102" fmla="*/ 120 w 128"/>
                  <a:gd name="T103" fmla="*/ 59 h 128"/>
                  <a:gd name="T104" fmla="*/ 108 w 128"/>
                  <a:gd name="T10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8" h="128">
                    <a:moveTo>
                      <a:pt x="122" y="51"/>
                    </a:move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6"/>
                      <a:pt x="108" y="45"/>
                      <a:pt x="107" y="43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16" y="30"/>
                      <a:pt x="116" y="25"/>
                      <a:pt x="113" y="23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3"/>
                      <a:pt x="102" y="13"/>
                      <a:pt x="100" y="13"/>
                    </a:cubicBezTo>
                    <a:cubicBezTo>
                      <a:pt x="98" y="13"/>
                      <a:pt x="97" y="13"/>
                      <a:pt x="95" y="14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3" y="20"/>
                      <a:pt x="82" y="19"/>
                      <a:pt x="80" y="19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3"/>
                      <a:pt x="73" y="0"/>
                      <a:pt x="6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0"/>
                      <a:pt x="51" y="3"/>
                      <a:pt x="51" y="6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6" y="19"/>
                      <a:pt x="45" y="20"/>
                      <a:pt x="43" y="21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1" y="13"/>
                      <a:pt x="30" y="13"/>
                      <a:pt x="28" y="13"/>
                    </a:cubicBezTo>
                    <a:cubicBezTo>
                      <a:pt x="26" y="13"/>
                      <a:pt x="24" y="13"/>
                      <a:pt x="23" y="1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2" y="25"/>
                      <a:pt x="12" y="30"/>
                      <a:pt x="14" y="3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19" y="46"/>
                      <a:pt x="19" y="48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55"/>
                      <a:pt x="0" y="5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7"/>
                      <a:pt x="6" y="7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2"/>
                      <a:pt x="20" y="83"/>
                      <a:pt x="21" y="8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2" y="98"/>
                      <a:pt x="12" y="103"/>
                      <a:pt x="15" y="105"/>
                    </a:cubicBezTo>
                    <a:cubicBezTo>
                      <a:pt x="23" y="113"/>
                      <a:pt x="23" y="113"/>
                      <a:pt x="23" y="113"/>
                    </a:cubicBezTo>
                    <a:cubicBezTo>
                      <a:pt x="24" y="115"/>
                      <a:pt x="26" y="115"/>
                      <a:pt x="28" y="115"/>
                    </a:cubicBezTo>
                    <a:cubicBezTo>
                      <a:pt x="30" y="115"/>
                      <a:pt x="31" y="115"/>
                      <a:pt x="33" y="114"/>
                    </a:cubicBezTo>
                    <a:cubicBezTo>
                      <a:pt x="43" y="107"/>
                      <a:pt x="43" y="107"/>
                      <a:pt x="43" y="107"/>
                    </a:cubicBezTo>
                    <a:cubicBezTo>
                      <a:pt x="45" y="108"/>
                      <a:pt x="46" y="109"/>
                      <a:pt x="48" y="109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1" y="125"/>
                      <a:pt x="55" y="128"/>
                      <a:pt x="59" y="128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73" y="128"/>
                      <a:pt x="77" y="125"/>
                      <a:pt x="77" y="122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2" y="109"/>
                      <a:pt x="83" y="108"/>
                      <a:pt x="85" y="107"/>
                    </a:cubicBezTo>
                    <a:cubicBezTo>
                      <a:pt x="95" y="114"/>
                      <a:pt x="95" y="114"/>
                      <a:pt x="95" y="114"/>
                    </a:cubicBezTo>
                    <a:cubicBezTo>
                      <a:pt x="97" y="115"/>
                      <a:pt x="98" y="115"/>
                      <a:pt x="100" y="115"/>
                    </a:cubicBezTo>
                    <a:cubicBezTo>
                      <a:pt x="102" y="115"/>
                      <a:pt x="104" y="115"/>
                      <a:pt x="105" y="113"/>
                    </a:cubicBezTo>
                    <a:cubicBezTo>
                      <a:pt x="113" y="105"/>
                      <a:pt x="113" y="105"/>
                      <a:pt x="113" y="105"/>
                    </a:cubicBezTo>
                    <a:cubicBezTo>
                      <a:pt x="116" y="103"/>
                      <a:pt x="116" y="98"/>
                      <a:pt x="114" y="95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8" y="83"/>
                      <a:pt x="109" y="82"/>
                      <a:pt x="109" y="80"/>
                    </a:cubicBezTo>
                    <a:cubicBezTo>
                      <a:pt x="122" y="77"/>
                      <a:pt x="122" y="77"/>
                      <a:pt x="122" y="77"/>
                    </a:cubicBezTo>
                    <a:cubicBezTo>
                      <a:pt x="125" y="77"/>
                      <a:pt x="128" y="73"/>
                      <a:pt x="128" y="69"/>
                    </a:cubicBezTo>
                    <a:cubicBezTo>
                      <a:pt x="128" y="59"/>
                      <a:pt x="128" y="59"/>
                      <a:pt x="128" y="59"/>
                    </a:cubicBezTo>
                    <a:cubicBezTo>
                      <a:pt x="128" y="55"/>
                      <a:pt x="125" y="51"/>
                      <a:pt x="122" y="51"/>
                    </a:cubicBezTo>
                    <a:close/>
                    <a:moveTo>
                      <a:pt x="108" y="72"/>
                    </a:moveTo>
                    <a:cubicBezTo>
                      <a:pt x="105" y="72"/>
                      <a:pt x="103" y="74"/>
                      <a:pt x="102" y="77"/>
                    </a:cubicBezTo>
                    <a:cubicBezTo>
                      <a:pt x="101" y="79"/>
                      <a:pt x="101" y="80"/>
                      <a:pt x="100" y="81"/>
                    </a:cubicBezTo>
                    <a:cubicBezTo>
                      <a:pt x="99" y="84"/>
                      <a:pt x="99" y="87"/>
                      <a:pt x="101" y="89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0" y="107"/>
                      <a:pt x="100" y="107"/>
                      <a:pt x="100" y="107"/>
                    </a:cubicBezTo>
                    <a:cubicBezTo>
                      <a:pt x="89" y="101"/>
                      <a:pt x="89" y="101"/>
                      <a:pt x="89" y="101"/>
                    </a:cubicBezTo>
                    <a:cubicBezTo>
                      <a:pt x="88" y="100"/>
                      <a:pt x="86" y="99"/>
                      <a:pt x="85" y="99"/>
                    </a:cubicBezTo>
                    <a:cubicBezTo>
                      <a:pt x="84" y="99"/>
                      <a:pt x="83" y="99"/>
                      <a:pt x="81" y="100"/>
                    </a:cubicBezTo>
                    <a:cubicBezTo>
                      <a:pt x="80" y="101"/>
                      <a:pt x="79" y="101"/>
                      <a:pt x="77" y="102"/>
                    </a:cubicBezTo>
                    <a:cubicBezTo>
                      <a:pt x="74" y="103"/>
                      <a:pt x="72" y="105"/>
                      <a:pt x="72" y="108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5"/>
                      <a:pt x="54" y="103"/>
                      <a:pt x="51" y="102"/>
                    </a:cubicBezTo>
                    <a:cubicBezTo>
                      <a:pt x="49" y="101"/>
                      <a:pt x="48" y="101"/>
                      <a:pt x="47" y="100"/>
                    </a:cubicBezTo>
                    <a:cubicBezTo>
                      <a:pt x="45" y="99"/>
                      <a:pt x="44" y="99"/>
                      <a:pt x="43" y="99"/>
                    </a:cubicBezTo>
                    <a:cubicBezTo>
                      <a:pt x="42" y="99"/>
                      <a:pt x="40" y="100"/>
                      <a:pt x="39" y="101"/>
                    </a:cubicBezTo>
                    <a:cubicBezTo>
                      <a:pt x="28" y="107"/>
                      <a:pt x="28" y="107"/>
                      <a:pt x="28" y="107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29" y="87"/>
                      <a:pt x="29" y="84"/>
                      <a:pt x="28" y="81"/>
                    </a:cubicBezTo>
                    <a:cubicBezTo>
                      <a:pt x="27" y="80"/>
                      <a:pt x="27" y="79"/>
                      <a:pt x="26" y="77"/>
                    </a:cubicBezTo>
                    <a:cubicBezTo>
                      <a:pt x="25" y="74"/>
                      <a:pt x="23" y="72"/>
                      <a:pt x="20" y="72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5" y="54"/>
                      <a:pt x="26" y="51"/>
                    </a:cubicBezTo>
                    <a:cubicBezTo>
                      <a:pt x="27" y="49"/>
                      <a:pt x="27" y="48"/>
                      <a:pt x="28" y="47"/>
                    </a:cubicBezTo>
                    <a:cubicBezTo>
                      <a:pt x="29" y="44"/>
                      <a:pt x="29" y="41"/>
                      <a:pt x="27" y="3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28"/>
                      <a:pt x="42" y="29"/>
                      <a:pt x="43" y="29"/>
                    </a:cubicBezTo>
                    <a:cubicBezTo>
                      <a:pt x="44" y="29"/>
                      <a:pt x="45" y="29"/>
                      <a:pt x="47" y="28"/>
                    </a:cubicBezTo>
                    <a:cubicBezTo>
                      <a:pt x="48" y="27"/>
                      <a:pt x="49" y="27"/>
                      <a:pt x="51" y="26"/>
                    </a:cubicBezTo>
                    <a:cubicBezTo>
                      <a:pt x="54" y="25"/>
                      <a:pt x="56" y="23"/>
                      <a:pt x="56" y="20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3"/>
                      <a:pt x="74" y="25"/>
                      <a:pt x="77" y="26"/>
                    </a:cubicBezTo>
                    <a:cubicBezTo>
                      <a:pt x="79" y="27"/>
                      <a:pt x="80" y="27"/>
                      <a:pt x="81" y="28"/>
                    </a:cubicBezTo>
                    <a:cubicBezTo>
                      <a:pt x="83" y="29"/>
                      <a:pt x="84" y="29"/>
                      <a:pt x="85" y="29"/>
                    </a:cubicBezTo>
                    <a:cubicBezTo>
                      <a:pt x="86" y="29"/>
                      <a:pt x="88" y="28"/>
                      <a:pt x="89" y="27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99" y="41"/>
                      <a:pt x="99" y="44"/>
                      <a:pt x="100" y="47"/>
                    </a:cubicBezTo>
                    <a:cubicBezTo>
                      <a:pt x="101" y="48"/>
                      <a:pt x="101" y="49"/>
                      <a:pt x="102" y="51"/>
                    </a:cubicBezTo>
                    <a:cubicBezTo>
                      <a:pt x="103" y="54"/>
                      <a:pt x="105" y="56"/>
                      <a:pt x="108" y="56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69"/>
                      <a:pt x="120" y="69"/>
                      <a:pt x="120" y="69"/>
                    </a:cubicBezTo>
                    <a:lnTo>
                      <a:pt x="10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352" name="Freeform 11">
                <a:extLst>
                  <a:ext uri="{FF2B5EF4-FFF2-40B4-BE49-F238E27FC236}">
                    <a16:creationId xmlns:a16="http://schemas.microsoft.com/office/drawing/2014/main" id="{61C5892F-2672-E204-8B7E-D70F789E65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66063" y="1806575"/>
                <a:ext cx="214313" cy="214313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3 h 56"/>
                  <a:gd name="T12" fmla="*/ 4 w 56"/>
                  <a:gd name="T13" fmla="*/ 28 h 56"/>
                  <a:gd name="T14" fmla="*/ 28 w 56"/>
                  <a:gd name="T15" fmla="*/ 4 h 56"/>
                  <a:gd name="T16" fmla="*/ 53 w 56"/>
                  <a:gd name="T17" fmla="*/ 28 h 56"/>
                  <a:gd name="T18" fmla="*/ 28 w 56"/>
                  <a:gd name="T19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3"/>
                    </a:moveTo>
                    <a:cubicBezTo>
                      <a:pt x="14" y="53"/>
                      <a:pt x="4" y="42"/>
                      <a:pt x="4" y="28"/>
                    </a:cubicBezTo>
                    <a:cubicBezTo>
                      <a:pt x="4" y="14"/>
                      <a:pt x="14" y="4"/>
                      <a:pt x="28" y="4"/>
                    </a:cubicBezTo>
                    <a:cubicBezTo>
                      <a:pt x="42" y="4"/>
                      <a:pt x="53" y="14"/>
                      <a:pt x="53" y="28"/>
                    </a:cubicBezTo>
                    <a:cubicBezTo>
                      <a:pt x="53" y="42"/>
                      <a:pt x="42" y="53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353" name="Freeform 12">
                <a:extLst>
                  <a:ext uri="{FF2B5EF4-FFF2-40B4-BE49-F238E27FC236}">
                    <a16:creationId xmlns:a16="http://schemas.microsoft.com/office/drawing/2014/main" id="{EE4BB044-A9B9-BD6F-951F-6D76A15931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12101" y="1852613"/>
                <a:ext cx="122238" cy="122238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8 h 32"/>
                  <a:gd name="T12" fmla="*/ 4 w 32"/>
                  <a:gd name="T13" fmla="*/ 16 h 32"/>
                  <a:gd name="T14" fmla="*/ 16 w 32"/>
                  <a:gd name="T15" fmla="*/ 4 h 32"/>
                  <a:gd name="T16" fmla="*/ 28 w 32"/>
                  <a:gd name="T17" fmla="*/ 16 h 32"/>
                  <a:gd name="T18" fmla="*/ 16 w 32"/>
                  <a:gd name="T1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8"/>
                    </a:move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7" name="Group 251">
              <a:extLst>
                <a:ext uri="{FF2B5EF4-FFF2-40B4-BE49-F238E27FC236}">
                  <a16:creationId xmlns:a16="http://schemas.microsoft.com/office/drawing/2014/main" id="{BE707DA8-77E5-DAF0-AD3B-0ADC0A69067E}"/>
                </a:ext>
              </a:extLst>
            </p:cNvPr>
            <p:cNvGrpSpPr/>
            <p:nvPr/>
          </p:nvGrpSpPr>
          <p:grpSpPr>
            <a:xfrm>
              <a:off x="8191089" y="1603045"/>
              <a:ext cx="412188" cy="412188"/>
              <a:chOff x="7726363" y="1666875"/>
              <a:chExt cx="492125" cy="492125"/>
            </a:xfrm>
            <a:grpFill/>
          </p:grpSpPr>
          <p:sp>
            <p:nvSpPr>
              <p:cNvPr id="348" name="Freeform 10">
                <a:extLst>
                  <a:ext uri="{FF2B5EF4-FFF2-40B4-BE49-F238E27FC236}">
                    <a16:creationId xmlns:a16="http://schemas.microsoft.com/office/drawing/2014/main" id="{85C9137A-D9D1-3D9A-1B42-485019E299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26363" y="1666875"/>
                <a:ext cx="492125" cy="492125"/>
              </a:xfrm>
              <a:custGeom>
                <a:avLst/>
                <a:gdLst>
                  <a:gd name="T0" fmla="*/ 109 w 128"/>
                  <a:gd name="T1" fmla="*/ 48 h 128"/>
                  <a:gd name="T2" fmla="*/ 114 w 128"/>
                  <a:gd name="T3" fmla="*/ 33 h 128"/>
                  <a:gd name="T4" fmla="*/ 105 w 128"/>
                  <a:gd name="T5" fmla="*/ 15 h 128"/>
                  <a:gd name="T6" fmla="*/ 95 w 128"/>
                  <a:gd name="T7" fmla="*/ 14 h 128"/>
                  <a:gd name="T8" fmla="*/ 80 w 128"/>
                  <a:gd name="T9" fmla="*/ 19 h 128"/>
                  <a:gd name="T10" fmla="*/ 69 w 128"/>
                  <a:gd name="T11" fmla="*/ 0 h 128"/>
                  <a:gd name="T12" fmla="*/ 51 w 128"/>
                  <a:gd name="T13" fmla="*/ 6 h 128"/>
                  <a:gd name="T14" fmla="*/ 43 w 128"/>
                  <a:gd name="T15" fmla="*/ 21 h 128"/>
                  <a:gd name="T16" fmla="*/ 28 w 128"/>
                  <a:gd name="T17" fmla="*/ 13 h 128"/>
                  <a:gd name="T18" fmla="*/ 15 w 128"/>
                  <a:gd name="T19" fmla="*/ 23 h 128"/>
                  <a:gd name="T20" fmla="*/ 21 w 128"/>
                  <a:gd name="T21" fmla="*/ 43 h 128"/>
                  <a:gd name="T22" fmla="*/ 6 w 128"/>
                  <a:gd name="T23" fmla="*/ 51 h 128"/>
                  <a:gd name="T24" fmla="*/ 0 w 128"/>
                  <a:gd name="T25" fmla="*/ 69 h 128"/>
                  <a:gd name="T26" fmla="*/ 19 w 128"/>
                  <a:gd name="T27" fmla="*/ 80 h 128"/>
                  <a:gd name="T28" fmla="*/ 14 w 128"/>
                  <a:gd name="T29" fmla="*/ 95 h 128"/>
                  <a:gd name="T30" fmla="*/ 23 w 128"/>
                  <a:gd name="T31" fmla="*/ 113 h 128"/>
                  <a:gd name="T32" fmla="*/ 33 w 128"/>
                  <a:gd name="T33" fmla="*/ 114 h 128"/>
                  <a:gd name="T34" fmla="*/ 48 w 128"/>
                  <a:gd name="T35" fmla="*/ 109 h 128"/>
                  <a:gd name="T36" fmla="*/ 59 w 128"/>
                  <a:gd name="T37" fmla="*/ 128 h 128"/>
                  <a:gd name="T38" fmla="*/ 77 w 128"/>
                  <a:gd name="T39" fmla="*/ 122 h 128"/>
                  <a:gd name="T40" fmla="*/ 85 w 128"/>
                  <a:gd name="T41" fmla="*/ 107 h 128"/>
                  <a:gd name="T42" fmla="*/ 100 w 128"/>
                  <a:gd name="T43" fmla="*/ 115 h 128"/>
                  <a:gd name="T44" fmla="*/ 113 w 128"/>
                  <a:gd name="T45" fmla="*/ 105 h 128"/>
                  <a:gd name="T46" fmla="*/ 107 w 128"/>
                  <a:gd name="T47" fmla="*/ 85 h 128"/>
                  <a:gd name="T48" fmla="*/ 122 w 128"/>
                  <a:gd name="T49" fmla="*/ 77 h 128"/>
                  <a:gd name="T50" fmla="*/ 128 w 128"/>
                  <a:gd name="T51" fmla="*/ 59 h 128"/>
                  <a:gd name="T52" fmla="*/ 108 w 128"/>
                  <a:gd name="T53" fmla="*/ 72 h 128"/>
                  <a:gd name="T54" fmla="*/ 100 w 128"/>
                  <a:gd name="T55" fmla="*/ 81 h 128"/>
                  <a:gd name="T56" fmla="*/ 107 w 128"/>
                  <a:gd name="T57" fmla="*/ 100 h 128"/>
                  <a:gd name="T58" fmla="*/ 89 w 128"/>
                  <a:gd name="T59" fmla="*/ 101 h 128"/>
                  <a:gd name="T60" fmla="*/ 81 w 128"/>
                  <a:gd name="T61" fmla="*/ 100 h 128"/>
                  <a:gd name="T62" fmla="*/ 72 w 128"/>
                  <a:gd name="T63" fmla="*/ 108 h 128"/>
                  <a:gd name="T64" fmla="*/ 59 w 128"/>
                  <a:gd name="T65" fmla="*/ 120 h 128"/>
                  <a:gd name="T66" fmla="*/ 51 w 128"/>
                  <a:gd name="T67" fmla="*/ 102 h 128"/>
                  <a:gd name="T68" fmla="*/ 43 w 128"/>
                  <a:gd name="T69" fmla="*/ 99 h 128"/>
                  <a:gd name="T70" fmla="*/ 28 w 128"/>
                  <a:gd name="T71" fmla="*/ 107 h 128"/>
                  <a:gd name="T72" fmla="*/ 27 w 128"/>
                  <a:gd name="T73" fmla="*/ 89 h 128"/>
                  <a:gd name="T74" fmla="*/ 26 w 128"/>
                  <a:gd name="T75" fmla="*/ 77 h 128"/>
                  <a:gd name="T76" fmla="*/ 8 w 128"/>
                  <a:gd name="T77" fmla="*/ 69 h 128"/>
                  <a:gd name="T78" fmla="*/ 20 w 128"/>
                  <a:gd name="T79" fmla="*/ 56 h 128"/>
                  <a:gd name="T80" fmla="*/ 28 w 128"/>
                  <a:gd name="T81" fmla="*/ 47 h 128"/>
                  <a:gd name="T82" fmla="*/ 21 w 128"/>
                  <a:gd name="T83" fmla="*/ 28 h 128"/>
                  <a:gd name="T84" fmla="*/ 39 w 128"/>
                  <a:gd name="T85" fmla="*/ 27 h 128"/>
                  <a:gd name="T86" fmla="*/ 47 w 128"/>
                  <a:gd name="T87" fmla="*/ 28 h 128"/>
                  <a:gd name="T88" fmla="*/ 56 w 128"/>
                  <a:gd name="T89" fmla="*/ 20 h 128"/>
                  <a:gd name="T90" fmla="*/ 69 w 128"/>
                  <a:gd name="T91" fmla="*/ 8 h 128"/>
                  <a:gd name="T92" fmla="*/ 77 w 128"/>
                  <a:gd name="T93" fmla="*/ 26 h 128"/>
                  <a:gd name="T94" fmla="*/ 85 w 128"/>
                  <a:gd name="T95" fmla="*/ 29 h 128"/>
                  <a:gd name="T96" fmla="*/ 100 w 128"/>
                  <a:gd name="T97" fmla="*/ 21 h 128"/>
                  <a:gd name="T98" fmla="*/ 101 w 128"/>
                  <a:gd name="T99" fmla="*/ 39 h 128"/>
                  <a:gd name="T100" fmla="*/ 102 w 128"/>
                  <a:gd name="T101" fmla="*/ 51 h 128"/>
                  <a:gd name="T102" fmla="*/ 120 w 128"/>
                  <a:gd name="T103" fmla="*/ 59 h 128"/>
                  <a:gd name="T104" fmla="*/ 108 w 128"/>
                  <a:gd name="T105" fmla="*/ 7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8" h="128">
                    <a:moveTo>
                      <a:pt x="122" y="51"/>
                    </a:moveTo>
                    <a:cubicBezTo>
                      <a:pt x="109" y="48"/>
                      <a:pt x="109" y="48"/>
                      <a:pt x="109" y="48"/>
                    </a:cubicBezTo>
                    <a:cubicBezTo>
                      <a:pt x="109" y="46"/>
                      <a:pt x="108" y="45"/>
                      <a:pt x="107" y="43"/>
                    </a:cubicBezTo>
                    <a:cubicBezTo>
                      <a:pt x="114" y="33"/>
                      <a:pt x="114" y="33"/>
                      <a:pt x="114" y="33"/>
                    </a:cubicBezTo>
                    <a:cubicBezTo>
                      <a:pt x="116" y="30"/>
                      <a:pt x="116" y="25"/>
                      <a:pt x="113" y="23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3"/>
                      <a:pt x="102" y="13"/>
                      <a:pt x="100" y="13"/>
                    </a:cubicBezTo>
                    <a:cubicBezTo>
                      <a:pt x="98" y="13"/>
                      <a:pt x="97" y="13"/>
                      <a:pt x="95" y="14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3" y="20"/>
                      <a:pt x="82" y="19"/>
                      <a:pt x="80" y="19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3"/>
                      <a:pt x="73" y="0"/>
                      <a:pt x="69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5" y="0"/>
                      <a:pt x="51" y="3"/>
                      <a:pt x="51" y="6"/>
                    </a:cubicBezTo>
                    <a:cubicBezTo>
                      <a:pt x="48" y="19"/>
                      <a:pt x="48" y="19"/>
                      <a:pt x="48" y="19"/>
                    </a:cubicBezTo>
                    <a:cubicBezTo>
                      <a:pt x="46" y="19"/>
                      <a:pt x="45" y="20"/>
                      <a:pt x="43" y="21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1" y="13"/>
                      <a:pt x="30" y="13"/>
                      <a:pt x="28" y="13"/>
                    </a:cubicBezTo>
                    <a:cubicBezTo>
                      <a:pt x="26" y="13"/>
                      <a:pt x="24" y="13"/>
                      <a:pt x="23" y="1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2" y="25"/>
                      <a:pt x="12" y="30"/>
                      <a:pt x="14" y="33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0" y="45"/>
                      <a:pt x="19" y="46"/>
                      <a:pt x="19" y="48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55"/>
                      <a:pt x="0" y="5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7"/>
                      <a:pt x="6" y="77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9" y="82"/>
                      <a:pt x="20" y="83"/>
                      <a:pt x="21" y="8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2" y="98"/>
                      <a:pt x="12" y="103"/>
                      <a:pt x="15" y="105"/>
                    </a:cubicBezTo>
                    <a:cubicBezTo>
                      <a:pt x="23" y="113"/>
                      <a:pt x="23" y="113"/>
                      <a:pt x="23" y="113"/>
                    </a:cubicBezTo>
                    <a:cubicBezTo>
                      <a:pt x="24" y="115"/>
                      <a:pt x="26" y="115"/>
                      <a:pt x="28" y="115"/>
                    </a:cubicBezTo>
                    <a:cubicBezTo>
                      <a:pt x="30" y="115"/>
                      <a:pt x="31" y="115"/>
                      <a:pt x="33" y="114"/>
                    </a:cubicBezTo>
                    <a:cubicBezTo>
                      <a:pt x="43" y="107"/>
                      <a:pt x="43" y="107"/>
                      <a:pt x="43" y="107"/>
                    </a:cubicBezTo>
                    <a:cubicBezTo>
                      <a:pt x="45" y="108"/>
                      <a:pt x="46" y="109"/>
                      <a:pt x="48" y="109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1" y="125"/>
                      <a:pt x="55" y="128"/>
                      <a:pt x="59" y="128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73" y="128"/>
                      <a:pt x="77" y="125"/>
                      <a:pt x="77" y="122"/>
                    </a:cubicBezTo>
                    <a:cubicBezTo>
                      <a:pt x="80" y="109"/>
                      <a:pt x="80" y="109"/>
                      <a:pt x="80" y="109"/>
                    </a:cubicBezTo>
                    <a:cubicBezTo>
                      <a:pt x="82" y="109"/>
                      <a:pt x="83" y="108"/>
                      <a:pt x="85" y="107"/>
                    </a:cubicBezTo>
                    <a:cubicBezTo>
                      <a:pt x="95" y="114"/>
                      <a:pt x="95" y="114"/>
                      <a:pt x="95" y="114"/>
                    </a:cubicBezTo>
                    <a:cubicBezTo>
                      <a:pt x="97" y="115"/>
                      <a:pt x="98" y="115"/>
                      <a:pt x="100" y="115"/>
                    </a:cubicBezTo>
                    <a:cubicBezTo>
                      <a:pt x="102" y="115"/>
                      <a:pt x="104" y="115"/>
                      <a:pt x="105" y="113"/>
                    </a:cubicBezTo>
                    <a:cubicBezTo>
                      <a:pt x="113" y="105"/>
                      <a:pt x="113" y="105"/>
                      <a:pt x="113" y="105"/>
                    </a:cubicBezTo>
                    <a:cubicBezTo>
                      <a:pt x="116" y="103"/>
                      <a:pt x="116" y="98"/>
                      <a:pt x="114" y="95"/>
                    </a:cubicBezTo>
                    <a:cubicBezTo>
                      <a:pt x="107" y="85"/>
                      <a:pt x="107" y="85"/>
                      <a:pt x="107" y="85"/>
                    </a:cubicBezTo>
                    <a:cubicBezTo>
                      <a:pt x="108" y="83"/>
                      <a:pt x="109" y="82"/>
                      <a:pt x="109" y="80"/>
                    </a:cubicBezTo>
                    <a:cubicBezTo>
                      <a:pt x="122" y="77"/>
                      <a:pt x="122" y="77"/>
                      <a:pt x="122" y="77"/>
                    </a:cubicBezTo>
                    <a:cubicBezTo>
                      <a:pt x="125" y="77"/>
                      <a:pt x="128" y="73"/>
                      <a:pt x="128" y="69"/>
                    </a:cubicBezTo>
                    <a:cubicBezTo>
                      <a:pt x="128" y="59"/>
                      <a:pt x="128" y="59"/>
                      <a:pt x="128" y="59"/>
                    </a:cubicBezTo>
                    <a:cubicBezTo>
                      <a:pt x="128" y="55"/>
                      <a:pt x="125" y="51"/>
                      <a:pt x="122" y="51"/>
                    </a:cubicBezTo>
                    <a:close/>
                    <a:moveTo>
                      <a:pt x="108" y="72"/>
                    </a:moveTo>
                    <a:cubicBezTo>
                      <a:pt x="105" y="72"/>
                      <a:pt x="103" y="74"/>
                      <a:pt x="102" y="77"/>
                    </a:cubicBezTo>
                    <a:cubicBezTo>
                      <a:pt x="101" y="79"/>
                      <a:pt x="101" y="80"/>
                      <a:pt x="100" y="81"/>
                    </a:cubicBezTo>
                    <a:cubicBezTo>
                      <a:pt x="99" y="84"/>
                      <a:pt x="99" y="87"/>
                      <a:pt x="101" y="89"/>
                    </a:cubicBezTo>
                    <a:cubicBezTo>
                      <a:pt x="107" y="100"/>
                      <a:pt x="107" y="100"/>
                      <a:pt x="107" y="100"/>
                    </a:cubicBezTo>
                    <a:cubicBezTo>
                      <a:pt x="100" y="107"/>
                      <a:pt x="100" y="107"/>
                      <a:pt x="100" y="107"/>
                    </a:cubicBezTo>
                    <a:cubicBezTo>
                      <a:pt x="89" y="101"/>
                      <a:pt x="89" y="101"/>
                      <a:pt x="89" y="101"/>
                    </a:cubicBezTo>
                    <a:cubicBezTo>
                      <a:pt x="88" y="100"/>
                      <a:pt x="86" y="99"/>
                      <a:pt x="85" y="99"/>
                    </a:cubicBezTo>
                    <a:cubicBezTo>
                      <a:pt x="84" y="99"/>
                      <a:pt x="83" y="99"/>
                      <a:pt x="81" y="100"/>
                    </a:cubicBezTo>
                    <a:cubicBezTo>
                      <a:pt x="80" y="101"/>
                      <a:pt x="79" y="101"/>
                      <a:pt x="77" y="102"/>
                    </a:cubicBezTo>
                    <a:cubicBezTo>
                      <a:pt x="74" y="103"/>
                      <a:pt x="72" y="105"/>
                      <a:pt x="72" y="108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5"/>
                      <a:pt x="54" y="103"/>
                      <a:pt x="51" y="102"/>
                    </a:cubicBezTo>
                    <a:cubicBezTo>
                      <a:pt x="49" y="101"/>
                      <a:pt x="48" y="101"/>
                      <a:pt x="47" y="100"/>
                    </a:cubicBezTo>
                    <a:cubicBezTo>
                      <a:pt x="45" y="99"/>
                      <a:pt x="44" y="99"/>
                      <a:pt x="43" y="99"/>
                    </a:cubicBezTo>
                    <a:cubicBezTo>
                      <a:pt x="42" y="99"/>
                      <a:pt x="40" y="100"/>
                      <a:pt x="39" y="101"/>
                    </a:cubicBezTo>
                    <a:cubicBezTo>
                      <a:pt x="28" y="107"/>
                      <a:pt x="28" y="107"/>
                      <a:pt x="28" y="107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29" y="87"/>
                      <a:pt x="29" y="84"/>
                      <a:pt x="28" y="81"/>
                    </a:cubicBezTo>
                    <a:cubicBezTo>
                      <a:pt x="27" y="80"/>
                      <a:pt x="27" y="79"/>
                      <a:pt x="26" y="77"/>
                    </a:cubicBezTo>
                    <a:cubicBezTo>
                      <a:pt x="25" y="74"/>
                      <a:pt x="23" y="72"/>
                      <a:pt x="20" y="72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56"/>
                      <a:pt x="25" y="54"/>
                      <a:pt x="26" y="51"/>
                    </a:cubicBezTo>
                    <a:cubicBezTo>
                      <a:pt x="27" y="49"/>
                      <a:pt x="27" y="48"/>
                      <a:pt x="28" y="47"/>
                    </a:cubicBezTo>
                    <a:cubicBezTo>
                      <a:pt x="29" y="44"/>
                      <a:pt x="29" y="41"/>
                      <a:pt x="27" y="3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28"/>
                      <a:pt x="42" y="29"/>
                      <a:pt x="43" y="29"/>
                    </a:cubicBezTo>
                    <a:cubicBezTo>
                      <a:pt x="44" y="29"/>
                      <a:pt x="45" y="29"/>
                      <a:pt x="47" y="28"/>
                    </a:cubicBezTo>
                    <a:cubicBezTo>
                      <a:pt x="48" y="27"/>
                      <a:pt x="49" y="27"/>
                      <a:pt x="51" y="26"/>
                    </a:cubicBezTo>
                    <a:cubicBezTo>
                      <a:pt x="54" y="25"/>
                      <a:pt x="56" y="23"/>
                      <a:pt x="56" y="20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69" y="8"/>
                      <a:pt x="69" y="8"/>
                      <a:pt x="69" y="8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3"/>
                      <a:pt x="74" y="25"/>
                      <a:pt x="77" y="26"/>
                    </a:cubicBezTo>
                    <a:cubicBezTo>
                      <a:pt x="79" y="27"/>
                      <a:pt x="80" y="27"/>
                      <a:pt x="81" y="28"/>
                    </a:cubicBezTo>
                    <a:cubicBezTo>
                      <a:pt x="83" y="29"/>
                      <a:pt x="84" y="29"/>
                      <a:pt x="85" y="29"/>
                    </a:cubicBezTo>
                    <a:cubicBezTo>
                      <a:pt x="86" y="29"/>
                      <a:pt x="88" y="28"/>
                      <a:pt x="89" y="27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7" y="28"/>
                      <a:pt x="107" y="28"/>
                      <a:pt x="107" y="28"/>
                    </a:cubicBezTo>
                    <a:cubicBezTo>
                      <a:pt x="101" y="39"/>
                      <a:pt x="101" y="39"/>
                      <a:pt x="101" y="39"/>
                    </a:cubicBezTo>
                    <a:cubicBezTo>
                      <a:pt x="99" y="41"/>
                      <a:pt x="99" y="44"/>
                      <a:pt x="100" y="47"/>
                    </a:cubicBezTo>
                    <a:cubicBezTo>
                      <a:pt x="101" y="48"/>
                      <a:pt x="101" y="49"/>
                      <a:pt x="102" y="51"/>
                    </a:cubicBezTo>
                    <a:cubicBezTo>
                      <a:pt x="103" y="54"/>
                      <a:pt x="105" y="56"/>
                      <a:pt x="108" y="56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69"/>
                      <a:pt x="120" y="69"/>
                      <a:pt x="120" y="69"/>
                    </a:cubicBezTo>
                    <a:lnTo>
                      <a:pt x="108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349" name="Freeform 11">
                <a:extLst>
                  <a:ext uri="{FF2B5EF4-FFF2-40B4-BE49-F238E27FC236}">
                    <a16:creationId xmlns:a16="http://schemas.microsoft.com/office/drawing/2014/main" id="{76CCB3FF-878E-53AB-FFB5-95819B7D86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66063" y="1806575"/>
                <a:ext cx="214313" cy="214313"/>
              </a:xfrm>
              <a:custGeom>
                <a:avLst/>
                <a:gdLst>
                  <a:gd name="T0" fmla="*/ 28 w 56"/>
                  <a:gd name="T1" fmla="*/ 0 h 56"/>
                  <a:gd name="T2" fmla="*/ 0 w 56"/>
                  <a:gd name="T3" fmla="*/ 28 h 56"/>
                  <a:gd name="T4" fmla="*/ 28 w 56"/>
                  <a:gd name="T5" fmla="*/ 56 h 56"/>
                  <a:gd name="T6" fmla="*/ 56 w 56"/>
                  <a:gd name="T7" fmla="*/ 28 h 56"/>
                  <a:gd name="T8" fmla="*/ 28 w 56"/>
                  <a:gd name="T9" fmla="*/ 0 h 56"/>
                  <a:gd name="T10" fmla="*/ 28 w 56"/>
                  <a:gd name="T11" fmla="*/ 53 h 56"/>
                  <a:gd name="T12" fmla="*/ 4 w 56"/>
                  <a:gd name="T13" fmla="*/ 28 h 56"/>
                  <a:gd name="T14" fmla="*/ 28 w 56"/>
                  <a:gd name="T15" fmla="*/ 4 h 56"/>
                  <a:gd name="T16" fmla="*/ 53 w 56"/>
                  <a:gd name="T17" fmla="*/ 28 h 56"/>
                  <a:gd name="T18" fmla="*/ 28 w 56"/>
                  <a:gd name="T19" fmla="*/ 5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cubicBezTo>
                      <a:pt x="13" y="0"/>
                      <a:pt x="0" y="13"/>
                      <a:pt x="0" y="28"/>
                    </a:cubicBezTo>
                    <a:cubicBezTo>
                      <a:pt x="0" y="43"/>
                      <a:pt x="13" y="56"/>
                      <a:pt x="28" y="56"/>
                    </a:cubicBezTo>
                    <a:cubicBezTo>
                      <a:pt x="43" y="56"/>
                      <a:pt x="56" y="43"/>
                      <a:pt x="56" y="28"/>
                    </a:cubicBezTo>
                    <a:cubicBezTo>
                      <a:pt x="56" y="13"/>
                      <a:pt x="43" y="0"/>
                      <a:pt x="28" y="0"/>
                    </a:cubicBezTo>
                    <a:close/>
                    <a:moveTo>
                      <a:pt x="28" y="53"/>
                    </a:moveTo>
                    <a:cubicBezTo>
                      <a:pt x="14" y="53"/>
                      <a:pt x="4" y="42"/>
                      <a:pt x="4" y="28"/>
                    </a:cubicBezTo>
                    <a:cubicBezTo>
                      <a:pt x="4" y="14"/>
                      <a:pt x="14" y="4"/>
                      <a:pt x="28" y="4"/>
                    </a:cubicBezTo>
                    <a:cubicBezTo>
                      <a:pt x="42" y="4"/>
                      <a:pt x="53" y="14"/>
                      <a:pt x="53" y="28"/>
                    </a:cubicBezTo>
                    <a:cubicBezTo>
                      <a:pt x="53" y="42"/>
                      <a:pt x="42" y="53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350" name="Freeform 12">
                <a:extLst>
                  <a:ext uri="{FF2B5EF4-FFF2-40B4-BE49-F238E27FC236}">
                    <a16:creationId xmlns:a16="http://schemas.microsoft.com/office/drawing/2014/main" id="{DF93BD2C-A776-58CD-FD95-2BBBB13DCD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12101" y="1852613"/>
                <a:ext cx="122238" cy="122238"/>
              </a:xfrm>
              <a:custGeom>
                <a:avLst/>
                <a:gdLst>
                  <a:gd name="T0" fmla="*/ 16 w 32"/>
                  <a:gd name="T1" fmla="*/ 0 h 32"/>
                  <a:gd name="T2" fmla="*/ 0 w 32"/>
                  <a:gd name="T3" fmla="*/ 16 h 32"/>
                  <a:gd name="T4" fmla="*/ 16 w 32"/>
                  <a:gd name="T5" fmla="*/ 32 h 32"/>
                  <a:gd name="T6" fmla="*/ 32 w 32"/>
                  <a:gd name="T7" fmla="*/ 16 h 32"/>
                  <a:gd name="T8" fmla="*/ 16 w 32"/>
                  <a:gd name="T9" fmla="*/ 0 h 32"/>
                  <a:gd name="T10" fmla="*/ 16 w 32"/>
                  <a:gd name="T11" fmla="*/ 28 h 32"/>
                  <a:gd name="T12" fmla="*/ 4 w 32"/>
                  <a:gd name="T13" fmla="*/ 16 h 32"/>
                  <a:gd name="T14" fmla="*/ 16 w 32"/>
                  <a:gd name="T15" fmla="*/ 4 h 32"/>
                  <a:gd name="T16" fmla="*/ 28 w 32"/>
                  <a:gd name="T17" fmla="*/ 16 h 32"/>
                  <a:gd name="T18" fmla="*/ 16 w 32"/>
                  <a:gd name="T19" fmla="*/ 2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16" y="28"/>
                    </a:move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4" name="Group 258">
            <a:extLst>
              <a:ext uri="{FF2B5EF4-FFF2-40B4-BE49-F238E27FC236}">
                <a16:creationId xmlns:a16="http://schemas.microsoft.com/office/drawing/2014/main" id="{FDC95AD1-4450-6B85-E30B-06AE0D3004CD}"/>
              </a:ext>
            </a:extLst>
          </p:cNvPr>
          <p:cNvGrpSpPr/>
          <p:nvPr/>
        </p:nvGrpSpPr>
        <p:grpSpPr>
          <a:xfrm>
            <a:off x="9577907" y="4894211"/>
            <a:ext cx="310368" cy="305300"/>
            <a:chOff x="2347912" y="1022351"/>
            <a:chExt cx="777876" cy="76517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55" name="Freeform 20">
              <a:extLst>
                <a:ext uri="{FF2B5EF4-FFF2-40B4-BE49-F238E27FC236}">
                  <a16:creationId xmlns:a16="http://schemas.microsoft.com/office/drawing/2014/main" id="{51A4849E-C93F-0F0F-4995-6BADCD3B95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7912" y="1033463"/>
              <a:ext cx="777876" cy="754062"/>
            </a:xfrm>
            <a:custGeom>
              <a:avLst/>
              <a:gdLst>
                <a:gd name="T0" fmla="*/ 41 w 204"/>
                <a:gd name="T1" fmla="*/ 198 h 198"/>
                <a:gd name="T2" fmla="*/ 24 w 204"/>
                <a:gd name="T3" fmla="*/ 192 h 198"/>
                <a:gd name="T4" fmla="*/ 42 w 204"/>
                <a:gd name="T5" fmla="*/ 174 h 198"/>
                <a:gd name="T6" fmla="*/ 27 w 204"/>
                <a:gd name="T7" fmla="*/ 160 h 198"/>
                <a:gd name="T8" fmla="*/ 9 w 204"/>
                <a:gd name="T9" fmla="*/ 178 h 198"/>
                <a:gd name="T10" fmla="*/ 14 w 204"/>
                <a:gd name="T11" fmla="*/ 135 h 198"/>
                <a:gd name="T12" fmla="*/ 52 w 204"/>
                <a:gd name="T13" fmla="*/ 126 h 198"/>
                <a:gd name="T14" fmla="*/ 138 w 204"/>
                <a:gd name="T15" fmla="*/ 11 h 198"/>
                <a:gd name="T16" fmla="*/ 178 w 204"/>
                <a:gd name="T17" fmla="*/ 3 h 198"/>
                <a:gd name="T18" fmla="*/ 180 w 204"/>
                <a:gd name="T19" fmla="*/ 9 h 198"/>
                <a:gd name="T20" fmla="*/ 163 w 204"/>
                <a:gd name="T21" fmla="*/ 39 h 198"/>
                <a:gd name="T22" fmla="*/ 192 w 204"/>
                <a:gd name="T23" fmla="*/ 22 h 198"/>
                <a:gd name="T24" fmla="*/ 198 w 204"/>
                <a:gd name="T25" fmla="*/ 23 h 198"/>
                <a:gd name="T26" fmla="*/ 164 w 204"/>
                <a:gd name="T27" fmla="*/ 74 h 198"/>
                <a:gd name="T28" fmla="*/ 75 w 204"/>
                <a:gd name="T29" fmla="*/ 149 h 198"/>
                <a:gd name="T30" fmla="*/ 41 w 204"/>
                <a:gd name="T31" fmla="*/ 198 h 198"/>
                <a:gd name="T32" fmla="*/ 61 w 204"/>
                <a:gd name="T33" fmla="*/ 182 h 198"/>
                <a:gd name="T34" fmla="*/ 68 w 204"/>
                <a:gd name="T35" fmla="*/ 145 h 198"/>
                <a:gd name="T36" fmla="*/ 152 w 204"/>
                <a:gd name="T37" fmla="*/ 64 h 198"/>
                <a:gd name="T38" fmla="*/ 185 w 204"/>
                <a:gd name="T39" fmla="*/ 58 h 198"/>
                <a:gd name="T40" fmla="*/ 182 w 204"/>
                <a:gd name="T41" fmla="*/ 46 h 198"/>
                <a:gd name="T42" fmla="*/ 159 w 204"/>
                <a:gd name="T43" fmla="*/ 47 h 198"/>
                <a:gd name="T44" fmla="*/ 155 w 204"/>
                <a:gd name="T45" fmla="*/ 22 h 198"/>
                <a:gd name="T46" fmla="*/ 169 w 204"/>
                <a:gd name="T47" fmla="*/ 8 h 198"/>
                <a:gd name="T48" fmla="*/ 143 w 204"/>
                <a:gd name="T49" fmla="*/ 16 h 198"/>
                <a:gd name="T50" fmla="*/ 136 w 204"/>
                <a:gd name="T51" fmla="*/ 53 h 198"/>
                <a:gd name="T52" fmla="*/ 52 w 204"/>
                <a:gd name="T53" fmla="*/ 134 h 198"/>
                <a:gd name="T54" fmla="*/ 19 w 204"/>
                <a:gd name="T55" fmla="*/ 140 h 198"/>
                <a:gd name="T56" fmla="*/ 22 w 204"/>
                <a:gd name="T57" fmla="*/ 153 h 198"/>
                <a:gd name="T58" fmla="*/ 46 w 204"/>
                <a:gd name="T59" fmla="*/ 152 h 198"/>
                <a:gd name="T60" fmla="*/ 50 w 204"/>
                <a:gd name="T61" fmla="*/ 176 h 198"/>
                <a:gd name="T62" fmla="*/ 36 w 204"/>
                <a:gd name="T63" fmla="*/ 19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04" h="198">
                  <a:moveTo>
                    <a:pt x="41" y="198"/>
                  </a:moveTo>
                  <a:cubicBezTo>
                    <a:pt x="41" y="198"/>
                    <a:pt x="41" y="198"/>
                    <a:pt x="41" y="198"/>
                  </a:cubicBezTo>
                  <a:cubicBezTo>
                    <a:pt x="36" y="198"/>
                    <a:pt x="31" y="197"/>
                    <a:pt x="26" y="195"/>
                  </a:cubicBezTo>
                  <a:cubicBezTo>
                    <a:pt x="25" y="195"/>
                    <a:pt x="24" y="194"/>
                    <a:pt x="24" y="192"/>
                  </a:cubicBezTo>
                  <a:cubicBezTo>
                    <a:pt x="24" y="191"/>
                    <a:pt x="24" y="189"/>
                    <a:pt x="25" y="189"/>
                  </a:cubicBezTo>
                  <a:cubicBezTo>
                    <a:pt x="42" y="174"/>
                    <a:pt x="42" y="174"/>
                    <a:pt x="42" y="174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1" y="178"/>
                    <a:pt x="10" y="178"/>
                    <a:pt x="9" y="178"/>
                  </a:cubicBezTo>
                  <a:cubicBezTo>
                    <a:pt x="7" y="178"/>
                    <a:pt x="6" y="177"/>
                    <a:pt x="6" y="175"/>
                  </a:cubicBezTo>
                  <a:cubicBezTo>
                    <a:pt x="0" y="161"/>
                    <a:pt x="3" y="145"/>
                    <a:pt x="14" y="135"/>
                  </a:cubicBezTo>
                  <a:cubicBezTo>
                    <a:pt x="21" y="127"/>
                    <a:pt x="30" y="124"/>
                    <a:pt x="40" y="124"/>
                  </a:cubicBezTo>
                  <a:cubicBezTo>
                    <a:pt x="44" y="124"/>
                    <a:pt x="48" y="124"/>
                    <a:pt x="52" y="126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24" y="36"/>
                    <a:pt x="127" y="21"/>
                    <a:pt x="138" y="11"/>
                  </a:cubicBezTo>
                  <a:cubicBezTo>
                    <a:pt x="145" y="4"/>
                    <a:pt x="154" y="0"/>
                    <a:pt x="164" y="0"/>
                  </a:cubicBezTo>
                  <a:cubicBezTo>
                    <a:pt x="169" y="0"/>
                    <a:pt x="174" y="1"/>
                    <a:pt x="178" y="3"/>
                  </a:cubicBezTo>
                  <a:cubicBezTo>
                    <a:pt x="180" y="3"/>
                    <a:pt x="181" y="4"/>
                    <a:pt x="181" y="6"/>
                  </a:cubicBezTo>
                  <a:cubicBezTo>
                    <a:pt x="181" y="7"/>
                    <a:pt x="181" y="8"/>
                    <a:pt x="180" y="9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3" y="39"/>
                    <a:pt x="163" y="39"/>
                    <a:pt x="163" y="39"/>
                  </a:cubicBezTo>
                  <a:cubicBezTo>
                    <a:pt x="177" y="39"/>
                    <a:pt x="177" y="39"/>
                    <a:pt x="177" y="39"/>
                  </a:cubicBezTo>
                  <a:cubicBezTo>
                    <a:pt x="192" y="22"/>
                    <a:pt x="192" y="22"/>
                    <a:pt x="192" y="22"/>
                  </a:cubicBezTo>
                  <a:cubicBezTo>
                    <a:pt x="192" y="21"/>
                    <a:pt x="194" y="21"/>
                    <a:pt x="195" y="21"/>
                  </a:cubicBezTo>
                  <a:cubicBezTo>
                    <a:pt x="197" y="21"/>
                    <a:pt x="198" y="22"/>
                    <a:pt x="198" y="23"/>
                  </a:cubicBezTo>
                  <a:cubicBezTo>
                    <a:pt x="204" y="37"/>
                    <a:pt x="201" y="53"/>
                    <a:pt x="190" y="63"/>
                  </a:cubicBezTo>
                  <a:cubicBezTo>
                    <a:pt x="183" y="71"/>
                    <a:pt x="174" y="74"/>
                    <a:pt x="164" y="74"/>
                  </a:cubicBezTo>
                  <a:cubicBezTo>
                    <a:pt x="160" y="74"/>
                    <a:pt x="156" y="74"/>
                    <a:pt x="152" y="72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80" y="162"/>
                    <a:pt x="77" y="177"/>
                    <a:pt x="67" y="187"/>
                  </a:cubicBezTo>
                  <a:cubicBezTo>
                    <a:pt x="60" y="194"/>
                    <a:pt x="50" y="198"/>
                    <a:pt x="41" y="198"/>
                  </a:cubicBezTo>
                  <a:close/>
                  <a:moveTo>
                    <a:pt x="36" y="190"/>
                  </a:moveTo>
                  <a:cubicBezTo>
                    <a:pt x="45" y="191"/>
                    <a:pt x="54" y="188"/>
                    <a:pt x="61" y="182"/>
                  </a:cubicBezTo>
                  <a:cubicBezTo>
                    <a:pt x="69" y="173"/>
                    <a:pt x="72" y="161"/>
                    <a:pt x="67" y="149"/>
                  </a:cubicBezTo>
                  <a:cubicBezTo>
                    <a:pt x="66" y="148"/>
                    <a:pt x="67" y="146"/>
                    <a:pt x="68" y="145"/>
                  </a:cubicBezTo>
                  <a:cubicBezTo>
                    <a:pt x="148" y="65"/>
                    <a:pt x="148" y="65"/>
                    <a:pt x="148" y="65"/>
                  </a:cubicBezTo>
                  <a:cubicBezTo>
                    <a:pt x="149" y="64"/>
                    <a:pt x="151" y="63"/>
                    <a:pt x="152" y="64"/>
                  </a:cubicBezTo>
                  <a:cubicBezTo>
                    <a:pt x="156" y="66"/>
                    <a:pt x="160" y="66"/>
                    <a:pt x="164" y="66"/>
                  </a:cubicBezTo>
                  <a:cubicBezTo>
                    <a:pt x="172" y="66"/>
                    <a:pt x="179" y="63"/>
                    <a:pt x="185" y="58"/>
                  </a:cubicBezTo>
                  <a:cubicBezTo>
                    <a:pt x="191" y="51"/>
                    <a:pt x="194" y="42"/>
                    <a:pt x="193" y="33"/>
                  </a:cubicBezTo>
                  <a:cubicBezTo>
                    <a:pt x="182" y="46"/>
                    <a:pt x="182" y="46"/>
                    <a:pt x="182" y="46"/>
                  </a:cubicBezTo>
                  <a:cubicBezTo>
                    <a:pt x="181" y="47"/>
                    <a:pt x="180" y="47"/>
                    <a:pt x="179" y="4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57" y="47"/>
                    <a:pt x="155" y="46"/>
                    <a:pt x="155" y="43"/>
                  </a:cubicBezTo>
                  <a:cubicBezTo>
                    <a:pt x="155" y="22"/>
                    <a:pt x="155" y="22"/>
                    <a:pt x="155" y="22"/>
                  </a:cubicBezTo>
                  <a:cubicBezTo>
                    <a:pt x="155" y="21"/>
                    <a:pt x="155" y="20"/>
                    <a:pt x="156" y="19"/>
                  </a:cubicBezTo>
                  <a:cubicBezTo>
                    <a:pt x="169" y="8"/>
                    <a:pt x="169" y="8"/>
                    <a:pt x="169" y="8"/>
                  </a:cubicBezTo>
                  <a:cubicBezTo>
                    <a:pt x="167" y="8"/>
                    <a:pt x="166" y="8"/>
                    <a:pt x="164" y="8"/>
                  </a:cubicBezTo>
                  <a:cubicBezTo>
                    <a:pt x="156" y="8"/>
                    <a:pt x="149" y="11"/>
                    <a:pt x="143" y="16"/>
                  </a:cubicBezTo>
                  <a:cubicBezTo>
                    <a:pt x="135" y="25"/>
                    <a:pt x="132" y="37"/>
                    <a:pt x="137" y="49"/>
                  </a:cubicBezTo>
                  <a:cubicBezTo>
                    <a:pt x="138" y="50"/>
                    <a:pt x="137" y="52"/>
                    <a:pt x="136" y="53"/>
                  </a:cubicBezTo>
                  <a:cubicBezTo>
                    <a:pt x="56" y="133"/>
                    <a:pt x="56" y="133"/>
                    <a:pt x="56" y="133"/>
                  </a:cubicBezTo>
                  <a:cubicBezTo>
                    <a:pt x="55" y="134"/>
                    <a:pt x="53" y="135"/>
                    <a:pt x="52" y="134"/>
                  </a:cubicBezTo>
                  <a:cubicBezTo>
                    <a:pt x="48" y="132"/>
                    <a:pt x="44" y="132"/>
                    <a:pt x="40" y="132"/>
                  </a:cubicBezTo>
                  <a:cubicBezTo>
                    <a:pt x="32" y="132"/>
                    <a:pt x="25" y="135"/>
                    <a:pt x="19" y="140"/>
                  </a:cubicBezTo>
                  <a:cubicBezTo>
                    <a:pt x="12" y="147"/>
                    <a:pt x="10" y="157"/>
                    <a:pt x="11" y="166"/>
                  </a:cubicBezTo>
                  <a:cubicBezTo>
                    <a:pt x="22" y="153"/>
                    <a:pt x="22" y="153"/>
                    <a:pt x="22" y="153"/>
                  </a:cubicBezTo>
                  <a:cubicBezTo>
                    <a:pt x="23" y="152"/>
                    <a:pt x="24" y="152"/>
                    <a:pt x="25" y="152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50" y="154"/>
                    <a:pt x="50" y="156"/>
                  </a:cubicBezTo>
                  <a:cubicBezTo>
                    <a:pt x="50" y="176"/>
                    <a:pt x="50" y="176"/>
                    <a:pt x="50" y="176"/>
                  </a:cubicBezTo>
                  <a:cubicBezTo>
                    <a:pt x="50" y="177"/>
                    <a:pt x="50" y="178"/>
                    <a:pt x="49" y="179"/>
                  </a:cubicBezTo>
                  <a:lnTo>
                    <a:pt x="36" y="1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56" name="Freeform 21">
              <a:extLst>
                <a:ext uri="{FF2B5EF4-FFF2-40B4-BE49-F238E27FC236}">
                  <a16:creationId xmlns:a16="http://schemas.microsoft.com/office/drawing/2014/main" id="{FDD60634-B80D-63CD-0E09-B7CE415AB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912" y="1022351"/>
              <a:ext cx="400050" cy="400050"/>
            </a:xfrm>
            <a:custGeom>
              <a:avLst/>
              <a:gdLst>
                <a:gd name="T0" fmla="*/ 81 w 105"/>
                <a:gd name="T1" fmla="*/ 105 h 105"/>
                <a:gd name="T2" fmla="*/ 52 w 105"/>
                <a:gd name="T3" fmla="*/ 76 h 105"/>
                <a:gd name="T4" fmla="*/ 14 w 105"/>
                <a:gd name="T5" fmla="*/ 67 h 105"/>
                <a:gd name="T6" fmla="*/ 6 w 105"/>
                <a:gd name="T7" fmla="*/ 26 h 105"/>
                <a:gd name="T8" fmla="*/ 9 w 105"/>
                <a:gd name="T9" fmla="*/ 24 h 105"/>
                <a:gd name="T10" fmla="*/ 12 w 105"/>
                <a:gd name="T11" fmla="*/ 25 h 105"/>
                <a:gd name="T12" fmla="*/ 27 w 105"/>
                <a:gd name="T13" fmla="*/ 42 h 105"/>
                <a:gd name="T14" fmla="*/ 42 w 105"/>
                <a:gd name="T15" fmla="*/ 42 h 105"/>
                <a:gd name="T16" fmla="*/ 42 w 105"/>
                <a:gd name="T17" fmla="*/ 27 h 105"/>
                <a:gd name="T18" fmla="*/ 25 w 105"/>
                <a:gd name="T19" fmla="*/ 12 h 105"/>
                <a:gd name="T20" fmla="*/ 24 w 105"/>
                <a:gd name="T21" fmla="*/ 9 h 105"/>
                <a:gd name="T22" fmla="*/ 26 w 105"/>
                <a:gd name="T23" fmla="*/ 6 h 105"/>
                <a:gd name="T24" fmla="*/ 66 w 105"/>
                <a:gd name="T25" fmla="*/ 14 h 105"/>
                <a:gd name="T26" fmla="*/ 75 w 105"/>
                <a:gd name="T27" fmla="*/ 52 h 105"/>
                <a:gd name="T28" fmla="*/ 105 w 105"/>
                <a:gd name="T29" fmla="*/ 81 h 105"/>
                <a:gd name="T30" fmla="*/ 99 w 105"/>
                <a:gd name="T31" fmla="*/ 87 h 105"/>
                <a:gd name="T32" fmla="*/ 68 w 105"/>
                <a:gd name="T33" fmla="*/ 56 h 105"/>
                <a:gd name="T34" fmla="*/ 67 w 105"/>
                <a:gd name="T35" fmla="*/ 52 h 105"/>
                <a:gd name="T36" fmla="*/ 61 w 105"/>
                <a:gd name="T37" fmla="*/ 19 h 105"/>
                <a:gd name="T38" fmla="*/ 36 w 105"/>
                <a:gd name="T39" fmla="*/ 11 h 105"/>
                <a:gd name="T40" fmla="*/ 49 w 105"/>
                <a:gd name="T41" fmla="*/ 22 h 105"/>
                <a:gd name="T42" fmla="*/ 50 w 105"/>
                <a:gd name="T43" fmla="*/ 25 h 105"/>
                <a:gd name="T44" fmla="*/ 50 w 105"/>
                <a:gd name="T45" fmla="*/ 46 h 105"/>
                <a:gd name="T46" fmla="*/ 46 w 105"/>
                <a:gd name="T47" fmla="*/ 50 h 105"/>
                <a:gd name="T48" fmla="*/ 25 w 105"/>
                <a:gd name="T49" fmla="*/ 50 h 105"/>
                <a:gd name="T50" fmla="*/ 22 w 105"/>
                <a:gd name="T51" fmla="*/ 49 h 105"/>
                <a:gd name="T52" fmla="*/ 11 w 105"/>
                <a:gd name="T53" fmla="*/ 36 h 105"/>
                <a:gd name="T54" fmla="*/ 19 w 105"/>
                <a:gd name="T55" fmla="*/ 61 h 105"/>
                <a:gd name="T56" fmla="*/ 52 w 105"/>
                <a:gd name="T57" fmla="*/ 67 h 105"/>
                <a:gd name="T58" fmla="*/ 56 w 105"/>
                <a:gd name="T59" fmla="*/ 68 h 105"/>
                <a:gd name="T60" fmla="*/ 87 w 105"/>
                <a:gd name="T61" fmla="*/ 99 h 105"/>
                <a:gd name="T62" fmla="*/ 81 w 105"/>
                <a:gd name="T6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5" h="105">
                  <a:moveTo>
                    <a:pt x="81" y="105"/>
                  </a:moveTo>
                  <a:cubicBezTo>
                    <a:pt x="52" y="76"/>
                    <a:pt x="52" y="76"/>
                    <a:pt x="52" y="76"/>
                  </a:cubicBezTo>
                  <a:cubicBezTo>
                    <a:pt x="39" y="80"/>
                    <a:pt x="24" y="77"/>
                    <a:pt x="14" y="67"/>
                  </a:cubicBezTo>
                  <a:cubicBezTo>
                    <a:pt x="3" y="56"/>
                    <a:pt x="0" y="40"/>
                    <a:pt x="6" y="26"/>
                  </a:cubicBezTo>
                  <a:cubicBezTo>
                    <a:pt x="6" y="25"/>
                    <a:pt x="7" y="24"/>
                    <a:pt x="9" y="24"/>
                  </a:cubicBezTo>
                  <a:cubicBezTo>
                    <a:pt x="10" y="24"/>
                    <a:pt x="12" y="24"/>
                    <a:pt x="12" y="25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12"/>
                    <a:pt x="24" y="10"/>
                    <a:pt x="24" y="9"/>
                  </a:cubicBezTo>
                  <a:cubicBezTo>
                    <a:pt x="24" y="7"/>
                    <a:pt x="25" y="6"/>
                    <a:pt x="26" y="6"/>
                  </a:cubicBezTo>
                  <a:cubicBezTo>
                    <a:pt x="40" y="0"/>
                    <a:pt x="56" y="3"/>
                    <a:pt x="66" y="14"/>
                  </a:cubicBezTo>
                  <a:cubicBezTo>
                    <a:pt x="77" y="24"/>
                    <a:pt x="80" y="39"/>
                    <a:pt x="75" y="52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99" y="87"/>
                    <a:pt x="99" y="87"/>
                    <a:pt x="99" y="87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7" y="55"/>
                    <a:pt x="66" y="53"/>
                    <a:pt x="67" y="52"/>
                  </a:cubicBezTo>
                  <a:cubicBezTo>
                    <a:pt x="72" y="40"/>
                    <a:pt x="69" y="28"/>
                    <a:pt x="61" y="19"/>
                  </a:cubicBezTo>
                  <a:cubicBezTo>
                    <a:pt x="54" y="13"/>
                    <a:pt x="45" y="10"/>
                    <a:pt x="36" y="1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3"/>
                    <a:pt x="50" y="24"/>
                    <a:pt x="50" y="25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0" y="49"/>
                    <a:pt x="49" y="50"/>
                    <a:pt x="46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4" y="50"/>
                    <a:pt x="23" y="50"/>
                    <a:pt x="22" y="49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45"/>
                    <a:pt x="13" y="54"/>
                    <a:pt x="19" y="61"/>
                  </a:cubicBezTo>
                  <a:cubicBezTo>
                    <a:pt x="28" y="70"/>
                    <a:pt x="40" y="72"/>
                    <a:pt x="52" y="67"/>
                  </a:cubicBezTo>
                  <a:cubicBezTo>
                    <a:pt x="53" y="67"/>
                    <a:pt x="55" y="67"/>
                    <a:pt x="56" y="68"/>
                  </a:cubicBezTo>
                  <a:cubicBezTo>
                    <a:pt x="87" y="99"/>
                    <a:pt x="87" y="99"/>
                    <a:pt x="87" y="99"/>
                  </a:cubicBezTo>
                  <a:lnTo>
                    <a:pt x="8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57" name="Freeform 22">
              <a:extLst>
                <a:ext uri="{FF2B5EF4-FFF2-40B4-BE49-F238E27FC236}">
                  <a16:creationId xmlns:a16="http://schemas.microsoft.com/office/drawing/2014/main" id="{DD0372CD-A2F2-DD46-564B-78B966B3E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738" y="1400175"/>
              <a:ext cx="400050" cy="387350"/>
            </a:xfrm>
            <a:custGeom>
              <a:avLst/>
              <a:gdLst>
                <a:gd name="T0" fmla="*/ 65 w 105"/>
                <a:gd name="T1" fmla="*/ 102 h 102"/>
                <a:gd name="T2" fmla="*/ 39 w 105"/>
                <a:gd name="T3" fmla="*/ 91 h 102"/>
                <a:gd name="T4" fmla="*/ 30 w 105"/>
                <a:gd name="T5" fmla="*/ 53 h 102"/>
                <a:gd name="T6" fmla="*/ 0 w 105"/>
                <a:gd name="T7" fmla="*/ 24 h 102"/>
                <a:gd name="T8" fmla="*/ 6 w 105"/>
                <a:gd name="T9" fmla="*/ 18 h 102"/>
                <a:gd name="T10" fmla="*/ 37 w 105"/>
                <a:gd name="T11" fmla="*/ 49 h 102"/>
                <a:gd name="T12" fmla="*/ 38 w 105"/>
                <a:gd name="T13" fmla="*/ 53 h 102"/>
                <a:gd name="T14" fmla="*/ 44 w 105"/>
                <a:gd name="T15" fmla="*/ 86 h 102"/>
                <a:gd name="T16" fmla="*/ 70 w 105"/>
                <a:gd name="T17" fmla="*/ 94 h 102"/>
                <a:gd name="T18" fmla="*/ 57 w 105"/>
                <a:gd name="T19" fmla="*/ 83 h 102"/>
                <a:gd name="T20" fmla="*/ 56 w 105"/>
                <a:gd name="T21" fmla="*/ 80 h 102"/>
                <a:gd name="T22" fmla="*/ 56 w 105"/>
                <a:gd name="T23" fmla="*/ 60 h 102"/>
                <a:gd name="T24" fmla="*/ 60 w 105"/>
                <a:gd name="T25" fmla="*/ 56 h 102"/>
                <a:gd name="T26" fmla="*/ 80 w 105"/>
                <a:gd name="T27" fmla="*/ 56 h 102"/>
                <a:gd name="T28" fmla="*/ 83 w 105"/>
                <a:gd name="T29" fmla="*/ 57 h 102"/>
                <a:gd name="T30" fmla="*/ 94 w 105"/>
                <a:gd name="T31" fmla="*/ 70 h 102"/>
                <a:gd name="T32" fmla="*/ 86 w 105"/>
                <a:gd name="T33" fmla="*/ 44 h 102"/>
                <a:gd name="T34" fmla="*/ 53 w 105"/>
                <a:gd name="T35" fmla="*/ 38 h 102"/>
                <a:gd name="T36" fmla="*/ 49 w 105"/>
                <a:gd name="T37" fmla="*/ 37 h 102"/>
                <a:gd name="T38" fmla="*/ 18 w 105"/>
                <a:gd name="T39" fmla="*/ 6 h 102"/>
                <a:gd name="T40" fmla="*/ 24 w 105"/>
                <a:gd name="T41" fmla="*/ 0 h 102"/>
                <a:gd name="T42" fmla="*/ 53 w 105"/>
                <a:gd name="T43" fmla="*/ 30 h 102"/>
                <a:gd name="T44" fmla="*/ 91 w 105"/>
                <a:gd name="T45" fmla="*/ 39 h 102"/>
                <a:gd name="T46" fmla="*/ 99 w 105"/>
                <a:gd name="T47" fmla="*/ 79 h 102"/>
                <a:gd name="T48" fmla="*/ 96 w 105"/>
                <a:gd name="T49" fmla="*/ 82 h 102"/>
                <a:gd name="T50" fmla="*/ 93 w 105"/>
                <a:gd name="T51" fmla="*/ 81 h 102"/>
                <a:gd name="T52" fmla="*/ 78 w 105"/>
                <a:gd name="T53" fmla="*/ 64 h 102"/>
                <a:gd name="T54" fmla="*/ 64 w 105"/>
                <a:gd name="T55" fmla="*/ 64 h 102"/>
                <a:gd name="T56" fmla="*/ 64 w 105"/>
                <a:gd name="T57" fmla="*/ 78 h 102"/>
                <a:gd name="T58" fmla="*/ 81 w 105"/>
                <a:gd name="T59" fmla="*/ 93 h 102"/>
                <a:gd name="T60" fmla="*/ 82 w 105"/>
                <a:gd name="T61" fmla="*/ 96 h 102"/>
                <a:gd name="T62" fmla="*/ 80 w 105"/>
                <a:gd name="T63" fmla="*/ 99 h 102"/>
                <a:gd name="T64" fmla="*/ 65 w 105"/>
                <a:gd name="T6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5" h="102">
                  <a:moveTo>
                    <a:pt x="65" y="102"/>
                  </a:moveTo>
                  <a:cubicBezTo>
                    <a:pt x="55" y="102"/>
                    <a:pt x="46" y="98"/>
                    <a:pt x="39" y="91"/>
                  </a:cubicBezTo>
                  <a:cubicBezTo>
                    <a:pt x="28" y="81"/>
                    <a:pt x="25" y="66"/>
                    <a:pt x="30" y="5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8" y="50"/>
                    <a:pt x="39" y="52"/>
                    <a:pt x="38" y="53"/>
                  </a:cubicBezTo>
                  <a:cubicBezTo>
                    <a:pt x="33" y="65"/>
                    <a:pt x="36" y="77"/>
                    <a:pt x="44" y="86"/>
                  </a:cubicBezTo>
                  <a:cubicBezTo>
                    <a:pt x="51" y="93"/>
                    <a:pt x="61" y="95"/>
                    <a:pt x="70" y="94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6" y="82"/>
                    <a:pt x="56" y="81"/>
                    <a:pt x="56" y="80"/>
                  </a:cubicBezTo>
                  <a:cubicBezTo>
                    <a:pt x="56" y="60"/>
                    <a:pt x="56" y="60"/>
                    <a:pt x="56" y="60"/>
                  </a:cubicBezTo>
                  <a:cubicBezTo>
                    <a:pt x="56" y="58"/>
                    <a:pt x="58" y="56"/>
                    <a:pt x="60" y="5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1" y="56"/>
                    <a:pt x="82" y="56"/>
                    <a:pt x="83" y="57"/>
                  </a:cubicBezTo>
                  <a:cubicBezTo>
                    <a:pt x="94" y="70"/>
                    <a:pt x="94" y="70"/>
                    <a:pt x="94" y="70"/>
                  </a:cubicBezTo>
                  <a:cubicBezTo>
                    <a:pt x="95" y="61"/>
                    <a:pt x="93" y="51"/>
                    <a:pt x="86" y="44"/>
                  </a:cubicBezTo>
                  <a:cubicBezTo>
                    <a:pt x="77" y="36"/>
                    <a:pt x="65" y="33"/>
                    <a:pt x="53" y="38"/>
                  </a:cubicBezTo>
                  <a:cubicBezTo>
                    <a:pt x="52" y="39"/>
                    <a:pt x="50" y="38"/>
                    <a:pt x="49" y="3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3" y="30"/>
                    <a:pt x="53" y="30"/>
                    <a:pt x="53" y="30"/>
                  </a:cubicBezTo>
                  <a:cubicBezTo>
                    <a:pt x="66" y="25"/>
                    <a:pt x="81" y="28"/>
                    <a:pt x="91" y="39"/>
                  </a:cubicBezTo>
                  <a:cubicBezTo>
                    <a:pt x="102" y="49"/>
                    <a:pt x="105" y="65"/>
                    <a:pt x="99" y="79"/>
                  </a:cubicBezTo>
                  <a:cubicBezTo>
                    <a:pt x="99" y="81"/>
                    <a:pt x="98" y="82"/>
                    <a:pt x="96" y="82"/>
                  </a:cubicBezTo>
                  <a:cubicBezTo>
                    <a:pt x="95" y="82"/>
                    <a:pt x="94" y="82"/>
                    <a:pt x="93" y="81"/>
                  </a:cubicBezTo>
                  <a:cubicBezTo>
                    <a:pt x="78" y="64"/>
                    <a:pt x="78" y="64"/>
                    <a:pt x="78" y="64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81" y="93"/>
                    <a:pt x="81" y="93"/>
                    <a:pt x="81" y="93"/>
                  </a:cubicBezTo>
                  <a:cubicBezTo>
                    <a:pt x="82" y="94"/>
                    <a:pt x="82" y="95"/>
                    <a:pt x="82" y="96"/>
                  </a:cubicBezTo>
                  <a:cubicBezTo>
                    <a:pt x="82" y="98"/>
                    <a:pt x="81" y="99"/>
                    <a:pt x="80" y="99"/>
                  </a:cubicBezTo>
                  <a:cubicBezTo>
                    <a:pt x="75" y="101"/>
                    <a:pt x="70" y="102"/>
                    <a:pt x="65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58" name="Group 262">
            <a:extLst>
              <a:ext uri="{FF2B5EF4-FFF2-40B4-BE49-F238E27FC236}">
                <a16:creationId xmlns:a16="http://schemas.microsoft.com/office/drawing/2014/main" id="{1D0ACCB2-A972-0C2E-FFB6-83240FEF29B6}"/>
              </a:ext>
            </a:extLst>
          </p:cNvPr>
          <p:cNvGrpSpPr/>
          <p:nvPr/>
        </p:nvGrpSpPr>
        <p:grpSpPr>
          <a:xfrm>
            <a:off x="1492239" y="5504169"/>
            <a:ext cx="359826" cy="252499"/>
            <a:chOff x="5730876" y="4662488"/>
            <a:chExt cx="1931988" cy="135572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59" name="Freeform 9">
              <a:extLst>
                <a:ext uri="{FF2B5EF4-FFF2-40B4-BE49-F238E27FC236}">
                  <a16:creationId xmlns:a16="http://schemas.microsoft.com/office/drawing/2014/main" id="{C8FD077E-B120-03D1-55F7-D71E245850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0876" y="4662488"/>
              <a:ext cx="1931988" cy="1355725"/>
            </a:xfrm>
            <a:custGeom>
              <a:avLst/>
              <a:gdLst>
                <a:gd name="T0" fmla="*/ 1712 w 1759"/>
                <a:gd name="T1" fmla="*/ 863 h 1235"/>
                <a:gd name="T2" fmla="*/ 1593 w 1759"/>
                <a:gd name="T3" fmla="*/ 409 h 1235"/>
                <a:gd name="T4" fmla="*/ 1477 w 1759"/>
                <a:gd name="T5" fmla="*/ 206 h 1235"/>
                <a:gd name="T6" fmla="*/ 1408 w 1759"/>
                <a:gd name="T7" fmla="*/ 175 h 1235"/>
                <a:gd name="T8" fmla="*/ 969 w 1759"/>
                <a:gd name="T9" fmla="*/ 174 h 1235"/>
                <a:gd name="T10" fmla="*/ 957 w 1759"/>
                <a:gd name="T11" fmla="*/ 61 h 1235"/>
                <a:gd name="T12" fmla="*/ 62 w 1759"/>
                <a:gd name="T13" fmla="*/ 0 h 1235"/>
                <a:gd name="T14" fmla="*/ 1 w 1759"/>
                <a:gd name="T15" fmla="*/ 643 h 1235"/>
                <a:gd name="T16" fmla="*/ 93 w 1759"/>
                <a:gd name="T17" fmla="*/ 1043 h 1235"/>
                <a:gd name="T18" fmla="*/ 423 w 1759"/>
                <a:gd name="T19" fmla="*/ 1235 h 1235"/>
                <a:gd name="T20" fmla="*/ 1085 w 1759"/>
                <a:gd name="T21" fmla="*/ 1043 h 1235"/>
                <a:gd name="T22" fmla="*/ 1544 w 1759"/>
                <a:gd name="T23" fmla="*/ 1043 h 1235"/>
                <a:gd name="T24" fmla="*/ 1759 w 1759"/>
                <a:gd name="T25" fmla="*/ 1033 h 1235"/>
                <a:gd name="T26" fmla="*/ 1749 w 1759"/>
                <a:gd name="T27" fmla="*/ 863 h 1235"/>
                <a:gd name="T28" fmla="*/ 1629 w 1759"/>
                <a:gd name="T29" fmla="*/ 642 h 1235"/>
                <a:gd name="T30" fmla="*/ 1300 w 1759"/>
                <a:gd name="T31" fmla="*/ 256 h 1235"/>
                <a:gd name="T32" fmla="*/ 1413 w 1759"/>
                <a:gd name="T33" fmla="*/ 257 h 1235"/>
                <a:gd name="T34" fmla="*/ 969 w 1759"/>
                <a:gd name="T35" fmla="*/ 255 h 1235"/>
                <a:gd name="T36" fmla="*/ 1259 w 1759"/>
                <a:gd name="T37" fmla="*/ 642 h 1235"/>
                <a:gd name="T38" fmla="*/ 958 w 1759"/>
                <a:gd name="T39" fmla="*/ 266 h 1235"/>
                <a:gd name="T40" fmla="*/ 876 w 1759"/>
                <a:gd name="T41" fmla="*/ 81 h 1235"/>
                <a:gd name="T42" fmla="*/ 163 w 1759"/>
                <a:gd name="T43" fmla="*/ 604 h 1235"/>
                <a:gd name="T44" fmla="*/ 81 w 1759"/>
                <a:gd name="T45" fmla="*/ 81 h 1235"/>
                <a:gd name="T46" fmla="*/ 423 w 1759"/>
                <a:gd name="T47" fmla="*/ 1160 h 1235"/>
                <a:gd name="T48" fmla="*/ 423 w 1759"/>
                <a:gd name="T49" fmla="*/ 844 h 1235"/>
                <a:gd name="T50" fmla="*/ 423 w 1759"/>
                <a:gd name="T51" fmla="*/ 1160 h 1235"/>
                <a:gd name="T52" fmla="*/ 192 w 1759"/>
                <a:gd name="T53" fmla="*/ 962 h 1235"/>
                <a:gd name="T54" fmla="*/ 82 w 1759"/>
                <a:gd name="T55" fmla="*/ 951 h 1235"/>
                <a:gd name="T56" fmla="*/ 957 w 1759"/>
                <a:gd name="T57" fmla="*/ 684 h 1235"/>
                <a:gd name="T58" fmla="*/ 958 w 1759"/>
                <a:gd name="T59" fmla="*/ 682 h 1235"/>
                <a:gd name="T60" fmla="*/ 1631 w 1759"/>
                <a:gd name="T61" fmla="*/ 863 h 1235"/>
                <a:gd name="T62" fmla="*/ 1584 w 1759"/>
                <a:gd name="T63" fmla="*/ 873 h 1235"/>
                <a:gd name="T64" fmla="*/ 1547 w 1759"/>
                <a:gd name="T65" fmla="*/ 962 h 1235"/>
                <a:gd name="T66" fmla="*/ 1082 w 1759"/>
                <a:gd name="T67" fmla="*/ 962 h 1235"/>
                <a:gd name="T68" fmla="*/ 425 w 1759"/>
                <a:gd name="T69" fmla="*/ 766 h 1235"/>
                <a:gd name="T70" fmla="*/ 1156 w 1759"/>
                <a:gd name="T71" fmla="*/ 1002 h 1235"/>
                <a:gd name="T72" fmla="*/ 1473 w 1759"/>
                <a:gd name="T73" fmla="*/ 1002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59" h="1235">
                  <a:moveTo>
                    <a:pt x="1749" y="863"/>
                  </a:moveTo>
                  <a:cubicBezTo>
                    <a:pt x="1712" y="863"/>
                    <a:pt x="1712" y="863"/>
                    <a:pt x="1712" y="863"/>
                  </a:cubicBezTo>
                  <a:cubicBezTo>
                    <a:pt x="1712" y="638"/>
                    <a:pt x="1712" y="638"/>
                    <a:pt x="1712" y="638"/>
                  </a:cubicBezTo>
                  <a:cubicBezTo>
                    <a:pt x="1712" y="625"/>
                    <a:pt x="1712" y="619"/>
                    <a:pt x="1593" y="409"/>
                  </a:cubicBezTo>
                  <a:cubicBezTo>
                    <a:pt x="1537" y="310"/>
                    <a:pt x="1480" y="211"/>
                    <a:pt x="1479" y="210"/>
                  </a:cubicBezTo>
                  <a:cubicBezTo>
                    <a:pt x="1477" y="206"/>
                    <a:pt x="1477" y="206"/>
                    <a:pt x="1477" y="206"/>
                  </a:cubicBezTo>
                  <a:cubicBezTo>
                    <a:pt x="1473" y="202"/>
                    <a:pt x="1473" y="202"/>
                    <a:pt x="1473" y="202"/>
                  </a:cubicBezTo>
                  <a:cubicBezTo>
                    <a:pt x="1455" y="185"/>
                    <a:pt x="1432" y="175"/>
                    <a:pt x="1408" y="175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9" y="174"/>
                    <a:pt x="969" y="174"/>
                    <a:pt x="969" y="174"/>
                  </a:cubicBezTo>
                  <a:cubicBezTo>
                    <a:pt x="965" y="174"/>
                    <a:pt x="961" y="174"/>
                    <a:pt x="957" y="175"/>
                  </a:cubicBezTo>
                  <a:cubicBezTo>
                    <a:pt x="957" y="61"/>
                    <a:pt x="957" y="61"/>
                    <a:pt x="957" y="61"/>
                  </a:cubicBezTo>
                  <a:cubicBezTo>
                    <a:pt x="957" y="28"/>
                    <a:pt x="930" y="0"/>
                    <a:pt x="896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1" y="643"/>
                    <a:pt x="1" y="643"/>
                    <a:pt x="1" y="643"/>
                  </a:cubicBezTo>
                  <a:cubicBezTo>
                    <a:pt x="1" y="951"/>
                    <a:pt x="1" y="951"/>
                    <a:pt x="1" y="951"/>
                  </a:cubicBezTo>
                  <a:cubicBezTo>
                    <a:pt x="1" y="1001"/>
                    <a:pt x="42" y="1043"/>
                    <a:pt x="93" y="1043"/>
                  </a:cubicBezTo>
                  <a:cubicBezTo>
                    <a:pt x="193" y="1043"/>
                    <a:pt x="193" y="1043"/>
                    <a:pt x="193" y="1043"/>
                  </a:cubicBezTo>
                  <a:cubicBezTo>
                    <a:pt x="213" y="1152"/>
                    <a:pt x="308" y="1235"/>
                    <a:pt x="423" y="1235"/>
                  </a:cubicBezTo>
                  <a:cubicBezTo>
                    <a:pt x="538" y="1235"/>
                    <a:pt x="634" y="1152"/>
                    <a:pt x="653" y="1043"/>
                  </a:cubicBezTo>
                  <a:cubicBezTo>
                    <a:pt x="1085" y="1043"/>
                    <a:pt x="1085" y="1043"/>
                    <a:pt x="1085" y="1043"/>
                  </a:cubicBezTo>
                  <a:cubicBezTo>
                    <a:pt x="1104" y="1152"/>
                    <a:pt x="1200" y="1235"/>
                    <a:pt x="1315" y="1235"/>
                  </a:cubicBezTo>
                  <a:cubicBezTo>
                    <a:pt x="1429" y="1235"/>
                    <a:pt x="1525" y="1152"/>
                    <a:pt x="1544" y="1043"/>
                  </a:cubicBezTo>
                  <a:cubicBezTo>
                    <a:pt x="1701" y="1043"/>
                    <a:pt x="1717" y="1042"/>
                    <a:pt x="1749" y="1042"/>
                  </a:cubicBezTo>
                  <a:cubicBezTo>
                    <a:pt x="1754" y="1042"/>
                    <a:pt x="1759" y="1038"/>
                    <a:pt x="1759" y="1033"/>
                  </a:cubicBezTo>
                  <a:cubicBezTo>
                    <a:pt x="1759" y="873"/>
                    <a:pt x="1759" y="873"/>
                    <a:pt x="1759" y="873"/>
                  </a:cubicBezTo>
                  <a:cubicBezTo>
                    <a:pt x="1759" y="868"/>
                    <a:pt x="1754" y="863"/>
                    <a:pt x="1749" y="863"/>
                  </a:cubicBezTo>
                  <a:close/>
                  <a:moveTo>
                    <a:pt x="1413" y="257"/>
                  </a:moveTo>
                  <a:cubicBezTo>
                    <a:pt x="1488" y="388"/>
                    <a:pt x="1605" y="593"/>
                    <a:pt x="1629" y="642"/>
                  </a:cubicBezTo>
                  <a:cubicBezTo>
                    <a:pt x="1300" y="642"/>
                    <a:pt x="1300" y="642"/>
                    <a:pt x="1300" y="642"/>
                  </a:cubicBezTo>
                  <a:cubicBezTo>
                    <a:pt x="1300" y="256"/>
                    <a:pt x="1300" y="256"/>
                    <a:pt x="1300" y="256"/>
                  </a:cubicBezTo>
                  <a:cubicBezTo>
                    <a:pt x="1408" y="256"/>
                    <a:pt x="1408" y="256"/>
                    <a:pt x="1408" y="256"/>
                  </a:cubicBezTo>
                  <a:cubicBezTo>
                    <a:pt x="1410" y="256"/>
                    <a:pt x="1411" y="256"/>
                    <a:pt x="1413" y="257"/>
                  </a:cubicBezTo>
                  <a:close/>
                  <a:moveTo>
                    <a:pt x="961" y="258"/>
                  </a:moveTo>
                  <a:cubicBezTo>
                    <a:pt x="963" y="256"/>
                    <a:pt x="966" y="255"/>
                    <a:pt x="969" y="255"/>
                  </a:cubicBezTo>
                  <a:cubicBezTo>
                    <a:pt x="1259" y="256"/>
                    <a:pt x="1259" y="256"/>
                    <a:pt x="1259" y="256"/>
                  </a:cubicBezTo>
                  <a:cubicBezTo>
                    <a:pt x="1259" y="642"/>
                    <a:pt x="1259" y="642"/>
                    <a:pt x="1259" y="642"/>
                  </a:cubicBezTo>
                  <a:cubicBezTo>
                    <a:pt x="958" y="642"/>
                    <a:pt x="958" y="642"/>
                    <a:pt x="958" y="642"/>
                  </a:cubicBezTo>
                  <a:cubicBezTo>
                    <a:pt x="958" y="266"/>
                    <a:pt x="958" y="266"/>
                    <a:pt x="958" y="266"/>
                  </a:cubicBezTo>
                  <a:cubicBezTo>
                    <a:pt x="958" y="263"/>
                    <a:pt x="959" y="260"/>
                    <a:pt x="961" y="258"/>
                  </a:cubicBezTo>
                  <a:close/>
                  <a:moveTo>
                    <a:pt x="876" y="81"/>
                  </a:moveTo>
                  <a:cubicBezTo>
                    <a:pt x="876" y="604"/>
                    <a:pt x="876" y="604"/>
                    <a:pt x="876" y="604"/>
                  </a:cubicBezTo>
                  <a:cubicBezTo>
                    <a:pt x="163" y="604"/>
                    <a:pt x="163" y="604"/>
                    <a:pt x="163" y="604"/>
                  </a:cubicBezTo>
                  <a:cubicBezTo>
                    <a:pt x="82" y="604"/>
                    <a:pt x="82" y="604"/>
                    <a:pt x="82" y="604"/>
                  </a:cubicBezTo>
                  <a:cubicBezTo>
                    <a:pt x="81" y="81"/>
                    <a:pt x="81" y="81"/>
                    <a:pt x="81" y="81"/>
                  </a:cubicBezTo>
                  <a:lnTo>
                    <a:pt x="876" y="81"/>
                  </a:lnTo>
                  <a:close/>
                  <a:moveTo>
                    <a:pt x="423" y="1160"/>
                  </a:moveTo>
                  <a:cubicBezTo>
                    <a:pt x="336" y="1160"/>
                    <a:pt x="265" y="1089"/>
                    <a:pt x="265" y="1002"/>
                  </a:cubicBezTo>
                  <a:cubicBezTo>
                    <a:pt x="265" y="915"/>
                    <a:pt x="336" y="844"/>
                    <a:pt x="423" y="844"/>
                  </a:cubicBezTo>
                  <a:cubicBezTo>
                    <a:pt x="511" y="844"/>
                    <a:pt x="582" y="915"/>
                    <a:pt x="582" y="1002"/>
                  </a:cubicBezTo>
                  <a:cubicBezTo>
                    <a:pt x="582" y="1089"/>
                    <a:pt x="511" y="1160"/>
                    <a:pt x="423" y="1160"/>
                  </a:cubicBezTo>
                  <a:close/>
                  <a:moveTo>
                    <a:pt x="425" y="766"/>
                  </a:moveTo>
                  <a:cubicBezTo>
                    <a:pt x="308" y="766"/>
                    <a:pt x="211" y="851"/>
                    <a:pt x="192" y="962"/>
                  </a:cubicBezTo>
                  <a:cubicBezTo>
                    <a:pt x="93" y="962"/>
                    <a:pt x="93" y="962"/>
                    <a:pt x="93" y="962"/>
                  </a:cubicBezTo>
                  <a:cubicBezTo>
                    <a:pt x="87" y="962"/>
                    <a:pt x="82" y="957"/>
                    <a:pt x="82" y="951"/>
                  </a:cubicBezTo>
                  <a:cubicBezTo>
                    <a:pt x="82" y="684"/>
                    <a:pt x="82" y="684"/>
                    <a:pt x="82" y="684"/>
                  </a:cubicBezTo>
                  <a:cubicBezTo>
                    <a:pt x="957" y="684"/>
                    <a:pt x="957" y="684"/>
                    <a:pt x="957" y="684"/>
                  </a:cubicBezTo>
                  <a:cubicBezTo>
                    <a:pt x="958" y="684"/>
                    <a:pt x="958" y="684"/>
                    <a:pt x="958" y="684"/>
                  </a:cubicBezTo>
                  <a:cubicBezTo>
                    <a:pt x="958" y="682"/>
                    <a:pt x="958" y="682"/>
                    <a:pt x="958" y="682"/>
                  </a:cubicBezTo>
                  <a:cubicBezTo>
                    <a:pt x="1631" y="682"/>
                    <a:pt x="1631" y="682"/>
                    <a:pt x="1631" y="682"/>
                  </a:cubicBezTo>
                  <a:cubicBezTo>
                    <a:pt x="1631" y="863"/>
                    <a:pt x="1631" y="863"/>
                    <a:pt x="1631" y="863"/>
                  </a:cubicBezTo>
                  <a:cubicBezTo>
                    <a:pt x="1594" y="863"/>
                    <a:pt x="1594" y="863"/>
                    <a:pt x="1594" y="863"/>
                  </a:cubicBezTo>
                  <a:cubicBezTo>
                    <a:pt x="1589" y="863"/>
                    <a:pt x="1584" y="868"/>
                    <a:pt x="1584" y="873"/>
                  </a:cubicBezTo>
                  <a:cubicBezTo>
                    <a:pt x="1584" y="962"/>
                    <a:pt x="1584" y="962"/>
                    <a:pt x="1584" y="962"/>
                  </a:cubicBezTo>
                  <a:cubicBezTo>
                    <a:pt x="1547" y="962"/>
                    <a:pt x="1547" y="962"/>
                    <a:pt x="1547" y="962"/>
                  </a:cubicBezTo>
                  <a:cubicBezTo>
                    <a:pt x="1528" y="851"/>
                    <a:pt x="1431" y="766"/>
                    <a:pt x="1315" y="766"/>
                  </a:cubicBezTo>
                  <a:cubicBezTo>
                    <a:pt x="1198" y="766"/>
                    <a:pt x="1101" y="851"/>
                    <a:pt x="1082" y="962"/>
                  </a:cubicBezTo>
                  <a:cubicBezTo>
                    <a:pt x="658" y="962"/>
                    <a:pt x="658" y="962"/>
                    <a:pt x="658" y="962"/>
                  </a:cubicBezTo>
                  <a:cubicBezTo>
                    <a:pt x="638" y="851"/>
                    <a:pt x="541" y="766"/>
                    <a:pt x="425" y="766"/>
                  </a:cubicBezTo>
                  <a:close/>
                  <a:moveTo>
                    <a:pt x="1315" y="1160"/>
                  </a:moveTo>
                  <a:cubicBezTo>
                    <a:pt x="1227" y="1160"/>
                    <a:pt x="1156" y="1089"/>
                    <a:pt x="1156" y="1002"/>
                  </a:cubicBezTo>
                  <a:cubicBezTo>
                    <a:pt x="1156" y="915"/>
                    <a:pt x="1227" y="844"/>
                    <a:pt x="1315" y="844"/>
                  </a:cubicBezTo>
                  <a:cubicBezTo>
                    <a:pt x="1402" y="844"/>
                    <a:pt x="1473" y="915"/>
                    <a:pt x="1473" y="1002"/>
                  </a:cubicBezTo>
                  <a:cubicBezTo>
                    <a:pt x="1473" y="1089"/>
                    <a:pt x="1402" y="1160"/>
                    <a:pt x="1315" y="11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0" name="Oval 10">
              <a:extLst>
                <a:ext uri="{FF2B5EF4-FFF2-40B4-BE49-F238E27FC236}">
                  <a16:creationId xmlns:a16="http://schemas.microsoft.com/office/drawing/2014/main" id="{B16E1348-D986-157A-0BA8-52ABFD3A2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726" y="5662613"/>
              <a:ext cx="207963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1" name="Oval 11">
              <a:extLst>
                <a:ext uri="{FF2B5EF4-FFF2-40B4-BE49-F238E27FC236}">
                  <a16:creationId xmlns:a16="http://schemas.microsoft.com/office/drawing/2014/main" id="{5AA37A1D-E0D2-2A16-62C3-E72155A0F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826" y="5662613"/>
              <a:ext cx="206375" cy="2063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62" name="Freeform 12">
            <a:extLst>
              <a:ext uri="{FF2B5EF4-FFF2-40B4-BE49-F238E27FC236}">
                <a16:creationId xmlns:a16="http://schemas.microsoft.com/office/drawing/2014/main" id="{8C39B8EC-B85B-E545-489E-F6149DF16F78}"/>
              </a:ext>
            </a:extLst>
          </p:cNvPr>
          <p:cNvSpPr>
            <a:spLocks noEditPoints="1"/>
          </p:cNvSpPr>
          <p:nvPr/>
        </p:nvSpPr>
        <p:spPr bwMode="auto">
          <a:xfrm>
            <a:off x="2243952" y="5470267"/>
            <a:ext cx="327521" cy="320303"/>
          </a:xfrm>
          <a:custGeom>
            <a:avLst/>
            <a:gdLst>
              <a:gd name="T0" fmla="*/ 2384 w 2506"/>
              <a:gd name="T1" fmla="*/ 122 h 2453"/>
              <a:gd name="T2" fmla="*/ 2190 w 2506"/>
              <a:gd name="T3" fmla="*/ 0 h 2453"/>
              <a:gd name="T4" fmla="*/ 1389 w 2506"/>
              <a:gd name="T5" fmla="*/ 432 h 2453"/>
              <a:gd name="T6" fmla="*/ 1145 w 2506"/>
              <a:gd name="T7" fmla="*/ 382 h 2453"/>
              <a:gd name="T8" fmla="*/ 220 w 2506"/>
              <a:gd name="T9" fmla="*/ 477 h 2453"/>
              <a:gd name="T10" fmla="*/ 0 w 2506"/>
              <a:gd name="T11" fmla="*/ 819 h 2453"/>
              <a:gd name="T12" fmla="*/ 104 w 2506"/>
              <a:gd name="T13" fmla="*/ 1388 h 2453"/>
              <a:gd name="T14" fmla="*/ 434 w 2506"/>
              <a:gd name="T15" fmla="*/ 1654 h 2453"/>
              <a:gd name="T16" fmla="*/ 833 w 2506"/>
              <a:gd name="T17" fmla="*/ 2453 h 2453"/>
              <a:gd name="T18" fmla="*/ 1168 w 2506"/>
              <a:gd name="T19" fmla="*/ 2358 h 2453"/>
              <a:gd name="T20" fmla="*/ 1305 w 2506"/>
              <a:gd name="T21" fmla="*/ 2109 h 2453"/>
              <a:gd name="T22" fmla="*/ 1274 w 2506"/>
              <a:gd name="T23" fmla="*/ 1904 h 2453"/>
              <a:gd name="T24" fmla="*/ 1312 w 2506"/>
              <a:gd name="T25" fmla="*/ 1739 h 2453"/>
              <a:gd name="T26" fmla="*/ 1237 w 2506"/>
              <a:gd name="T27" fmla="*/ 1618 h 2453"/>
              <a:gd name="T28" fmla="*/ 1389 w 2506"/>
              <a:gd name="T29" fmla="*/ 1606 h 2453"/>
              <a:gd name="T30" fmla="*/ 2190 w 2506"/>
              <a:gd name="T31" fmla="*/ 2051 h 2453"/>
              <a:gd name="T32" fmla="*/ 2384 w 2506"/>
              <a:gd name="T33" fmla="*/ 1928 h 2453"/>
              <a:gd name="T34" fmla="*/ 2506 w 2506"/>
              <a:gd name="T35" fmla="*/ 1017 h 2453"/>
              <a:gd name="T36" fmla="*/ 833 w 2506"/>
              <a:gd name="T37" fmla="*/ 2318 h 2453"/>
              <a:gd name="T38" fmla="*/ 556 w 2506"/>
              <a:gd name="T39" fmla="*/ 1592 h 2453"/>
              <a:gd name="T40" fmla="*/ 1176 w 2506"/>
              <a:gd name="T41" fmla="*/ 2149 h 2453"/>
              <a:gd name="T42" fmla="*/ 1128 w 2506"/>
              <a:gd name="T43" fmla="*/ 2229 h 2453"/>
              <a:gd name="T44" fmla="*/ 833 w 2506"/>
              <a:gd name="T45" fmla="*/ 2318 h 2453"/>
              <a:gd name="T46" fmla="*/ 136 w 2506"/>
              <a:gd name="T47" fmla="*/ 819 h 2453"/>
              <a:gd name="T48" fmla="*/ 147 w 2506"/>
              <a:gd name="T49" fmla="*/ 1253 h 2453"/>
              <a:gd name="T50" fmla="*/ 219 w 2506"/>
              <a:gd name="T51" fmla="*/ 1264 h 2453"/>
              <a:gd name="T52" fmla="*/ 476 w 2506"/>
              <a:gd name="T53" fmla="*/ 517 h 2453"/>
              <a:gd name="T54" fmla="*/ 1140 w 2506"/>
              <a:gd name="T55" fmla="*/ 1521 h 2453"/>
              <a:gd name="T56" fmla="*/ 476 w 2506"/>
              <a:gd name="T57" fmla="*/ 1521 h 2453"/>
              <a:gd name="T58" fmla="*/ 1090 w 2506"/>
              <a:gd name="T59" fmla="*/ 1638 h 2453"/>
              <a:gd name="T60" fmla="*/ 1148 w 2506"/>
              <a:gd name="T61" fmla="*/ 1823 h 2453"/>
              <a:gd name="T62" fmla="*/ 1212 w 2506"/>
              <a:gd name="T63" fmla="*/ 567 h 2453"/>
              <a:gd name="T64" fmla="*/ 2132 w 2506"/>
              <a:gd name="T65" fmla="*/ 201 h 2453"/>
              <a:gd name="T66" fmla="*/ 1421 w 2506"/>
              <a:gd name="T67" fmla="*/ 1471 h 2453"/>
              <a:gd name="T68" fmla="*/ 1212 w 2506"/>
              <a:gd name="T69" fmla="*/ 567 h 2453"/>
              <a:gd name="T70" fmla="*/ 2248 w 2506"/>
              <a:gd name="T71" fmla="*/ 135 h 2453"/>
              <a:gd name="T72" fmla="*/ 2203 w 2506"/>
              <a:gd name="T73" fmla="*/ 1915 h 2453"/>
              <a:gd name="T74" fmla="*/ 2319 w 2506"/>
              <a:gd name="T75" fmla="*/ 1169 h 2453"/>
              <a:gd name="T76" fmla="*/ 2371 w 2506"/>
              <a:gd name="T77" fmla="*/ 1017 h 2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506" h="2453">
                <a:moveTo>
                  <a:pt x="2384" y="735"/>
                </a:moveTo>
                <a:cubicBezTo>
                  <a:pt x="2384" y="122"/>
                  <a:pt x="2384" y="122"/>
                  <a:pt x="2384" y="122"/>
                </a:cubicBezTo>
                <a:cubicBezTo>
                  <a:pt x="2384" y="54"/>
                  <a:pt x="2329" y="0"/>
                  <a:pt x="2261" y="0"/>
                </a:cubicBezTo>
                <a:cubicBezTo>
                  <a:pt x="2190" y="0"/>
                  <a:pt x="2190" y="0"/>
                  <a:pt x="2190" y="0"/>
                </a:cubicBezTo>
                <a:cubicBezTo>
                  <a:pt x="2138" y="0"/>
                  <a:pt x="2094" y="32"/>
                  <a:pt x="2076" y="78"/>
                </a:cubicBezTo>
                <a:cubicBezTo>
                  <a:pt x="1389" y="432"/>
                  <a:pt x="1389" y="432"/>
                  <a:pt x="1389" y="432"/>
                </a:cubicBezTo>
                <a:cubicBezTo>
                  <a:pt x="1248" y="432"/>
                  <a:pt x="1248" y="432"/>
                  <a:pt x="1248" y="432"/>
                </a:cubicBezTo>
                <a:cubicBezTo>
                  <a:pt x="1224" y="401"/>
                  <a:pt x="1186" y="382"/>
                  <a:pt x="1145" y="382"/>
                </a:cubicBezTo>
                <a:cubicBezTo>
                  <a:pt x="476" y="382"/>
                  <a:pt x="476" y="382"/>
                  <a:pt x="476" y="382"/>
                </a:cubicBezTo>
                <a:cubicBezTo>
                  <a:pt x="382" y="382"/>
                  <a:pt x="291" y="416"/>
                  <a:pt x="220" y="477"/>
                </a:cubicBezTo>
                <a:cubicBezTo>
                  <a:pt x="166" y="523"/>
                  <a:pt x="126" y="583"/>
                  <a:pt x="104" y="650"/>
                </a:cubicBezTo>
                <a:cubicBezTo>
                  <a:pt x="42" y="682"/>
                  <a:pt x="0" y="746"/>
                  <a:pt x="0" y="819"/>
                </a:cubicBezTo>
                <a:cubicBezTo>
                  <a:pt x="0" y="1219"/>
                  <a:pt x="0" y="1219"/>
                  <a:pt x="0" y="1219"/>
                </a:cubicBezTo>
                <a:cubicBezTo>
                  <a:pt x="0" y="1293"/>
                  <a:pt x="42" y="1357"/>
                  <a:pt x="104" y="1388"/>
                </a:cubicBezTo>
                <a:cubicBezTo>
                  <a:pt x="126" y="1455"/>
                  <a:pt x="166" y="1515"/>
                  <a:pt x="220" y="1561"/>
                </a:cubicBezTo>
                <a:cubicBezTo>
                  <a:pt x="280" y="1613"/>
                  <a:pt x="355" y="1646"/>
                  <a:pt x="434" y="1654"/>
                </a:cubicBezTo>
                <a:cubicBezTo>
                  <a:pt x="642" y="2317"/>
                  <a:pt x="642" y="2317"/>
                  <a:pt x="642" y="2317"/>
                </a:cubicBezTo>
                <a:cubicBezTo>
                  <a:pt x="668" y="2398"/>
                  <a:pt x="744" y="2453"/>
                  <a:pt x="833" y="2453"/>
                </a:cubicBezTo>
                <a:cubicBezTo>
                  <a:pt x="855" y="2453"/>
                  <a:pt x="876" y="2450"/>
                  <a:pt x="897" y="2443"/>
                </a:cubicBezTo>
                <a:cubicBezTo>
                  <a:pt x="1168" y="2358"/>
                  <a:pt x="1168" y="2358"/>
                  <a:pt x="1168" y="2358"/>
                </a:cubicBezTo>
                <a:cubicBezTo>
                  <a:pt x="1219" y="2342"/>
                  <a:pt x="1262" y="2308"/>
                  <a:pt x="1288" y="2263"/>
                </a:cubicBezTo>
                <a:cubicBezTo>
                  <a:pt x="1315" y="2216"/>
                  <a:pt x="1321" y="2160"/>
                  <a:pt x="1305" y="2109"/>
                </a:cubicBezTo>
                <a:cubicBezTo>
                  <a:pt x="1246" y="1921"/>
                  <a:pt x="1246" y="1921"/>
                  <a:pt x="1246" y="1921"/>
                </a:cubicBezTo>
                <a:cubicBezTo>
                  <a:pt x="1274" y="1904"/>
                  <a:pt x="1274" y="1904"/>
                  <a:pt x="1274" y="1904"/>
                </a:cubicBezTo>
                <a:cubicBezTo>
                  <a:pt x="1330" y="1869"/>
                  <a:pt x="1347" y="1795"/>
                  <a:pt x="1313" y="1739"/>
                </a:cubicBezTo>
                <a:cubicBezTo>
                  <a:pt x="1312" y="1739"/>
                  <a:pt x="1312" y="1739"/>
                  <a:pt x="1312" y="1739"/>
                </a:cubicBezTo>
                <a:cubicBezTo>
                  <a:pt x="1312" y="1739"/>
                  <a:pt x="1312" y="1739"/>
                  <a:pt x="1312" y="1739"/>
                </a:cubicBezTo>
                <a:cubicBezTo>
                  <a:pt x="1237" y="1618"/>
                  <a:pt x="1237" y="1618"/>
                  <a:pt x="1237" y="1618"/>
                </a:cubicBezTo>
                <a:cubicBezTo>
                  <a:pt x="1241" y="1614"/>
                  <a:pt x="1244" y="1611"/>
                  <a:pt x="1248" y="1606"/>
                </a:cubicBezTo>
                <a:cubicBezTo>
                  <a:pt x="1389" y="1606"/>
                  <a:pt x="1389" y="1606"/>
                  <a:pt x="1389" y="1606"/>
                </a:cubicBezTo>
                <a:cubicBezTo>
                  <a:pt x="2072" y="1958"/>
                  <a:pt x="2072" y="1958"/>
                  <a:pt x="2072" y="1958"/>
                </a:cubicBezTo>
                <a:cubicBezTo>
                  <a:pt x="2085" y="2011"/>
                  <a:pt x="2133" y="2051"/>
                  <a:pt x="2190" y="2051"/>
                </a:cubicBezTo>
                <a:cubicBezTo>
                  <a:pt x="2261" y="2051"/>
                  <a:pt x="2261" y="2051"/>
                  <a:pt x="2261" y="2051"/>
                </a:cubicBezTo>
                <a:cubicBezTo>
                  <a:pt x="2329" y="2051"/>
                  <a:pt x="2384" y="1996"/>
                  <a:pt x="2384" y="1928"/>
                </a:cubicBezTo>
                <a:cubicBezTo>
                  <a:pt x="2384" y="1299"/>
                  <a:pt x="2384" y="1299"/>
                  <a:pt x="2384" y="1299"/>
                </a:cubicBezTo>
                <a:cubicBezTo>
                  <a:pt x="2461" y="1226"/>
                  <a:pt x="2506" y="1124"/>
                  <a:pt x="2506" y="1017"/>
                </a:cubicBezTo>
                <a:cubicBezTo>
                  <a:pt x="2506" y="909"/>
                  <a:pt x="2461" y="807"/>
                  <a:pt x="2384" y="735"/>
                </a:cubicBezTo>
                <a:close/>
                <a:moveTo>
                  <a:pt x="833" y="2318"/>
                </a:moveTo>
                <a:cubicBezTo>
                  <a:pt x="804" y="2318"/>
                  <a:pt x="779" y="2301"/>
                  <a:pt x="771" y="2276"/>
                </a:cubicBezTo>
                <a:cubicBezTo>
                  <a:pt x="556" y="1592"/>
                  <a:pt x="556" y="1592"/>
                  <a:pt x="556" y="1592"/>
                </a:cubicBezTo>
                <a:cubicBezTo>
                  <a:pt x="1001" y="1592"/>
                  <a:pt x="1001" y="1592"/>
                  <a:pt x="1001" y="1592"/>
                </a:cubicBezTo>
                <a:cubicBezTo>
                  <a:pt x="1176" y="2149"/>
                  <a:pt x="1176" y="2149"/>
                  <a:pt x="1176" y="2149"/>
                </a:cubicBezTo>
                <a:cubicBezTo>
                  <a:pt x="1181" y="2164"/>
                  <a:pt x="1179" y="2181"/>
                  <a:pt x="1170" y="2196"/>
                </a:cubicBezTo>
                <a:cubicBezTo>
                  <a:pt x="1161" y="2212"/>
                  <a:pt x="1146" y="2223"/>
                  <a:pt x="1128" y="2229"/>
                </a:cubicBezTo>
                <a:cubicBezTo>
                  <a:pt x="856" y="2314"/>
                  <a:pt x="856" y="2314"/>
                  <a:pt x="856" y="2314"/>
                </a:cubicBezTo>
                <a:cubicBezTo>
                  <a:pt x="849" y="2317"/>
                  <a:pt x="841" y="2318"/>
                  <a:pt x="833" y="2318"/>
                </a:cubicBezTo>
                <a:close/>
                <a:moveTo>
                  <a:pt x="136" y="1219"/>
                </a:moveTo>
                <a:cubicBezTo>
                  <a:pt x="136" y="819"/>
                  <a:pt x="136" y="819"/>
                  <a:pt x="136" y="819"/>
                </a:cubicBezTo>
                <a:cubicBezTo>
                  <a:pt x="136" y="806"/>
                  <a:pt x="140" y="795"/>
                  <a:pt x="147" y="785"/>
                </a:cubicBezTo>
                <a:cubicBezTo>
                  <a:pt x="147" y="1253"/>
                  <a:pt x="147" y="1253"/>
                  <a:pt x="147" y="1253"/>
                </a:cubicBezTo>
                <a:cubicBezTo>
                  <a:pt x="140" y="1244"/>
                  <a:pt x="136" y="1232"/>
                  <a:pt x="136" y="1219"/>
                </a:cubicBezTo>
                <a:close/>
                <a:moveTo>
                  <a:pt x="219" y="1264"/>
                </a:moveTo>
                <a:cubicBezTo>
                  <a:pt x="219" y="774"/>
                  <a:pt x="219" y="774"/>
                  <a:pt x="219" y="774"/>
                </a:cubicBezTo>
                <a:cubicBezTo>
                  <a:pt x="219" y="632"/>
                  <a:pt x="334" y="517"/>
                  <a:pt x="476" y="517"/>
                </a:cubicBezTo>
                <a:cubicBezTo>
                  <a:pt x="1140" y="517"/>
                  <a:pt x="1140" y="517"/>
                  <a:pt x="1140" y="517"/>
                </a:cubicBezTo>
                <a:cubicBezTo>
                  <a:pt x="1140" y="1521"/>
                  <a:pt x="1140" y="1521"/>
                  <a:pt x="1140" y="1521"/>
                </a:cubicBezTo>
                <a:cubicBezTo>
                  <a:pt x="1054" y="1521"/>
                  <a:pt x="1054" y="1521"/>
                  <a:pt x="1054" y="1521"/>
                </a:cubicBezTo>
                <a:cubicBezTo>
                  <a:pt x="476" y="1521"/>
                  <a:pt x="476" y="1521"/>
                  <a:pt x="476" y="1521"/>
                </a:cubicBezTo>
                <a:cubicBezTo>
                  <a:pt x="334" y="1521"/>
                  <a:pt x="219" y="1406"/>
                  <a:pt x="219" y="1264"/>
                </a:cubicBezTo>
                <a:close/>
                <a:moveTo>
                  <a:pt x="1090" y="1638"/>
                </a:moveTo>
                <a:cubicBezTo>
                  <a:pt x="1189" y="1797"/>
                  <a:pt x="1189" y="1797"/>
                  <a:pt x="1189" y="1797"/>
                </a:cubicBezTo>
                <a:cubicBezTo>
                  <a:pt x="1148" y="1823"/>
                  <a:pt x="1148" y="1823"/>
                  <a:pt x="1148" y="1823"/>
                </a:cubicBezTo>
                <a:lnTo>
                  <a:pt x="1090" y="1638"/>
                </a:lnTo>
                <a:close/>
                <a:moveTo>
                  <a:pt x="1212" y="567"/>
                </a:moveTo>
                <a:cubicBezTo>
                  <a:pt x="1421" y="567"/>
                  <a:pt x="1421" y="567"/>
                  <a:pt x="1421" y="567"/>
                </a:cubicBezTo>
                <a:cubicBezTo>
                  <a:pt x="2132" y="201"/>
                  <a:pt x="2132" y="201"/>
                  <a:pt x="2132" y="201"/>
                </a:cubicBezTo>
                <a:cubicBezTo>
                  <a:pt x="2132" y="1837"/>
                  <a:pt x="2132" y="1837"/>
                  <a:pt x="2132" y="1837"/>
                </a:cubicBezTo>
                <a:cubicBezTo>
                  <a:pt x="1421" y="1471"/>
                  <a:pt x="1421" y="1471"/>
                  <a:pt x="1421" y="1471"/>
                </a:cubicBezTo>
                <a:cubicBezTo>
                  <a:pt x="1212" y="1471"/>
                  <a:pt x="1212" y="1471"/>
                  <a:pt x="1212" y="1471"/>
                </a:cubicBezTo>
                <a:lnTo>
                  <a:pt x="1212" y="567"/>
                </a:lnTo>
                <a:close/>
                <a:moveTo>
                  <a:pt x="2203" y="135"/>
                </a:moveTo>
                <a:cubicBezTo>
                  <a:pt x="2248" y="135"/>
                  <a:pt x="2248" y="135"/>
                  <a:pt x="2248" y="135"/>
                </a:cubicBezTo>
                <a:cubicBezTo>
                  <a:pt x="2248" y="1915"/>
                  <a:pt x="2248" y="1915"/>
                  <a:pt x="2248" y="1915"/>
                </a:cubicBezTo>
                <a:cubicBezTo>
                  <a:pt x="2203" y="1915"/>
                  <a:pt x="2203" y="1915"/>
                  <a:pt x="2203" y="1915"/>
                </a:cubicBezTo>
                <a:lnTo>
                  <a:pt x="2203" y="135"/>
                </a:lnTo>
                <a:close/>
                <a:moveTo>
                  <a:pt x="2319" y="1169"/>
                </a:moveTo>
                <a:cubicBezTo>
                  <a:pt x="2319" y="865"/>
                  <a:pt x="2319" y="865"/>
                  <a:pt x="2319" y="865"/>
                </a:cubicBezTo>
                <a:cubicBezTo>
                  <a:pt x="2352" y="907"/>
                  <a:pt x="2371" y="960"/>
                  <a:pt x="2371" y="1017"/>
                </a:cubicBezTo>
                <a:cubicBezTo>
                  <a:pt x="2371" y="1074"/>
                  <a:pt x="2352" y="1126"/>
                  <a:pt x="2319" y="116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63" name="Freeform 81">
            <a:extLst>
              <a:ext uri="{FF2B5EF4-FFF2-40B4-BE49-F238E27FC236}">
                <a16:creationId xmlns:a16="http://schemas.microsoft.com/office/drawing/2014/main" id="{EA6F5276-9098-203A-D731-0AABA4EB5A04}"/>
              </a:ext>
            </a:extLst>
          </p:cNvPr>
          <p:cNvSpPr>
            <a:spLocks/>
          </p:cNvSpPr>
          <p:nvPr/>
        </p:nvSpPr>
        <p:spPr bwMode="auto">
          <a:xfrm>
            <a:off x="3050957" y="3584630"/>
            <a:ext cx="318426" cy="309174"/>
          </a:xfrm>
          <a:custGeom>
            <a:avLst/>
            <a:gdLst>
              <a:gd name="T0" fmla="*/ 94 w 97"/>
              <a:gd name="T1" fmla="*/ 16 h 94"/>
              <a:gd name="T2" fmla="*/ 81 w 97"/>
              <a:gd name="T3" fmla="*/ 27 h 94"/>
              <a:gd name="T4" fmla="*/ 73 w 97"/>
              <a:gd name="T5" fmla="*/ 12 h 94"/>
              <a:gd name="T6" fmla="*/ 82 w 97"/>
              <a:gd name="T7" fmla="*/ 2 h 94"/>
              <a:gd name="T8" fmla="*/ 77 w 97"/>
              <a:gd name="T9" fmla="*/ 2 h 94"/>
              <a:gd name="T10" fmla="*/ 64 w 97"/>
              <a:gd name="T11" fmla="*/ 5 h 94"/>
              <a:gd name="T12" fmla="*/ 61 w 97"/>
              <a:gd name="T13" fmla="*/ 14 h 94"/>
              <a:gd name="T14" fmla="*/ 63 w 97"/>
              <a:gd name="T15" fmla="*/ 27 h 94"/>
              <a:gd name="T16" fmla="*/ 52 w 97"/>
              <a:gd name="T17" fmla="*/ 42 h 94"/>
              <a:gd name="T18" fmla="*/ 43 w 97"/>
              <a:gd name="T19" fmla="*/ 39 h 94"/>
              <a:gd name="T20" fmla="*/ 35 w 97"/>
              <a:gd name="T21" fmla="*/ 33 h 94"/>
              <a:gd name="T22" fmla="*/ 34 w 97"/>
              <a:gd name="T23" fmla="*/ 31 h 94"/>
              <a:gd name="T24" fmla="*/ 33 w 97"/>
              <a:gd name="T25" fmla="*/ 27 h 94"/>
              <a:gd name="T26" fmla="*/ 31 w 97"/>
              <a:gd name="T27" fmla="*/ 23 h 94"/>
              <a:gd name="T28" fmla="*/ 47 w 97"/>
              <a:gd name="T29" fmla="*/ 17 h 94"/>
              <a:gd name="T30" fmla="*/ 45 w 97"/>
              <a:gd name="T31" fmla="*/ 12 h 94"/>
              <a:gd name="T32" fmla="*/ 44 w 97"/>
              <a:gd name="T33" fmla="*/ 10 h 94"/>
              <a:gd name="T34" fmla="*/ 11 w 97"/>
              <a:gd name="T35" fmla="*/ 23 h 94"/>
              <a:gd name="T36" fmla="*/ 11 w 97"/>
              <a:gd name="T37" fmla="*/ 24 h 94"/>
              <a:gd name="T38" fmla="*/ 9 w 97"/>
              <a:gd name="T39" fmla="*/ 33 h 94"/>
              <a:gd name="T40" fmla="*/ 0 w 97"/>
              <a:gd name="T41" fmla="*/ 38 h 94"/>
              <a:gd name="T42" fmla="*/ 17 w 97"/>
              <a:gd name="T43" fmla="*/ 41 h 94"/>
              <a:gd name="T44" fmla="*/ 16 w 97"/>
              <a:gd name="T45" fmla="*/ 36 h 94"/>
              <a:gd name="T46" fmla="*/ 24 w 97"/>
              <a:gd name="T47" fmla="*/ 37 h 94"/>
              <a:gd name="T48" fmla="*/ 27 w 97"/>
              <a:gd name="T49" fmla="*/ 39 h 94"/>
              <a:gd name="T50" fmla="*/ 29 w 97"/>
              <a:gd name="T51" fmla="*/ 39 h 94"/>
              <a:gd name="T52" fmla="*/ 36 w 97"/>
              <a:gd name="T53" fmla="*/ 49 h 94"/>
              <a:gd name="T54" fmla="*/ 15 w 97"/>
              <a:gd name="T55" fmla="*/ 84 h 94"/>
              <a:gd name="T56" fmla="*/ 23 w 97"/>
              <a:gd name="T57" fmla="*/ 93 h 94"/>
              <a:gd name="T58" fmla="*/ 77 w 97"/>
              <a:gd name="T59" fmla="*/ 89 h 94"/>
              <a:gd name="T60" fmla="*/ 85 w 97"/>
              <a:gd name="T61" fmla="*/ 81 h 94"/>
              <a:gd name="T62" fmla="*/ 59 w 97"/>
              <a:gd name="T63" fmla="*/ 53 h 94"/>
              <a:gd name="T64" fmla="*/ 69 w 97"/>
              <a:gd name="T65" fmla="*/ 42 h 94"/>
              <a:gd name="T66" fmla="*/ 77 w 97"/>
              <a:gd name="T67" fmla="*/ 38 h 94"/>
              <a:gd name="T68" fmla="*/ 96 w 97"/>
              <a:gd name="T69" fmla="*/ 28 h 94"/>
              <a:gd name="T70" fmla="*/ 97 w 97"/>
              <a:gd name="T71" fmla="*/ 17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7" h="94">
                <a:moveTo>
                  <a:pt x="96" y="16"/>
                </a:moveTo>
                <a:cubicBezTo>
                  <a:pt x="95" y="16"/>
                  <a:pt x="94" y="16"/>
                  <a:pt x="94" y="16"/>
                </a:cubicBezTo>
                <a:cubicBezTo>
                  <a:pt x="94" y="16"/>
                  <a:pt x="94" y="16"/>
                  <a:pt x="87" y="27"/>
                </a:cubicBezTo>
                <a:cubicBezTo>
                  <a:pt x="87" y="27"/>
                  <a:pt x="87" y="27"/>
                  <a:pt x="81" y="27"/>
                </a:cubicBezTo>
                <a:cubicBezTo>
                  <a:pt x="81" y="27"/>
                  <a:pt x="81" y="27"/>
                  <a:pt x="73" y="19"/>
                </a:cubicBezTo>
                <a:cubicBezTo>
                  <a:pt x="73" y="19"/>
                  <a:pt x="73" y="19"/>
                  <a:pt x="73" y="12"/>
                </a:cubicBezTo>
                <a:cubicBezTo>
                  <a:pt x="73" y="12"/>
                  <a:pt x="73" y="12"/>
                  <a:pt x="83" y="4"/>
                </a:cubicBezTo>
                <a:cubicBezTo>
                  <a:pt x="83" y="3"/>
                  <a:pt x="83" y="2"/>
                  <a:pt x="82" y="2"/>
                </a:cubicBezTo>
                <a:cubicBezTo>
                  <a:pt x="82" y="2"/>
                  <a:pt x="82" y="2"/>
                  <a:pt x="81" y="2"/>
                </a:cubicBezTo>
                <a:cubicBezTo>
                  <a:pt x="81" y="2"/>
                  <a:pt x="79" y="2"/>
                  <a:pt x="77" y="2"/>
                </a:cubicBezTo>
                <a:cubicBezTo>
                  <a:pt x="77" y="1"/>
                  <a:pt x="76" y="1"/>
                  <a:pt x="75" y="1"/>
                </a:cubicBezTo>
                <a:cubicBezTo>
                  <a:pt x="69" y="0"/>
                  <a:pt x="66" y="3"/>
                  <a:pt x="64" y="5"/>
                </a:cubicBezTo>
                <a:cubicBezTo>
                  <a:pt x="62" y="8"/>
                  <a:pt x="61" y="10"/>
                  <a:pt x="61" y="10"/>
                </a:cubicBezTo>
                <a:cubicBezTo>
                  <a:pt x="61" y="10"/>
                  <a:pt x="61" y="11"/>
                  <a:pt x="61" y="14"/>
                </a:cubicBezTo>
                <a:cubicBezTo>
                  <a:pt x="61" y="18"/>
                  <a:pt x="61" y="23"/>
                  <a:pt x="62" y="26"/>
                </a:cubicBezTo>
                <a:cubicBezTo>
                  <a:pt x="63" y="27"/>
                  <a:pt x="63" y="27"/>
                  <a:pt x="63" y="27"/>
                </a:cubicBezTo>
                <a:cubicBezTo>
                  <a:pt x="62" y="30"/>
                  <a:pt x="59" y="35"/>
                  <a:pt x="59" y="35"/>
                </a:cubicBezTo>
                <a:cubicBezTo>
                  <a:pt x="59" y="35"/>
                  <a:pt x="59" y="35"/>
                  <a:pt x="52" y="42"/>
                </a:cubicBezTo>
                <a:cubicBezTo>
                  <a:pt x="52" y="42"/>
                  <a:pt x="52" y="42"/>
                  <a:pt x="50" y="45"/>
                </a:cubicBezTo>
                <a:cubicBezTo>
                  <a:pt x="50" y="45"/>
                  <a:pt x="50" y="45"/>
                  <a:pt x="43" y="39"/>
                </a:cubicBezTo>
                <a:cubicBezTo>
                  <a:pt x="43" y="40"/>
                  <a:pt x="42" y="41"/>
                  <a:pt x="42" y="41"/>
                </a:cubicBezTo>
                <a:cubicBezTo>
                  <a:pt x="42" y="41"/>
                  <a:pt x="42" y="41"/>
                  <a:pt x="35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5" y="33"/>
                  <a:pt x="34" y="31"/>
                </a:cubicBezTo>
                <a:cubicBezTo>
                  <a:pt x="34" y="31"/>
                  <a:pt x="34" y="31"/>
                  <a:pt x="31" y="29"/>
                </a:cubicBezTo>
                <a:cubicBezTo>
                  <a:pt x="31" y="29"/>
                  <a:pt x="31" y="29"/>
                  <a:pt x="33" y="27"/>
                </a:cubicBezTo>
                <a:cubicBezTo>
                  <a:pt x="33" y="27"/>
                  <a:pt x="33" y="27"/>
                  <a:pt x="31" y="26"/>
                </a:cubicBezTo>
                <a:cubicBezTo>
                  <a:pt x="31" y="25"/>
                  <a:pt x="31" y="24"/>
                  <a:pt x="31" y="23"/>
                </a:cubicBezTo>
                <a:cubicBezTo>
                  <a:pt x="32" y="22"/>
                  <a:pt x="39" y="20"/>
                  <a:pt x="45" y="18"/>
                </a:cubicBezTo>
                <a:cubicBezTo>
                  <a:pt x="45" y="18"/>
                  <a:pt x="45" y="18"/>
                  <a:pt x="47" y="17"/>
                </a:cubicBezTo>
                <a:cubicBezTo>
                  <a:pt x="47" y="17"/>
                  <a:pt x="47" y="17"/>
                  <a:pt x="46" y="15"/>
                </a:cubicBezTo>
                <a:cubicBezTo>
                  <a:pt x="46" y="15"/>
                  <a:pt x="46" y="15"/>
                  <a:pt x="45" y="12"/>
                </a:cubicBezTo>
                <a:cubicBezTo>
                  <a:pt x="45" y="12"/>
                  <a:pt x="45" y="12"/>
                  <a:pt x="44" y="11"/>
                </a:cubicBezTo>
                <a:cubicBezTo>
                  <a:pt x="44" y="11"/>
                  <a:pt x="44" y="11"/>
                  <a:pt x="44" y="10"/>
                </a:cubicBezTo>
                <a:cubicBezTo>
                  <a:pt x="43" y="10"/>
                  <a:pt x="38" y="10"/>
                  <a:pt x="32" y="11"/>
                </a:cubicBezTo>
                <a:cubicBezTo>
                  <a:pt x="23" y="13"/>
                  <a:pt x="17" y="17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3"/>
                  <a:pt x="11" y="24"/>
                </a:cubicBezTo>
                <a:cubicBezTo>
                  <a:pt x="11" y="27"/>
                  <a:pt x="11" y="29"/>
                  <a:pt x="11" y="30"/>
                </a:cubicBezTo>
                <a:cubicBezTo>
                  <a:pt x="11" y="31"/>
                  <a:pt x="11" y="33"/>
                  <a:pt x="9" y="33"/>
                </a:cubicBezTo>
                <a:cubicBezTo>
                  <a:pt x="9" y="33"/>
                  <a:pt x="9" y="33"/>
                  <a:pt x="6" y="31"/>
                </a:cubicBezTo>
                <a:cubicBezTo>
                  <a:pt x="6" y="31"/>
                  <a:pt x="6" y="31"/>
                  <a:pt x="0" y="38"/>
                </a:cubicBezTo>
                <a:cubicBezTo>
                  <a:pt x="0" y="38"/>
                  <a:pt x="0" y="38"/>
                  <a:pt x="10" y="48"/>
                </a:cubicBezTo>
                <a:cubicBezTo>
                  <a:pt x="10" y="48"/>
                  <a:pt x="10" y="48"/>
                  <a:pt x="17" y="41"/>
                </a:cubicBezTo>
                <a:cubicBezTo>
                  <a:pt x="17" y="41"/>
                  <a:pt x="17" y="41"/>
                  <a:pt x="13" y="37"/>
                </a:cubicBezTo>
                <a:cubicBezTo>
                  <a:pt x="14" y="37"/>
                  <a:pt x="15" y="37"/>
                  <a:pt x="16" y="36"/>
                </a:cubicBezTo>
                <a:cubicBezTo>
                  <a:pt x="17" y="35"/>
                  <a:pt x="21" y="35"/>
                  <a:pt x="23" y="36"/>
                </a:cubicBezTo>
                <a:cubicBezTo>
                  <a:pt x="23" y="36"/>
                  <a:pt x="23" y="36"/>
                  <a:pt x="24" y="37"/>
                </a:cubicBezTo>
                <a:cubicBezTo>
                  <a:pt x="24" y="37"/>
                  <a:pt x="24" y="37"/>
                  <a:pt x="25" y="36"/>
                </a:cubicBezTo>
                <a:cubicBezTo>
                  <a:pt x="25" y="36"/>
                  <a:pt x="25" y="36"/>
                  <a:pt x="27" y="39"/>
                </a:cubicBezTo>
                <a:cubicBezTo>
                  <a:pt x="27" y="39"/>
                  <a:pt x="27" y="39"/>
                  <a:pt x="29" y="40"/>
                </a:cubicBezTo>
                <a:cubicBezTo>
                  <a:pt x="29" y="40"/>
                  <a:pt x="29" y="40"/>
                  <a:pt x="29" y="39"/>
                </a:cubicBezTo>
                <a:cubicBezTo>
                  <a:pt x="29" y="39"/>
                  <a:pt x="29" y="39"/>
                  <a:pt x="37" y="47"/>
                </a:cubicBezTo>
                <a:cubicBezTo>
                  <a:pt x="36" y="48"/>
                  <a:pt x="36" y="48"/>
                  <a:pt x="36" y="49"/>
                </a:cubicBezTo>
                <a:cubicBezTo>
                  <a:pt x="36" y="49"/>
                  <a:pt x="36" y="49"/>
                  <a:pt x="42" y="55"/>
                </a:cubicBezTo>
                <a:cubicBezTo>
                  <a:pt x="42" y="55"/>
                  <a:pt x="42" y="55"/>
                  <a:pt x="15" y="84"/>
                </a:cubicBezTo>
                <a:cubicBezTo>
                  <a:pt x="13" y="86"/>
                  <a:pt x="14" y="89"/>
                  <a:pt x="17" y="91"/>
                </a:cubicBezTo>
                <a:cubicBezTo>
                  <a:pt x="19" y="93"/>
                  <a:pt x="22" y="94"/>
                  <a:pt x="23" y="93"/>
                </a:cubicBezTo>
                <a:cubicBezTo>
                  <a:pt x="23" y="93"/>
                  <a:pt x="23" y="93"/>
                  <a:pt x="50" y="63"/>
                </a:cubicBezTo>
                <a:cubicBezTo>
                  <a:pt x="50" y="63"/>
                  <a:pt x="50" y="63"/>
                  <a:pt x="77" y="89"/>
                </a:cubicBezTo>
                <a:cubicBezTo>
                  <a:pt x="79" y="91"/>
                  <a:pt x="82" y="90"/>
                  <a:pt x="84" y="88"/>
                </a:cubicBezTo>
                <a:cubicBezTo>
                  <a:pt x="86" y="85"/>
                  <a:pt x="87" y="82"/>
                  <a:pt x="85" y="81"/>
                </a:cubicBezTo>
                <a:cubicBezTo>
                  <a:pt x="85" y="81"/>
                  <a:pt x="85" y="81"/>
                  <a:pt x="58" y="54"/>
                </a:cubicBezTo>
                <a:cubicBezTo>
                  <a:pt x="58" y="54"/>
                  <a:pt x="58" y="54"/>
                  <a:pt x="59" y="53"/>
                </a:cubicBezTo>
                <a:cubicBezTo>
                  <a:pt x="59" y="53"/>
                  <a:pt x="59" y="53"/>
                  <a:pt x="59" y="52"/>
                </a:cubicBezTo>
                <a:cubicBezTo>
                  <a:pt x="59" y="52"/>
                  <a:pt x="65" y="45"/>
                  <a:pt x="69" y="42"/>
                </a:cubicBezTo>
                <a:cubicBezTo>
                  <a:pt x="71" y="40"/>
                  <a:pt x="73" y="39"/>
                  <a:pt x="74" y="38"/>
                </a:cubicBezTo>
                <a:cubicBezTo>
                  <a:pt x="75" y="38"/>
                  <a:pt x="77" y="38"/>
                  <a:pt x="77" y="38"/>
                </a:cubicBezTo>
                <a:cubicBezTo>
                  <a:pt x="77" y="38"/>
                  <a:pt x="83" y="39"/>
                  <a:pt x="83" y="39"/>
                </a:cubicBezTo>
                <a:cubicBezTo>
                  <a:pt x="92" y="39"/>
                  <a:pt x="96" y="28"/>
                  <a:pt x="96" y="28"/>
                </a:cubicBezTo>
                <a:cubicBezTo>
                  <a:pt x="96" y="28"/>
                  <a:pt x="96" y="27"/>
                  <a:pt x="97" y="21"/>
                </a:cubicBezTo>
                <a:cubicBezTo>
                  <a:pt x="97" y="19"/>
                  <a:pt x="97" y="18"/>
                  <a:pt x="97" y="17"/>
                </a:cubicBezTo>
                <a:cubicBezTo>
                  <a:pt x="96" y="16"/>
                  <a:pt x="96" y="16"/>
                  <a:pt x="96" y="1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64" name="Freeform 9">
            <a:extLst>
              <a:ext uri="{FF2B5EF4-FFF2-40B4-BE49-F238E27FC236}">
                <a16:creationId xmlns:a16="http://schemas.microsoft.com/office/drawing/2014/main" id="{49A101F1-5CC5-06A1-59DB-3D60D7EBE74B}"/>
              </a:ext>
            </a:extLst>
          </p:cNvPr>
          <p:cNvSpPr>
            <a:spLocks noEditPoints="1"/>
          </p:cNvSpPr>
          <p:nvPr/>
        </p:nvSpPr>
        <p:spPr bwMode="auto">
          <a:xfrm>
            <a:off x="4667586" y="5459029"/>
            <a:ext cx="342777" cy="342778"/>
          </a:xfrm>
          <a:custGeom>
            <a:avLst/>
            <a:gdLst>
              <a:gd name="T0" fmla="*/ 64 w 128"/>
              <a:gd name="T1" fmla="*/ 0 h 128"/>
              <a:gd name="T2" fmla="*/ 0 w 128"/>
              <a:gd name="T3" fmla="*/ 64 h 128"/>
              <a:gd name="T4" fmla="*/ 64 w 128"/>
              <a:gd name="T5" fmla="*/ 128 h 128"/>
              <a:gd name="T6" fmla="*/ 128 w 128"/>
              <a:gd name="T7" fmla="*/ 64 h 128"/>
              <a:gd name="T8" fmla="*/ 64 w 128"/>
              <a:gd name="T9" fmla="*/ 0 h 128"/>
              <a:gd name="T10" fmla="*/ 118 w 128"/>
              <a:gd name="T11" fmla="*/ 48 h 128"/>
              <a:gd name="T12" fmla="*/ 97 w 128"/>
              <a:gd name="T13" fmla="*/ 33 h 128"/>
              <a:gd name="T14" fmla="*/ 82 w 128"/>
              <a:gd name="T15" fmla="*/ 11 h 128"/>
              <a:gd name="T16" fmla="*/ 118 w 128"/>
              <a:gd name="T17" fmla="*/ 48 h 128"/>
              <a:gd name="T18" fmla="*/ 96 w 128"/>
              <a:gd name="T19" fmla="*/ 64 h 128"/>
              <a:gd name="T20" fmla="*/ 94 w 128"/>
              <a:gd name="T21" fmla="*/ 81 h 128"/>
              <a:gd name="T22" fmla="*/ 65 w 128"/>
              <a:gd name="T23" fmla="*/ 75 h 128"/>
              <a:gd name="T24" fmla="*/ 36 w 128"/>
              <a:gd name="T25" fmla="*/ 81 h 128"/>
              <a:gd name="T26" fmla="*/ 34 w 128"/>
              <a:gd name="T27" fmla="*/ 64 h 128"/>
              <a:gd name="T28" fmla="*/ 39 w 128"/>
              <a:gd name="T29" fmla="*/ 39 h 128"/>
              <a:gd name="T30" fmla="*/ 65 w 128"/>
              <a:gd name="T31" fmla="*/ 33 h 128"/>
              <a:gd name="T32" fmla="*/ 91 w 128"/>
              <a:gd name="T33" fmla="*/ 39 h 128"/>
              <a:gd name="T34" fmla="*/ 96 w 128"/>
              <a:gd name="T35" fmla="*/ 64 h 128"/>
              <a:gd name="T36" fmla="*/ 65 w 128"/>
              <a:gd name="T37" fmla="*/ 8 h 128"/>
              <a:gd name="T38" fmla="*/ 68 w 128"/>
              <a:gd name="T39" fmla="*/ 8 h 128"/>
              <a:gd name="T40" fmla="*/ 87 w 128"/>
              <a:gd name="T41" fmla="*/ 29 h 128"/>
              <a:gd name="T42" fmla="*/ 65 w 128"/>
              <a:gd name="T43" fmla="*/ 26 h 128"/>
              <a:gd name="T44" fmla="*/ 45 w 128"/>
              <a:gd name="T45" fmla="*/ 29 h 128"/>
              <a:gd name="T46" fmla="*/ 65 w 128"/>
              <a:gd name="T47" fmla="*/ 8 h 128"/>
              <a:gd name="T48" fmla="*/ 50 w 128"/>
              <a:gd name="T49" fmla="*/ 10 h 128"/>
              <a:gd name="T50" fmla="*/ 34 w 128"/>
              <a:gd name="T51" fmla="*/ 33 h 128"/>
              <a:gd name="T52" fmla="*/ 10 w 128"/>
              <a:gd name="T53" fmla="*/ 51 h 128"/>
              <a:gd name="T54" fmla="*/ 50 w 128"/>
              <a:gd name="T55" fmla="*/ 10 h 128"/>
              <a:gd name="T56" fmla="*/ 16 w 128"/>
              <a:gd name="T57" fmla="*/ 93 h 128"/>
              <a:gd name="T58" fmla="*/ 8 w 128"/>
              <a:gd name="T59" fmla="*/ 65 h 128"/>
              <a:gd name="T60" fmla="*/ 30 w 128"/>
              <a:gd name="T61" fmla="*/ 44 h 128"/>
              <a:gd name="T62" fmla="*/ 27 w 128"/>
              <a:gd name="T63" fmla="*/ 64 h 128"/>
              <a:gd name="T64" fmla="*/ 29 w 128"/>
              <a:gd name="T65" fmla="*/ 84 h 128"/>
              <a:gd name="T66" fmla="*/ 16 w 128"/>
              <a:gd name="T67" fmla="*/ 93 h 128"/>
              <a:gd name="T68" fmla="*/ 20 w 128"/>
              <a:gd name="T69" fmla="*/ 99 h 128"/>
              <a:gd name="T70" fmla="*/ 32 w 128"/>
              <a:gd name="T71" fmla="*/ 91 h 128"/>
              <a:gd name="T72" fmla="*/ 50 w 128"/>
              <a:gd name="T73" fmla="*/ 119 h 128"/>
              <a:gd name="T74" fmla="*/ 20 w 128"/>
              <a:gd name="T75" fmla="*/ 99 h 128"/>
              <a:gd name="T76" fmla="*/ 68 w 128"/>
              <a:gd name="T77" fmla="*/ 121 h 128"/>
              <a:gd name="T78" fmla="*/ 65 w 128"/>
              <a:gd name="T79" fmla="*/ 121 h 128"/>
              <a:gd name="T80" fmla="*/ 39 w 128"/>
              <a:gd name="T81" fmla="*/ 88 h 128"/>
              <a:gd name="T82" fmla="*/ 65 w 128"/>
              <a:gd name="T83" fmla="*/ 83 h 128"/>
              <a:gd name="T84" fmla="*/ 92 w 128"/>
              <a:gd name="T85" fmla="*/ 88 h 128"/>
              <a:gd name="T86" fmla="*/ 68 w 128"/>
              <a:gd name="T87" fmla="*/ 121 h 128"/>
              <a:gd name="T88" fmla="*/ 82 w 128"/>
              <a:gd name="T89" fmla="*/ 118 h 128"/>
              <a:gd name="T90" fmla="*/ 99 w 128"/>
              <a:gd name="T91" fmla="*/ 91 h 128"/>
              <a:gd name="T92" fmla="*/ 109 w 128"/>
              <a:gd name="T93" fmla="*/ 98 h 128"/>
              <a:gd name="T94" fmla="*/ 82 w 128"/>
              <a:gd name="T95" fmla="*/ 118 h 128"/>
              <a:gd name="T96" fmla="*/ 101 w 128"/>
              <a:gd name="T97" fmla="*/ 84 h 128"/>
              <a:gd name="T98" fmla="*/ 104 w 128"/>
              <a:gd name="T99" fmla="*/ 64 h 128"/>
              <a:gd name="T100" fmla="*/ 101 w 128"/>
              <a:gd name="T101" fmla="*/ 44 h 128"/>
              <a:gd name="T102" fmla="*/ 121 w 128"/>
              <a:gd name="T103" fmla="*/ 62 h 128"/>
              <a:gd name="T104" fmla="*/ 121 w 128"/>
              <a:gd name="T105" fmla="*/ 64 h 128"/>
              <a:gd name="T106" fmla="*/ 114 w 128"/>
              <a:gd name="T107" fmla="*/ 92 h 128"/>
              <a:gd name="T108" fmla="*/ 101 w 128"/>
              <a:gd name="T109" fmla="*/ 8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8" h="12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100" y="128"/>
                  <a:pt x="128" y="100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  <a:moveTo>
                  <a:pt x="118" y="48"/>
                </a:moveTo>
                <a:cubicBezTo>
                  <a:pt x="112" y="42"/>
                  <a:pt x="105" y="37"/>
                  <a:pt x="97" y="33"/>
                </a:cubicBezTo>
                <a:cubicBezTo>
                  <a:pt x="93" y="25"/>
                  <a:pt x="88" y="17"/>
                  <a:pt x="82" y="11"/>
                </a:cubicBezTo>
                <a:cubicBezTo>
                  <a:pt x="99" y="17"/>
                  <a:pt x="113" y="30"/>
                  <a:pt x="118" y="48"/>
                </a:cubicBezTo>
                <a:close/>
                <a:moveTo>
                  <a:pt x="96" y="64"/>
                </a:moveTo>
                <a:cubicBezTo>
                  <a:pt x="96" y="70"/>
                  <a:pt x="96" y="76"/>
                  <a:pt x="94" y="81"/>
                </a:cubicBezTo>
                <a:cubicBezTo>
                  <a:pt x="85" y="77"/>
                  <a:pt x="76" y="75"/>
                  <a:pt x="65" y="75"/>
                </a:cubicBezTo>
                <a:cubicBezTo>
                  <a:pt x="55" y="75"/>
                  <a:pt x="45" y="77"/>
                  <a:pt x="36" y="81"/>
                </a:cubicBezTo>
                <a:cubicBezTo>
                  <a:pt x="35" y="76"/>
                  <a:pt x="34" y="70"/>
                  <a:pt x="34" y="64"/>
                </a:cubicBezTo>
                <a:cubicBezTo>
                  <a:pt x="34" y="55"/>
                  <a:pt x="36" y="47"/>
                  <a:pt x="39" y="39"/>
                </a:cubicBezTo>
                <a:cubicBezTo>
                  <a:pt x="47" y="35"/>
                  <a:pt x="56" y="33"/>
                  <a:pt x="65" y="33"/>
                </a:cubicBezTo>
                <a:cubicBezTo>
                  <a:pt x="75" y="33"/>
                  <a:pt x="83" y="35"/>
                  <a:pt x="91" y="39"/>
                </a:cubicBezTo>
                <a:cubicBezTo>
                  <a:pt x="95" y="47"/>
                  <a:pt x="96" y="55"/>
                  <a:pt x="96" y="64"/>
                </a:cubicBezTo>
                <a:close/>
                <a:moveTo>
                  <a:pt x="65" y="8"/>
                </a:moveTo>
                <a:cubicBezTo>
                  <a:pt x="66" y="8"/>
                  <a:pt x="67" y="8"/>
                  <a:pt x="68" y="8"/>
                </a:cubicBezTo>
                <a:cubicBezTo>
                  <a:pt x="75" y="14"/>
                  <a:pt x="82" y="21"/>
                  <a:pt x="87" y="29"/>
                </a:cubicBezTo>
                <a:cubicBezTo>
                  <a:pt x="80" y="27"/>
                  <a:pt x="73" y="26"/>
                  <a:pt x="65" y="26"/>
                </a:cubicBezTo>
                <a:cubicBezTo>
                  <a:pt x="58" y="26"/>
                  <a:pt x="51" y="27"/>
                  <a:pt x="45" y="29"/>
                </a:cubicBezTo>
                <a:cubicBezTo>
                  <a:pt x="50" y="20"/>
                  <a:pt x="57" y="13"/>
                  <a:pt x="65" y="8"/>
                </a:cubicBezTo>
                <a:close/>
                <a:moveTo>
                  <a:pt x="50" y="10"/>
                </a:moveTo>
                <a:cubicBezTo>
                  <a:pt x="43" y="16"/>
                  <a:pt x="38" y="24"/>
                  <a:pt x="34" y="33"/>
                </a:cubicBezTo>
                <a:cubicBezTo>
                  <a:pt x="25" y="37"/>
                  <a:pt x="16" y="43"/>
                  <a:pt x="10" y="51"/>
                </a:cubicBezTo>
                <a:cubicBezTo>
                  <a:pt x="15" y="31"/>
                  <a:pt x="30" y="15"/>
                  <a:pt x="50" y="10"/>
                </a:cubicBezTo>
                <a:close/>
                <a:moveTo>
                  <a:pt x="16" y="93"/>
                </a:moveTo>
                <a:cubicBezTo>
                  <a:pt x="11" y="85"/>
                  <a:pt x="8" y="75"/>
                  <a:pt x="8" y="65"/>
                </a:cubicBezTo>
                <a:cubicBezTo>
                  <a:pt x="13" y="57"/>
                  <a:pt x="21" y="49"/>
                  <a:pt x="30" y="44"/>
                </a:cubicBezTo>
                <a:cubicBezTo>
                  <a:pt x="28" y="50"/>
                  <a:pt x="27" y="57"/>
                  <a:pt x="27" y="64"/>
                </a:cubicBezTo>
                <a:cubicBezTo>
                  <a:pt x="27" y="71"/>
                  <a:pt x="28" y="78"/>
                  <a:pt x="29" y="84"/>
                </a:cubicBezTo>
                <a:cubicBezTo>
                  <a:pt x="25" y="87"/>
                  <a:pt x="20" y="90"/>
                  <a:pt x="16" y="93"/>
                </a:cubicBezTo>
                <a:close/>
                <a:moveTo>
                  <a:pt x="20" y="99"/>
                </a:moveTo>
                <a:cubicBezTo>
                  <a:pt x="24" y="96"/>
                  <a:pt x="28" y="94"/>
                  <a:pt x="32" y="91"/>
                </a:cubicBezTo>
                <a:cubicBezTo>
                  <a:pt x="36" y="102"/>
                  <a:pt x="42" y="111"/>
                  <a:pt x="50" y="119"/>
                </a:cubicBezTo>
                <a:cubicBezTo>
                  <a:pt x="38" y="116"/>
                  <a:pt x="28" y="109"/>
                  <a:pt x="20" y="99"/>
                </a:cubicBezTo>
                <a:close/>
                <a:moveTo>
                  <a:pt x="68" y="121"/>
                </a:moveTo>
                <a:cubicBezTo>
                  <a:pt x="67" y="121"/>
                  <a:pt x="66" y="121"/>
                  <a:pt x="65" y="121"/>
                </a:cubicBezTo>
                <a:cubicBezTo>
                  <a:pt x="53" y="113"/>
                  <a:pt x="44" y="102"/>
                  <a:pt x="39" y="88"/>
                </a:cubicBezTo>
                <a:cubicBezTo>
                  <a:pt x="47" y="85"/>
                  <a:pt x="56" y="83"/>
                  <a:pt x="65" y="83"/>
                </a:cubicBezTo>
                <a:cubicBezTo>
                  <a:pt x="75" y="83"/>
                  <a:pt x="84" y="85"/>
                  <a:pt x="92" y="88"/>
                </a:cubicBezTo>
                <a:cubicBezTo>
                  <a:pt x="87" y="101"/>
                  <a:pt x="79" y="113"/>
                  <a:pt x="68" y="121"/>
                </a:cubicBezTo>
                <a:close/>
                <a:moveTo>
                  <a:pt x="82" y="118"/>
                </a:moveTo>
                <a:cubicBezTo>
                  <a:pt x="89" y="110"/>
                  <a:pt x="95" y="101"/>
                  <a:pt x="99" y="91"/>
                </a:cubicBezTo>
                <a:cubicBezTo>
                  <a:pt x="103" y="93"/>
                  <a:pt x="106" y="96"/>
                  <a:pt x="109" y="98"/>
                </a:cubicBezTo>
                <a:cubicBezTo>
                  <a:pt x="103" y="107"/>
                  <a:pt x="93" y="114"/>
                  <a:pt x="82" y="118"/>
                </a:cubicBezTo>
                <a:close/>
                <a:moveTo>
                  <a:pt x="101" y="84"/>
                </a:moveTo>
                <a:cubicBezTo>
                  <a:pt x="103" y="78"/>
                  <a:pt x="104" y="71"/>
                  <a:pt x="104" y="64"/>
                </a:cubicBezTo>
                <a:cubicBezTo>
                  <a:pt x="104" y="57"/>
                  <a:pt x="103" y="50"/>
                  <a:pt x="101" y="44"/>
                </a:cubicBezTo>
                <a:cubicBezTo>
                  <a:pt x="109" y="48"/>
                  <a:pt x="116" y="55"/>
                  <a:pt x="121" y="62"/>
                </a:cubicBezTo>
                <a:cubicBezTo>
                  <a:pt x="121" y="63"/>
                  <a:pt x="121" y="64"/>
                  <a:pt x="121" y="64"/>
                </a:cubicBezTo>
                <a:cubicBezTo>
                  <a:pt x="121" y="75"/>
                  <a:pt x="118" y="84"/>
                  <a:pt x="114" y="92"/>
                </a:cubicBezTo>
                <a:cubicBezTo>
                  <a:pt x="110" y="89"/>
                  <a:pt x="106" y="86"/>
                  <a:pt x="101" y="8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65" name="Group 269">
            <a:extLst>
              <a:ext uri="{FF2B5EF4-FFF2-40B4-BE49-F238E27FC236}">
                <a16:creationId xmlns:a16="http://schemas.microsoft.com/office/drawing/2014/main" id="{14ECDB03-E87D-2281-1F13-F07D70AF7BFF}"/>
              </a:ext>
            </a:extLst>
          </p:cNvPr>
          <p:cNvGrpSpPr/>
          <p:nvPr/>
        </p:nvGrpSpPr>
        <p:grpSpPr>
          <a:xfrm>
            <a:off x="3880616" y="5449811"/>
            <a:ext cx="274460" cy="361216"/>
            <a:chOff x="5081588" y="1744663"/>
            <a:chExt cx="552450" cy="72707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66" name="Freeform 65">
              <a:extLst>
                <a:ext uri="{FF2B5EF4-FFF2-40B4-BE49-F238E27FC236}">
                  <a16:creationId xmlns:a16="http://schemas.microsoft.com/office/drawing/2014/main" id="{2AB9EB88-F667-453C-9D1D-CFD92D0F8D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1588" y="1744663"/>
              <a:ext cx="552450" cy="727075"/>
            </a:xfrm>
            <a:custGeom>
              <a:avLst/>
              <a:gdLst>
                <a:gd name="T0" fmla="*/ 884 w 971"/>
                <a:gd name="T1" fmla="*/ 207 h 1283"/>
                <a:gd name="T2" fmla="*/ 715 w 971"/>
                <a:gd name="T3" fmla="*/ 207 h 1283"/>
                <a:gd name="T4" fmla="*/ 715 w 971"/>
                <a:gd name="T5" fmla="*/ 192 h 1283"/>
                <a:gd name="T6" fmla="*/ 673 w 971"/>
                <a:gd name="T7" fmla="*/ 150 h 1283"/>
                <a:gd name="T8" fmla="*/ 578 w 971"/>
                <a:gd name="T9" fmla="*/ 150 h 1283"/>
                <a:gd name="T10" fmla="*/ 589 w 971"/>
                <a:gd name="T11" fmla="*/ 103 h 1283"/>
                <a:gd name="T12" fmla="*/ 485 w 971"/>
                <a:gd name="T13" fmla="*/ 0 h 1283"/>
                <a:gd name="T14" fmla="*/ 382 w 971"/>
                <a:gd name="T15" fmla="*/ 103 h 1283"/>
                <a:gd name="T16" fmla="*/ 393 w 971"/>
                <a:gd name="T17" fmla="*/ 150 h 1283"/>
                <a:gd name="T18" fmla="*/ 297 w 971"/>
                <a:gd name="T19" fmla="*/ 150 h 1283"/>
                <a:gd name="T20" fmla="*/ 255 w 971"/>
                <a:gd name="T21" fmla="*/ 192 h 1283"/>
                <a:gd name="T22" fmla="*/ 255 w 971"/>
                <a:gd name="T23" fmla="*/ 207 h 1283"/>
                <a:gd name="T24" fmla="*/ 87 w 971"/>
                <a:gd name="T25" fmla="*/ 207 h 1283"/>
                <a:gd name="T26" fmla="*/ 0 w 971"/>
                <a:gd name="T27" fmla="*/ 294 h 1283"/>
                <a:gd name="T28" fmla="*/ 0 w 971"/>
                <a:gd name="T29" fmla="*/ 1196 h 1283"/>
                <a:gd name="T30" fmla="*/ 87 w 971"/>
                <a:gd name="T31" fmla="*/ 1283 h 1283"/>
                <a:gd name="T32" fmla="*/ 884 w 971"/>
                <a:gd name="T33" fmla="*/ 1283 h 1283"/>
                <a:gd name="T34" fmla="*/ 971 w 971"/>
                <a:gd name="T35" fmla="*/ 1196 h 1283"/>
                <a:gd name="T36" fmla="*/ 971 w 971"/>
                <a:gd name="T37" fmla="*/ 294 h 1283"/>
                <a:gd name="T38" fmla="*/ 884 w 971"/>
                <a:gd name="T39" fmla="*/ 207 h 1283"/>
                <a:gd name="T40" fmla="*/ 485 w 971"/>
                <a:gd name="T41" fmla="*/ 59 h 1283"/>
                <a:gd name="T42" fmla="*/ 530 w 971"/>
                <a:gd name="T43" fmla="*/ 103 h 1283"/>
                <a:gd name="T44" fmla="*/ 485 w 971"/>
                <a:gd name="T45" fmla="*/ 148 h 1283"/>
                <a:gd name="T46" fmla="*/ 441 w 971"/>
                <a:gd name="T47" fmla="*/ 103 h 1283"/>
                <a:gd name="T48" fmla="*/ 485 w 971"/>
                <a:gd name="T49" fmla="*/ 59 h 1283"/>
                <a:gd name="T50" fmla="*/ 825 w 971"/>
                <a:gd name="T51" fmla="*/ 921 h 1283"/>
                <a:gd name="T52" fmla="*/ 659 w 971"/>
                <a:gd name="T53" fmla="*/ 921 h 1283"/>
                <a:gd name="T54" fmla="*/ 659 w 971"/>
                <a:gd name="T55" fmla="*/ 1087 h 1283"/>
                <a:gd name="T56" fmla="*/ 146 w 971"/>
                <a:gd name="T57" fmla="*/ 1087 h 1283"/>
                <a:gd name="T58" fmla="*/ 146 w 971"/>
                <a:gd name="T59" fmla="*/ 275 h 1283"/>
                <a:gd name="T60" fmla="*/ 255 w 971"/>
                <a:gd name="T61" fmla="*/ 275 h 1283"/>
                <a:gd name="T62" fmla="*/ 255 w 971"/>
                <a:gd name="T63" fmla="*/ 290 h 1283"/>
                <a:gd name="T64" fmla="*/ 297 w 971"/>
                <a:gd name="T65" fmla="*/ 332 h 1283"/>
                <a:gd name="T66" fmla="*/ 673 w 971"/>
                <a:gd name="T67" fmla="*/ 332 h 1283"/>
                <a:gd name="T68" fmla="*/ 715 w 971"/>
                <a:gd name="T69" fmla="*/ 290 h 1283"/>
                <a:gd name="T70" fmla="*/ 715 w 971"/>
                <a:gd name="T71" fmla="*/ 275 h 1283"/>
                <a:gd name="T72" fmla="*/ 825 w 971"/>
                <a:gd name="T73" fmla="*/ 275 h 1283"/>
                <a:gd name="T74" fmla="*/ 825 w 971"/>
                <a:gd name="T75" fmla="*/ 921 h 1283"/>
                <a:gd name="T76" fmla="*/ 802 w 971"/>
                <a:gd name="T77" fmla="*/ 953 h 1283"/>
                <a:gd name="T78" fmla="*/ 691 w 971"/>
                <a:gd name="T79" fmla="*/ 1065 h 1283"/>
                <a:gd name="T80" fmla="*/ 691 w 971"/>
                <a:gd name="T81" fmla="*/ 953 h 1283"/>
                <a:gd name="T82" fmla="*/ 802 w 971"/>
                <a:gd name="T83" fmla="*/ 953 h 1283"/>
                <a:gd name="T84" fmla="*/ 903 w 971"/>
                <a:gd name="T85" fmla="*/ 1196 h 1283"/>
                <a:gd name="T86" fmla="*/ 884 w 971"/>
                <a:gd name="T87" fmla="*/ 1215 h 1283"/>
                <a:gd name="T88" fmla="*/ 87 w 971"/>
                <a:gd name="T89" fmla="*/ 1215 h 1283"/>
                <a:gd name="T90" fmla="*/ 68 w 971"/>
                <a:gd name="T91" fmla="*/ 1196 h 1283"/>
                <a:gd name="T92" fmla="*/ 68 w 971"/>
                <a:gd name="T93" fmla="*/ 294 h 1283"/>
                <a:gd name="T94" fmla="*/ 87 w 971"/>
                <a:gd name="T95" fmla="*/ 275 h 1283"/>
                <a:gd name="T96" fmla="*/ 114 w 971"/>
                <a:gd name="T97" fmla="*/ 275 h 1283"/>
                <a:gd name="T98" fmla="*/ 114 w 971"/>
                <a:gd name="T99" fmla="*/ 1120 h 1283"/>
                <a:gd name="T100" fmla="*/ 681 w 971"/>
                <a:gd name="T101" fmla="*/ 1120 h 1283"/>
                <a:gd name="T102" fmla="*/ 686 w 971"/>
                <a:gd name="T103" fmla="*/ 1115 h 1283"/>
                <a:gd name="T104" fmla="*/ 852 w 971"/>
                <a:gd name="T105" fmla="*/ 948 h 1283"/>
                <a:gd name="T106" fmla="*/ 857 w 971"/>
                <a:gd name="T107" fmla="*/ 943 h 1283"/>
                <a:gd name="T108" fmla="*/ 857 w 971"/>
                <a:gd name="T109" fmla="*/ 275 h 1283"/>
                <a:gd name="T110" fmla="*/ 884 w 971"/>
                <a:gd name="T111" fmla="*/ 275 h 1283"/>
                <a:gd name="T112" fmla="*/ 903 w 971"/>
                <a:gd name="T113" fmla="*/ 294 h 1283"/>
                <a:gd name="T114" fmla="*/ 903 w 971"/>
                <a:gd name="T115" fmla="*/ 1196 h 1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71" h="1283">
                  <a:moveTo>
                    <a:pt x="884" y="207"/>
                  </a:moveTo>
                  <a:cubicBezTo>
                    <a:pt x="715" y="207"/>
                    <a:pt x="715" y="207"/>
                    <a:pt x="715" y="207"/>
                  </a:cubicBezTo>
                  <a:cubicBezTo>
                    <a:pt x="715" y="192"/>
                    <a:pt x="715" y="192"/>
                    <a:pt x="715" y="192"/>
                  </a:cubicBezTo>
                  <a:cubicBezTo>
                    <a:pt x="715" y="169"/>
                    <a:pt x="696" y="150"/>
                    <a:pt x="673" y="150"/>
                  </a:cubicBezTo>
                  <a:cubicBezTo>
                    <a:pt x="578" y="150"/>
                    <a:pt x="578" y="150"/>
                    <a:pt x="578" y="150"/>
                  </a:cubicBezTo>
                  <a:cubicBezTo>
                    <a:pt x="585" y="136"/>
                    <a:pt x="589" y="120"/>
                    <a:pt x="589" y="103"/>
                  </a:cubicBezTo>
                  <a:cubicBezTo>
                    <a:pt x="589" y="46"/>
                    <a:pt x="542" y="0"/>
                    <a:pt x="485" y="0"/>
                  </a:cubicBezTo>
                  <a:cubicBezTo>
                    <a:pt x="428" y="0"/>
                    <a:pt x="382" y="46"/>
                    <a:pt x="382" y="103"/>
                  </a:cubicBezTo>
                  <a:cubicBezTo>
                    <a:pt x="382" y="120"/>
                    <a:pt x="386" y="136"/>
                    <a:pt x="393" y="150"/>
                  </a:cubicBezTo>
                  <a:cubicBezTo>
                    <a:pt x="297" y="150"/>
                    <a:pt x="297" y="150"/>
                    <a:pt x="297" y="150"/>
                  </a:cubicBezTo>
                  <a:cubicBezTo>
                    <a:pt x="274" y="150"/>
                    <a:pt x="255" y="169"/>
                    <a:pt x="255" y="192"/>
                  </a:cubicBezTo>
                  <a:cubicBezTo>
                    <a:pt x="255" y="207"/>
                    <a:pt x="255" y="207"/>
                    <a:pt x="255" y="207"/>
                  </a:cubicBezTo>
                  <a:cubicBezTo>
                    <a:pt x="87" y="207"/>
                    <a:pt x="87" y="207"/>
                    <a:pt x="87" y="207"/>
                  </a:cubicBezTo>
                  <a:cubicBezTo>
                    <a:pt x="39" y="207"/>
                    <a:pt x="0" y="246"/>
                    <a:pt x="0" y="294"/>
                  </a:cubicBezTo>
                  <a:cubicBezTo>
                    <a:pt x="0" y="1196"/>
                    <a:pt x="0" y="1196"/>
                    <a:pt x="0" y="1196"/>
                  </a:cubicBezTo>
                  <a:cubicBezTo>
                    <a:pt x="0" y="1244"/>
                    <a:pt x="39" y="1283"/>
                    <a:pt x="87" y="1283"/>
                  </a:cubicBezTo>
                  <a:cubicBezTo>
                    <a:pt x="884" y="1283"/>
                    <a:pt x="884" y="1283"/>
                    <a:pt x="884" y="1283"/>
                  </a:cubicBezTo>
                  <a:cubicBezTo>
                    <a:pt x="932" y="1283"/>
                    <a:pt x="971" y="1244"/>
                    <a:pt x="971" y="1196"/>
                  </a:cubicBezTo>
                  <a:cubicBezTo>
                    <a:pt x="971" y="294"/>
                    <a:pt x="971" y="294"/>
                    <a:pt x="971" y="294"/>
                  </a:cubicBezTo>
                  <a:cubicBezTo>
                    <a:pt x="971" y="246"/>
                    <a:pt x="932" y="207"/>
                    <a:pt x="884" y="207"/>
                  </a:cubicBezTo>
                  <a:close/>
                  <a:moveTo>
                    <a:pt x="485" y="59"/>
                  </a:moveTo>
                  <a:cubicBezTo>
                    <a:pt x="510" y="59"/>
                    <a:pt x="530" y="79"/>
                    <a:pt x="530" y="103"/>
                  </a:cubicBezTo>
                  <a:cubicBezTo>
                    <a:pt x="530" y="128"/>
                    <a:pt x="510" y="148"/>
                    <a:pt x="485" y="148"/>
                  </a:cubicBezTo>
                  <a:cubicBezTo>
                    <a:pt x="461" y="148"/>
                    <a:pt x="441" y="128"/>
                    <a:pt x="441" y="103"/>
                  </a:cubicBezTo>
                  <a:cubicBezTo>
                    <a:pt x="441" y="79"/>
                    <a:pt x="461" y="59"/>
                    <a:pt x="485" y="59"/>
                  </a:cubicBezTo>
                  <a:close/>
                  <a:moveTo>
                    <a:pt x="825" y="921"/>
                  </a:moveTo>
                  <a:cubicBezTo>
                    <a:pt x="659" y="921"/>
                    <a:pt x="659" y="921"/>
                    <a:pt x="659" y="921"/>
                  </a:cubicBezTo>
                  <a:cubicBezTo>
                    <a:pt x="659" y="1087"/>
                    <a:pt x="659" y="1087"/>
                    <a:pt x="659" y="1087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275"/>
                    <a:pt x="146" y="275"/>
                    <a:pt x="146" y="275"/>
                  </a:cubicBezTo>
                  <a:cubicBezTo>
                    <a:pt x="255" y="275"/>
                    <a:pt x="255" y="275"/>
                    <a:pt x="255" y="275"/>
                  </a:cubicBezTo>
                  <a:cubicBezTo>
                    <a:pt x="255" y="290"/>
                    <a:pt x="255" y="290"/>
                    <a:pt x="255" y="290"/>
                  </a:cubicBezTo>
                  <a:cubicBezTo>
                    <a:pt x="255" y="313"/>
                    <a:pt x="274" y="332"/>
                    <a:pt x="297" y="332"/>
                  </a:cubicBezTo>
                  <a:cubicBezTo>
                    <a:pt x="673" y="332"/>
                    <a:pt x="673" y="332"/>
                    <a:pt x="673" y="332"/>
                  </a:cubicBezTo>
                  <a:cubicBezTo>
                    <a:pt x="696" y="332"/>
                    <a:pt x="715" y="313"/>
                    <a:pt x="715" y="290"/>
                  </a:cubicBezTo>
                  <a:cubicBezTo>
                    <a:pt x="715" y="275"/>
                    <a:pt x="715" y="275"/>
                    <a:pt x="715" y="275"/>
                  </a:cubicBezTo>
                  <a:cubicBezTo>
                    <a:pt x="825" y="275"/>
                    <a:pt x="825" y="275"/>
                    <a:pt x="825" y="275"/>
                  </a:cubicBezTo>
                  <a:lnTo>
                    <a:pt x="825" y="921"/>
                  </a:lnTo>
                  <a:close/>
                  <a:moveTo>
                    <a:pt x="802" y="953"/>
                  </a:moveTo>
                  <a:cubicBezTo>
                    <a:pt x="770" y="985"/>
                    <a:pt x="726" y="1029"/>
                    <a:pt x="691" y="1065"/>
                  </a:cubicBezTo>
                  <a:cubicBezTo>
                    <a:pt x="691" y="953"/>
                    <a:pt x="691" y="953"/>
                    <a:pt x="691" y="953"/>
                  </a:cubicBezTo>
                  <a:lnTo>
                    <a:pt x="802" y="953"/>
                  </a:lnTo>
                  <a:close/>
                  <a:moveTo>
                    <a:pt x="903" y="1196"/>
                  </a:moveTo>
                  <a:cubicBezTo>
                    <a:pt x="903" y="1207"/>
                    <a:pt x="894" y="1215"/>
                    <a:pt x="884" y="1215"/>
                  </a:cubicBezTo>
                  <a:cubicBezTo>
                    <a:pt x="87" y="1215"/>
                    <a:pt x="87" y="1215"/>
                    <a:pt x="87" y="1215"/>
                  </a:cubicBezTo>
                  <a:cubicBezTo>
                    <a:pt x="76" y="1215"/>
                    <a:pt x="68" y="1207"/>
                    <a:pt x="68" y="1196"/>
                  </a:cubicBezTo>
                  <a:cubicBezTo>
                    <a:pt x="68" y="294"/>
                    <a:pt x="68" y="294"/>
                    <a:pt x="68" y="294"/>
                  </a:cubicBezTo>
                  <a:cubicBezTo>
                    <a:pt x="68" y="284"/>
                    <a:pt x="76" y="275"/>
                    <a:pt x="87" y="275"/>
                  </a:cubicBezTo>
                  <a:cubicBezTo>
                    <a:pt x="114" y="275"/>
                    <a:pt x="114" y="275"/>
                    <a:pt x="114" y="275"/>
                  </a:cubicBezTo>
                  <a:cubicBezTo>
                    <a:pt x="114" y="1120"/>
                    <a:pt x="114" y="1120"/>
                    <a:pt x="114" y="1120"/>
                  </a:cubicBezTo>
                  <a:cubicBezTo>
                    <a:pt x="681" y="1120"/>
                    <a:pt x="681" y="1120"/>
                    <a:pt x="681" y="1120"/>
                  </a:cubicBezTo>
                  <a:cubicBezTo>
                    <a:pt x="686" y="1115"/>
                    <a:pt x="686" y="1115"/>
                    <a:pt x="686" y="1115"/>
                  </a:cubicBezTo>
                  <a:cubicBezTo>
                    <a:pt x="732" y="1069"/>
                    <a:pt x="818" y="983"/>
                    <a:pt x="852" y="948"/>
                  </a:cubicBezTo>
                  <a:cubicBezTo>
                    <a:pt x="857" y="943"/>
                    <a:pt x="857" y="943"/>
                    <a:pt x="857" y="943"/>
                  </a:cubicBezTo>
                  <a:cubicBezTo>
                    <a:pt x="857" y="275"/>
                    <a:pt x="857" y="275"/>
                    <a:pt x="857" y="275"/>
                  </a:cubicBezTo>
                  <a:cubicBezTo>
                    <a:pt x="884" y="275"/>
                    <a:pt x="884" y="275"/>
                    <a:pt x="884" y="275"/>
                  </a:cubicBezTo>
                  <a:cubicBezTo>
                    <a:pt x="894" y="275"/>
                    <a:pt x="903" y="284"/>
                    <a:pt x="903" y="294"/>
                  </a:cubicBezTo>
                  <a:lnTo>
                    <a:pt x="903" y="1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7" name="Rectangle 66">
              <a:extLst>
                <a:ext uri="{FF2B5EF4-FFF2-40B4-BE49-F238E27FC236}">
                  <a16:creationId xmlns:a16="http://schemas.microsoft.com/office/drawing/2014/main" id="{9B29AF37-FD5D-4C37-E922-9C7708E4C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2003426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8" name="Rectangle 67">
              <a:extLst>
                <a:ext uri="{FF2B5EF4-FFF2-40B4-BE49-F238E27FC236}">
                  <a16:creationId xmlns:a16="http://schemas.microsoft.com/office/drawing/2014/main" id="{D354AFC0-890C-2978-15B9-DBDBE54C8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2081213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69" name="Rectangle 68">
              <a:extLst>
                <a:ext uri="{FF2B5EF4-FFF2-40B4-BE49-F238E27FC236}">
                  <a16:creationId xmlns:a16="http://schemas.microsoft.com/office/drawing/2014/main" id="{50CD5BA3-8F2F-D230-95C7-DEA6C133B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2154238"/>
              <a:ext cx="298450" cy="17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70" name="Group 274">
            <a:extLst>
              <a:ext uri="{FF2B5EF4-FFF2-40B4-BE49-F238E27FC236}">
                <a16:creationId xmlns:a16="http://schemas.microsoft.com/office/drawing/2014/main" id="{A63B11F6-7103-1760-326F-4C824A6BD50A}"/>
              </a:ext>
            </a:extLst>
          </p:cNvPr>
          <p:cNvGrpSpPr/>
          <p:nvPr/>
        </p:nvGrpSpPr>
        <p:grpSpPr>
          <a:xfrm>
            <a:off x="6354346" y="5452789"/>
            <a:ext cx="315081" cy="355260"/>
            <a:chOff x="6775450" y="3722688"/>
            <a:chExt cx="473075" cy="5334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71" name="Freeform 174">
              <a:extLst>
                <a:ext uri="{FF2B5EF4-FFF2-40B4-BE49-F238E27FC236}">
                  <a16:creationId xmlns:a16="http://schemas.microsoft.com/office/drawing/2014/main" id="{BF7C719B-6A72-E5B8-4B73-E1AF121CF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5450" y="3827463"/>
              <a:ext cx="473075" cy="428625"/>
            </a:xfrm>
            <a:custGeom>
              <a:avLst/>
              <a:gdLst>
                <a:gd name="T0" fmla="*/ 119 w 126"/>
                <a:gd name="T1" fmla="*/ 51 h 114"/>
                <a:gd name="T2" fmla="*/ 118 w 126"/>
                <a:gd name="T3" fmla="*/ 51 h 114"/>
                <a:gd name="T4" fmla="*/ 114 w 126"/>
                <a:gd name="T5" fmla="*/ 40 h 114"/>
                <a:gd name="T6" fmla="*/ 88 w 126"/>
                <a:gd name="T7" fmla="*/ 49 h 114"/>
                <a:gd name="T8" fmla="*/ 48 w 126"/>
                <a:gd name="T9" fmla="*/ 13 h 114"/>
                <a:gd name="T10" fmla="*/ 29 w 126"/>
                <a:gd name="T11" fmla="*/ 2 h 114"/>
                <a:gd name="T12" fmla="*/ 23 w 126"/>
                <a:gd name="T13" fmla="*/ 5 h 114"/>
                <a:gd name="T14" fmla="*/ 23 w 126"/>
                <a:gd name="T15" fmla="*/ 27 h 114"/>
                <a:gd name="T16" fmla="*/ 11 w 126"/>
                <a:gd name="T17" fmla="*/ 46 h 114"/>
                <a:gd name="T18" fmla="*/ 6 w 126"/>
                <a:gd name="T19" fmla="*/ 46 h 114"/>
                <a:gd name="T20" fmla="*/ 0 w 126"/>
                <a:gd name="T21" fmla="*/ 52 h 114"/>
                <a:gd name="T22" fmla="*/ 0 w 126"/>
                <a:gd name="T23" fmla="*/ 64 h 114"/>
                <a:gd name="T24" fmla="*/ 6 w 126"/>
                <a:gd name="T25" fmla="*/ 70 h 114"/>
                <a:gd name="T26" fmla="*/ 11 w 126"/>
                <a:gd name="T27" fmla="*/ 70 h 114"/>
                <a:gd name="T28" fmla="*/ 37 w 126"/>
                <a:gd name="T29" fmla="*/ 98 h 114"/>
                <a:gd name="T30" fmla="*/ 37 w 126"/>
                <a:gd name="T31" fmla="*/ 99 h 114"/>
                <a:gd name="T32" fmla="*/ 37 w 126"/>
                <a:gd name="T33" fmla="*/ 107 h 114"/>
                <a:gd name="T34" fmla="*/ 43 w 126"/>
                <a:gd name="T35" fmla="*/ 114 h 114"/>
                <a:gd name="T36" fmla="*/ 50 w 126"/>
                <a:gd name="T37" fmla="*/ 114 h 114"/>
                <a:gd name="T38" fmla="*/ 56 w 126"/>
                <a:gd name="T39" fmla="*/ 107 h 114"/>
                <a:gd name="T40" fmla="*/ 56 w 126"/>
                <a:gd name="T41" fmla="*/ 104 h 114"/>
                <a:gd name="T42" fmla="*/ 64 w 126"/>
                <a:gd name="T43" fmla="*/ 104 h 114"/>
                <a:gd name="T44" fmla="*/ 70 w 126"/>
                <a:gd name="T45" fmla="*/ 104 h 114"/>
                <a:gd name="T46" fmla="*/ 70 w 126"/>
                <a:gd name="T47" fmla="*/ 107 h 114"/>
                <a:gd name="T48" fmla="*/ 76 w 126"/>
                <a:gd name="T49" fmla="*/ 114 h 114"/>
                <a:gd name="T50" fmla="*/ 83 w 126"/>
                <a:gd name="T51" fmla="*/ 114 h 114"/>
                <a:gd name="T52" fmla="*/ 90 w 126"/>
                <a:gd name="T53" fmla="*/ 107 h 114"/>
                <a:gd name="T54" fmla="*/ 90 w 126"/>
                <a:gd name="T55" fmla="*/ 99 h 114"/>
                <a:gd name="T56" fmla="*/ 90 w 126"/>
                <a:gd name="T57" fmla="*/ 99 h 114"/>
                <a:gd name="T58" fmla="*/ 118 w 126"/>
                <a:gd name="T59" fmla="*/ 64 h 114"/>
                <a:gd name="T60" fmla="*/ 119 w 126"/>
                <a:gd name="T61" fmla="*/ 65 h 114"/>
                <a:gd name="T62" fmla="*/ 126 w 126"/>
                <a:gd name="T63" fmla="*/ 58 h 114"/>
                <a:gd name="T64" fmla="*/ 119 w 126"/>
                <a:gd name="T65" fmla="*/ 51 h 114"/>
                <a:gd name="T66" fmla="*/ 29 w 126"/>
                <a:gd name="T67" fmla="*/ 48 h 114"/>
                <a:gd name="T68" fmla="*/ 23 w 126"/>
                <a:gd name="T69" fmla="*/ 42 h 114"/>
                <a:gd name="T70" fmla="*/ 29 w 126"/>
                <a:gd name="T71" fmla="*/ 36 h 114"/>
                <a:gd name="T72" fmla="*/ 35 w 126"/>
                <a:gd name="T73" fmla="*/ 42 h 114"/>
                <a:gd name="T74" fmla="*/ 29 w 126"/>
                <a:gd name="T75" fmla="*/ 48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6" h="114">
                  <a:moveTo>
                    <a:pt x="119" y="51"/>
                  </a:moveTo>
                  <a:cubicBezTo>
                    <a:pt x="119" y="51"/>
                    <a:pt x="118" y="51"/>
                    <a:pt x="118" y="51"/>
                  </a:cubicBezTo>
                  <a:cubicBezTo>
                    <a:pt x="117" y="47"/>
                    <a:pt x="116" y="43"/>
                    <a:pt x="114" y="40"/>
                  </a:cubicBezTo>
                  <a:cubicBezTo>
                    <a:pt x="107" y="45"/>
                    <a:pt x="98" y="49"/>
                    <a:pt x="88" y="49"/>
                  </a:cubicBezTo>
                  <a:cubicBezTo>
                    <a:pt x="67" y="49"/>
                    <a:pt x="50" y="33"/>
                    <a:pt x="48" y="1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6" y="0"/>
                    <a:pt x="23" y="1"/>
                    <a:pt x="23" y="5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7" y="32"/>
                    <a:pt x="13" y="39"/>
                    <a:pt x="11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3" y="46"/>
                    <a:pt x="0" y="49"/>
                    <a:pt x="0" y="5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7"/>
                    <a:pt x="3" y="70"/>
                    <a:pt x="6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5" y="82"/>
                    <a:pt x="24" y="92"/>
                    <a:pt x="37" y="98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11"/>
                    <a:pt x="40" y="114"/>
                    <a:pt x="43" y="114"/>
                  </a:cubicBezTo>
                  <a:cubicBezTo>
                    <a:pt x="50" y="114"/>
                    <a:pt x="50" y="114"/>
                    <a:pt x="50" y="114"/>
                  </a:cubicBezTo>
                  <a:cubicBezTo>
                    <a:pt x="54" y="114"/>
                    <a:pt x="56" y="111"/>
                    <a:pt x="56" y="107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59" y="104"/>
                    <a:pt x="61" y="104"/>
                    <a:pt x="64" y="104"/>
                  </a:cubicBezTo>
                  <a:cubicBezTo>
                    <a:pt x="66" y="104"/>
                    <a:pt x="68" y="104"/>
                    <a:pt x="70" y="104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70" y="111"/>
                    <a:pt x="73" y="114"/>
                    <a:pt x="76" y="114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7" y="114"/>
                    <a:pt x="90" y="111"/>
                    <a:pt x="90" y="107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105" y="92"/>
                    <a:pt x="115" y="79"/>
                    <a:pt x="118" y="64"/>
                  </a:cubicBezTo>
                  <a:cubicBezTo>
                    <a:pt x="118" y="65"/>
                    <a:pt x="119" y="65"/>
                    <a:pt x="119" y="65"/>
                  </a:cubicBezTo>
                  <a:cubicBezTo>
                    <a:pt x="123" y="65"/>
                    <a:pt x="126" y="62"/>
                    <a:pt x="126" y="58"/>
                  </a:cubicBezTo>
                  <a:cubicBezTo>
                    <a:pt x="126" y="54"/>
                    <a:pt x="123" y="51"/>
                    <a:pt x="119" y="51"/>
                  </a:cubicBezTo>
                  <a:close/>
                  <a:moveTo>
                    <a:pt x="29" y="48"/>
                  </a:moveTo>
                  <a:cubicBezTo>
                    <a:pt x="25" y="48"/>
                    <a:pt x="23" y="45"/>
                    <a:pt x="23" y="42"/>
                  </a:cubicBezTo>
                  <a:cubicBezTo>
                    <a:pt x="23" y="38"/>
                    <a:pt x="25" y="36"/>
                    <a:pt x="29" y="36"/>
                  </a:cubicBezTo>
                  <a:cubicBezTo>
                    <a:pt x="32" y="36"/>
                    <a:pt x="35" y="38"/>
                    <a:pt x="35" y="42"/>
                  </a:cubicBezTo>
                  <a:cubicBezTo>
                    <a:pt x="35" y="45"/>
                    <a:pt x="32" y="48"/>
                    <a:pt x="29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72" name="Freeform 175">
              <a:extLst>
                <a:ext uri="{FF2B5EF4-FFF2-40B4-BE49-F238E27FC236}">
                  <a16:creationId xmlns:a16="http://schemas.microsoft.com/office/drawing/2014/main" id="{A8263DD6-4997-C4D6-8689-699438797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0713" y="3722688"/>
              <a:ext cx="269875" cy="274638"/>
            </a:xfrm>
            <a:custGeom>
              <a:avLst/>
              <a:gdLst>
                <a:gd name="T0" fmla="*/ 36 w 72"/>
                <a:gd name="T1" fmla="*/ 73 h 73"/>
                <a:gd name="T2" fmla="*/ 72 w 72"/>
                <a:gd name="T3" fmla="*/ 37 h 73"/>
                <a:gd name="T4" fmla="*/ 36 w 72"/>
                <a:gd name="T5" fmla="*/ 0 h 73"/>
                <a:gd name="T6" fmla="*/ 0 w 72"/>
                <a:gd name="T7" fmla="*/ 37 h 73"/>
                <a:gd name="T8" fmla="*/ 36 w 72"/>
                <a:gd name="T9" fmla="*/ 73 h 73"/>
                <a:gd name="T10" fmla="*/ 34 w 72"/>
                <a:gd name="T11" fmla="*/ 38 h 73"/>
                <a:gd name="T12" fmla="*/ 25 w 72"/>
                <a:gd name="T13" fmla="*/ 28 h 73"/>
                <a:gd name="T14" fmla="*/ 34 w 72"/>
                <a:gd name="T15" fmla="*/ 19 h 73"/>
                <a:gd name="T16" fmla="*/ 34 w 72"/>
                <a:gd name="T17" fmla="*/ 14 h 73"/>
                <a:gd name="T18" fmla="*/ 39 w 72"/>
                <a:gd name="T19" fmla="*/ 14 h 73"/>
                <a:gd name="T20" fmla="*/ 39 w 72"/>
                <a:gd name="T21" fmla="*/ 19 h 73"/>
                <a:gd name="T22" fmla="*/ 47 w 72"/>
                <a:gd name="T23" fmla="*/ 20 h 73"/>
                <a:gd name="T24" fmla="*/ 45 w 72"/>
                <a:gd name="T25" fmla="*/ 26 h 73"/>
                <a:gd name="T26" fmla="*/ 37 w 72"/>
                <a:gd name="T27" fmla="*/ 24 h 73"/>
                <a:gd name="T28" fmla="*/ 33 w 72"/>
                <a:gd name="T29" fmla="*/ 27 h 73"/>
                <a:gd name="T30" fmla="*/ 39 w 72"/>
                <a:gd name="T31" fmla="*/ 32 h 73"/>
                <a:gd name="T32" fmla="*/ 48 w 72"/>
                <a:gd name="T33" fmla="*/ 42 h 73"/>
                <a:gd name="T34" fmla="*/ 39 w 72"/>
                <a:gd name="T35" fmla="*/ 52 h 73"/>
                <a:gd name="T36" fmla="*/ 39 w 72"/>
                <a:gd name="T37" fmla="*/ 57 h 73"/>
                <a:gd name="T38" fmla="*/ 33 w 72"/>
                <a:gd name="T39" fmla="*/ 57 h 73"/>
                <a:gd name="T40" fmla="*/ 33 w 72"/>
                <a:gd name="T41" fmla="*/ 52 h 73"/>
                <a:gd name="T42" fmla="*/ 24 w 72"/>
                <a:gd name="T43" fmla="*/ 50 h 73"/>
                <a:gd name="T44" fmla="*/ 26 w 72"/>
                <a:gd name="T45" fmla="*/ 44 h 73"/>
                <a:gd name="T46" fmla="*/ 35 w 72"/>
                <a:gd name="T47" fmla="*/ 46 h 73"/>
                <a:gd name="T48" fmla="*/ 40 w 72"/>
                <a:gd name="T49" fmla="*/ 43 h 73"/>
                <a:gd name="T50" fmla="*/ 34 w 72"/>
                <a:gd name="T51" fmla="*/ 3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2" h="73">
                  <a:moveTo>
                    <a:pt x="36" y="73"/>
                  </a:moveTo>
                  <a:cubicBezTo>
                    <a:pt x="56" y="73"/>
                    <a:pt x="72" y="57"/>
                    <a:pt x="72" y="37"/>
                  </a:cubicBezTo>
                  <a:cubicBezTo>
                    <a:pt x="72" y="17"/>
                    <a:pt x="56" y="0"/>
                    <a:pt x="36" y="0"/>
                  </a:cubicBezTo>
                  <a:cubicBezTo>
                    <a:pt x="16" y="0"/>
                    <a:pt x="0" y="17"/>
                    <a:pt x="0" y="37"/>
                  </a:cubicBezTo>
                  <a:cubicBezTo>
                    <a:pt x="0" y="57"/>
                    <a:pt x="16" y="73"/>
                    <a:pt x="36" y="73"/>
                  </a:cubicBezTo>
                  <a:close/>
                  <a:moveTo>
                    <a:pt x="34" y="38"/>
                  </a:moveTo>
                  <a:cubicBezTo>
                    <a:pt x="28" y="36"/>
                    <a:pt x="25" y="34"/>
                    <a:pt x="25" y="28"/>
                  </a:cubicBezTo>
                  <a:cubicBezTo>
                    <a:pt x="25" y="24"/>
                    <a:pt x="28" y="20"/>
                    <a:pt x="34" y="19"/>
                  </a:cubicBezTo>
                  <a:cubicBezTo>
                    <a:pt x="34" y="14"/>
                    <a:pt x="34" y="14"/>
                    <a:pt x="34" y="14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2" y="19"/>
                    <a:pt x="45" y="19"/>
                    <a:pt x="47" y="20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6"/>
                    <a:pt x="41" y="24"/>
                    <a:pt x="37" y="24"/>
                  </a:cubicBezTo>
                  <a:cubicBezTo>
                    <a:pt x="34" y="24"/>
                    <a:pt x="33" y="26"/>
                    <a:pt x="33" y="27"/>
                  </a:cubicBezTo>
                  <a:cubicBezTo>
                    <a:pt x="33" y="29"/>
                    <a:pt x="35" y="30"/>
                    <a:pt x="39" y="32"/>
                  </a:cubicBezTo>
                  <a:cubicBezTo>
                    <a:pt x="46" y="34"/>
                    <a:pt x="48" y="37"/>
                    <a:pt x="48" y="42"/>
                  </a:cubicBezTo>
                  <a:cubicBezTo>
                    <a:pt x="48" y="47"/>
                    <a:pt x="45" y="51"/>
                    <a:pt x="39" y="52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0" y="52"/>
                    <a:pt x="26" y="51"/>
                    <a:pt x="24" y="50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8" y="45"/>
                    <a:pt x="31" y="46"/>
                    <a:pt x="35" y="46"/>
                  </a:cubicBezTo>
                  <a:cubicBezTo>
                    <a:pt x="38" y="46"/>
                    <a:pt x="40" y="45"/>
                    <a:pt x="40" y="43"/>
                  </a:cubicBezTo>
                  <a:cubicBezTo>
                    <a:pt x="40" y="41"/>
                    <a:pt x="38" y="39"/>
                    <a:pt x="34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73" name="Freeform 49">
            <a:extLst>
              <a:ext uri="{FF2B5EF4-FFF2-40B4-BE49-F238E27FC236}">
                <a16:creationId xmlns:a16="http://schemas.microsoft.com/office/drawing/2014/main" id="{ADEBAD21-68D4-3887-3E34-F5F434ED6C8C}"/>
              </a:ext>
            </a:extLst>
          </p:cNvPr>
          <p:cNvSpPr>
            <a:spLocks noEditPoints="1"/>
          </p:cNvSpPr>
          <p:nvPr/>
        </p:nvSpPr>
        <p:spPr bwMode="auto">
          <a:xfrm>
            <a:off x="5516058" y="5490323"/>
            <a:ext cx="340457" cy="280190"/>
          </a:xfrm>
          <a:custGeom>
            <a:avLst/>
            <a:gdLst>
              <a:gd name="T0" fmla="*/ 123 w 136"/>
              <a:gd name="T1" fmla="*/ 22 h 112"/>
              <a:gd name="T2" fmla="*/ 92 w 136"/>
              <a:gd name="T3" fmla="*/ 22 h 112"/>
              <a:gd name="T4" fmla="*/ 92 w 136"/>
              <a:gd name="T5" fmla="*/ 14 h 112"/>
              <a:gd name="T6" fmla="*/ 79 w 136"/>
              <a:gd name="T7" fmla="*/ 0 h 112"/>
              <a:gd name="T8" fmla="*/ 57 w 136"/>
              <a:gd name="T9" fmla="*/ 0 h 112"/>
              <a:gd name="T10" fmla="*/ 44 w 136"/>
              <a:gd name="T11" fmla="*/ 14 h 112"/>
              <a:gd name="T12" fmla="*/ 44 w 136"/>
              <a:gd name="T13" fmla="*/ 22 h 112"/>
              <a:gd name="T14" fmla="*/ 12 w 136"/>
              <a:gd name="T15" fmla="*/ 22 h 112"/>
              <a:gd name="T16" fmla="*/ 0 w 136"/>
              <a:gd name="T17" fmla="*/ 34 h 112"/>
              <a:gd name="T18" fmla="*/ 0 w 136"/>
              <a:gd name="T19" fmla="*/ 99 h 112"/>
              <a:gd name="T20" fmla="*/ 12 w 136"/>
              <a:gd name="T21" fmla="*/ 112 h 112"/>
              <a:gd name="T22" fmla="*/ 123 w 136"/>
              <a:gd name="T23" fmla="*/ 112 h 112"/>
              <a:gd name="T24" fmla="*/ 136 w 136"/>
              <a:gd name="T25" fmla="*/ 99 h 112"/>
              <a:gd name="T26" fmla="*/ 136 w 136"/>
              <a:gd name="T27" fmla="*/ 34 h 112"/>
              <a:gd name="T28" fmla="*/ 123 w 136"/>
              <a:gd name="T29" fmla="*/ 22 h 112"/>
              <a:gd name="T30" fmla="*/ 22 w 136"/>
              <a:gd name="T31" fmla="*/ 104 h 112"/>
              <a:gd name="T32" fmla="*/ 22 w 136"/>
              <a:gd name="T33" fmla="*/ 29 h 112"/>
              <a:gd name="T34" fmla="*/ 39 w 136"/>
              <a:gd name="T35" fmla="*/ 29 h 112"/>
              <a:gd name="T36" fmla="*/ 39 w 136"/>
              <a:gd name="T37" fmla="*/ 104 h 112"/>
              <a:gd name="T38" fmla="*/ 22 w 136"/>
              <a:gd name="T39" fmla="*/ 104 h 112"/>
              <a:gd name="T40" fmla="*/ 83 w 136"/>
              <a:gd name="T41" fmla="*/ 22 h 112"/>
              <a:gd name="T42" fmla="*/ 52 w 136"/>
              <a:gd name="T43" fmla="*/ 22 h 112"/>
              <a:gd name="T44" fmla="*/ 52 w 136"/>
              <a:gd name="T45" fmla="*/ 14 h 112"/>
              <a:gd name="T46" fmla="*/ 57 w 136"/>
              <a:gd name="T47" fmla="*/ 9 h 112"/>
              <a:gd name="T48" fmla="*/ 79 w 136"/>
              <a:gd name="T49" fmla="*/ 9 h 112"/>
              <a:gd name="T50" fmla="*/ 83 w 136"/>
              <a:gd name="T51" fmla="*/ 14 h 112"/>
              <a:gd name="T52" fmla="*/ 83 w 136"/>
              <a:gd name="T53" fmla="*/ 22 h 112"/>
              <a:gd name="T54" fmla="*/ 96 w 136"/>
              <a:gd name="T55" fmla="*/ 104 h 112"/>
              <a:gd name="T56" fmla="*/ 96 w 136"/>
              <a:gd name="T57" fmla="*/ 29 h 112"/>
              <a:gd name="T58" fmla="*/ 114 w 136"/>
              <a:gd name="T59" fmla="*/ 29 h 112"/>
              <a:gd name="T60" fmla="*/ 114 w 136"/>
              <a:gd name="T61" fmla="*/ 104 h 112"/>
              <a:gd name="T62" fmla="*/ 96 w 136"/>
              <a:gd name="T63" fmla="*/ 104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6" h="112">
                <a:moveTo>
                  <a:pt x="123" y="22"/>
                </a:moveTo>
                <a:cubicBezTo>
                  <a:pt x="92" y="22"/>
                  <a:pt x="92" y="22"/>
                  <a:pt x="92" y="22"/>
                </a:cubicBezTo>
                <a:cubicBezTo>
                  <a:pt x="92" y="14"/>
                  <a:pt x="92" y="14"/>
                  <a:pt x="92" y="14"/>
                </a:cubicBezTo>
                <a:cubicBezTo>
                  <a:pt x="92" y="6"/>
                  <a:pt x="86" y="0"/>
                  <a:pt x="79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0" y="0"/>
                  <a:pt x="44" y="6"/>
                  <a:pt x="44" y="14"/>
                </a:cubicBezTo>
                <a:cubicBezTo>
                  <a:pt x="44" y="22"/>
                  <a:pt x="44" y="22"/>
                  <a:pt x="44" y="22"/>
                </a:cubicBezTo>
                <a:cubicBezTo>
                  <a:pt x="12" y="22"/>
                  <a:pt x="12" y="22"/>
                  <a:pt x="12" y="22"/>
                </a:cubicBezTo>
                <a:cubicBezTo>
                  <a:pt x="5" y="22"/>
                  <a:pt x="0" y="27"/>
                  <a:pt x="0" y="3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6"/>
                  <a:pt x="5" y="112"/>
                  <a:pt x="12" y="112"/>
                </a:cubicBezTo>
                <a:cubicBezTo>
                  <a:pt x="123" y="112"/>
                  <a:pt x="123" y="112"/>
                  <a:pt x="123" y="112"/>
                </a:cubicBezTo>
                <a:cubicBezTo>
                  <a:pt x="130" y="112"/>
                  <a:pt x="136" y="106"/>
                  <a:pt x="136" y="99"/>
                </a:cubicBezTo>
                <a:cubicBezTo>
                  <a:pt x="136" y="34"/>
                  <a:pt x="136" y="34"/>
                  <a:pt x="136" y="34"/>
                </a:cubicBezTo>
                <a:cubicBezTo>
                  <a:pt x="136" y="27"/>
                  <a:pt x="130" y="22"/>
                  <a:pt x="123" y="22"/>
                </a:cubicBezTo>
                <a:close/>
                <a:moveTo>
                  <a:pt x="22" y="104"/>
                </a:moveTo>
                <a:cubicBezTo>
                  <a:pt x="22" y="29"/>
                  <a:pt x="22" y="29"/>
                  <a:pt x="22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104"/>
                  <a:pt x="39" y="104"/>
                  <a:pt x="39" y="104"/>
                </a:cubicBezTo>
                <a:lnTo>
                  <a:pt x="22" y="104"/>
                </a:lnTo>
                <a:close/>
                <a:moveTo>
                  <a:pt x="83" y="22"/>
                </a:moveTo>
                <a:cubicBezTo>
                  <a:pt x="52" y="22"/>
                  <a:pt x="52" y="22"/>
                  <a:pt x="52" y="22"/>
                </a:cubicBezTo>
                <a:cubicBezTo>
                  <a:pt x="52" y="14"/>
                  <a:pt x="52" y="14"/>
                  <a:pt x="52" y="14"/>
                </a:cubicBezTo>
                <a:cubicBezTo>
                  <a:pt x="52" y="11"/>
                  <a:pt x="54" y="9"/>
                  <a:pt x="57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1" y="9"/>
                  <a:pt x="83" y="11"/>
                  <a:pt x="83" y="14"/>
                </a:cubicBezTo>
                <a:lnTo>
                  <a:pt x="83" y="22"/>
                </a:lnTo>
                <a:close/>
                <a:moveTo>
                  <a:pt x="96" y="104"/>
                </a:moveTo>
                <a:cubicBezTo>
                  <a:pt x="96" y="29"/>
                  <a:pt x="96" y="29"/>
                  <a:pt x="96" y="29"/>
                </a:cubicBezTo>
                <a:cubicBezTo>
                  <a:pt x="114" y="29"/>
                  <a:pt x="114" y="29"/>
                  <a:pt x="114" y="29"/>
                </a:cubicBezTo>
                <a:cubicBezTo>
                  <a:pt x="114" y="104"/>
                  <a:pt x="114" y="104"/>
                  <a:pt x="114" y="104"/>
                </a:cubicBezTo>
                <a:lnTo>
                  <a:pt x="96" y="10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74" name="Group 278">
            <a:extLst>
              <a:ext uri="{FF2B5EF4-FFF2-40B4-BE49-F238E27FC236}">
                <a16:creationId xmlns:a16="http://schemas.microsoft.com/office/drawing/2014/main" id="{F89EEED9-6C22-BAC4-92EE-1D3A93A55556}"/>
              </a:ext>
            </a:extLst>
          </p:cNvPr>
          <p:cNvGrpSpPr/>
          <p:nvPr/>
        </p:nvGrpSpPr>
        <p:grpSpPr>
          <a:xfrm>
            <a:off x="3016505" y="4963750"/>
            <a:ext cx="363408" cy="274360"/>
            <a:chOff x="9344026" y="4991101"/>
            <a:chExt cx="239713" cy="18097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75" name="Freeform 271">
              <a:extLst>
                <a:ext uri="{FF2B5EF4-FFF2-40B4-BE49-F238E27FC236}">
                  <a16:creationId xmlns:a16="http://schemas.microsoft.com/office/drawing/2014/main" id="{F1A16B1E-B080-BB62-3721-A0A56C1FA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4026" y="5141913"/>
              <a:ext cx="239713" cy="30163"/>
            </a:xfrm>
            <a:custGeom>
              <a:avLst/>
              <a:gdLst>
                <a:gd name="T0" fmla="*/ 60 w 64"/>
                <a:gd name="T1" fmla="*/ 0 h 8"/>
                <a:gd name="T2" fmla="*/ 4 w 64"/>
                <a:gd name="T3" fmla="*/ 0 h 8"/>
                <a:gd name="T4" fmla="*/ 0 w 64"/>
                <a:gd name="T5" fmla="*/ 4 h 8"/>
                <a:gd name="T6" fmla="*/ 4 w 64"/>
                <a:gd name="T7" fmla="*/ 8 h 8"/>
                <a:gd name="T8" fmla="*/ 60 w 64"/>
                <a:gd name="T9" fmla="*/ 8 h 8"/>
                <a:gd name="T10" fmla="*/ 64 w 64"/>
                <a:gd name="T11" fmla="*/ 4 h 8"/>
                <a:gd name="T12" fmla="*/ 60 w 64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8">
                  <a:moveTo>
                    <a:pt x="6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2" y="8"/>
                    <a:pt x="64" y="6"/>
                    <a:pt x="64" y="4"/>
                  </a:cubicBezTo>
                  <a:cubicBezTo>
                    <a:pt x="64" y="2"/>
                    <a:pt x="62" y="0"/>
                    <a:pt x="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76" name="Freeform 272">
              <a:extLst>
                <a:ext uri="{FF2B5EF4-FFF2-40B4-BE49-F238E27FC236}">
                  <a16:creationId xmlns:a16="http://schemas.microsoft.com/office/drawing/2014/main" id="{A853B6A0-054A-933F-6758-F90015CD62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88476" y="4991101"/>
              <a:ext cx="195263" cy="134938"/>
            </a:xfrm>
            <a:custGeom>
              <a:avLst/>
              <a:gdLst>
                <a:gd name="T0" fmla="*/ 8 w 52"/>
                <a:gd name="T1" fmla="*/ 36 h 36"/>
                <a:gd name="T2" fmla="*/ 32 w 52"/>
                <a:gd name="T3" fmla="*/ 36 h 36"/>
                <a:gd name="T4" fmla="*/ 40 w 52"/>
                <a:gd name="T5" fmla="*/ 28 h 36"/>
                <a:gd name="T6" fmla="*/ 52 w 52"/>
                <a:gd name="T7" fmla="*/ 16 h 36"/>
                <a:gd name="T8" fmla="*/ 40 w 52"/>
                <a:gd name="T9" fmla="*/ 4 h 36"/>
                <a:gd name="T10" fmla="*/ 40 w 52"/>
                <a:gd name="T11" fmla="*/ 0 h 36"/>
                <a:gd name="T12" fmla="*/ 0 w 52"/>
                <a:gd name="T13" fmla="*/ 0 h 36"/>
                <a:gd name="T14" fmla="*/ 0 w 52"/>
                <a:gd name="T15" fmla="*/ 28 h 36"/>
                <a:gd name="T16" fmla="*/ 8 w 52"/>
                <a:gd name="T17" fmla="*/ 36 h 36"/>
                <a:gd name="T18" fmla="*/ 48 w 52"/>
                <a:gd name="T19" fmla="*/ 16 h 36"/>
                <a:gd name="T20" fmla="*/ 40 w 52"/>
                <a:gd name="T21" fmla="*/ 24 h 36"/>
                <a:gd name="T22" fmla="*/ 40 w 52"/>
                <a:gd name="T23" fmla="*/ 8 h 36"/>
                <a:gd name="T24" fmla="*/ 48 w 52"/>
                <a:gd name="T25" fmla="*/ 16 h 36"/>
                <a:gd name="T26" fmla="*/ 4 w 52"/>
                <a:gd name="T27" fmla="*/ 4 h 36"/>
                <a:gd name="T28" fmla="*/ 8 w 52"/>
                <a:gd name="T29" fmla="*/ 4 h 36"/>
                <a:gd name="T30" fmla="*/ 8 w 52"/>
                <a:gd name="T31" fmla="*/ 32 h 36"/>
                <a:gd name="T32" fmla="*/ 4 w 52"/>
                <a:gd name="T33" fmla="*/ 28 h 36"/>
                <a:gd name="T34" fmla="*/ 4 w 52"/>
                <a:gd name="T35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36">
                  <a:moveTo>
                    <a:pt x="8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6" y="36"/>
                    <a:pt x="40" y="32"/>
                    <a:pt x="40" y="28"/>
                  </a:cubicBezTo>
                  <a:cubicBezTo>
                    <a:pt x="47" y="28"/>
                    <a:pt x="52" y="23"/>
                    <a:pt x="52" y="16"/>
                  </a:cubicBezTo>
                  <a:cubicBezTo>
                    <a:pt x="52" y="9"/>
                    <a:pt x="47" y="4"/>
                    <a:pt x="40" y="4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2"/>
                    <a:pt x="4" y="36"/>
                    <a:pt x="8" y="36"/>
                  </a:cubicBezTo>
                  <a:close/>
                  <a:moveTo>
                    <a:pt x="48" y="16"/>
                  </a:moveTo>
                  <a:cubicBezTo>
                    <a:pt x="48" y="20"/>
                    <a:pt x="44" y="24"/>
                    <a:pt x="40" y="2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4" y="8"/>
                    <a:pt x="48" y="12"/>
                    <a:pt x="48" y="16"/>
                  </a:cubicBezTo>
                  <a:close/>
                  <a:moveTo>
                    <a:pt x="4" y="4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6" y="32"/>
                    <a:pt x="4" y="30"/>
                    <a:pt x="4" y="28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77" name="Group 281">
            <a:extLst>
              <a:ext uri="{FF2B5EF4-FFF2-40B4-BE49-F238E27FC236}">
                <a16:creationId xmlns:a16="http://schemas.microsoft.com/office/drawing/2014/main" id="{CA31C5E1-59E6-F3A1-500E-50A8E6CA41D8}"/>
              </a:ext>
            </a:extLst>
          </p:cNvPr>
          <p:cNvGrpSpPr/>
          <p:nvPr/>
        </p:nvGrpSpPr>
        <p:grpSpPr>
          <a:xfrm>
            <a:off x="8724743" y="5412726"/>
            <a:ext cx="382103" cy="435384"/>
            <a:chOff x="8196263" y="4981575"/>
            <a:chExt cx="796925" cy="90805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78" name="Freeform 5">
              <a:extLst>
                <a:ext uri="{FF2B5EF4-FFF2-40B4-BE49-F238E27FC236}">
                  <a16:creationId xmlns:a16="http://schemas.microsoft.com/office/drawing/2014/main" id="{89E7EF16-4E51-2F59-2BD6-F902F5FF66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96263" y="4981575"/>
              <a:ext cx="796925" cy="908050"/>
            </a:xfrm>
            <a:custGeom>
              <a:avLst/>
              <a:gdLst>
                <a:gd name="T0" fmla="*/ 666 w 907"/>
                <a:gd name="T1" fmla="*/ 33 h 1034"/>
                <a:gd name="T2" fmla="*/ 236 w 907"/>
                <a:gd name="T3" fmla="*/ 68 h 1034"/>
                <a:gd name="T4" fmla="*/ 77 w 907"/>
                <a:gd name="T5" fmla="*/ 272 h 1034"/>
                <a:gd name="T6" fmla="*/ 78 w 907"/>
                <a:gd name="T7" fmla="*/ 399 h 1034"/>
                <a:gd name="T8" fmla="*/ 81 w 907"/>
                <a:gd name="T9" fmla="*/ 411 h 1034"/>
                <a:gd name="T10" fmla="*/ 44 w 907"/>
                <a:gd name="T11" fmla="*/ 468 h 1034"/>
                <a:gd name="T12" fmla="*/ 16 w 907"/>
                <a:gd name="T13" fmla="*/ 509 h 1034"/>
                <a:gd name="T14" fmla="*/ 16 w 907"/>
                <a:gd name="T15" fmla="*/ 510 h 1034"/>
                <a:gd name="T16" fmla="*/ 42 w 907"/>
                <a:gd name="T17" fmla="*/ 624 h 1034"/>
                <a:gd name="T18" fmla="*/ 57 w 907"/>
                <a:gd name="T19" fmla="*/ 677 h 1034"/>
                <a:gd name="T20" fmla="*/ 86 w 907"/>
                <a:gd name="T21" fmla="*/ 749 h 1034"/>
                <a:gd name="T22" fmla="*/ 85 w 907"/>
                <a:gd name="T23" fmla="*/ 800 h 1034"/>
                <a:gd name="T24" fmla="*/ 195 w 907"/>
                <a:gd name="T25" fmla="*/ 892 h 1034"/>
                <a:gd name="T26" fmla="*/ 281 w 907"/>
                <a:gd name="T27" fmla="*/ 958 h 1034"/>
                <a:gd name="T28" fmla="*/ 713 w 907"/>
                <a:gd name="T29" fmla="*/ 1034 h 1034"/>
                <a:gd name="T30" fmla="*/ 791 w 907"/>
                <a:gd name="T31" fmla="*/ 940 h 1034"/>
                <a:gd name="T32" fmla="*/ 766 w 907"/>
                <a:gd name="T33" fmla="*/ 735 h 1034"/>
                <a:gd name="T34" fmla="*/ 896 w 907"/>
                <a:gd name="T35" fmla="*/ 481 h 1034"/>
                <a:gd name="T36" fmla="*/ 814 w 907"/>
                <a:gd name="T37" fmla="*/ 136 h 1034"/>
                <a:gd name="T38" fmla="*/ 723 w 907"/>
                <a:gd name="T39" fmla="*/ 699 h 1034"/>
                <a:gd name="T40" fmla="*/ 736 w 907"/>
                <a:gd name="T41" fmla="*/ 949 h 1034"/>
                <a:gd name="T42" fmla="*/ 713 w 907"/>
                <a:gd name="T43" fmla="*/ 978 h 1034"/>
                <a:gd name="T44" fmla="*/ 337 w 907"/>
                <a:gd name="T45" fmla="*/ 955 h 1034"/>
                <a:gd name="T46" fmla="*/ 300 w 907"/>
                <a:gd name="T47" fmla="*/ 814 h 1034"/>
                <a:gd name="T48" fmla="*/ 195 w 907"/>
                <a:gd name="T49" fmla="*/ 837 h 1034"/>
                <a:gd name="T50" fmla="*/ 116 w 907"/>
                <a:gd name="T51" fmla="*/ 697 h 1034"/>
                <a:gd name="T52" fmla="*/ 126 w 907"/>
                <a:gd name="T53" fmla="*/ 655 h 1034"/>
                <a:gd name="T54" fmla="*/ 99 w 907"/>
                <a:gd name="T55" fmla="*/ 640 h 1034"/>
                <a:gd name="T56" fmla="*/ 108 w 907"/>
                <a:gd name="T57" fmla="*/ 598 h 1034"/>
                <a:gd name="T58" fmla="*/ 75 w 907"/>
                <a:gd name="T59" fmla="*/ 579 h 1034"/>
                <a:gd name="T60" fmla="*/ 63 w 907"/>
                <a:gd name="T61" fmla="*/ 539 h 1034"/>
                <a:gd name="T62" fmla="*/ 128 w 907"/>
                <a:gd name="T63" fmla="*/ 440 h 1034"/>
                <a:gd name="T64" fmla="*/ 132 w 907"/>
                <a:gd name="T65" fmla="*/ 387 h 1034"/>
                <a:gd name="T66" fmla="*/ 131 w 907"/>
                <a:gd name="T67" fmla="*/ 286 h 1034"/>
                <a:gd name="T68" fmla="*/ 841 w 907"/>
                <a:gd name="T69" fmla="*/ 473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07" h="1034">
                  <a:moveTo>
                    <a:pt x="814" y="136"/>
                  </a:moveTo>
                  <a:cubicBezTo>
                    <a:pt x="775" y="91"/>
                    <a:pt x="726" y="56"/>
                    <a:pt x="666" y="33"/>
                  </a:cubicBezTo>
                  <a:cubicBezTo>
                    <a:pt x="613" y="11"/>
                    <a:pt x="552" y="0"/>
                    <a:pt x="490" y="0"/>
                  </a:cubicBezTo>
                  <a:cubicBezTo>
                    <a:pt x="399" y="0"/>
                    <a:pt x="308" y="24"/>
                    <a:pt x="236" y="68"/>
                  </a:cubicBezTo>
                  <a:cubicBezTo>
                    <a:pt x="196" y="92"/>
                    <a:pt x="163" y="120"/>
                    <a:pt x="137" y="153"/>
                  </a:cubicBezTo>
                  <a:cubicBezTo>
                    <a:pt x="108" y="189"/>
                    <a:pt x="88" y="229"/>
                    <a:pt x="77" y="272"/>
                  </a:cubicBezTo>
                  <a:cubicBezTo>
                    <a:pt x="68" y="310"/>
                    <a:pt x="67" y="352"/>
                    <a:pt x="75" y="387"/>
                  </a:cubicBezTo>
                  <a:cubicBezTo>
                    <a:pt x="78" y="399"/>
                    <a:pt x="78" y="399"/>
                    <a:pt x="78" y="399"/>
                  </a:cubicBezTo>
                  <a:cubicBezTo>
                    <a:pt x="78" y="403"/>
                    <a:pt x="79" y="406"/>
                    <a:pt x="80" y="409"/>
                  </a:cubicBezTo>
                  <a:cubicBezTo>
                    <a:pt x="80" y="410"/>
                    <a:pt x="80" y="410"/>
                    <a:pt x="81" y="411"/>
                  </a:cubicBezTo>
                  <a:cubicBezTo>
                    <a:pt x="78" y="416"/>
                    <a:pt x="78" y="416"/>
                    <a:pt x="78" y="416"/>
                  </a:cubicBezTo>
                  <a:cubicBezTo>
                    <a:pt x="70" y="433"/>
                    <a:pt x="58" y="450"/>
                    <a:pt x="44" y="468"/>
                  </a:cubicBezTo>
                  <a:cubicBezTo>
                    <a:pt x="35" y="481"/>
                    <a:pt x="25" y="494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09"/>
                    <a:pt x="16" y="509"/>
                    <a:pt x="16" y="509"/>
                  </a:cubicBezTo>
                  <a:cubicBezTo>
                    <a:pt x="16" y="510"/>
                    <a:pt x="16" y="510"/>
                    <a:pt x="16" y="510"/>
                  </a:cubicBezTo>
                  <a:cubicBezTo>
                    <a:pt x="3" y="530"/>
                    <a:pt x="0" y="555"/>
                    <a:pt x="7" y="578"/>
                  </a:cubicBezTo>
                  <a:cubicBezTo>
                    <a:pt x="12" y="597"/>
                    <a:pt x="25" y="613"/>
                    <a:pt x="42" y="624"/>
                  </a:cubicBezTo>
                  <a:cubicBezTo>
                    <a:pt x="40" y="638"/>
                    <a:pt x="43" y="652"/>
                    <a:pt x="49" y="665"/>
                  </a:cubicBezTo>
                  <a:cubicBezTo>
                    <a:pt x="51" y="669"/>
                    <a:pt x="54" y="674"/>
                    <a:pt x="57" y="677"/>
                  </a:cubicBezTo>
                  <a:cubicBezTo>
                    <a:pt x="55" y="696"/>
                    <a:pt x="60" y="714"/>
                    <a:pt x="71" y="730"/>
                  </a:cubicBezTo>
                  <a:cubicBezTo>
                    <a:pt x="86" y="749"/>
                    <a:pt x="86" y="749"/>
                    <a:pt x="86" y="749"/>
                  </a:cubicBezTo>
                  <a:cubicBezTo>
                    <a:pt x="86" y="752"/>
                    <a:pt x="86" y="755"/>
                    <a:pt x="85" y="758"/>
                  </a:cubicBezTo>
                  <a:cubicBezTo>
                    <a:pt x="85" y="770"/>
                    <a:pt x="84" y="785"/>
                    <a:pt x="85" y="800"/>
                  </a:cubicBezTo>
                  <a:cubicBezTo>
                    <a:pt x="88" y="825"/>
                    <a:pt x="97" y="845"/>
                    <a:pt x="112" y="860"/>
                  </a:cubicBezTo>
                  <a:cubicBezTo>
                    <a:pt x="132" y="881"/>
                    <a:pt x="160" y="892"/>
                    <a:pt x="195" y="892"/>
                  </a:cubicBezTo>
                  <a:cubicBezTo>
                    <a:pt x="218" y="892"/>
                    <a:pt x="244" y="888"/>
                    <a:pt x="276" y="879"/>
                  </a:cubicBezTo>
                  <a:cubicBezTo>
                    <a:pt x="278" y="899"/>
                    <a:pt x="280" y="925"/>
                    <a:pt x="281" y="958"/>
                  </a:cubicBezTo>
                  <a:cubicBezTo>
                    <a:pt x="283" y="1000"/>
                    <a:pt x="318" y="1034"/>
                    <a:pt x="361" y="1034"/>
                  </a:cubicBezTo>
                  <a:cubicBezTo>
                    <a:pt x="713" y="1034"/>
                    <a:pt x="713" y="1034"/>
                    <a:pt x="713" y="1034"/>
                  </a:cubicBezTo>
                  <a:cubicBezTo>
                    <a:pt x="736" y="1034"/>
                    <a:pt x="759" y="1023"/>
                    <a:pt x="774" y="1005"/>
                  </a:cubicBezTo>
                  <a:cubicBezTo>
                    <a:pt x="789" y="987"/>
                    <a:pt x="795" y="963"/>
                    <a:pt x="791" y="940"/>
                  </a:cubicBezTo>
                  <a:cubicBezTo>
                    <a:pt x="759" y="759"/>
                    <a:pt x="759" y="759"/>
                    <a:pt x="759" y="759"/>
                  </a:cubicBezTo>
                  <a:cubicBezTo>
                    <a:pt x="758" y="751"/>
                    <a:pt x="760" y="742"/>
                    <a:pt x="766" y="735"/>
                  </a:cubicBezTo>
                  <a:cubicBezTo>
                    <a:pt x="792" y="704"/>
                    <a:pt x="821" y="668"/>
                    <a:pt x="845" y="625"/>
                  </a:cubicBezTo>
                  <a:cubicBezTo>
                    <a:pt x="872" y="578"/>
                    <a:pt x="888" y="531"/>
                    <a:pt x="896" y="481"/>
                  </a:cubicBezTo>
                  <a:cubicBezTo>
                    <a:pt x="907" y="410"/>
                    <a:pt x="905" y="344"/>
                    <a:pt x="890" y="285"/>
                  </a:cubicBezTo>
                  <a:cubicBezTo>
                    <a:pt x="876" y="228"/>
                    <a:pt x="850" y="178"/>
                    <a:pt x="814" y="136"/>
                  </a:cubicBezTo>
                  <a:close/>
                  <a:moveTo>
                    <a:pt x="841" y="473"/>
                  </a:moveTo>
                  <a:cubicBezTo>
                    <a:pt x="826" y="567"/>
                    <a:pt x="777" y="635"/>
                    <a:pt x="723" y="699"/>
                  </a:cubicBezTo>
                  <a:cubicBezTo>
                    <a:pt x="707" y="718"/>
                    <a:pt x="700" y="744"/>
                    <a:pt x="704" y="769"/>
                  </a:cubicBezTo>
                  <a:cubicBezTo>
                    <a:pt x="736" y="949"/>
                    <a:pt x="736" y="949"/>
                    <a:pt x="736" y="949"/>
                  </a:cubicBezTo>
                  <a:cubicBezTo>
                    <a:pt x="738" y="956"/>
                    <a:pt x="736" y="964"/>
                    <a:pt x="731" y="969"/>
                  </a:cubicBezTo>
                  <a:cubicBezTo>
                    <a:pt x="727" y="975"/>
                    <a:pt x="720" y="978"/>
                    <a:pt x="713" y="978"/>
                  </a:cubicBezTo>
                  <a:cubicBezTo>
                    <a:pt x="361" y="978"/>
                    <a:pt x="361" y="978"/>
                    <a:pt x="361" y="978"/>
                  </a:cubicBezTo>
                  <a:cubicBezTo>
                    <a:pt x="348" y="978"/>
                    <a:pt x="337" y="968"/>
                    <a:pt x="337" y="955"/>
                  </a:cubicBezTo>
                  <a:cubicBezTo>
                    <a:pt x="334" y="894"/>
                    <a:pt x="330" y="856"/>
                    <a:pt x="328" y="835"/>
                  </a:cubicBezTo>
                  <a:cubicBezTo>
                    <a:pt x="327" y="825"/>
                    <a:pt x="314" y="814"/>
                    <a:pt x="300" y="814"/>
                  </a:cubicBezTo>
                  <a:cubicBezTo>
                    <a:pt x="297" y="814"/>
                    <a:pt x="295" y="815"/>
                    <a:pt x="292" y="816"/>
                  </a:cubicBezTo>
                  <a:cubicBezTo>
                    <a:pt x="249" y="830"/>
                    <a:pt x="217" y="837"/>
                    <a:pt x="195" y="837"/>
                  </a:cubicBezTo>
                  <a:cubicBezTo>
                    <a:pt x="109" y="837"/>
                    <a:pt x="154" y="748"/>
                    <a:pt x="137" y="725"/>
                  </a:cubicBezTo>
                  <a:cubicBezTo>
                    <a:pt x="116" y="697"/>
                    <a:pt x="116" y="697"/>
                    <a:pt x="116" y="697"/>
                  </a:cubicBezTo>
                  <a:cubicBezTo>
                    <a:pt x="111" y="689"/>
                    <a:pt x="111" y="680"/>
                    <a:pt x="115" y="672"/>
                  </a:cubicBezTo>
                  <a:cubicBezTo>
                    <a:pt x="126" y="655"/>
                    <a:pt x="126" y="655"/>
                    <a:pt x="126" y="655"/>
                  </a:cubicBezTo>
                  <a:cubicBezTo>
                    <a:pt x="112" y="652"/>
                    <a:pt x="112" y="652"/>
                    <a:pt x="112" y="652"/>
                  </a:cubicBezTo>
                  <a:cubicBezTo>
                    <a:pt x="107" y="650"/>
                    <a:pt x="102" y="646"/>
                    <a:pt x="99" y="640"/>
                  </a:cubicBezTo>
                  <a:cubicBezTo>
                    <a:pt x="96" y="635"/>
                    <a:pt x="96" y="629"/>
                    <a:pt x="98" y="623"/>
                  </a:cubicBezTo>
                  <a:cubicBezTo>
                    <a:pt x="108" y="598"/>
                    <a:pt x="108" y="598"/>
                    <a:pt x="108" y="598"/>
                  </a:cubicBezTo>
                  <a:cubicBezTo>
                    <a:pt x="109" y="596"/>
                    <a:pt x="108" y="593"/>
                    <a:pt x="106" y="592"/>
                  </a:cubicBezTo>
                  <a:cubicBezTo>
                    <a:pt x="75" y="579"/>
                    <a:pt x="75" y="579"/>
                    <a:pt x="75" y="579"/>
                  </a:cubicBezTo>
                  <a:cubicBezTo>
                    <a:pt x="68" y="575"/>
                    <a:pt x="62" y="569"/>
                    <a:pt x="60" y="562"/>
                  </a:cubicBezTo>
                  <a:cubicBezTo>
                    <a:pt x="58" y="554"/>
                    <a:pt x="59" y="546"/>
                    <a:pt x="63" y="539"/>
                  </a:cubicBezTo>
                  <a:cubicBezTo>
                    <a:pt x="63" y="538"/>
                    <a:pt x="63" y="538"/>
                    <a:pt x="63" y="538"/>
                  </a:cubicBezTo>
                  <a:cubicBezTo>
                    <a:pt x="84" y="505"/>
                    <a:pt x="111" y="475"/>
                    <a:pt x="128" y="440"/>
                  </a:cubicBezTo>
                  <a:cubicBezTo>
                    <a:pt x="136" y="425"/>
                    <a:pt x="136" y="425"/>
                    <a:pt x="136" y="425"/>
                  </a:cubicBezTo>
                  <a:cubicBezTo>
                    <a:pt x="141" y="415"/>
                    <a:pt x="134" y="398"/>
                    <a:pt x="132" y="387"/>
                  </a:cubicBezTo>
                  <a:cubicBezTo>
                    <a:pt x="129" y="375"/>
                    <a:pt x="129" y="375"/>
                    <a:pt x="129" y="375"/>
                  </a:cubicBezTo>
                  <a:cubicBezTo>
                    <a:pt x="123" y="347"/>
                    <a:pt x="124" y="313"/>
                    <a:pt x="131" y="286"/>
                  </a:cubicBezTo>
                  <a:cubicBezTo>
                    <a:pt x="168" y="139"/>
                    <a:pt x="330" y="56"/>
                    <a:pt x="490" y="56"/>
                  </a:cubicBezTo>
                  <a:cubicBezTo>
                    <a:pt x="689" y="56"/>
                    <a:pt x="885" y="183"/>
                    <a:pt x="841" y="4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79" name="Freeform 6">
              <a:extLst>
                <a:ext uri="{FF2B5EF4-FFF2-40B4-BE49-F238E27FC236}">
                  <a16:creationId xmlns:a16="http://schemas.microsoft.com/office/drawing/2014/main" id="{A5B9ADFC-0A7E-18D9-F35D-CE4A8C39FF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96313" y="5100638"/>
              <a:ext cx="296863" cy="295275"/>
            </a:xfrm>
            <a:custGeom>
              <a:avLst/>
              <a:gdLst>
                <a:gd name="T0" fmla="*/ 192 w 337"/>
                <a:gd name="T1" fmla="*/ 36 h 336"/>
                <a:gd name="T2" fmla="*/ 234 w 337"/>
                <a:gd name="T3" fmla="*/ 68 h 336"/>
                <a:gd name="T4" fmla="*/ 253 w 337"/>
                <a:gd name="T5" fmla="*/ 54 h 336"/>
                <a:gd name="T6" fmla="*/ 279 w 337"/>
                <a:gd name="T7" fmla="*/ 74 h 336"/>
                <a:gd name="T8" fmla="*/ 268 w 337"/>
                <a:gd name="T9" fmla="*/ 102 h 336"/>
                <a:gd name="T10" fmla="*/ 301 w 337"/>
                <a:gd name="T11" fmla="*/ 144 h 336"/>
                <a:gd name="T12" fmla="*/ 313 w 337"/>
                <a:gd name="T13" fmla="*/ 180 h 336"/>
                <a:gd name="T14" fmla="*/ 286 w 337"/>
                <a:gd name="T15" fmla="*/ 192 h 336"/>
                <a:gd name="T16" fmla="*/ 279 w 337"/>
                <a:gd name="T17" fmla="*/ 244 h 336"/>
                <a:gd name="T18" fmla="*/ 262 w 337"/>
                <a:gd name="T19" fmla="*/ 278 h 336"/>
                <a:gd name="T20" fmla="*/ 245 w 337"/>
                <a:gd name="T21" fmla="*/ 278 h 336"/>
                <a:gd name="T22" fmla="*/ 192 w 337"/>
                <a:gd name="T23" fmla="*/ 286 h 336"/>
                <a:gd name="T24" fmla="*/ 180 w 337"/>
                <a:gd name="T25" fmla="*/ 312 h 336"/>
                <a:gd name="T26" fmla="*/ 144 w 337"/>
                <a:gd name="T27" fmla="*/ 300 h 336"/>
                <a:gd name="T28" fmla="*/ 102 w 337"/>
                <a:gd name="T29" fmla="*/ 268 h 336"/>
                <a:gd name="T30" fmla="*/ 84 w 337"/>
                <a:gd name="T31" fmla="*/ 282 h 336"/>
                <a:gd name="T32" fmla="*/ 58 w 337"/>
                <a:gd name="T33" fmla="*/ 261 h 336"/>
                <a:gd name="T34" fmla="*/ 69 w 337"/>
                <a:gd name="T35" fmla="*/ 234 h 336"/>
                <a:gd name="T36" fmla="*/ 36 w 337"/>
                <a:gd name="T37" fmla="*/ 192 h 336"/>
                <a:gd name="T38" fmla="*/ 24 w 337"/>
                <a:gd name="T39" fmla="*/ 156 h 336"/>
                <a:gd name="T40" fmla="*/ 51 w 337"/>
                <a:gd name="T41" fmla="*/ 144 h 336"/>
                <a:gd name="T42" fmla="*/ 58 w 337"/>
                <a:gd name="T43" fmla="*/ 91 h 336"/>
                <a:gd name="T44" fmla="*/ 75 w 337"/>
                <a:gd name="T45" fmla="*/ 57 h 336"/>
                <a:gd name="T46" fmla="*/ 92 w 337"/>
                <a:gd name="T47" fmla="*/ 57 h 336"/>
                <a:gd name="T48" fmla="*/ 144 w 337"/>
                <a:gd name="T49" fmla="*/ 50 h 336"/>
                <a:gd name="T50" fmla="*/ 156 w 337"/>
                <a:gd name="T51" fmla="*/ 24 h 336"/>
                <a:gd name="T52" fmla="*/ 180 w 337"/>
                <a:gd name="T53" fmla="*/ 0 h 336"/>
                <a:gd name="T54" fmla="*/ 121 w 337"/>
                <a:gd name="T55" fmla="*/ 32 h 336"/>
                <a:gd name="T56" fmla="*/ 84 w 337"/>
                <a:gd name="T57" fmla="*/ 30 h 336"/>
                <a:gd name="T58" fmla="*/ 41 w 337"/>
                <a:gd name="T59" fmla="*/ 57 h 336"/>
                <a:gd name="T60" fmla="*/ 39 w 337"/>
                <a:gd name="T61" fmla="*/ 106 h 336"/>
                <a:gd name="T62" fmla="*/ 0 w 337"/>
                <a:gd name="T63" fmla="*/ 156 h 336"/>
                <a:gd name="T64" fmla="*/ 33 w 337"/>
                <a:gd name="T65" fmla="*/ 216 h 336"/>
                <a:gd name="T66" fmla="*/ 31 w 337"/>
                <a:gd name="T67" fmla="*/ 253 h 336"/>
                <a:gd name="T68" fmla="*/ 58 w 337"/>
                <a:gd name="T69" fmla="*/ 295 h 336"/>
                <a:gd name="T70" fmla="*/ 106 w 337"/>
                <a:gd name="T71" fmla="*/ 298 h 336"/>
                <a:gd name="T72" fmla="*/ 156 w 337"/>
                <a:gd name="T73" fmla="*/ 336 h 336"/>
                <a:gd name="T74" fmla="*/ 216 w 337"/>
                <a:gd name="T75" fmla="*/ 304 h 336"/>
                <a:gd name="T76" fmla="*/ 253 w 337"/>
                <a:gd name="T77" fmla="*/ 306 h 336"/>
                <a:gd name="T78" fmla="*/ 296 w 337"/>
                <a:gd name="T79" fmla="*/ 278 h 336"/>
                <a:gd name="T80" fmla="*/ 298 w 337"/>
                <a:gd name="T81" fmla="*/ 230 h 336"/>
                <a:gd name="T82" fmla="*/ 337 w 337"/>
                <a:gd name="T83" fmla="*/ 180 h 336"/>
                <a:gd name="T84" fmla="*/ 304 w 337"/>
                <a:gd name="T85" fmla="*/ 120 h 336"/>
                <a:gd name="T86" fmla="*/ 306 w 337"/>
                <a:gd name="T87" fmla="*/ 83 h 336"/>
                <a:gd name="T88" fmla="*/ 279 w 337"/>
                <a:gd name="T89" fmla="*/ 40 h 336"/>
                <a:gd name="T90" fmla="*/ 231 w 337"/>
                <a:gd name="T91" fmla="*/ 38 h 336"/>
                <a:gd name="T92" fmla="*/ 180 w 337"/>
                <a:gd name="T9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7" h="336">
                  <a:moveTo>
                    <a:pt x="180" y="24"/>
                  </a:moveTo>
                  <a:cubicBezTo>
                    <a:pt x="187" y="24"/>
                    <a:pt x="192" y="29"/>
                    <a:pt x="192" y="36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208" y="53"/>
                    <a:pt x="222" y="60"/>
                    <a:pt x="234" y="68"/>
                  </a:cubicBezTo>
                  <a:cubicBezTo>
                    <a:pt x="245" y="57"/>
                    <a:pt x="245" y="57"/>
                    <a:pt x="245" y="57"/>
                  </a:cubicBezTo>
                  <a:cubicBezTo>
                    <a:pt x="247" y="55"/>
                    <a:pt x="250" y="54"/>
                    <a:pt x="253" y="54"/>
                  </a:cubicBezTo>
                  <a:cubicBezTo>
                    <a:pt x="256" y="54"/>
                    <a:pt x="260" y="55"/>
                    <a:pt x="262" y="57"/>
                  </a:cubicBezTo>
                  <a:cubicBezTo>
                    <a:pt x="279" y="74"/>
                    <a:pt x="279" y="74"/>
                    <a:pt x="279" y="74"/>
                  </a:cubicBezTo>
                  <a:cubicBezTo>
                    <a:pt x="284" y="79"/>
                    <a:pt x="284" y="87"/>
                    <a:pt x="279" y="9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77" y="114"/>
                    <a:pt x="283" y="129"/>
                    <a:pt x="286" y="144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7" y="144"/>
                    <a:pt x="313" y="149"/>
                    <a:pt x="313" y="156"/>
                  </a:cubicBezTo>
                  <a:cubicBezTo>
                    <a:pt x="313" y="180"/>
                    <a:pt x="313" y="180"/>
                    <a:pt x="313" y="180"/>
                  </a:cubicBezTo>
                  <a:cubicBezTo>
                    <a:pt x="313" y="187"/>
                    <a:pt x="307" y="192"/>
                    <a:pt x="301" y="192"/>
                  </a:cubicBezTo>
                  <a:cubicBezTo>
                    <a:pt x="286" y="192"/>
                    <a:pt x="286" y="192"/>
                    <a:pt x="286" y="192"/>
                  </a:cubicBezTo>
                  <a:cubicBezTo>
                    <a:pt x="283" y="207"/>
                    <a:pt x="277" y="221"/>
                    <a:pt x="268" y="234"/>
                  </a:cubicBezTo>
                  <a:cubicBezTo>
                    <a:pt x="279" y="244"/>
                    <a:pt x="279" y="244"/>
                    <a:pt x="279" y="244"/>
                  </a:cubicBezTo>
                  <a:cubicBezTo>
                    <a:pt x="284" y="249"/>
                    <a:pt x="284" y="257"/>
                    <a:pt x="279" y="261"/>
                  </a:cubicBezTo>
                  <a:cubicBezTo>
                    <a:pt x="262" y="278"/>
                    <a:pt x="262" y="278"/>
                    <a:pt x="262" y="278"/>
                  </a:cubicBezTo>
                  <a:cubicBezTo>
                    <a:pt x="260" y="281"/>
                    <a:pt x="256" y="282"/>
                    <a:pt x="253" y="282"/>
                  </a:cubicBezTo>
                  <a:cubicBezTo>
                    <a:pt x="250" y="282"/>
                    <a:pt x="247" y="281"/>
                    <a:pt x="245" y="278"/>
                  </a:cubicBezTo>
                  <a:cubicBezTo>
                    <a:pt x="234" y="268"/>
                    <a:pt x="234" y="268"/>
                    <a:pt x="234" y="268"/>
                  </a:cubicBezTo>
                  <a:cubicBezTo>
                    <a:pt x="222" y="276"/>
                    <a:pt x="208" y="282"/>
                    <a:pt x="192" y="286"/>
                  </a:cubicBezTo>
                  <a:cubicBezTo>
                    <a:pt x="192" y="300"/>
                    <a:pt x="192" y="300"/>
                    <a:pt x="192" y="300"/>
                  </a:cubicBezTo>
                  <a:cubicBezTo>
                    <a:pt x="192" y="307"/>
                    <a:pt x="187" y="312"/>
                    <a:pt x="180" y="312"/>
                  </a:cubicBezTo>
                  <a:cubicBezTo>
                    <a:pt x="156" y="312"/>
                    <a:pt x="156" y="312"/>
                    <a:pt x="156" y="312"/>
                  </a:cubicBezTo>
                  <a:cubicBezTo>
                    <a:pt x="150" y="312"/>
                    <a:pt x="144" y="307"/>
                    <a:pt x="144" y="300"/>
                  </a:cubicBezTo>
                  <a:cubicBezTo>
                    <a:pt x="144" y="286"/>
                    <a:pt x="144" y="286"/>
                    <a:pt x="144" y="286"/>
                  </a:cubicBezTo>
                  <a:cubicBezTo>
                    <a:pt x="129" y="282"/>
                    <a:pt x="115" y="276"/>
                    <a:pt x="102" y="268"/>
                  </a:cubicBezTo>
                  <a:cubicBezTo>
                    <a:pt x="92" y="278"/>
                    <a:pt x="92" y="278"/>
                    <a:pt x="92" y="278"/>
                  </a:cubicBezTo>
                  <a:cubicBezTo>
                    <a:pt x="90" y="281"/>
                    <a:pt x="87" y="282"/>
                    <a:pt x="84" y="282"/>
                  </a:cubicBezTo>
                  <a:cubicBezTo>
                    <a:pt x="80" y="282"/>
                    <a:pt x="77" y="281"/>
                    <a:pt x="75" y="278"/>
                  </a:cubicBezTo>
                  <a:cubicBezTo>
                    <a:pt x="58" y="261"/>
                    <a:pt x="58" y="261"/>
                    <a:pt x="58" y="261"/>
                  </a:cubicBezTo>
                  <a:cubicBezTo>
                    <a:pt x="53" y="257"/>
                    <a:pt x="53" y="249"/>
                    <a:pt x="58" y="244"/>
                  </a:cubicBezTo>
                  <a:cubicBezTo>
                    <a:pt x="69" y="234"/>
                    <a:pt x="69" y="234"/>
                    <a:pt x="69" y="234"/>
                  </a:cubicBezTo>
                  <a:cubicBezTo>
                    <a:pt x="60" y="221"/>
                    <a:pt x="54" y="207"/>
                    <a:pt x="51" y="192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0" y="192"/>
                    <a:pt x="24" y="187"/>
                    <a:pt x="24" y="180"/>
                  </a:cubicBezTo>
                  <a:cubicBezTo>
                    <a:pt x="24" y="156"/>
                    <a:pt x="24" y="156"/>
                    <a:pt x="24" y="156"/>
                  </a:cubicBezTo>
                  <a:cubicBezTo>
                    <a:pt x="24" y="149"/>
                    <a:pt x="30" y="144"/>
                    <a:pt x="36" y="144"/>
                  </a:cubicBezTo>
                  <a:cubicBezTo>
                    <a:pt x="51" y="144"/>
                    <a:pt x="51" y="144"/>
                    <a:pt x="51" y="144"/>
                  </a:cubicBezTo>
                  <a:cubicBezTo>
                    <a:pt x="54" y="129"/>
                    <a:pt x="60" y="114"/>
                    <a:pt x="69" y="10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3" y="87"/>
                    <a:pt x="53" y="79"/>
                    <a:pt x="58" y="74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7" y="55"/>
                    <a:pt x="80" y="54"/>
                    <a:pt x="84" y="54"/>
                  </a:cubicBezTo>
                  <a:cubicBezTo>
                    <a:pt x="87" y="54"/>
                    <a:pt x="90" y="55"/>
                    <a:pt x="92" y="57"/>
                  </a:cubicBezTo>
                  <a:cubicBezTo>
                    <a:pt x="102" y="68"/>
                    <a:pt x="102" y="68"/>
                    <a:pt x="102" y="68"/>
                  </a:cubicBezTo>
                  <a:cubicBezTo>
                    <a:pt x="115" y="60"/>
                    <a:pt x="129" y="53"/>
                    <a:pt x="144" y="50"/>
                  </a:cubicBezTo>
                  <a:cubicBezTo>
                    <a:pt x="144" y="36"/>
                    <a:pt x="144" y="36"/>
                    <a:pt x="144" y="36"/>
                  </a:cubicBezTo>
                  <a:cubicBezTo>
                    <a:pt x="144" y="29"/>
                    <a:pt x="150" y="24"/>
                    <a:pt x="156" y="24"/>
                  </a:cubicBezTo>
                  <a:cubicBezTo>
                    <a:pt x="180" y="24"/>
                    <a:pt x="180" y="24"/>
                    <a:pt x="180" y="24"/>
                  </a:cubicBezTo>
                  <a:moveTo>
                    <a:pt x="180" y="0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138" y="0"/>
                    <a:pt x="123" y="14"/>
                    <a:pt x="121" y="32"/>
                  </a:cubicBezTo>
                  <a:cubicBezTo>
                    <a:pt x="116" y="34"/>
                    <a:pt x="111" y="36"/>
                    <a:pt x="106" y="38"/>
                  </a:cubicBezTo>
                  <a:cubicBezTo>
                    <a:pt x="100" y="33"/>
                    <a:pt x="92" y="30"/>
                    <a:pt x="84" y="30"/>
                  </a:cubicBezTo>
                  <a:cubicBezTo>
                    <a:pt x="74" y="30"/>
                    <a:pt x="65" y="34"/>
                    <a:pt x="58" y="40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34" y="64"/>
                    <a:pt x="31" y="73"/>
                    <a:pt x="31" y="83"/>
                  </a:cubicBezTo>
                  <a:cubicBezTo>
                    <a:pt x="31" y="91"/>
                    <a:pt x="33" y="99"/>
                    <a:pt x="39" y="106"/>
                  </a:cubicBezTo>
                  <a:cubicBezTo>
                    <a:pt x="36" y="110"/>
                    <a:pt x="34" y="115"/>
                    <a:pt x="33" y="120"/>
                  </a:cubicBezTo>
                  <a:cubicBezTo>
                    <a:pt x="15" y="122"/>
                    <a:pt x="0" y="137"/>
                    <a:pt x="0" y="156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0" y="199"/>
                    <a:pt x="15" y="214"/>
                    <a:pt x="33" y="216"/>
                  </a:cubicBezTo>
                  <a:cubicBezTo>
                    <a:pt x="34" y="221"/>
                    <a:pt x="36" y="225"/>
                    <a:pt x="39" y="230"/>
                  </a:cubicBezTo>
                  <a:cubicBezTo>
                    <a:pt x="33" y="236"/>
                    <a:pt x="31" y="244"/>
                    <a:pt x="31" y="253"/>
                  </a:cubicBezTo>
                  <a:cubicBezTo>
                    <a:pt x="31" y="262"/>
                    <a:pt x="34" y="271"/>
                    <a:pt x="41" y="278"/>
                  </a:cubicBezTo>
                  <a:cubicBezTo>
                    <a:pt x="58" y="295"/>
                    <a:pt x="58" y="295"/>
                    <a:pt x="58" y="295"/>
                  </a:cubicBezTo>
                  <a:cubicBezTo>
                    <a:pt x="65" y="302"/>
                    <a:pt x="74" y="306"/>
                    <a:pt x="84" y="306"/>
                  </a:cubicBezTo>
                  <a:cubicBezTo>
                    <a:pt x="92" y="306"/>
                    <a:pt x="100" y="303"/>
                    <a:pt x="106" y="298"/>
                  </a:cubicBezTo>
                  <a:cubicBezTo>
                    <a:pt x="111" y="300"/>
                    <a:pt x="116" y="302"/>
                    <a:pt x="121" y="304"/>
                  </a:cubicBezTo>
                  <a:cubicBezTo>
                    <a:pt x="123" y="322"/>
                    <a:pt x="138" y="336"/>
                    <a:pt x="156" y="336"/>
                  </a:cubicBezTo>
                  <a:cubicBezTo>
                    <a:pt x="180" y="336"/>
                    <a:pt x="180" y="336"/>
                    <a:pt x="180" y="336"/>
                  </a:cubicBezTo>
                  <a:cubicBezTo>
                    <a:pt x="199" y="336"/>
                    <a:pt x="214" y="322"/>
                    <a:pt x="216" y="304"/>
                  </a:cubicBezTo>
                  <a:cubicBezTo>
                    <a:pt x="221" y="302"/>
                    <a:pt x="226" y="300"/>
                    <a:pt x="231" y="298"/>
                  </a:cubicBezTo>
                  <a:cubicBezTo>
                    <a:pt x="237" y="303"/>
                    <a:pt x="245" y="306"/>
                    <a:pt x="253" y="306"/>
                  </a:cubicBezTo>
                  <a:cubicBezTo>
                    <a:pt x="263" y="306"/>
                    <a:pt x="272" y="302"/>
                    <a:pt x="279" y="295"/>
                  </a:cubicBezTo>
                  <a:cubicBezTo>
                    <a:pt x="296" y="278"/>
                    <a:pt x="296" y="278"/>
                    <a:pt x="296" y="278"/>
                  </a:cubicBezTo>
                  <a:cubicBezTo>
                    <a:pt x="303" y="271"/>
                    <a:pt x="306" y="262"/>
                    <a:pt x="306" y="253"/>
                  </a:cubicBezTo>
                  <a:cubicBezTo>
                    <a:pt x="306" y="244"/>
                    <a:pt x="304" y="236"/>
                    <a:pt x="298" y="230"/>
                  </a:cubicBezTo>
                  <a:cubicBezTo>
                    <a:pt x="301" y="225"/>
                    <a:pt x="303" y="221"/>
                    <a:pt x="304" y="216"/>
                  </a:cubicBezTo>
                  <a:cubicBezTo>
                    <a:pt x="322" y="214"/>
                    <a:pt x="337" y="199"/>
                    <a:pt x="337" y="180"/>
                  </a:cubicBezTo>
                  <a:cubicBezTo>
                    <a:pt x="337" y="156"/>
                    <a:pt x="337" y="156"/>
                    <a:pt x="337" y="156"/>
                  </a:cubicBezTo>
                  <a:cubicBezTo>
                    <a:pt x="337" y="137"/>
                    <a:pt x="322" y="122"/>
                    <a:pt x="304" y="120"/>
                  </a:cubicBezTo>
                  <a:cubicBezTo>
                    <a:pt x="303" y="115"/>
                    <a:pt x="301" y="110"/>
                    <a:pt x="298" y="106"/>
                  </a:cubicBezTo>
                  <a:cubicBezTo>
                    <a:pt x="304" y="99"/>
                    <a:pt x="306" y="91"/>
                    <a:pt x="306" y="83"/>
                  </a:cubicBezTo>
                  <a:cubicBezTo>
                    <a:pt x="306" y="73"/>
                    <a:pt x="303" y="64"/>
                    <a:pt x="296" y="57"/>
                  </a:cubicBezTo>
                  <a:cubicBezTo>
                    <a:pt x="279" y="40"/>
                    <a:pt x="279" y="40"/>
                    <a:pt x="279" y="40"/>
                  </a:cubicBezTo>
                  <a:cubicBezTo>
                    <a:pt x="272" y="34"/>
                    <a:pt x="263" y="30"/>
                    <a:pt x="253" y="30"/>
                  </a:cubicBezTo>
                  <a:cubicBezTo>
                    <a:pt x="245" y="30"/>
                    <a:pt x="237" y="33"/>
                    <a:pt x="231" y="38"/>
                  </a:cubicBezTo>
                  <a:cubicBezTo>
                    <a:pt x="226" y="36"/>
                    <a:pt x="221" y="34"/>
                    <a:pt x="216" y="32"/>
                  </a:cubicBezTo>
                  <a:cubicBezTo>
                    <a:pt x="214" y="14"/>
                    <a:pt x="199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0" name="Freeform 7">
              <a:extLst>
                <a:ext uri="{FF2B5EF4-FFF2-40B4-BE49-F238E27FC236}">
                  <a16:creationId xmlns:a16="http://schemas.microsoft.com/office/drawing/2014/main" id="{1CAFC613-D888-6AB1-391C-FF855DC7ED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75688" y="5180013"/>
              <a:ext cx="138113" cy="136525"/>
            </a:xfrm>
            <a:custGeom>
              <a:avLst/>
              <a:gdLst>
                <a:gd name="T0" fmla="*/ 78 w 157"/>
                <a:gd name="T1" fmla="*/ 156 h 156"/>
                <a:gd name="T2" fmla="*/ 0 w 157"/>
                <a:gd name="T3" fmla="*/ 78 h 156"/>
                <a:gd name="T4" fmla="*/ 78 w 157"/>
                <a:gd name="T5" fmla="*/ 0 h 156"/>
                <a:gd name="T6" fmla="*/ 157 w 157"/>
                <a:gd name="T7" fmla="*/ 78 h 156"/>
                <a:gd name="T8" fmla="*/ 78 w 157"/>
                <a:gd name="T9" fmla="*/ 156 h 156"/>
                <a:gd name="T10" fmla="*/ 78 w 157"/>
                <a:gd name="T11" fmla="*/ 12 h 156"/>
                <a:gd name="T12" fmla="*/ 12 w 157"/>
                <a:gd name="T13" fmla="*/ 78 h 156"/>
                <a:gd name="T14" fmla="*/ 78 w 157"/>
                <a:gd name="T15" fmla="*/ 144 h 156"/>
                <a:gd name="T16" fmla="*/ 145 w 157"/>
                <a:gd name="T17" fmla="*/ 78 h 156"/>
                <a:gd name="T18" fmla="*/ 78 w 157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2" y="0"/>
                    <a:pt x="157" y="35"/>
                    <a:pt x="157" y="78"/>
                  </a:cubicBezTo>
                  <a:cubicBezTo>
                    <a:pt x="157" y="121"/>
                    <a:pt x="122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2" y="12"/>
                    <a:pt x="12" y="41"/>
                    <a:pt x="12" y="78"/>
                  </a:cubicBezTo>
                  <a:cubicBezTo>
                    <a:pt x="12" y="114"/>
                    <a:pt x="42" y="144"/>
                    <a:pt x="78" y="144"/>
                  </a:cubicBezTo>
                  <a:cubicBezTo>
                    <a:pt x="115" y="144"/>
                    <a:pt x="145" y="114"/>
                    <a:pt x="145" y="78"/>
                  </a:cubicBezTo>
                  <a:cubicBezTo>
                    <a:pt x="145" y="41"/>
                    <a:pt x="115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1" name="Freeform 8">
              <a:extLst>
                <a:ext uri="{FF2B5EF4-FFF2-40B4-BE49-F238E27FC236}">
                  <a16:creationId xmlns:a16="http://schemas.microsoft.com/office/drawing/2014/main" id="{AE0A7584-36DC-202F-97ED-2C77EDE999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07438" y="5211763"/>
              <a:ext cx="74613" cy="73025"/>
            </a:xfrm>
            <a:custGeom>
              <a:avLst/>
              <a:gdLst>
                <a:gd name="T0" fmla="*/ 42 w 85"/>
                <a:gd name="T1" fmla="*/ 84 h 84"/>
                <a:gd name="T2" fmla="*/ 0 w 85"/>
                <a:gd name="T3" fmla="*/ 42 h 84"/>
                <a:gd name="T4" fmla="*/ 42 w 85"/>
                <a:gd name="T5" fmla="*/ 0 h 84"/>
                <a:gd name="T6" fmla="*/ 85 w 85"/>
                <a:gd name="T7" fmla="*/ 42 h 84"/>
                <a:gd name="T8" fmla="*/ 42 w 85"/>
                <a:gd name="T9" fmla="*/ 84 h 84"/>
                <a:gd name="T10" fmla="*/ 42 w 85"/>
                <a:gd name="T11" fmla="*/ 12 h 84"/>
                <a:gd name="T12" fmla="*/ 12 w 85"/>
                <a:gd name="T13" fmla="*/ 42 h 84"/>
                <a:gd name="T14" fmla="*/ 42 w 85"/>
                <a:gd name="T15" fmla="*/ 72 h 84"/>
                <a:gd name="T16" fmla="*/ 73 w 85"/>
                <a:gd name="T17" fmla="*/ 42 h 84"/>
                <a:gd name="T18" fmla="*/ 42 w 85"/>
                <a:gd name="T19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" h="84">
                  <a:moveTo>
                    <a:pt x="42" y="84"/>
                  </a:moveTo>
                  <a:cubicBezTo>
                    <a:pt x="19" y="84"/>
                    <a:pt x="0" y="65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66" y="0"/>
                    <a:pt x="85" y="19"/>
                    <a:pt x="85" y="42"/>
                  </a:cubicBezTo>
                  <a:cubicBezTo>
                    <a:pt x="85" y="65"/>
                    <a:pt x="66" y="84"/>
                    <a:pt x="42" y="84"/>
                  </a:cubicBezTo>
                  <a:close/>
                  <a:moveTo>
                    <a:pt x="42" y="12"/>
                  </a:moveTo>
                  <a:cubicBezTo>
                    <a:pt x="26" y="12"/>
                    <a:pt x="12" y="25"/>
                    <a:pt x="12" y="42"/>
                  </a:cubicBezTo>
                  <a:cubicBezTo>
                    <a:pt x="12" y="58"/>
                    <a:pt x="26" y="72"/>
                    <a:pt x="42" y="72"/>
                  </a:cubicBezTo>
                  <a:cubicBezTo>
                    <a:pt x="59" y="72"/>
                    <a:pt x="73" y="58"/>
                    <a:pt x="73" y="42"/>
                  </a:cubicBezTo>
                  <a:cubicBezTo>
                    <a:pt x="73" y="25"/>
                    <a:pt x="59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2" name="Freeform 9">
              <a:extLst>
                <a:ext uri="{FF2B5EF4-FFF2-40B4-BE49-F238E27FC236}">
                  <a16:creationId xmlns:a16="http://schemas.microsoft.com/office/drawing/2014/main" id="{772E24BE-6E9E-8E8B-FDE9-119F92528E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6926" y="5081588"/>
              <a:ext cx="187325" cy="187325"/>
            </a:xfrm>
            <a:custGeom>
              <a:avLst/>
              <a:gdLst>
                <a:gd name="T0" fmla="*/ 121 w 213"/>
                <a:gd name="T1" fmla="*/ 23 h 213"/>
                <a:gd name="T2" fmla="*/ 148 w 213"/>
                <a:gd name="T3" fmla="*/ 44 h 213"/>
                <a:gd name="T4" fmla="*/ 160 w 213"/>
                <a:gd name="T5" fmla="*/ 35 h 213"/>
                <a:gd name="T6" fmla="*/ 176 w 213"/>
                <a:gd name="T7" fmla="*/ 48 h 213"/>
                <a:gd name="T8" fmla="*/ 170 w 213"/>
                <a:gd name="T9" fmla="*/ 65 h 213"/>
                <a:gd name="T10" fmla="*/ 190 w 213"/>
                <a:gd name="T11" fmla="*/ 92 h 213"/>
                <a:gd name="T12" fmla="*/ 198 w 213"/>
                <a:gd name="T13" fmla="*/ 115 h 213"/>
                <a:gd name="T14" fmla="*/ 181 w 213"/>
                <a:gd name="T15" fmla="*/ 122 h 213"/>
                <a:gd name="T16" fmla="*/ 176 w 213"/>
                <a:gd name="T17" fmla="*/ 155 h 213"/>
                <a:gd name="T18" fmla="*/ 165 w 213"/>
                <a:gd name="T19" fmla="*/ 177 h 213"/>
                <a:gd name="T20" fmla="*/ 155 w 213"/>
                <a:gd name="T21" fmla="*/ 177 h 213"/>
                <a:gd name="T22" fmla="*/ 121 w 213"/>
                <a:gd name="T23" fmla="*/ 182 h 213"/>
                <a:gd name="T24" fmla="*/ 114 w 213"/>
                <a:gd name="T25" fmla="*/ 198 h 213"/>
                <a:gd name="T26" fmla="*/ 91 w 213"/>
                <a:gd name="T27" fmla="*/ 191 h 213"/>
                <a:gd name="T28" fmla="*/ 64 w 213"/>
                <a:gd name="T29" fmla="*/ 170 h 213"/>
                <a:gd name="T30" fmla="*/ 52 w 213"/>
                <a:gd name="T31" fmla="*/ 179 h 213"/>
                <a:gd name="T32" fmla="*/ 36 w 213"/>
                <a:gd name="T33" fmla="*/ 166 h 213"/>
                <a:gd name="T34" fmla="*/ 43 w 213"/>
                <a:gd name="T35" fmla="*/ 149 h 213"/>
                <a:gd name="T36" fmla="*/ 22 w 213"/>
                <a:gd name="T37" fmla="*/ 122 h 213"/>
                <a:gd name="T38" fmla="*/ 15 w 213"/>
                <a:gd name="T39" fmla="*/ 99 h 213"/>
                <a:gd name="T40" fmla="*/ 32 w 213"/>
                <a:gd name="T41" fmla="*/ 92 h 213"/>
                <a:gd name="T42" fmla="*/ 36 w 213"/>
                <a:gd name="T43" fmla="*/ 59 h 213"/>
                <a:gd name="T44" fmla="*/ 47 w 213"/>
                <a:gd name="T45" fmla="*/ 37 h 213"/>
                <a:gd name="T46" fmla="*/ 58 w 213"/>
                <a:gd name="T47" fmla="*/ 37 h 213"/>
                <a:gd name="T48" fmla="*/ 91 w 213"/>
                <a:gd name="T49" fmla="*/ 32 h 213"/>
                <a:gd name="T50" fmla="*/ 99 w 213"/>
                <a:gd name="T51" fmla="*/ 16 h 213"/>
                <a:gd name="T52" fmla="*/ 114 w 213"/>
                <a:gd name="T53" fmla="*/ 0 h 213"/>
                <a:gd name="T54" fmla="*/ 76 w 213"/>
                <a:gd name="T55" fmla="*/ 21 h 213"/>
                <a:gd name="T56" fmla="*/ 52 w 213"/>
                <a:gd name="T57" fmla="*/ 20 h 213"/>
                <a:gd name="T58" fmla="*/ 25 w 213"/>
                <a:gd name="T59" fmla="*/ 37 h 213"/>
                <a:gd name="T60" fmla="*/ 24 w 213"/>
                <a:gd name="T61" fmla="*/ 68 h 213"/>
                <a:gd name="T62" fmla="*/ 0 w 213"/>
                <a:gd name="T63" fmla="*/ 99 h 213"/>
                <a:gd name="T64" fmla="*/ 20 w 213"/>
                <a:gd name="T65" fmla="*/ 137 h 213"/>
                <a:gd name="T66" fmla="*/ 19 w 213"/>
                <a:gd name="T67" fmla="*/ 161 h 213"/>
                <a:gd name="T68" fmla="*/ 36 w 213"/>
                <a:gd name="T69" fmla="*/ 188 h 213"/>
                <a:gd name="T70" fmla="*/ 67 w 213"/>
                <a:gd name="T71" fmla="*/ 189 h 213"/>
                <a:gd name="T72" fmla="*/ 99 w 213"/>
                <a:gd name="T73" fmla="*/ 213 h 213"/>
                <a:gd name="T74" fmla="*/ 137 w 213"/>
                <a:gd name="T75" fmla="*/ 193 h 213"/>
                <a:gd name="T76" fmla="*/ 160 w 213"/>
                <a:gd name="T77" fmla="*/ 194 h 213"/>
                <a:gd name="T78" fmla="*/ 187 w 213"/>
                <a:gd name="T79" fmla="*/ 177 h 213"/>
                <a:gd name="T80" fmla="*/ 188 w 213"/>
                <a:gd name="T81" fmla="*/ 146 h 213"/>
                <a:gd name="T82" fmla="*/ 213 w 213"/>
                <a:gd name="T83" fmla="*/ 115 h 213"/>
                <a:gd name="T84" fmla="*/ 192 w 213"/>
                <a:gd name="T85" fmla="*/ 77 h 213"/>
                <a:gd name="T86" fmla="*/ 194 w 213"/>
                <a:gd name="T87" fmla="*/ 53 h 213"/>
                <a:gd name="T88" fmla="*/ 176 w 213"/>
                <a:gd name="T89" fmla="*/ 26 h 213"/>
                <a:gd name="T90" fmla="*/ 146 w 213"/>
                <a:gd name="T91" fmla="*/ 25 h 213"/>
                <a:gd name="T92" fmla="*/ 114 w 213"/>
                <a:gd name="T93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213">
                  <a:moveTo>
                    <a:pt x="114" y="16"/>
                  </a:moveTo>
                  <a:cubicBezTo>
                    <a:pt x="118" y="16"/>
                    <a:pt x="121" y="19"/>
                    <a:pt x="121" y="23"/>
                  </a:cubicBezTo>
                  <a:cubicBezTo>
                    <a:pt x="121" y="32"/>
                    <a:pt x="121" y="32"/>
                    <a:pt x="121" y="32"/>
                  </a:cubicBezTo>
                  <a:cubicBezTo>
                    <a:pt x="131" y="34"/>
                    <a:pt x="140" y="38"/>
                    <a:pt x="148" y="44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6" y="35"/>
                    <a:pt x="158" y="35"/>
                    <a:pt x="160" y="35"/>
                  </a:cubicBezTo>
                  <a:cubicBezTo>
                    <a:pt x="162" y="35"/>
                    <a:pt x="164" y="35"/>
                    <a:pt x="165" y="37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9" y="51"/>
                    <a:pt x="179" y="56"/>
                    <a:pt x="176" y="59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5" y="73"/>
                    <a:pt x="179" y="82"/>
                    <a:pt x="181" y="92"/>
                  </a:cubicBezTo>
                  <a:cubicBezTo>
                    <a:pt x="190" y="92"/>
                    <a:pt x="190" y="92"/>
                    <a:pt x="190" y="92"/>
                  </a:cubicBezTo>
                  <a:cubicBezTo>
                    <a:pt x="194" y="92"/>
                    <a:pt x="198" y="95"/>
                    <a:pt x="198" y="99"/>
                  </a:cubicBezTo>
                  <a:cubicBezTo>
                    <a:pt x="198" y="115"/>
                    <a:pt x="198" y="115"/>
                    <a:pt x="198" y="115"/>
                  </a:cubicBezTo>
                  <a:cubicBezTo>
                    <a:pt x="198" y="119"/>
                    <a:pt x="194" y="122"/>
                    <a:pt x="190" y="122"/>
                  </a:cubicBezTo>
                  <a:cubicBezTo>
                    <a:pt x="181" y="122"/>
                    <a:pt x="181" y="122"/>
                    <a:pt x="181" y="122"/>
                  </a:cubicBezTo>
                  <a:cubicBezTo>
                    <a:pt x="179" y="132"/>
                    <a:pt x="175" y="141"/>
                    <a:pt x="170" y="149"/>
                  </a:cubicBezTo>
                  <a:cubicBezTo>
                    <a:pt x="176" y="155"/>
                    <a:pt x="176" y="155"/>
                    <a:pt x="176" y="155"/>
                  </a:cubicBezTo>
                  <a:cubicBezTo>
                    <a:pt x="179" y="158"/>
                    <a:pt x="179" y="163"/>
                    <a:pt x="176" y="166"/>
                  </a:cubicBezTo>
                  <a:cubicBezTo>
                    <a:pt x="165" y="177"/>
                    <a:pt x="165" y="177"/>
                    <a:pt x="165" y="177"/>
                  </a:cubicBezTo>
                  <a:cubicBezTo>
                    <a:pt x="164" y="178"/>
                    <a:pt x="162" y="179"/>
                    <a:pt x="160" y="179"/>
                  </a:cubicBezTo>
                  <a:cubicBezTo>
                    <a:pt x="158" y="179"/>
                    <a:pt x="156" y="178"/>
                    <a:pt x="155" y="177"/>
                  </a:cubicBezTo>
                  <a:cubicBezTo>
                    <a:pt x="148" y="170"/>
                    <a:pt x="148" y="170"/>
                    <a:pt x="148" y="170"/>
                  </a:cubicBezTo>
                  <a:cubicBezTo>
                    <a:pt x="140" y="176"/>
                    <a:pt x="131" y="180"/>
                    <a:pt x="121" y="182"/>
                  </a:cubicBezTo>
                  <a:cubicBezTo>
                    <a:pt x="121" y="191"/>
                    <a:pt x="121" y="191"/>
                    <a:pt x="121" y="191"/>
                  </a:cubicBezTo>
                  <a:cubicBezTo>
                    <a:pt x="121" y="195"/>
                    <a:pt x="118" y="198"/>
                    <a:pt x="114" y="198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94" y="198"/>
                    <a:pt x="91" y="195"/>
                    <a:pt x="91" y="191"/>
                  </a:cubicBezTo>
                  <a:cubicBezTo>
                    <a:pt x="91" y="182"/>
                    <a:pt x="91" y="182"/>
                    <a:pt x="91" y="182"/>
                  </a:cubicBezTo>
                  <a:cubicBezTo>
                    <a:pt x="81" y="180"/>
                    <a:pt x="72" y="176"/>
                    <a:pt x="64" y="170"/>
                  </a:cubicBezTo>
                  <a:cubicBezTo>
                    <a:pt x="58" y="177"/>
                    <a:pt x="58" y="177"/>
                    <a:pt x="58" y="177"/>
                  </a:cubicBezTo>
                  <a:cubicBezTo>
                    <a:pt x="56" y="178"/>
                    <a:pt x="54" y="179"/>
                    <a:pt x="52" y="179"/>
                  </a:cubicBezTo>
                  <a:cubicBezTo>
                    <a:pt x="50" y="179"/>
                    <a:pt x="48" y="178"/>
                    <a:pt x="47" y="177"/>
                  </a:cubicBezTo>
                  <a:cubicBezTo>
                    <a:pt x="36" y="166"/>
                    <a:pt x="36" y="166"/>
                    <a:pt x="36" y="166"/>
                  </a:cubicBezTo>
                  <a:cubicBezTo>
                    <a:pt x="33" y="163"/>
                    <a:pt x="33" y="158"/>
                    <a:pt x="36" y="155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38" y="141"/>
                    <a:pt x="34" y="132"/>
                    <a:pt x="32" y="122"/>
                  </a:cubicBezTo>
                  <a:cubicBezTo>
                    <a:pt x="22" y="122"/>
                    <a:pt x="22" y="122"/>
                    <a:pt x="22" y="122"/>
                  </a:cubicBezTo>
                  <a:cubicBezTo>
                    <a:pt x="18" y="122"/>
                    <a:pt x="15" y="119"/>
                    <a:pt x="15" y="115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5" y="95"/>
                    <a:pt x="18" y="92"/>
                    <a:pt x="22" y="92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34" y="82"/>
                    <a:pt x="38" y="73"/>
                    <a:pt x="43" y="65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3" y="56"/>
                    <a:pt x="33" y="51"/>
                    <a:pt x="36" y="48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8" y="35"/>
                    <a:pt x="50" y="35"/>
                    <a:pt x="52" y="35"/>
                  </a:cubicBezTo>
                  <a:cubicBezTo>
                    <a:pt x="54" y="35"/>
                    <a:pt x="56" y="35"/>
                    <a:pt x="58" y="37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72" y="38"/>
                    <a:pt x="81" y="34"/>
                    <a:pt x="91" y="32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91" y="19"/>
                    <a:pt x="94" y="16"/>
                    <a:pt x="99" y="16"/>
                  </a:cubicBezTo>
                  <a:cubicBezTo>
                    <a:pt x="114" y="16"/>
                    <a:pt x="114" y="16"/>
                    <a:pt x="114" y="16"/>
                  </a:cubicBezTo>
                  <a:moveTo>
                    <a:pt x="114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87" y="0"/>
                    <a:pt x="77" y="9"/>
                    <a:pt x="76" y="21"/>
                  </a:cubicBezTo>
                  <a:cubicBezTo>
                    <a:pt x="73" y="22"/>
                    <a:pt x="70" y="23"/>
                    <a:pt x="67" y="25"/>
                  </a:cubicBezTo>
                  <a:cubicBezTo>
                    <a:pt x="63" y="21"/>
                    <a:pt x="58" y="20"/>
                    <a:pt x="52" y="20"/>
                  </a:cubicBezTo>
                  <a:cubicBezTo>
                    <a:pt x="46" y="20"/>
                    <a:pt x="41" y="22"/>
                    <a:pt x="36" y="2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1" y="41"/>
                    <a:pt x="19" y="47"/>
                    <a:pt x="19" y="53"/>
                  </a:cubicBezTo>
                  <a:cubicBezTo>
                    <a:pt x="19" y="58"/>
                    <a:pt x="21" y="64"/>
                    <a:pt x="24" y="68"/>
                  </a:cubicBezTo>
                  <a:cubicBezTo>
                    <a:pt x="23" y="71"/>
                    <a:pt x="21" y="74"/>
                    <a:pt x="20" y="77"/>
                  </a:cubicBezTo>
                  <a:cubicBezTo>
                    <a:pt x="9" y="78"/>
                    <a:pt x="0" y="88"/>
                    <a:pt x="0" y="99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26"/>
                    <a:pt x="9" y="136"/>
                    <a:pt x="20" y="137"/>
                  </a:cubicBezTo>
                  <a:cubicBezTo>
                    <a:pt x="21" y="140"/>
                    <a:pt x="23" y="143"/>
                    <a:pt x="24" y="146"/>
                  </a:cubicBezTo>
                  <a:cubicBezTo>
                    <a:pt x="21" y="150"/>
                    <a:pt x="19" y="155"/>
                    <a:pt x="19" y="161"/>
                  </a:cubicBezTo>
                  <a:cubicBezTo>
                    <a:pt x="19" y="167"/>
                    <a:pt x="21" y="173"/>
                    <a:pt x="25" y="177"/>
                  </a:cubicBezTo>
                  <a:cubicBezTo>
                    <a:pt x="36" y="188"/>
                    <a:pt x="36" y="188"/>
                    <a:pt x="36" y="188"/>
                  </a:cubicBezTo>
                  <a:cubicBezTo>
                    <a:pt x="41" y="192"/>
                    <a:pt x="46" y="194"/>
                    <a:pt x="52" y="194"/>
                  </a:cubicBezTo>
                  <a:cubicBezTo>
                    <a:pt x="58" y="194"/>
                    <a:pt x="63" y="193"/>
                    <a:pt x="67" y="189"/>
                  </a:cubicBezTo>
                  <a:cubicBezTo>
                    <a:pt x="70" y="191"/>
                    <a:pt x="73" y="192"/>
                    <a:pt x="76" y="193"/>
                  </a:cubicBezTo>
                  <a:cubicBezTo>
                    <a:pt x="77" y="205"/>
                    <a:pt x="87" y="213"/>
                    <a:pt x="99" y="213"/>
                  </a:cubicBezTo>
                  <a:cubicBezTo>
                    <a:pt x="114" y="213"/>
                    <a:pt x="114" y="213"/>
                    <a:pt x="114" y="213"/>
                  </a:cubicBezTo>
                  <a:cubicBezTo>
                    <a:pt x="126" y="213"/>
                    <a:pt x="135" y="205"/>
                    <a:pt x="137" y="193"/>
                  </a:cubicBezTo>
                  <a:cubicBezTo>
                    <a:pt x="140" y="192"/>
                    <a:pt x="143" y="191"/>
                    <a:pt x="146" y="189"/>
                  </a:cubicBezTo>
                  <a:cubicBezTo>
                    <a:pt x="150" y="193"/>
                    <a:pt x="155" y="194"/>
                    <a:pt x="160" y="194"/>
                  </a:cubicBezTo>
                  <a:cubicBezTo>
                    <a:pt x="166" y="194"/>
                    <a:pt x="172" y="192"/>
                    <a:pt x="176" y="188"/>
                  </a:cubicBezTo>
                  <a:cubicBezTo>
                    <a:pt x="187" y="177"/>
                    <a:pt x="187" y="177"/>
                    <a:pt x="187" y="177"/>
                  </a:cubicBezTo>
                  <a:cubicBezTo>
                    <a:pt x="191" y="173"/>
                    <a:pt x="194" y="167"/>
                    <a:pt x="194" y="161"/>
                  </a:cubicBezTo>
                  <a:cubicBezTo>
                    <a:pt x="194" y="155"/>
                    <a:pt x="192" y="150"/>
                    <a:pt x="188" y="146"/>
                  </a:cubicBezTo>
                  <a:cubicBezTo>
                    <a:pt x="190" y="143"/>
                    <a:pt x="191" y="140"/>
                    <a:pt x="192" y="137"/>
                  </a:cubicBezTo>
                  <a:cubicBezTo>
                    <a:pt x="204" y="136"/>
                    <a:pt x="213" y="126"/>
                    <a:pt x="213" y="115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88"/>
                    <a:pt x="204" y="78"/>
                    <a:pt x="192" y="77"/>
                  </a:cubicBezTo>
                  <a:cubicBezTo>
                    <a:pt x="191" y="74"/>
                    <a:pt x="190" y="71"/>
                    <a:pt x="188" y="68"/>
                  </a:cubicBezTo>
                  <a:cubicBezTo>
                    <a:pt x="192" y="64"/>
                    <a:pt x="194" y="58"/>
                    <a:pt x="194" y="53"/>
                  </a:cubicBezTo>
                  <a:cubicBezTo>
                    <a:pt x="194" y="47"/>
                    <a:pt x="191" y="41"/>
                    <a:pt x="187" y="37"/>
                  </a:cubicBezTo>
                  <a:cubicBezTo>
                    <a:pt x="176" y="26"/>
                    <a:pt x="176" y="26"/>
                    <a:pt x="176" y="26"/>
                  </a:cubicBezTo>
                  <a:cubicBezTo>
                    <a:pt x="172" y="22"/>
                    <a:pt x="166" y="20"/>
                    <a:pt x="160" y="20"/>
                  </a:cubicBezTo>
                  <a:cubicBezTo>
                    <a:pt x="155" y="20"/>
                    <a:pt x="150" y="21"/>
                    <a:pt x="146" y="25"/>
                  </a:cubicBezTo>
                  <a:cubicBezTo>
                    <a:pt x="143" y="23"/>
                    <a:pt x="140" y="22"/>
                    <a:pt x="137" y="21"/>
                  </a:cubicBezTo>
                  <a:cubicBezTo>
                    <a:pt x="135" y="9"/>
                    <a:pt x="12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3" name="Freeform 10">
              <a:extLst>
                <a:ext uri="{FF2B5EF4-FFF2-40B4-BE49-F238E27FC236}">
                  <a16:creationId xmlns:a16="http://schemas.microsoft.com/office/drawing/2014/main" id="{5B2EF3D4-6261-5B75-3428-6528AAF0F3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7726" y="5132388"/>
              <a:ext cx="87313" cy="85725"/>
            </a:xfrm>
            <a:custGeom>
              <a:avLst/>
              <a:gdLst>
                <a:gd name="T0" fmla="*/ 49 w 99"/>
                <a:gd name="T1" fmla="*/ 99 h 99"/>
                <a:gd name="T2" fmla="*/ 0 w 99"/>
                <a:gd name="T3" fmla="*/ 50 h 99"/>
                <a:gd name="T4" fmla="*/ 49 w 99"/>
                <a:gd name="T5" fmla="*/ 0 h 99"/>
                <a:gd name="T6" fmla="*/ 99 w 99"/>
                <a:gd name="T7" fmla="*/ 50 h 99"/>
                <a:gd name="T8" fmla="*/ 49 w 99"/>
                <a:gd name="T9" fmla="*/ 99 h 99"/>
                <a:gd name="T10" fmla="*/ 49 w 99"/>
                <a:gd name="T11" fmla="*/ 8 h 99"/>
                <a:gd name="T12" fmla="*/ 7 w 99"/>
                <a:gd name="T13" fmla="*/ 50 h 99"/>
                <a:gd name="T14" fmla="*/ 49 w 99"/>
                <a:gd name="T15" fmla="*/ 92 h 99"/>
                <a:gd name="T16" fmla="*/ 91 w 99"/>
                <a:gd name="T17" fmla="*/ 50 h 99"/>
                <a:gd name="T18" fmla="*/ 49 w 99"/>
                <a:gd name="T19" fmla="*/ 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99">
                  <a:moveTo>
                    <a:pt x="49" y="99"/>
                  </a:moveTo>
                  <a:cubicBezTo>
                    <a:pt x="22" y="99"/>
                    <a:pt x="0" y="77"/>
                    <a:pt x="0" y="50"/>
                  </a:cubicBezTo>
                  <a:cubicBezTo>
                    <a:pt x="0" y="23"/>
                    <a:pt x="22" y="0"/>
                    <a:pt x="49" y="0"/>
                  </a:cubicBezTo>
                  <a:cubicBezTo>
                    <a:pt x="76" y="0"/>
                    <a:pt x="99" y="23"/>
                    <a:pt x="99" y="50"/>
                  </a:cubicBezTo>
                  <a:cubicBezTo>
                    <a:pt x="99" y="77"/>
                    <a:pt x="76" y="99"/>
                    <a:pt x="49" y="99"/>
                  </a:cubicBezTo>
                  <a:close/>
                  <a:moveTo>
                    <a:pt x="49" y="8"/>
                  </a:moveTo>
                  <a:cubicBezTo>
                    <a:pt x="26" y="8"/>
                    <a:pt x="7" y="27"/>
                    <a:pt x="7" y="50"/>
                  </a:cubicBezTo>
                  <a:cubicBezTo>
                    <a:pt x="7" y="73"/>
                    <a:pt x="26" y="92"/>
                    <a:pt x="49" y="92"/>
                  </a:cubicBezTo>
                  <a:cubicBezTo>
                    <a:pt x="72" y="92"/>
                    <a:pt x="91" y="73"/>
                    <a:pt x="91" y="50"/>
                  </a:cubicBezTo>
                  <a:cubicBezTo>
                    <a:pt x="91" y="27"/>
                    <a:pt x="72" y="8"/>
                    <a:pt x="49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4" name="Freeform 11">
              <a:extLst>
                <a:ext uri="{FF2B5EF4-FFF2-40B4-BE49-F238E27FC236}">
                  <a16:creationId xmlns:a16="http://schemas.microsoft.com/office/drawing/2014/main" id="{E1EFB991-68A9-8D37-66B0-A0E8227492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8363" y="5151438"/>
              <a:ext cx="46038" cy="47625"/>
            </a:xfrm>
            <a:custGeom>
              <a:avLst/>
              <a:gdLst>
                <a:gd name="T0" fmla="*/ 26 w 53"/>
                <a:gd name="T1" fmla="*/ 54 h 54"/>
                <a:gd name="T2" fmla="*/ 0 w 53"/>
                <a:gd name="T3" fmla="*/ 27 h 54"/>
                <a:gd name="T4" fmla="*/ 26 w 53"/>
                <a:gd name="T5" fmla="*/ 0 h 54"/>
                <a:gd name="T6" fmla="*/ 53 w 53"/>
                <a:gd name="T7" fmla="*/ 27 h 54"/>
                <a:gd name="T8" fmla="*/ 26 w 53"/>
                <a:gd name="T9" fmla="*/ 54 h 54"/>
                <a:gd name="T10" fmla="*/ 26 w 53"/>
                <a:gd name="T11" fmla="*/ 8 h 54"/>
                <a:gd name="T12" fmla="*/ 7 w 53"/>
                <a:gd name="T13" fmla="*/ 27 h 54"/>
                <a:gd name="T14" fmla="*/ 26 w 53"/>
                <a:gd name="T15" fmla="*/ 46 h 54"/>
                <a:gd name="T16" fmla="*/ 45 w 53"/>
                <a:gd name="T17" fmla="*/ 27 h 54"/>
                <a:gd name="T18" fmla="*/ 26 w 53"/>
                <a:gd name="T1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54">
                  <a:moveTo>
                    <a:pt x="26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ubicBezTo>
                    <a:pt x="53" y="42"/>
                    <a:pt x="41" y="54"/>
                    <a:pt x="26" y="54"/>
                  </a:cubicBezTo>
                  <a:close/>
                  <a:moveTo>
                    <a:pt x="26" y="8"/>
                  </a:moveTo>
                  <a:cubicBezTo>
                    <a:pt x="16" y="8"/>
                    <a:pt x="7" y="16"/>
                    <a:pt x="7" y="27"/>
                  </a:cubicBezTo>
                  <a:cubicBezTo>
                    <a:pt x="7" y="37"/>
                    <a:pt x="16" y="46"/>
                    <a:pt x="26" y="46"/>
                  </a:cubicBezTo>
                  <a:cubicBezTo>
                    <a:pt x="37" y="46"/>
                    <a:pt x="45" y="37"/>
                    <a:pt x="45" y="27"/>
                  </a:cubicBezTo>
                  <a:cubicBezTo>
                    <a:pt x="45" y="16"/>
                    <a:pt x="37" y="8"/>
                    <a:pt x="2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85" name="Group 289">
            <a:extLst>
              <a:ext uri="{FF2B5EF4-FFF2-40B4-BE49-F238E27FC236}">
                <a16:creationId xmlns:a16="http://schemas.microsoft.com/office/drawing/2014/main" id="{7F4F0284-1700-F647-55B8-5BF5FEB7DCF6}"/>
              </a:ext>
            </a:extLst>
          </p:cNvPr>
          <p:cNvGrpSpPr/>
          <p:nvPr/>
        </p:nvGrpSpPr>
        <p:grpSpPr>
          <a:xfrm>
            <a:off x="8761671" y="4183956"/>
            <a:ext cx="297222" cy="404338"/>
            <a:chOff x="7523163" y="1893888"/>
            <a:chExt cx="801688" cy="109061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86" name="Freeform 17">
              <a:extLst>
                <a:ext uri="{FF2B5EF4-FFF2-40B4-BE49-F238E27FC236}">
                  <a16:creationId xmlns:a16="http://schemas.microsoft.com/office/drawing/2014/main" id="{E7F1CAC9-1F25-080D-0C6D-088A34779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201" y="2260600"/>
              <a:ext cx="247650" cy="60325"/>
            </a:xfrm>
            <a:custGeom>
              <a:avLst/>
              <a:gdLst>
                <a:gd name="T0" fmla="*/ 58 w 65"/>
                <a:gd name="T1" fmla="*/ 0 h 16"/>
                <a:gd name="T2" fmla="*/ 7 w 65"/>
                <a:gd name="T3" fmla="*/ 0 h 16"/>
                <a:gd name="T4" fmla="*/ 0 w 65"/>
                <a:gd name="T5" fmla="*/ 8 h 16"/>
                <a:gd name="T6" fmla="*/ 7 w 65"/>
                <a:gd name="T7" fmla="*/ 16 h 16"/>
                <a:gd name="T8" fmla="*/ 58 w 65"/>
                <a:gd name="T9" fmla="*/ 16 h 16"/>
                <a:gd name="T10" fmla="*/ 65 w 65"/>
                <a:gd name="T11" fmla="*/ 8 h 16"/>
                <a:gd name="T12" fmla="*/ 58 w 65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ubicBezTo>
                    <a:pt x="65" y="4"/>
                    <a:pt x="62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7" name="Freeform 18">
              <a:extLst>
                <a:ext uri="{FF2B5EF4-FFF2-40B4-BE49-F238E27FC236}">
                  <a16:creationId xmlns:a16="http://schemas.microsoft.com/office/drawing/2014/main" id="{96C6C49C-B155-05B0-3E49-44DE92F6C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201" y="2427288"/>
              <a:ext cx="247650" cy="60325"/>
            </a:xfrm>
            <a:custGeom>
              <a:avLst/>
              <a:gdLst>
                <a:gd name="T0" fmla="*/ 65 w 65"/>
                <a:gd name="T1" fmla="*/ 8 h 16"/>
                <a:gd name="T2" fmla="*/ 58 w 65"/>
                <a:gd name="T3" fmla="*/ 0 h 16"/>
                <a:gd name="T4" fmla="*/ 7 w 65"/>
                <a:gd name="T5" fmla="*/ 0 h 16"/>
                <a:gd name="T6" fmla="*/ 0 w 65"/>
                <a:gd name="T7" fmla="*/ 8 h 16"/>
                <a:gd name="T8" fmla="*/ 7 w 65"/>
                <a:gd name="T9" fmla="*/ 16 h 16"/>
                <a:gd name="T10" fmla="*/ 58 w 65"/>
                <a:gd name="T11" fmla="*/ 16 h 16"/>
                <a:gd name="T12" fmla="*/ 65 w 65"/>
                <a:gd name="T13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65" y="8"/>
                  </a:moveTo>
                  <a:cubicBezTo>
                    <a:pt x="65" y="4"/>
                    <a:pt x="62" y="0"/>
                    <a:pt x="5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8" name="Freeform 19">
              <a:extLst>
                <a:ext uri="{FF2B5EF4-FFF2-40B4-BE49-F238E27FC236}">
                  <a16:creationId xmlns:a16="http://schemas.microsoft.com/office/drawing/2014/main" id="{EE182D14-4A3C-CC21-BC6A-9AAD4A2CB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613" y="2238375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50 h 66"/>
                <a:gd name="T12" fmla="*/ 17 w 65"/>
                <a:gd name="T13" fmla="*/ 50 h 66"/>
                <a:gd name="T14" fmla="*/ 17 w 65"/>
                <a:gd name="T15" fmla="*/ 19 h 66"/>
                <a:gd name="T16" fmla="*/ 48 w 65"/>
                <a:gd name="T17" fmla="*/ 19 h 66"/>
                <a:gd name="T18" fmla="*/ 48 w 65"/>
                <a:gd name="T1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50"/>
                  </a:moveTo>
                  <a:lnTo>
                    <a:pt x="17" y="50"/>
                  </a:lnTo>
                  <a:lnTo>
                    <a:pt x="17" y="19"/>
                  </a:lnTo>
                  <a:lnTo>
                    <a:pt x="48" y="19"/>
                  </a:lnTo>
                  <a:lnTo>
                    <a:pt x="48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89" name="Freeform 20">
              <a:extLst>
                <a:ext uri="{FF2B5EF4-FFF2-40B4-BE49-F238E27FC236}">
                  <a16:creationId xmlns:a16="http://schemas.microsoft.com/office/drawing/2014/main" id="{435048DA-2CA3-13F7-8656-2849F0DE84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613" y="2405063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47 h 66"/>
                <a:gd name="T12" fmla="*/ 17 w 65"/>
                <a:gd name="T13" fmla="*/ 47 h 66"/>
                <a:gd name="T14" fmla="*/ 17 w 65"/>
                <a:gd name="T15" fmla="*/ 16 h 66"/>
                <a:gd name="T16" fmla="*/ 48 w 65"/>
                <a:gd name="T17" fmla="*/ 16 h 66"/>
                <a:gd name="T18" fmla="*/ 48 w 65"/>
                <a:gd name="T19" fmla="*/ 4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47"/>
                  </a:moveTo>
                  <a:lnTo>
                    <a:pt x="17" y="47"/>
                  </a:lnTo>
                  <a:lnTo>
                    <a:pt x="17" y="16"/>
                  </a:lnTo>
                  <a:lnTo>
                    <a:pt x="48" y="16"/>
                  </a:lnTo>
                  <a:lnTo>
                    <a:pt x="48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90" name="Freeform 21">
              <a:extLst>
                <a:ext uri="{FF2B5EF4-FFF2-40B4-BE49-F238E27FC236}">
                  <a16:creationId xmlns:a16="http://schemas.microsoft.com/office/drawing/2014/main" id="{1D6DB02F-71B0-E6FA-B869-02EB7FAB30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4613" y="2571750"/>
              <a:ext cx="103188" cy="104775"/>
            </a:xfrm>
            <a:custGeom>
              <a:avLst/>
              <a:gdLst>
                <a:gd name="T0" fmla="*/ 0 w 65"/>
                <a:gd name="T1" fmla="*/ 66 h 66"/>
                <a:gd name="T2" fmla="*/ 65 w 65"/>
                <a:gd name="T3" fmla="*/ 66 h 66"/>
                <a:gd name="T4" fmla="*/ 65 w 65"/>
                <a:gd name="T5" fmla="*/ 0 h 66"/>
                <a:gd name="T6" fmla="*/ 0 w 65"/>
                <a:gd name="T7" fmla="*/ 0 h 66"/>
                <a:gd name="T8" fmla="*/ 0 w 65"/>
                <a:gd name="T9" fmla="*/ 66 h 66"/>
                <a:gd name="T10" fmla="*/ 17 w 65"/>
                <a:gd name="T11" fmla="*/ 16 h 66"/>
                <a:gd name="T12" fmla="*/ 48 w 65"/>
                <a:gd name="T13" fmla="*/ 16 h 66"/>
                <a:gd name="T14" fmla="*/ 48 w 65"/>
                <a:gd name="T15" fmla="*/ 47 h 66"/>
                <a:gd name="T16" fmla="*/ 17 w 65"/>
                <a:gd name="T17" fmla="*/ 47 h 66"/>
                <a:gd name="T18" fmla="*/ 17 w 65"/>
                <a:gd name="T19" fmla="*/ 1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6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48" y="16"/>
                  </a:lnTo>
                  <a:lnTo>
                    <a:pt x="48" y="47"/>
                  </a:lnTo>
                  <a:lnTo>
                    <a:pt x="17" y="47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91" name="Freeform 22">
              <a:extLst>
                <a:ext uri="{FF2B5EF4-FFF2-40B4-BE49-F238E27FC236}">
                  <a16:creationId xmlns:a16="http://schemas.microsoft.com/office/drawing/2014/main" id="{36D021F4-0A5C-A334-016B-28458B5E3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201" y="2593975"/>
              <a:ext cx="201613" cy="57150"/>
            </a:xfrm>
            <a:custGeom>
              <a:avLst/>
              <a:gdLst>
                <a:gd name="T0" fmla="*/ 0 w 53"/>
                <a:gd name="T1" fmla="*/ 8 h 15"/>
                <a:gd name="T2" fmla="*/ 7 w 53"/>
                <a:gd name="T3" fmla="*/ 15 h 15"/>
                <a:gd name="T4" fmla="*/ 35 w 53"/>
                <a:gd name="T5" fmla="*/ 15 h 15"/>
                <a:gd name="T6" fmla="*/ 53 w 53"/>
                <a:gd name="T7" fmla="*/ 0 h 15"/>
                <a:gd name="T8" fmla="*/ 7 w 53"/>
                <a:gd name="T9" fmla="*/ 0 h 15"/>
                <a:gd name="T10" fmla="*/ 0 w 53"/>
                <a:gd name="T1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15">
                  <a:moveTo>
                    <a:pt x="0" y="8"/>
                  </a:moveTo>
                  <a:cubicBezTo>
                    <a:pt x="0" y="12"/>
                    <a:pt x="3" y="15"/>
                    <a:pt x="7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0" y="9"/>
                    <a:pt x="46" y="4"/>
                    <a:pt x="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92" name="Freeform 23">
              <a:extLst>
                <a:ext uri="{FF2B5EF4-FFF2-40B4-BE49-F238E27FC236}">
                  <a16:creationId xmlns:a16="http://schemas.microsoft.com/office/drawing/2014/main" id="{5C21C60D-338F-316C-C528-0CBBD08773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23163" y="1893888"/>
              <a:ext cx="719138" cy="1006475"/>
            </a:xfrm>
            <a:custGeom>
              <a:avLst/>
              <a:gdLst>
                <a:gd name="T0" fmla="*/ 48 w 189"/>
                <a:gd name="T1" fmla="*/ 244 h 266"/>
                <a:gd name="T2" fmla="*/ 22 w 189"/>
                <a:gd name="T3" fmla="*/ 218 h 266"/>
                <a:gd name="T4" fmla="*/ 22 w 189"/>
                <a:gd name="T5" fmla="*/ 80 h 266"/>
                <a:gd name="T6" fmla="*/ 48 w 189"/>
                <a:gd name="T7" fmla="*/ 54 h 266"/>
                <a:gd name="T8" fmla="*/ 57 w 189"/>
                <a:gd name="T9" fmla="*/ 54 h 266"/>
                <a:gd name="T10" fmla="*/ 69 w 189"/>
                <a:gd name="T11" fmla="*/ 63 h 266"/>
                <a:gd name="T12" fmla="*/ 121 w 189"/>
                <a:gd name="T13" fmla="*/ 63 h 266"/>
                <a:gd name="T14" fmla="*/ 133 w 189"/>
                <a:gd name="T15" fmla="*/ 54 h 266"/>
                <a:gd name="T16" fmla="*/ 141 w 189"/>
                <a:gd name="T17" fmla="*/ 54 h 266"/>
                <a:gd name="T18" fmla="*/ 167 w 189"/>
                <a:gd name="T19" fmla="*/ 80 h 266"/>
                <a:gd name="T20" fmla="*/ 167 w 189"/>
                <a:gd name="T21" fmla="*/ 178 h 266"/>
                <a:gd name="T22" fmla="*/ 189 w 189"/>
                <a:gd name="T23" fmla="*/ 184 h 266"/>
                <a:gd name="T24" fmla="*/ 189 w 189"/>
                <a:gd name="T25" fmla="*/ 80 h 266"/>
                <a:gd name="T26" fmla="*/ 141 w 189"/>
                <a:gd name="T27" fmla="*/ 32 h 266"/>
                <a:gd name="T28" fmla="*/ 133 w 189"/>
                <a:gd name="T29" fmla="*/ 32 h 266"/>
                <a:gd name="T30" fmla="*/ 121 w 189"/>
                <a:gd name="T31" fmla="*/ 22 h 266"/>
                <a:gd name="T32" fmla="*/ 117 w 189"/>
                <a:gd name="T33" fmla="*/ 22 h 266"/>
                <a:gd name="T34" fmla="*/ 95 w 189"/>
                <a:gd name="T35" fmla="*/ 0 h 266"/>
                <a:gd name="T36" fmla="*/ 72 w 189"/>
                <a:gd name="T37" fmla="*/ 22 h 266"/>
                <a:gd name="T38" fmla="*/ 69 w 189"/>
                <a:gd name="T39" fmla="*/ 22 h 266"/>
                <a:gd name="T40" fmla="*/ 56 w 189"/>
                <a:gd name="T41" fmla="*/ 32 h 266"/>
                <a:gd name="T42" fmla="*/ 48 w 189"/>
                <a:gd name="T43" fmla="*/ 32 h 266"/>
                <a:gd name="T44" fmla="*/ 0 w 189"/>
                <a:gd name="T45" fmla="*/ 80 h 266"/>
                <a:gd name="T46" fmla="*/ 0 w 189"/>
                <a:gd name="T47" fmla="*/ 218 h 266"/>
                <a:gd name="T48" fmla="*/ 48 w 189"/>
                <a:gd name="T49" fmla="*/ 266 h 266"/>
                <a:gd name="T50" fmla="*/ 107 w 189"/>
                <a:gd name="T51" fmla="*/ 266 h 266"/>
                <a:gd name="T52" fmla="*/ 101 w 189"/>
                <a:gd name="T53" fmla="*/ 244 h 266"/>
                <a:gd name="T54" fmla="*/ 48 w 189"/>
                <a:gd name="T55" fmla="*/ 244 h 266"/>
                <a:gd name="T56" fmla="*/ 95 w 189"/>
                <a:gd name="T57" fmla="*/ 14 h 266"/>
                <a:gd name="T58" fmla="*/ 103 w 189"/>
                <a:gd name="T59" fmla="*/ 22 h 266"/>
                <a:gd name="T60" fmla="*/ 86 w 189"/>
                <a:gd name="T61" fmla="*/ 22 h 266"/>
                <a:gd name="T62" fmla="*/ 95 w 189"/>
                <a:gd name="T63" fmla="*/ 14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9" h="266">
                  <a:moveTo>
                    <a:pt x="48" y="244"/>
                  </a:moveTo>
                  <a:cubicBezTo>
                    <a:pt x="34" y="244"/>
                    <a:pt x="22" y="232"/>
                    <a:pt x="22" y="21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65"/>
                    <a:pt x="34" y="54"/>
                    <a:pt x="48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9"/>
                    <a:pt x="63" y="63"/>
                    <a:pt x="69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6" y="63"/>
                    <a:pt x="131" y="59"/>
                    <a:pt x="133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55" y="54"/>
                    <a:pt x="167" y="65"/>
                    <a:pt x="167" y="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75" y="179"/>
                    <a:pt x="182" y="181"/>
                    <a:pt x="189" y="184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53"/>
                    <a:pt x="167" y="32"/>
                    <a:pt x="141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1" y="26"/>
                    <a:pt x="126" y="22"/>
                    <a:pt x="121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17" y="10"/>
                    <a:pt x="107" y="0"/>
                    <a:pt x="95" y="0"/>
                  </a:cubicBezTo>
                  <a:cubicBezTo>
                    <a:pt x="82" y="0"/>
                    <a:pt x="72" y="10"/>
                    <a:pt x="72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3" y="22"/>
                    <a:pt x="58" y="26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2" y="32"/>
                    <a:pt x="0" y="53"/>
                    <a:pt x="0" y="8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4"/>
                    <a:pt x="22" y="266"/>
                    <a:pt x="48" y="266"/>
                  </a:cubicBezTo>
                  <a:cubicBezTo>
                    <a:pt x="107" y="266"/>
                    <a:pt x="107" y="266"/>
                    <a:pt x="107" y="266"/>
                  </a:cubicBezTo>
                  <a:cubicBezTo>
                    <a:pt x="104" y="259"/>
                    <a:pt x="102" y="252"/>
                    <a:pt x="101" y="244"/>
                  </a:cubicBezTo>
                  <a:lnTo>
                    <a:pt x="48" y="244"/>
                  </a:lnTo>
                  <a:close/>
                  <a:moveTo>
                    <a:pt x="95" y="14"/>
                  </a:moveTo>
                  <a:cubicBezTo>
                    <a:pt x="99" y="14"/>
                    <a:pt x="103" y="17"/>
                    <a:pt x="103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6" y="17"/>
                    <a:pt x="90" y="14"/>
                    <a:pt x="9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93" name="Freeform 24">
              <a:extLst>
                <a:ext uri="{FF2B5EF4-FFF2-40B4-BE49-F238E27FC236}">
                  <a16:creationId xmlns:a16="http://schemas.microsoft.com/office/drawing/2014/main" id="{9371441C-9317-49F6-4225-3A61D30F25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48613" y="2605088"/>
              <a:ext cx="376238" cy="379412"/>
            </a:xfrm>
            <a:custGeom>
              <a:avLst/>
              <a:gdLst>
                <a:gd name="T0" fmla="*/ 49 w 99"/>
                <a:gd name="T1" fmla="*/ 0 h 100"/>
                <a:gd name="T2" fmla="*/ 0 w 99"/>
                <a:gd name="T3" fmla="*/ 50 h 100"/>
                <a:gd name="T4" fmla="*/ 49 w 99"/>
                <a:gd name="T5" fmla="*/ 100 h 100"/>
                <a:gd name="T6" fmla="*/ 99 w 99"/>
                <a:gd name="T7" fmla="*/ 50 h 100"/>
                <a:gd name="T8" fmla="*/ 49 w 99"/>
                <a:gd name="T9" fmla="*/ 0 h 100"/>
                <a:gd name="T10" fmla="*/ 45 w 99"/>
                <a:gd name="T11" fmla="*/ 77 h 100"/>
                <a:gd name="T12" fmla="*/ 37 w 99"/>
                <a:gd name="T13" fmla="*/ 77 h 100"/>
                <a:gd name="T14" fmla="*/ 23 w 99"/>
                <a:gd name="T15" fmla="*/ 49 h 100"/>
                <a:gd name="T16" fmla="*/ 31 w 99"/>
                <a:gd name="T17" fmla="*/ 44 h 100"/>
                <a:gd name="T18" fmla="*/ 39 w 99"/>
                <a:gd name="T19" fmla="*/ 62 h 100"/>
                <a:gd name="T20" fmla="*/ 60 w 99"/>
                <a:gd name="T21" fmla="*/ 23 h 100"/>
                <a:gd name="T22" fmla="*/ 75 w 99"/>
                <a:gd name="T23" fmla="*/ 23 h 100"/>
                <a:gd name="T24" fmla="*/ 45 w 99"/>
                <a:gd name="T25" fmla="*/ 7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00">
                  <a:moveTo>
                    <a:pt x="49" y="0"/>
                  </a:moveTo>
                  <a:cubicBezTo>
                    <a:pt x="22" y="0"/>
                    <a:pt x="0" y="23"/>
                    <a:pt x="0" y="50"/>
                  </a:cubicBezTo>
                  <a:cubicBezTo>
                    <a:pt x="0" y="77"/>
                    <a:pt x="22" y="100"/>
                    <a:pt x="49" y="100"/>
                  </a:cubicBezTo>
                  <a:cubicBezTo>
                    <a:pt x="76" y="100"/>
                    <a:pt x="99" y="77"/>
                    <a:pt x="99" y="50"/>
                  </a:cubicBezTo>
                  <a:cubicBezTo>
                    <a:pt x="99" y="23"/>
                    <a:pt x="76" y="0"/>
                    <a:pt x="49" y="0"/>
                  </a:cubicBezTo>
                  <a:close/>
                  <a:moveTo>
                    <a:pt x="45" y="77"/>
                  </a:moveTo>
                  <a:cubicBezTo>
                    <a:pt x="37" y="77"/>
                    <a:pt x="37" y="77"/>
                    <a:pt x="37" y="77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394" name="Freeform 5">
            <a:extLst>
              <a:ext uri="{FF2B5EF4-FFF2-40B4-BE49-F238E27FC236}">
                <a16:creationId xmlns:a16="http://schemas.microsoft.com/office/drawing/2014/main" id="{830B8096-A308-46BF-B5FE-84FAC7E16391}"/>
              </a:ext>
            </a:extLst>
          </p:cNvPr>
          <p:cNvSpPr>
            <a:spLocks noEditPoints="1"/>
          </p:cNvSpPr>
          <p:nvPr/>
        </p:nvSpPr>
        <p:spPr bwMode="auto">
          <a:xfrm>
            <a:off x="9580439" y="5445628"/>
            <a:ext cx="305305" cy="369581"/>
          </a:xfrm>
          <a:custGeom>
            <a:avLst/>
            <a:gdLst>
              <a:gd name="T0" fmla="*/ 791 w 812"/>
              <a:gd name="T1" fmla="*/ 578 h 983"/>
              <a:gd name="T2" fmla="*/ 697 w 812"/>
              <a:gd name="T3" fmla="*/ 481 h 983"/>
              <a:gd name="T4" fmla="*/ 543 w 812"/>
              <a:gd name="T5" fmla="*/ 441 h 983"/>
              <a:gd name="T6" fmla="*/ 504 w 812"/>
              <a:gd name="T7" fmla="*/ 400 h 983"/>
              <a:gd name="T8" fmla="*/ 541 w 812"/>
              <a:gd name="T9" fmla="*/ 311 h 983"/>
              <a:gd name="T10" fmla="*/ 543 w 812"/>
              <a:gd name="T11" fmla="*/ 311 h 983"/>
              <a:gd name="T12" fmla="*/ 571 w 812"/>
              <a:gd name="T13" fmla="*/ 222 h 983"/>
              <a:gd name="T14" fmla="*/ 584 w 812"/>
              <a:gd name="T15" fmla="*/ 153 h 983"/>
              <a:gd name="T16" fmla="*/ 524 w 812"/>
              <a:gd name="T17" fmla="*/ 34 h 983"/>
              <a:gd name="T18" fmla="*/ 486 w 812"/>
              <a:gd name="T19" fmla="*/ 16 h 983"/>
              <a:gd name="T20" fmla="*/ 371 w 812"/>
              <a:gd name="T21" fmla="*/ 0 h 983"/>
              <a:gd name="T22" fmla="*/ 315 w 812"/>
              <a:gd name="T23" fmla="*/ 29 h 983"/>
              <a:gd name="T24" fmla="*/ 256 w 812"/>
              <a:gd name="T25" fmla="*/ 49 h 983"/>
              <a:gd name="T26" fmla="*/ 227 w 812"/>
              <a:gd name="T27" fmla="*/ 128 h 983"/>
              <a:gd name="T28" fmla="*/ 237 w 812"/>
              <a:gd name="T29" fmla="*/ 227 h 983"/>
              <a:gd name="T30" fmla="*/ 261 w 812"/>
              <a:gd name="T31" fmla="*/ 311 h 983"/>
              <a:gd name="T32" fmla="*/ 262 w 812"/>
              <a:gd name="T33" fmla="*/ 311 h 983"/>
              <a:gd name="T34" fmla="*/ 280 w 812"/>
              <a:gd name="T35" fmla="*/ 352 h 983"/>
              <a:gd name="T36" fmla="*/ 286 w 812"/>
              <a:gd name="T37" fmla="*/ 420 h 983"/>
              <a:gd name="T38" fmla="*/ 190 w 812"/>
              <a:gd name="T39" fmla="*/ 462 h 983"/>
              <a:gd name="T40" fmla="*/ 41 w 812"/>
              <a:gd name="T41" fmla="*/ 534 h 983"/>
              <a:gd name="T42" fmla="*/ 21 w 812"/>
              <a:gd name="T43" fmla="*/ 579 h 983"/>
              <a:gd name="T44" fmla="*/ 60 w 812"/>
              <a:gd name="T45" fmla="*/ 924 h 983"/>
              <a:gd name="T46" fmla="*/ 406 w 812"/>
              <a:gd name="T47" fmla="*/ 983 h 983"/>
              <a:gd name="T48" fmla="*/ 753 w 812"/>
              <a:gd name="T49" fmla="*/ 924 h 983"/>
              <a:gd name="T50" fmla="*/ 791 w 812"/>
              <a:gd name="T51" fmla="*/ 579 h 983"/>
              <a:gd name="T52" fmla="*/ 410 w 812"/>
              <a:gd name="T53" fmla="*/ 542 h 983"/>
              <a:gd name="T54" fmla="*/ 526 w 812"/>
              <a:gd name="T55" fmla="*/ 464 h 983"/>
              <a:gd name="T56" fmla="*/ 342 w 812"/>
              <a:gd name="T57" fmla="*/ 589 h 983"/>
              <a:gd name="T58" fmla="*/ 308 w 812"/>
              <a:gd name="T59" fmla="*/ 437 h 983"/>
              <a:gd name="T60" fmla="*/ 402 w 812"/>
              <a:gd name="T61" fmla="*/ 542 h 983"/>
              <a:gd name="T62" fmla="*/ 755 w 812"/>
              <a:gd name="T63" fmla="*/ 857 h 983"/>
              <a:gd name="T64" fmla="*/ 406 w 812"/>
              <a:gd name="T65" fmla="*/ 928 h 983"/>
              <a:gd name="T66" fmla="*/ 58 w 812"/>
              <a:gd name="T67" fmla="*/ 857 h 983"/>
              <a:gd name="T68" fmla="*/ 73 w 812"/>
              <a:gd name="T69" fmla="*/ 595 h 983"/>
              <a:gd name="T70" fmla="*/ 135 w 812"/>
              <a:gd name="T71" fmla="*/ 532 h 983"/>
              <a:gd name="T72" fmla="*/ 272 w 812"/>
              <a:gd name="T73" fmla="*/ 499 h 983"/>
              <a:gd name="T74" fmla="*/ 332 w 812"/>
              <a:gd name="T75" fmla="*/ 633 h 983"/>
              <a:gd name="T76" fmla="*/ 378 w 812"/>
              <a:gd name="T77" fmla="*/ 597 h 983"/>
              <a:gd name="T78" fmla="*/ 327 w 812"/>
              <a:gd name="T79" fmla="*/ 840 h 983"/>
              <a:gd name="T80" fmla="*/ 486 w 812"/>
              <a:gd name="T81" fmla="*/ 840 h 983"/>
              <a:gd name="T82" fmla="*/ 435 w 812"/>
              <a:gd name="T83" fmla="*/ 597 h 983"/>
              <a:gd name="T84" fmla="*/ 481 w 812"/>
              <a:gd name="T85" fmla="*/ 633 h 983"/>
              <a:gd name="T86" fmla="*/ 541 w 812"/>
              <a:gd name="T87" fmla="*/ 499 h 983"/>
              <a:gd name="T88" fmla="*/ 677 w 812"/>
              <a:gd name="T89" fmla="*/ 532 h 983"/>
              <a:gd name="T90" fmla="*/ 739 w 812"/>
              <a:gd name="T91" fmla="*/ 595 h 983"/>
              <a:gd name="T92" fmla="*/ 755 w 812"/>
              <a:gd name="T93" fmla="*/ 857 h 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12" h="983">
                <a:moveTo>
                  <a:pt x="791" y="579"/>
                </a:moveTo>
                <a:cubicBezTo>
                  <a:pt x="791" y="578"/>
                  <a:pt x="791" y="578"/>
                  <a:pt x="791" y="578"/>
                </a:cubicBezTo>
                <a:cubicBezTo>
                  <a:pt x="790" y="570"/>
                  <a:pt x="786" y="553"/>
                  <a:pt x="772" y="534"/>
                </a:cubicBezTo>
                <a:cubicBezTo>
                  <a:pt x="756" y="511"/>
                  <a:pt x="730" y="494"/>
                  <a:pt x="697" y="481"/>
                </a:cubicBezTo>
                <a:cubicBezTo>
                  <a:pt x="674" y="471"/>
                  <a:pt x="647" y="467"/>
                  <a:pt x="622" y="462"/>
                </a:cubicBezTo>
                <a:cubicBezTo>
                  <a:pt x="595" y="457"/>
                  <a:pt x="567" y="452"/>
                  <a:pt x="543" y="441"/>
                </a:cubicBezTo>
                <a:cubicBezTo>
                  <a:pt x="521" y="418"/>
                  <a:pt x="521" y="418"/>
                  <a:pt x="521" y="418"/>
                </a:cubicBezTo>
                <a:cubicBezTo>
                  <a:pt x="504" y="400"/>
                  <a:pt x="504" y="400"/>
                  <a:pt x="504" y="400"/>
                </a:cubicBezTo>
                <a:cubicBezTo>
                  <a:pt x="512" y="384"/>
                  <a:pt x="520" y="367"/>
                  <a:pt x="528" y="347"/>
                </a:cubicBezTo>
                <a:cubicBezTo>
                  <a:pt x="533" y="336"/>
                  <a:pt x="537" y="324"/>
                  <a:pt x="541" y="311"/>
                </a:cubicBezTo>
                <a:cubicBezTo>
                  <a:pt x="542" y="311"/>
                  <a:pt x="542" y="311"/>
                  <a:pt x="542" y="311"/>
                </a:cubicBezTo>
                <a:cubicBezTo>
                  <a:pt x="542" y="311"/>
                  <a:pt x="542" y="311"/>
                  <a:pt x="543" y="311"/>
                </a:cubicBezTo>
                <a:cubicBezTo>
                  <a:pt x="551" y="311"/>
                  <a:pt x="565" y="296"/>
                  <a:pt x="566" y="287"/>
                </a:cubicBezTo>
                <a:cubicBezTo>
                  <a:pt x="571" y="222"/>
                  <a:pt x="571" y="222"/>
                  <a:pt x="571" y="222"/>
                </a:cubicBezTo>
                <a:cubicBezTo>
                  <a:pt x="572" y="216"/>
                  <a:pt x="569" y="210"/>
                  <a:pt x="564" y="206"/>
                </a:cubicBezTo>
                <a:cubicBezTo>
                  <a:pt x="584" y="153"/>
                  <a:pt x="584" y="153"/>
                  <a:pt x="584" y="153"/>
                </a:cubicBezTo>
                <a:cubicBezTo>
                  <a:pt x="589" y="141"/>
                  <a:pt x="587" y="128"/>
                  <a:pt x="580" y="117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18" y="25"/>
                  <a:pt x="508" y="19"/>
                  <a:pt x="497" y="18"/>
                </a:cubicBezTo>
                <a:cubicBezTo>
                  <a:pt x="486" y="16"/>
                  <a:pt x="486" y="16"/>
                  <a:pt x="486" y="16"/>
                </a:cubicBezTo>
                <a:cubicBezTo>
                  <a:pt x="455" y="12"/>
                  <a:pt x="404" y="4"/>
                  <a:pt x="377" y="0"/>
                </a:cubicBezTo>
                <a:cubicBezTo>
                  <a:pt x="375" y="0"/>
                  <a:pt x="373" y="0"/>
                  <a:pt x="371" y="0"/>
                </a:cubicBezTo>
                <a:cubicBezTo>
                  <a:pt x="363" y="0"/>
                  <a:pt x="356" y="2"/>
                  <a:pt x="350" y="6"/>
                </a:cubicBezTo>
                <a:cubicBezTo>
                  <a:pt x="315" y="29"/>
                  <a:pt x="315" y="29"/>
                  <a:pt x="315" y="29"/>
                </a:cubicBezTo>
                <a:cubicBezTo>
                  <a:pt x="291" y="28"/>
                  <a:pt x="291" y="28"/>
                  <a:pt x="291" y="28"/>
                </a:cubicBezTo>
                <a:cubicBezTo>
                  <a:pt x="276" y="28"/>
                  <a:pt x="263" y="36"/>
                  <a:pt x="256" y="49"/>
                </a:cubicBezTo>
                <a:cubicBezTo>
                  <a:pt x="247" y="66"/>
                  <a:pt x="235" y="93"/>
                  <a:pt x="230" y="103"/>
                </a:cubicBezTo>
                <a:cubicBezTo>
                  <a:pt x="226" y="111"/>
                  <a:pt x="225" y="120"/>
                  <a:pt x="227" y="128"/>
                </a:cubicBezTo>
                <a:cubicBezTo>
                  <a:pt x="229" y="142"/>
                  <a:pt x="235" y="170"/>
                  <a:pt x="243" y="212"/>
                </a:cubicBezTo>
                <a:cubicBezTo>
                  <a:pt x="239" y="216"/>
                  <a:pt x="236" y="221"/>
                  <a:pt x="237" y="227"/>
                </a:cubicBezTo>
                <a:cubicBezTo>
                  <a:pt x="242" y="292"/>
                  <a:pt x="242" y="292"/>
                  <a:pt x="242" y="292"/>
                </a:cubicBezTo>
                <a:cubicBezTo>
                  <a:pt x="243" y="304"/>
                  <a:pt x="257" y="311"/>
                  <a:pt x="261" y="311"/>
                </a:cubicBezTo>
                <a:cubicBezTo>
                  <a:pt x="262" y="311"/>
                  <a:pt x="262" y="311"/>
                  <a:pt x="262" y="311"/>
                </a:cubicBezTo>
                <a:cubicBezTo>
                  <a:pt x="262" y="311"/>
                  <a:pt x="262" y="311"/>
                  <a:pt x="262" y="311"/>
                </a:cubicBezTo>
                <a:cubicBezTo>
                  <a:pt x="263" y="310"/>
                  <a:pt x="264" y="310"/>
                  <a:pt x="265" y="310"/>
                </a:cubicBezTo>
                <a:cubicBezTo>
                  <a:pt x="269" y="324"/>
                  <a:pt x="274" y="338"/>
                  <a:pt x="280" y="352"/>
                </a:cubicBezTo>
                <a:cubicBezTo>
                  <a:pt x="287" y="370"/>
                  <a:pt x="294" y="386"/>
                  <a:pt x="302" y="400"/>
                </a:cubicBezTo>
                <a:cubicBezTo>
                  <a:pt x="286" y="420"/>
                  <a:pt x="286" y="420"/>
                  <a:pt x="286" y="420"/>
                </a:cubicBezTo>
                <a:cubicBezTo>
                  <a:pt x="269" y="441"/>
                  <a:pt x="269" y="441"/>
                  <a:pt x="269" y="441"/>
                </a:cubicBezTo>
                <a:cubicBezTo>
                  <a:pt x="245" y="452"/>
                  <a:pt x="217" y="457"/>
                  <a:pt x="190" y="462"/>
                </a:cubicBezTo>
                <a:cubicBezTo>
                  <a:pt x="165" y="467"/>
                  <a:pt x="139" y="471"/>
                  <a:pt x="115" y="481"/>
                </a:cubicBezTo>
                <a:cubicBezTo>
                  <a:pt x="82" y="494"/>
                  <a:pt x="57" y="512"/>
                  <a:pt x="41" y="534"/>
                </a:cubicBezTo>
                <a:cubicBezTo>
                  <a:pt x="26" y="553"/>
                  <a:pt x="23" y="570"/>
                  <a:pt x="21" y="578"/>
                </a:cubicBezTo>
                <a:cubicBezTo>
                  <a:pt x="21" y="578"/>
                  <a:pt x="21" y="578"/>
                  <a:pt x="21" y="579"/>
                </a:cubicBezTo>
                <a:cubicBezTo>
                  <a:pt x="13" y="605"/>
                  <a:pt x="3" y="749"/>
                  <a:pt x="1" y="844"/>
                </a:cubicBezTo>
                <a:cubicBezTo>
                  <a:pt x="0" y="869"/>
                  <a:pt x="7" y="901"/>
                  <a:pt x="60" y="924"/>
                </a:cubicBezTo>
                <a:cubicBezTo>
                  <a:pt x="115" y="949"/>
                  <a:pt x="190" y="966"/>
                  <a:pt x="283" y="975"/>
                </a:cubicBezTo>
                <a:cubicBezTo>
                  <a:pt x="353" y="982"/>
                  <a:pt x="406" y="983"/>
                  <a:pt x="406" y="983"/>
                </a:cubicBezTo>
                <a:cubicBezTo>
                  <a:pt x="408" y="983"/>
                  <a:pt x="612" y="982"/>
                  <a:pt x="752" y="925"/>
                </a:cubicBezTo>
                <a:cubicBezTo>
                  <a:pt x="753" y="924"/>
                  <a:pt x="753" y="924"/>
                  <a:pt x="753" y="924"/>
                </a:cubicBezTo>
                <a:cubicBezTo>
                  <a:pt x="806" y="901"/>
                  <a:pt x="812" y="869"/>
                  <a:pt x="812" y="844"/>
                </a:cubicBezTo>
                <a:cubicBezTo>
                  <a:pt x="809" y="749"/>
                  <a:pt x="799" y="605"/>
                  <a:pt x="791" y="579"/>
                </a:cubicBezTo>
                <a:close/>
                <a:moveTo>
                  <a:pt x="470" y="589"/>
                </a:moveTo>
                <a:cubicBezTo>
                  <a:pt x="410" y="542"/>
                  <a:pt x="410" y="542"/>
                  <a:pt x="410" y="542"/>
                </a:cubicBezTo>
                <a:cubicBezTo>
                  <a:pt x="501" y="437"/>
                  <a:pt x="501" y="437"/>
                  <a:pt x="501" y="437"/>
                </a:cubicBezTo>
                <a:cubicBezTo>
                  <a:pt x="526" y="464"/>
                  <a:pt x="526" y="464"/>
                  <a:pt x="526" y="464"/>
                </a:cubicBezTo>
                <a:lnTo>
                  <a:pt x="470" y="589"/>
                </a:lnTo>
                <a:close/>
                <a:moveTo>
                  <a:pt x="342" y="589"/>
                </a:moveTo>
                <a:cubicBezTo>
                  <a:pt x="286" y="464"/>
                  <a:pt x="286" y="464"/>
                  <a:pt x="286" y="464"/>
                </a:cubicBezTo>
                <a:cubicBezTo>
                  <a:pt x="308" y="437"/>
                  <a:pt x="308" y="437"/>
                  <a:pt x="308" y="437"/>
                </a:cubicBezTo>
                <a:cubicBezTo>
                  <a:pt x="308" y="437"/>
                  <a:pt x="308" y="437"/>
                  <a:pt x="308" y="437"/>
                </a:cubicBezTo>
                <a:cubicBezTo>
                  <a:pt x="402" y="542"/>
                  <a:pt x="402" y="542"/>
                  <a:pt x="402" y="542"/>
                </a:cubicBezTo>
                <a:lnTo>
                  <a:pt x="342" y="589"/>
                </a:lnTo>
                <a:close/>
                <a:moveTo>
                  <a:pt x="755" y="857"/>
                </a:moveTo>
                <a:cubicBezTo>
                  <a:pt x="753" y="860"/>
                  <a:pt x="748" y="867"/>
                  <a:pt x="731" y="874"/>
                </a:cubicBezTo>
                <a:cubicBezTo>
                  <a:pt x="602" y="926"/>
                  <a:pt x="410" y="928"/>
                  <a:pt x="406" y="928"/>
                </a:cubicBezTo>
                <a:cubicBezTo>
                  <a:pt x="402" y="928"/>
                  <a:pt x="201" y="926"/>
                  <a:pt x="82" y="874"/>
                </a:cubicBezTo>
                <a:cubicBezTo>
                  <a:pt x="65" y="867"/>
                  <a:pt x="59" y="860"/>
                  <a:pt x="58" y="857"/>
                </a:cubicBezTo>
                <a:cubicBezTo>
                  <a:pt x="56" y="854"/>
                  <a:pt x="56" y="851"/>
                  <a:pt x="56" y="845"/>
                </a:cubicBezTo>
                <a:cubicBezTo>
                  <a:pt x="58" y="736"/>
                  <a:pt x="69" y="611"/>
                  <a:pt x="73" y="595"/>
                </a:cubicBezTo>
                <a:cubicBezTo>
                  <a:pt x="74" y="593"/>
                  <a:pt x="75" y="591"/>
                  <a:pt x="75" y="589"/>
                </a:cubicBezTo>
                <a:cubicBezTo>
                  <a:pt x="83" y="552"/>
                  <a:pt x="121" y="537"/>
                  <a:pt x="135" y="532"/>
                </a:cubicBezTo>
                <a:cubicBezTo>
                  <a:pt x="154" y="524"/>
                  <a:pt x="177" y="520"/>
                  <a:pt x="201" y="516"/>
                </a:cubicBezTo>
                <a:cubicBezTo>
                  <a:pt x="224" y="511"/>
                  <a:pt x="248" y="507"/>
                  <a:pt x="272" y="499"/>
                </a:cubicBezTo>
                <a:cubicBezTo>
                  <a:pt x="317" y="601"/>
                  <a:pt x="317" y="601"/>
                  <a:pt x="317" y="601"/>
                </a:cubicBezTo>
                <a:cubicBezTo>
                  <a:pt x="332" y="633"/>
                  <a:pt x="332" y="633"/>
                  <a:pt x="332" y="633"/>
                </a:cubicBezTo>
                <a:cubicBezTo>
                  <a:pt x="359" y="611"/>
                  <a:pt x="359" y="611"/>
                  <a:pt x="359" y="611"/>
                </a:cubicBezTo>
                <a:cubicBezTo>
                  <a:pt x="378" y="597"/>
                  <a:pt x="378" y="597"/>
                  <a:pt x="378" y="597"/>
                </a:cubicBezTo>
                <a:cubicBezTo>
                  <a:pt x="379" y="599"/>
                  <a:pt x="379" y="599"/>
                  <a:pt x="379" y="599"/>
                </a:cubicBezTo>
                <a:cubicBezTo>
                  <a:pt x="327" y="840"/>
                  <a:pt x="327" y="840"/>
                  <a:pt x="327" y="840"/>
                </a:cubicBezTo>
                <a:cubicBezTo>
                  <a:pt x="406" y="914"/>
                  <a:pt x="406" y="914"/>
                  <a:pt x="406" y="914"/>
                </a:cubicBezTo>
                <a:cubicBezTo>
                  <a:pt x="486" y="840"/>
                  <a:pt x="486" y="840"/>
                  <a:pt x="486" y="840"/>
                </a:cubicBezTo>
                <a:cubicBezTo>
                  <a:pt x="434" y="598"/>
                  <a:pt x="434" y="598"/>
                  <a:pt x="434" y="598"/>
                </a:cubicBezTo>
                <a:cubicBezTo>
                  <a:pt x="435" y="597"/>
                  <a:pt x="435" y="597"/>
                  <a:pt x="435" y="597"/>
                </a:cubicBezTo>
                <a:cubicBezTo>
                  <a:pt x="453" y="611"/>
                  <a:pt x="453" y="611"/>
                  <a:pt x="453" y="611"/>
                </a:cubicBezTo>
                <a:cubicBezTo>
                  <a:pt x="481" y="633"/>
                  <a:pt x="481" y="633"/>
                  <a:pt x="481" y="633"/>
                </a:cubicBezTo>
                <a:cubicBezTo>
                  <a:pt x="495" y="601"/>
                  <a:pt x="495" y="601"/>
                  <a:pt x="495" y="601"/>
                </a:cubicBezTo>
                <a:cubicBezTo>
                  <a:pt x="541" y="499"/>
                  <a:pt x="541" y="499"/>
                  <a:pt x="541" y="499"/>
                </a:cubicBezTo>
                <a:cubicBezTo>
                  <a:pt x="564" y="507"/>
                  <a:pt x="588" y="511"/>
                  <a:pt x="612" y="516"/>
                </a:cubicBezTo>
                <a:cubicBezTo>
                  <a:pt x="636" y="520"/>
                  <a:pt x="658" y="524"/>
                  <a:pt x="677" y="532"/>
                </a:cubicBezTo>
                <a:cubicBezTo>
                  <a:pt x="692" y="537"/>
                  <a:pt x="730" y="552"/>
                  <a:pt x="738" y="589"/>
                </a:cubicBezTo>
                <a:cubicBezTo>
                  <a:pt x="738" y="591"/>
                  <a:pt x="738" y="593"/>
                  <a:pt x="739" y="595"/>
                </a:cubicBezTo>
                <a:cubicBezTo>
                  <a:pt x="743" y="611"/>
                  <a:pt x="754" y="736"/>
                  <a:pt x="757" y="845"/>
                </a:cubicBezTo>
                <a:cubicBezTo>
                  <a:pt x="757" y="851"/>
                  <a:pt x="757" y="854"/>
                  <a:pt x="755" y="85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395" name="Group 299">
            <a:extLst>
              <a:ext uri="{FF2B5EF4-FFF2-40B4-BE49-F238E27FC236}">
                <a16:creationId xmlns:a16="http://schemas.microsoft.com/office/drawing/2014/main" id="{40FC1C6F-8236-3D80-2C2C-F0C9CEBF6554}"/>
              </a:ext>
            </a:extLst>
          </p:cNvPr>
          <p:cNvGrpSpPr/>
          <p:nvPr/>
        </p:nvGrpSpPr>
        <p:grpSpPr>
          <a:xfrm>
            <a:off x="7961890" y="5391838"/>
            <a:ext cx="410446" cy="467697"/>
            <a:chOff x="4616451" y="1741488"/>
            <a:chExt cx="2959100" cy="337185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96" name="Freeform 5">
              <a:extLst>
                <a:ext uri="{FF2B5EF4-FFF2-40B4-BE49-F238E27FC236}">
                  <a16:creationId xmlns:a16="http://schemas.microsoft.com/office/drawing/2014/main" id="{E98BC033-10EA-69D1-23AF-ADFABD4BD6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6451" y="1741488"/>
              <a:ext cx="2959100" cy="3371850"/>
            </a:xfrm>
            <a:custGeom>
              <a:avLst/>
              <a:gdLst>
                <a:gd name="T0" fmla="*/ 578 w 786"/>
                <a:gd name="T1" fmla="*/ 28 h 896"/>
                <a:gd name="T2" fmla="*/ 205 w 786"/>
                <a:gd name="T3" fmla="*/ 59 h 896"/>
                <a:gd name="T4" fmla="*/ 67 w 786"/>
                <a:gd name="T5" fmla="*/ 236 h 896"/>
                <a:gd name="T6" fmla="*/ 68 w 786"/>
                <a:gd name="T7" fmla="*/ 346 h 896"/>
                <a:gd name="T8" fmla="*/ 70 w 786"/>
                <a:gd name="T9" fmla="*/ 356 h 896"/>
                <a:gd name="T10" fmla="*/ 39 w 786"/>
                <a:gd name="T11" fmla="*/ 406 h 896"/>
                <a:gd name="T12" fmla="*/ 14 w 786"/>
                <a:gd name="T13" fmla="*/ 441 h 896"/>
                <a:gd name="T14" fmla="*/ 14 w 786"/>
                <a:gd name="T15" fmla="*/ 442 h 896"/>
                <a:gd name="T16" fmla="*/ 36 w 786"/>
                <a:gd name="T17" fmla="*/ 540 h 896"/>
                <a:gd name="T18" fmla="*/ 50 w 786"/>
                <a:gd name="T19" fmla="*/ 587 h 896"/>
                <a:gd name="T20" fmla="*/ 75 w 786"/>
                <a:gd name="T21" fmla="*/ 649 h 896"/>
                <a:gd name="T22" fmla="*/ 74 w 786"/>
                <a:gd name="T23" fmla="*/ 694 h 896"/>
                <a:gd name="T24" fmla="*/ 169 w 786"/>
                <a:gd name="T25" fmla="*/ 773 h 896"/>
                <a:gd name="T26" fmla="*/ 244 w 786"/>
                <a:gd name="T27" fmla="*/ 830 h 896"/>
                <a:gd name="T28" fmla="*/ 618 w 786"/>
                <a:gd name="T29" fmla="*/ 896 h 896"/>
                <a:gd name="T30" fmla="*/ 686 w 786"/>
                <a:gd name="T31" fmla="*/ 814 h 896"/>
                <a:gd name="T32" fmla="*/ 664 w 786"/>
                <a:gd name="T33" fmla="*/ 637 h 896"/>
                <a:gd name="T34" fmla="*/ 777 w 786"/>
                <a:gd name="T35" fmla="*/ 417 h 896"/>
                <a:gd name="T36" fmla="*/ 706 w 786"/>
                <a:gd name="T37" fmla="*/ 118 h 896"/>
                <a:gd name="T38" fmla="*/ 627 w 786"/>
                <a:gd name="T39" fmla="*/ 606 h 896"/>
                <a:gd name="T40" fmla="*/ 639 w 786"/>
                <a:gd name="T41" fmla="*/ 823 h 896"/>
                <a:gd name="T42" fmla="*/ 618 w 786"/>
                <a:gd name="T43" fmla="*/ 847 h 896"/>
                <a:gd name="T44" fmla="*/ 292 w 786"/>
                <a:gd name="T45" fmla="*/ 827 h 896"/>
                <a:gd name="T46" fmla="*/ 260 w 786"/>
                <a:gd name="T47" fmla="*/ 706 h 896"/>
                <a:gd name="T48" fmla="*/ 169 w 786"/>
                <a:gd name="T49" fmla="*/ 725 h 896"/>
                <a:gd name="T50" fmla="*/ 101 w 786"/>
                <a:gd name="T51" fmla="*/ 604 h 896"/>
                <a:gd name="T52" fmla="*/ 110 w 786"/>
                <a:gd name="T53" fmla="*/ 568 h 896"/>
                <a:gd name="T54" fmla="*/ 86 w 786"/>
                <a:gd name="T55" fmla="*/ 555 h 896"/>
                <a:gd name="T56" fmla="*/ 94 w 786"/>
                <a:gd name="T57" fmla="*/ 519 h 896"/>
                <a:gd name="T58" fmla="*/ 65 w 786"/>
                <a:gd name="T59" fmla="*/ 501 h 896"/>
                <a:gd name="T60" fmla="*/ 55 w 786"/>
                <a:gd name="T61" fmla="*/ 467 h 896"/>
                <a:gd name="T62" fmla="*/ 112 w 786"/>
                <a:gd name="T63" fmla="*/ 381 h 896"/>
                <a:gd name="T64" fmla="*/ 115 w 786"/>
                <a:gd name="T65" fmla="*/ 335 h 896"/>
                <a:gd name="T66" fmla="*/ 114 w 786"/>
                <a:gd name="T67" fmla="*/ 248 h 896"/>
                <a:gd name="T68" fmla="*/ 729 w 786"/>
                <a:gd name="T69" fmla="*/ 410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6" h="896">
                  <a:moveTo>
                    <a:pt x="706" y="118"/>
                  </a:moveTo>
                  <a:cubicBezTo>
                    <a:pt x="672" y="79"/>
                    <a:pt x="629" y="49"/>
                    <a:pt x="578" y="28"/>
                  </a:cubicBezTo>
                  <a:cubicBezTo>
                    <a:pt x="531" y="10"/>
                    <a:pt x="478" y="0"/>
                    <a:pt x="425" y="0"/>
                  </a:cubicBezTo>
                  <a:cubicBezTo>
                    <a:pt x="346" y="0"/>
                    <a:pt x="268" y="21"/>
                    <a:pt x="205" y="59"/>
                  </a:cubicBezTo>
                  <a:cubicBezTo>
                    <a:pt x="171" y="79"/>
                    <a:pt x="142" y="104"/>
                    <a:pt x="119" y="133"/>
                  </a:cubicBezTo>
                  <a:cubicBezTo>
                    <a:pt x="94" y="164"/>
                    <a:pt x="77" y="198"/>
                    <a:pt x="67" y="236"/>
                  </a:cubicBezTo>
                  <a:cubicBezTo>
                    <a:pt x="59" y="268"/>
                    <a:pt x="58" y="305"/>
                    <a:pt x="65" y="335"/>
                  </a:cubicBezTo>
                  <a:cubicBezTo>
                    <a:pt x="68" y="346"/>
                    <a:pt x="68" y="346"/>
                    <a:pt x="68" y="346"/>
                  </a:cubicBezTo>
                  <a:cubicBezTo>
                    <a:pt x="68" y="349"/>
                    <a:pt x="69" y="352"/>
                    <a:pt x="70" y="354"/>
                  </a:cubicBezTo>
                  <a:cubicBezTo>
                    <a:pt x="70" y="355"/>
                    <a:pt x="70" y="356"/>
                    <a:pt x="70" y="356"/>
                  </a:cubicBezTo>
                  <a:cubicBezTo>
                    <a:pt x="68" y="360"/>
                    <a:pt x="68" y="360"/>
                    <a:pt x="68" y="360"/>
                  </a:cubicBezTo>
                  <a:cubicBezTo>
                    <a:pt x="61" y="375"/>
                    <a:pt x="50" y="390"/>
                    <a:pt x="39" y="406"/>
                  </a:cubicBezTo>
                  <a:cubicBezTo>
                    <a:pt x="31" y="417"/>
                    <a:pt x="22" y="428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1"/>
                    <a:pt x="14" y="441"/>
                    <a:pt x="14" y="441"/>
                  </a:cubicBezTo>
                  <a:cubicBezTo>
                    <a:pt x="14" y="442"/>
                    <a:pt x="14" y="442"/>
                    <a:pt x="14" y="442"/>
                  </a:cubicBezTo>
                  <a:cubicBezTo>
                    <a:pt x="3" y="459"/>
                    <a:pt x="0" y="481"/>
                    <a:pt x="6" y="501"/>
                  </a:cubicBezTo>
                  <a:cubicBezTo>
                    <a:pt x="11" y="517"/>
                    <a:pt x="22" y="531"/>
                    <a:pt x="36" y="540"/>
                  </a:cubicBezTo>
                  <a:cubicBezTo>
                    <a:pt x="35" y="553"/>
                    <a:pt x="37" y="565"/>
                    <a:pt x="43" y="576"/>
                  </a:cubicBezTo>
                  <a:cubicBezTo>
                    <a:pt x="45" y="580"/>
                    <a:pt x="47" y="584"/>
                    <a:pt x="50" y="587"/>
                  </a:cubicBezTo>
                  <a:cubicBezTo>
                    <a:pt x="48" y="603"/>
                    <a:pt x="52" y="619"/>
                    <a:pt x="62" y="632"/>
                  </a:cubicBezTo>
                  <a:cubicBezTo>
                    <a:pt x="75" y="649"/>
                    <a:pt x="75" y="649"/>
                    <a:pt x="75" y="649"/>
                  </a:cubicBezTo>
                  <a:cubicBezTo>
                    <a:pt x="75" y="652"/>
                    <a:pt x="75" y="654"/>
                    <a:pt x="74" y="657"/>
                  </a:cubicBezTo>
                  <a:cubicBezTo>
                    <a:pt x="74" y="667"/>
                    <a:pt x="73" y="680"/>
                    <a:pt x="74" y="694"/>
                  </a:cubicBezTo>
                  <a:cubicBezTo>
                    <a:pt x="77" y="715"/>
                    <a:pt x="85" y="732"/>
                    <a:pt x="97" y="746"/>
                  </a:cubicBezTo>
                  <a:cubicBezTo>
                    <a:pt x="114" y="764"/>
                    <a:pt x="139" y="773"/>
                    <a:pt x="169" y="773"/>
                  </a:cubicBezTo>
                  <a:cubicBezTo>
                    <a:pt x="189" y="773"/>
                    <a:pt x="212" y="769"/>
                    <a:pt x="240" y="761"/>
                  </a:cubicBezTo>
                  <a:cubicBezTo>
                    <a:pt x="241" y="779"/>
                    <a:pt x="243" y="801"/>
                    <a:pt x="244" y="830"/>
                  </a:cubicBezTo>
                  <a:cubicBezTo>
                    <a:pt x="246" y="867"/>
                    <a:pt x="276" y="896"/>
                    <a:pt x="313" y="896"/>
                  </a:cubicBezTo>
                  <a:cubicBezTo>
                    <a:pt x="618" y="896"/>
                    <a:pt x="618" y="896"/>
                    <a:pt x="618" y="896"/>
                  </a:cubicBezTo>
                  <a:cubicBezTo>
                    <a:pt x="638" y="896"/>
                    <a:pt x="658" y="887"/>
                    <a:pt x="671" y="871"/>
                  </a:cubicBezTo>
                  <a:cubicBezTo>
                    <a:pt x="684" y="855"/>
                    <a:pt x="690" y="834"/>
                    <a:pt x="686" y="814"/>
                  </a:cubicBezTo>
                  <a:cubicBezTo>
                    <a:pt x="658" y="658"/>
                    <a:pt x="658" y="658"/>
                    <a:pt x="658" y="658"/>
                  </a:cubicBezTo>
                  <a:cubicBezTo>
                    <a:pt x="657" y="650"/>
                    <a:pt x="659" y="643"/>
                    <a:pt x="664" y="637"/>
                  </a:cubicBezTo>
                  <a:cubicBezTo>
                    <a:pt x="686" y="610"/>
                    <a:pt x="712" y="578"/>
                    <a:pt x="733" y="541"/>
                  </a:cubicBezTo>
                  <a:cubicBezTo>
                    <a:pt x="756" y="501"/>
                    <a:pt x="770" y="460"/>
                    <a:pt x="777" y="417"/>
                  </a:cubicBezTo>
                  <a:cubicBezTo>
                    <a:pt x="786" y="355"/>
                    <a:pt x="784" y="298"/>
                    <a:pt x="772" y="247"/>
                  </a:cubicBezTo>
                  <a:cubicBezTo>
                    <a:pt x="759" y="198"/>
                    <a:pt x="737" y="154"/>
                    <a:pt x="706" y="118"/>
                  </a:cubicBezTo>
                  <a:close/>
                  <a:moveTo>
                    <a:pt x="729" y="410"/>
                  </a:moveTo>
                  <a:cubicBezTo>
                    <a:pt x="717" y="491"/>
                    <a:pt x="674" y="550"/>
                    <a:pt x="627" y="606"/>
                  </a:cubicBezTo>
                  <a:cubicBezTo>
                    <a:pt x="613" y="622"/>
                    <a:pt x="607" y="645"/>
                    <a:pt x="611" y="666"/>
                  </a:cubicBezTo>
                  <a:cubicBezTo>
                    <a:pt x="639" y="823"/>
                    <a:pt x="639" y="823"/>
                    <a:pt x="639" y="823"/>
                  </a:cubicBezTo>
                  <a:cubicBezTo>
                    <a:pt x="640" y="829"/>
                    <a:pt x="638" y="835"/>
                    <a:pt x="634" y="840"/>
                  </a:cubicBezTo>
                  <a:cubicBezTo>
                    <a:pt x="630" y="845"/>
                    <a:pt x="624" y="847"/>
                    <a:pt x="618" y="847"/>
                  </a:cubicBezTo>
                  <a:cubicBezTo>
                    <a:pt x="313" y="847"/>
                    <a:pt x="313" y="847"/>
                    <a:pt x="313" y="847"/>
                  </a:cubicBezTo>
                  <a:cubicBezTo>
                    <a:pt x="302" y="847"/>
                    <a:pt x="293" y="839"/>
                    <a:pt x="292" y="827"/>
                  </a:cubicBezTo>
                  <a:cubicBezTo>
                    <a:pt x="290" y="774"/>
                    <a:pt x="286" y="742"/>
                    <a:pt x="284" y="724"/>
                  </a:cubicBezTo>
                  <a:cubicBezTo>
                    <a:pt x="284" y="715"/>
                    <a:pt x="272" y="706"/>
                    <a:pt x="260" y="706"/>
                  </a:cubicBezTo>
                  <a:cubicBezTo>
                    <a:pt x="258" y="706"/>
                    <a:pt x="256" y="706"/>
                    <a:pt x="254" y="707"/>
                  </a:cubicBezTo>
                  <a:cubicBezTo>
                    <a:pt x="216" y="720"/>
                    <a:pt x="189" y="725"/>
                    <a:pt x="169" y="725"/>
                  </a:cubicBezTo>
                  <a:cubicBezTo>
                    <a:pt x="95" y="725"/>
                    <a:pt x="134" y="648"/>
                    <a:pt x="120" y="629"/>
                  </a:cubicBezTo>
                  <a:cubicBezTo>
                    <a:pt x="101" y="604"/>
                    <a:pt x="101" y="604"/>
                    <a:pt x="101" y="604"/>
                  </a:cubicBezTo>
                  <a:cubicBezTo>
                    <a:pt x="96" y="597"/>
                    <a:pt x="96" y="589"/>
                    <a:pt x="100" y="583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98" y="565"/>
                    <a:pt x="98" y="565"/>
                    <a:pt x="98" y="565"/>
                  </a:cubicBezTo>
                  <a:cubicBezTo>
                    <a:pt x="93" y="563"/>
                    <a:pt x="89" y="560"/>
                    <a:pt x="86" y="555"/>
                  </a:cubicBezTo>
                  <a:cubicBezTo>
                    <a:pt x="84" y="550"/>
                    <a:pt x="84" y="545"/>
                    <a:pt x="86" y="540"/>
                  </a:cubicBezTo>
                  <a:cubicBezTo>
                    <a:pt x="94" y="519"/>
                    <a:pt x="94" y="519"/>
                    <a:pt x="94" y="519"/>
                  </a:cubicBezTo>
                  <a:cubicBezTo>
                    <a:pt x="95" y="517"/>
                    <a:pt x="94" y="514"/>
                    <a:pt x="92" y="513"/>
                  </a:cubicBezTo>
                  <a:cubicBezTo>
                    <a:pt x="65" y="501"/>
                    <a:pt x="65" y="501"/>
                    <a:pt x="65" y="501"/>
                  </a:cubicBezTo>
                  <a:cubicBezTo>
                    <a:pt x="59" y="499"/>
                    <a:pt x="54" y="493"/>
                    <a:pt x="52" y="487"/>
                  </a:cubicBezTo>
                  <a:cubicBezTo>
                    <a:pt x="50" y="480"/>
                    <a:pt x="51" y="473"/>
                    <a:pt x="55" y="467"/>
                  </a:cubicBezTo>
                  <a:cubicBezTo>
                    <a:pt x="55" y="466"/>
                    <a:pt x="55" y="466"/>
                    <a:pt x="55" y="466"/>
                  </a:cubicBezTo>
                  <a:cubicBezTo>
                    <a:pt x="73" y="438"/>
                    <a:pt x="97" y="412"/>
                    <a:pt x="112" y="381"/>
                  </a:cubicBezTo>
                  <a:cubicBezTo>
                    <a:pt x="118" y="368"/>
                    <a:pt x="118" y="368"/>
                    <a:pt x="118" y="368"/>
                  </a:cubicBezTo>
                  <a:cubicBezTo>
                    <a:pt x="122" y="359"/>
                    <a:pt x="117" y="345"/>
                    <a:pt x="115" y="335"/>
                  </a:cubicBezTo>
                  <a:cubicBezTo>
                    <a:pt x="112" y="325"/>
                    <a:pt x="112" y="325"/>
                    <a:pt x="112" y="325"/>
                  </a:cubicBezTo>
                  <a:cubicBezTo>
                    <a:pt x="107" y="301"/>
                    <a:pt x="108" y="271"/>
                    <a:pt x="114" y="248"/>
                  </a:cubicBezTo>
                  <a:cubicBezTo>
                    <a:pt x="146" y="120"/>
                    <a:pt x="286" y="48"/>
                    <a:pt x="425" y="48"/>
                  </a:cubicBezTo>
                  <a:cubicBezTo>
                    <a:pt x="597" y="48"/>
                    <a:pt x="767" y="158"/>
                    <a:pt x="729" y="4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397" name="Freeform 6">
              <a:extLst>
                <a:ext uri="{FF2B5EF4-FFF2-40B4-BE49-F238E27FC236}">
                  <a16:creationId xmlns:a16="http://schemas.microsoft.com/office/drawing/2014/main" id="{83282349-931B-5FF4-5312-FF290FEDB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4776" y="2062163"/>
              <a:ext cx="2085975" cy="1700213"/>
            </a:xfrm>
            <a:custGeom>
              <a:avLst/>
              <a:gdLst>
                <a:gd name="T0" fmla="*/ 367 w 554"/>
                <a:gd name="T1" fmla="*/ 21 h 452"/>
                <a:gd name="T2" fmla="*/ 325 w 554"/>
                <a:gd name="T3" fmla="*/ 5 h 452"/>
                <a:gd name="T4" fmla="*/ 298 w 554"/>
                <a:gd name="T5" fmla="*/ 11 h 452"/>
                <a:gd name="T6" fmla="*/ 267 w 554"/>
                <a:gd name="T7" fmla="*/ 0 h 452"/>
                <a:gd name="T8" fmla="*/ 243 w 554"/>
                <a:gd name="T9" fmla="*/ 7 h 452"/>
                <a:gd name="T10" fmla="*/ 223 w 554"/>
                <a:gd name="T11" fmla="*/ 5 h 452"/>
                <a:gd name="T12" fmla="*/ 168 w 554"/>
                <a:gd name="T13" fmla="*/ 24 h 452"/>
                <a:gd name="T14" fmla="*/ 163 w 554"/>
                <a:gd name="T15" fmla="*/ 24 h 452"/>
                <a:gd name="T16" fmla="*/ 96 w 554"/>
                <a:gd name="T17" fmla="*/ 54 h 452"/>
                <a:gd name="T18" fmla="*/ 38 w 554"/>
                <a:gd name="T19" fmla="*/ 123 h 452"/>
                <a:gd name="T20" fmla="*/ 15 w 554"/>
                <a:gd name="T21" fmla="*/ 156 h 452"/>
                <a:gd name="T22" fmla="*/ 15 w 554"/>
                <a:gd name="T23" fmla="*/ 161 h 452"/>
                <a:gd name="T24" fmla="*/ 0 w 554"/>
                <a:gd name="T25" fmla="*/ 210 h 452"/>
                <a:gd name="T26" fmla="*/ 39 w 554"/>
                <a:gd name="T27" fmla="*/ 282 h 452"/>
                <a:gd name="T28" fmla="*/ 103 w 554"/>
                <a:gd name="T29" fmla="*/ 327 h 452"/>
                <a:gd name="T30" fmla="*/ 135 w 554"/>
                <a:gd name="T31" fmla="*/ 319 h 452"/>
                <a:gd name="T32" fmla="*/ 177 w 554"/>
                <a:gd name="T33" fmla="*/ 344 h 452"/>
                <a:gd name="T34" fmla="*/ 260 w 554"/>
                <a:gd name="T35" fmla="*/ 403 h 452"/>
                <a:gd name="T36" fmla="*/ 296 w 554"/>
                <a:gd name="T37" fmla="*/ 395 h 452"/>
                <a:gd name="T38" fmla="*/ 391 w 554"/>
                <a:gd name="T39" fmla="*/ 452 h 452"/>
                <a:gd name="T40" fmla="*/ 492 w 554"/>
                <a:gd name="T41" fmla="*/ 382 h 452"/>
                <a:gd name="T42" fmla="*/ 549 w 554"/>
                <a:gd name="T43" fmla="*/ 287 h 452"/>
                <a:gd name="T44" fmla="*/ 547 w 554"/>
                <a:gd name="T45" fmla="*/ 267 h 452"/>
                <a:gd name="T46" fmla="*/ 554 w 554"/>
                <a:gd name="T47" fmla="*/ 235 h 452"/>
                <a:gd name="T48" fmla="*/ 536 w 554"/>
                <a:gd name="T49" fmla="*/ 185 h 452"/>
                <a:gd name="T50" fmla="*/ 537 w 554"/>
                <a:gd name="T51" fmla="*/ 174 h 452"/>
                <a:gd name="T52" fmla="*/ 493 w 554"/>
                <a:gd name="T53" fmla="*/ 106 h 452"/>
                <a:gd name="T54" fmla="*/ 367 w 554"/>
                <a:gd name="T55" fmla="*/ 2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54" h="452">
                  <a:moveTo>
                    <a:pt x="367" y="21"/>
                  </a:moveTo>
                  <a:cubicBezTo>
                    <a:pt x="356" y="11"/>
                    <a:pt x="341" y="5"/>
                    <a:pt x="325" y="5"/>
                  </a:cubicBezTo>
                  <a:cubicBezTo>
                    <a:pt x="315" y="5"/>
                    <a:pt x="306" y="7"/>
                    <a:pt x="298" y="11"/>
                  </a:cubicBezTo>
                  <a:cubicBezTo>
                    <a:pt x="289" y="4"/>
                    <a:pt x="279" y="0"/>
                    <a:pt x="267" y="0"/>
                  </a:cubicBezTo>
                  <a:cubicBezTo>
                    <a:pt x="258" y="0"/>
                    <a:pt x="250" y="3"/>
                    <a:pt x="243" y="7"/>
                  </a:cubicBezTo>
                  <a:cubicBezTo>
                    <a:pt x="237" y="5"/>
                    <a:pt x="230" y="5"/>
                    <a:pt x="223" y="5"/>
                  </a:cubicBezTo>
                  <a:cubicBezTo>
                    <a:pt x="203" y="5"/>
                    <a:pt x="183" y="12"/>
                    <a:pt x="168" y="24"/>
                  </a:cubicBezTo>
                  <a:cubicBezTo>
                    <a:pt x="166" y="24"/>
                    <a:pt x="165" y="24"/>
                    <a:pt x="163" y="24"/>
                  </a:cubicBezTo>
                  <a:cubicBezTo>
                    <a:pt x="136" y="24"/>
                    <a:pt x="112" y="36"/>
                    <a:pt x="96" y="54"/>
                  </a:cubicBezTo>
                  <a:cubicBezTo>
                    <a:pt x="63" y="60"/>
                    <a:pt x="38" y="89"/>
                    <a:pt x="38" y="123"/>
                  </a:cubicBezTo>
                  <a:cubicBezTo>
                    <a:pt x="24" y="128"/>
                    <a:pt x="15" y="141"/>
                    <a:pt x="15" y="156"/>
                  </a:cubicBezTo>
                  <a:cubicBezTo>
                    <a:pt x="15" y="158"/>
                    <a:pt x="15" y="159"/>
                    <a:pt x="15" y="161"/>
                  </a:cubicBezTo>
                  <a:cubicBezTo>
                    <a:pt x="6" y="175"/>
                    <a:pt x="0" y="192"/>
                    <a:pt x="0" y="210"/>
                  </a:cubicBezTo>
                  <a:cubicBezTo>
                    <a:pt x="0" y="240"/>
                    <a:pt x="16" y="266"/>
                    <a:pt x="39" y="282"/>
                  </a:cubicBezTo>
                  <a:cubicBezTo>
                    <a:pt x="48" y="308"/>
                    <a:pt x="74" y="327"/>
                    <a:pt x="103" y="327"/>
                  </a:cubicBezTo>
                  <a:cubicBezTo>
                    <a:pt x="115" y="327"/>
                    <a:pt x="126" y="324"/>
                    <a:pt x="135" y="319"/>
                  </a:cubicBezTo>
                  <a:cubicBezTo>
                    <a:pt x="145" y="332"/>
                    <a:pt x="160" y="341"/>
                    <a:pt x="177" y="344"/>
                  </a:cubicBezTo>
                  <a:cubicBezTo>
                    <a:pt x="189" y="378"/>
                    <a:pt x="222" y="403"/>
                    <a:pt x="260" y="403"/>
                  </a:cubicBezTo>
                  <a:cubicBezTo>
                    <a:pt x="273" y="403"/>
                    <a:pt x="285" y="400"/>
                    <a:pt x="296" y="395"/>
                  </a:cubicBezTo>
                  <a:cubicBezTo>
                    <a:pt x="314" y="429"/>
                    <a:pt x="350" y="452"/>
                    <a:pt x="391" y="452"/>
                  </a:cubicBezTo>
                  <a:cubicBezTo>
                    <a:pt x="437" y="452"/>
                    <a:pt x="477" y="423"/>
                    <a:pt x="492" y="382"/>
                  </a:cubicBezTo>
                  <a:cubicBezTo>
                    <a:pt x="526" y="364"/>
                    <a:pt x="549" y="328"/>
                    <a:pt x="549" y="287"/>
                  </a:cubicBezTo>
                  <a:cubicBezTo>
                    <a:pt x="549" y="280"/>
                    <a:pt x="548" y="274"/>
                    <a:pt x="547" y="267"/>
                  </a:cubicBezTo>
                  <a:cubicBezTo>
                    <a:pt x="552" y="257"/>
                    <a:pt x="554" y="246"/>
                    <a:pt x="554" y="235"/>
                  </a:cubicBezTo>
                  <a:cubicBezTo>
                    <a:pt x="554" y="216"/>
                    <a:pt x="547" y="199"/>
                    <a:pt x="536" y="185"/>
                  </a:cubicBezTo>
                  <a:cubicBezTo>
                    <a:pt x="536" y="182"/>
                    <a:pt x="537" y="178"/>
                    <a:pt x="537" y="174"/>
                  </a:cubicBezTo>
                  <a:cubicBezTo>
                    <a:pt x="537" y="144"/>
                    <a:pt x="519" y="118"/>
                    <a:pt x="493" y="106"/>
                  </a:cubicBezTo>
                  <a:cubicBezTo>
                    <a:pt x="472" y="57"/>
                    <a:pt x="423" y="22"/>
                    <a:pt x="3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398" name="Group 307">
            <a:extLst>
              <a:ext uri="{FF2B5EF4-FFF2-40B4-BE49-F238E27FC236}">
                <a16:creationId xmlns:a16="http://schemas.microsoft.com/office/drawing/2014/main" id="{71A1BE82-B710-7690-0B6B-26D0D6531CDB}"/>
              </a:ext>
            </a:extLst>
          </p:cNvPr>
          <p:cNvGrpSpPr/>
          <p:nvPr/>
        </p:nvGrpSpPr>
        <p:grpSpPr>
          <a:xfrm>
            <a:off x="8739318" y="2900011"/>
            <a:ext cx="365484" cy="329883"/>
            <a:chOff x="3355975" y="954088"/>
            <a:chExt cx="733426" cy="66198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99" name="Rectangle 6">
              <a:extLst>
                <a:ext uri="{FF2B5EF4-FFF2-40B4-BE49-F238E27FC236}">
                  <a16:creationId xmlns:a16="http://schemas.microsoft.com/office/drawing/2014/main" id="{3527D4B2-9D30-EB92-AB46-82983F120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25" y="1155700"/>
              <a:ext cx="293688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0" name="Rectangle 7">
              <a:extLst>
                <a:ext uri="{FF2B5EF4-FFF2-40B4-BE49-F238E27FC236}">
                  <a16:creationId xmlns:a16="http://schemas.microsoft.com/office/drawing/2014/main" id="{DF4CB163-8A91-AEAB-075C-C0EBC79D8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25" y="1238250"/>
              <a:ext cx="236538" cy="206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1" name="Rectangle 8">
              <a:extLst>
                <a:ext uri="{FF2B5EF4-FFF2-40B4-BE49-F238E27FC236}">
                  <a16:creationId xmlns:a16="http://schemas.microsoft.com/office/drawing/2014/main" id="{12A6A3E0-BA88-AF49-BD88-22B31AED7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625" y="1325563"/>
              <a:ext cx="173038" cy="206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grpSp>
          <p:nvGrpSpPr>
            <p:cNvPr id="402" name="Group 311">
              <a:extLst>
                <a:ext uri="{FF2B5EF4-FFF2-40B4-BE49-F238E27FC236}">
                  <a16:creationId xmlns:a16="http://schemas.microsoft.com/office/drawing/2014/main" id="{3612B18E-BBBF-F49A-FE8F-66D6A80E82D1}"/>
                </a:ext>
              </a:extLst>
            </p:cNvPr>
            <p:cNvGrpSpPr/>
            <p:nvPr/>
          </p:nvGrpSpPr>
          <p:grpSpPr>
            <a:xfrm>
              <a:off x="3355975" y="954088"/>
              <a:ext cx="733426" cy="661987"/>
              <a:chOff x="3355975" y="954088"/>
              <a:chExt cx="733426" cy="661987"/>
            </a:xfrm>
            <a:grpFill/>
          </p:grpSpPr>
          <p:sp>
            <p:nvSpPr>
              <p:cNvPr id="403" name="Freeform 5">
                <a:extLst>
                  <a:ext uri="{FF2B5EF4-FFF2-40B4-BE49-F238E27FC236}">
                    <a16:creationId xmlns:a16="http://schemas.microsoft.com/office/drawing/2014/main" id="{4CDEEBD0-3452-533F-DC15-E698D172FB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55975" y="954088"/>
                <a:ext cx="534988" cy="661987"/>
              </a:xfrm>
              <a:custGeom>
                <a:avLst/>
                <a:gdLst>
                  <a:gd name="T0" fmla="*/ 312 w 337"/>
                  <a:gd name="T1" fmla="*/ 392 h 417"/>
                  <a:gd name="T2" fmla="*/ 25 w 337"/>
                  <a:gd name="T3" fmla="*/ 392 h 417"/>
                  <a:gd name="T4" fmla="*/ 25 w 337"/>
                  <a:gd name="T5" fmla="*/ 101 h 417"/>
                  <a:gd name="T6" fmla="*/ 100 w 337"/>
                  <a:gd name="T7" fmla="*/ 101 h 417"/>
                  <a:gd name="T8" fmla="*/ 100 w 337"/>
                  <a:gd name="T9" fmla="*/ 26 h 417"/>
                  <a:gd name="T10" fmla="*/ 312 w 337"/>
                  <a:gd name="T11" fmla="*/ 26 h 417"/>
                  <a:gd name="T12" fmla="*/ 312 w 337"/>
                  <a:gd name="T13" fmla="*/ 134 h 417"/>
                  <a:gd name="T14" fmla="*/ 337 w 337"/>
                  <a:gd name="T15" fmla="*/ 108 h 417"/>
                  <a:gd name="T16" fmla="*/ 337 w 337"/>
                  <a:gd name="T17" fmla="*/ 0 h 417"/>
                  <a:gd name="T18" fmla="*/ 89 w 337"/>
                  <a:gd name="T19" fmla="*/ 0 h 417"/>
                  <a:gd name="T20" fmla="*/ 0 w 337"/>
                  <a:gd name="T21" fmla="*/ 89 h 417"/>
                  <a:gd name="T22" fmla="*/ 0 w 337"/>
                  <a:gd name="T23" fmla="*/ 417 h 417"/>
                  <a:gd name="T24" fmla="*/ 337 w 337"/>
                  <a:gd name="T25" fmla="*/ 417 h 417"/>
                  <a:gd name="T26" fmla="*/ 337 w 337"/>
                  <a:gd name="T27" fmla="*/ 286 h 417"/>
                  <a:gd name="T28" fmla="*/ 312 w 337"/>
                  <a:gd name="T29" fmla="*/ 312 h 417"/>
                  <a:gd name="T30" fmla="*/ 312 w 337"/>
                  <a:gd name="T31" fmla="*/ 392 h 417"/>
                  <a:gd name="T32" fmla="*/ 37 w 337"/>
                  <a:gd name="T33" fmla="*/ 88 h 417"/>
                  <a:gd name="T34" fmla="*/ 88 w 337"/>
                  <a:gd name="T35" fmla="*/ 37 h 417"/>
                  <a:gd name="T36" fmla="*/ 88 w 337"/>
                  <a:gd name="T37" fmla="*/ 88 h 417"/>
                  <a:gd name="T38" fmla="*/ 37 w 337"/>
                  <a:gd name="T39" fmla="*/ 88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7" h="417">
                    <a:moveTo>
                      <a:pt x="312" y="392"/>
                    </a:moveTo>
                    <a:lnTo>
                      <a:pt x="25" y="392"/>
                    </a:lnTo>
                    <a:lnTo>
                      <a:pt x="25" y="101"/>
                    </a:lnTo>
                    <a:lnTo>
                      <a:pt x="100" y="101"/>
                    </a:lnTo>
                    <a:lnTo>
                      <a:pt x="100" y="26"/>
                    </a:lnTo>
                    <a:lnTo>
                      <a:pt x="312" y="26"/>
                    </a:lnTo>
                    <a:lnTo>
                      <a:pt x="312" y="134"/>
                    </a:lnTo>
                    <a:lnTo>
                      <a:pt x="337" y="108"/>
                    </a:lnTo>
                    <a:lnTo>
                      <a:pt x="337" y="0"/>
                    </a:lnTo>
                    <a:lnTo>
                      <a:pt x="89" y="0"/>
                    </a:lnTo>
                    <a:lnTo>
                      <a:pt x="0" y="89"/>
                    </a:lnTo>
                    <a:lnTo>
                      <a:pt x="0" y="417"/>
                    </a:lnTo>
                    <a:lnTo>
                      <a:pt x="337" y="417"/>
                    </a:lnTo>
                    <a:lnTo>
                      <a:pt x="337" y="286"/>
                    </a:lnTo>
                    <a:lnTo>
                      <a:pt x="312" y="312"/>
                    </a:lnTo>
                    <a:lnTo>
                      <a:pt x="312" y="392"/>
                    </a:lnTo>
                    <a:close/>
                    <a:moveTo>
                      <a:pt x="37" y="88"/>
                    </a:moveTo>
                    <a:lnTo>
                      <a:pt x="88" y="37"/>
                    </a:lnTo>
                    <a:lnTo>
                      <a:pt x="88" y="88"/>
                    </a:lnTo>
                    <a:lnTo>
                      <a:pt x="37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  <p:sp>
            <p:nvSpPr>
              <p:cNvPr id="404" name="Freeform 9">
                <a:extLst>
                  <a:ext uri="{FF2B5EF4-FFF2-40B4-BE49-F238E27FC236}">
                    <a16:creationId xmlns:a16="http://schemas.microsoft.com/office/drawing/2014/main" id="{CE606536-5A3B-ED4C-7D63-CE1575A179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59188" y="1069975"/>
                <a:ext cx="430213" cy="430212"/>
              </a:xfrm>
              <a:custGeom>
                <a:avLst/>
                <a:gdLst>
                  <a:gd name="T0" fmla="*/ 146 w 271"/>
                  <a:gd name="T1" fmla="*/ 35 h 271"/>
                  <a:gd name="T2" fmla="*/ 121 w 271"/>
                  <a:gd name="T3" fmla="*/ 61 h 271"/>
                  <a:gd name="T4" fmla="*/ 26 w 271"/>
                  <a:gd name="T5" fmla="*/ 156 h 271"/>
                  <a:gd name="T6" fmla="*/ 0 w 271"/>
                  <a:gd name="T7" fmla="*/ 271 h 271"/>
                  <a:gd name="T8" fmla="*/ 115 w 271"/>
                  <a:gd name="T9" fmla="*/ 245 h 271"/>
                  <a:gd name="T10" fmla="*/ 121 w 271"/>
                  <a:gd name="T11" fmla="*/ 239 h 271"/>
                  <a:gd name="T12" fmla="*/ 146 w 271"/>
                  <a:gd name="T13" fmla="*/ 213 h 271"/>
                  <a:gd name="T14" fmla="*/ 271 w 271"/>
                  <a:gd name="T15" fmla="*/ 89 h 271"/>
                  <a:gd name="T16" fmla="*/ 182 w 271"/>
                  <a:gd name="T17" fmla="*/ 0 h 271"/>
                  <a:gd name="T18" fmla="*/ 146 w 271"/>
                  <a:gd name="T19" fmla="*/ 35 h 271"/>
                  <a:gd name="T20" fmla="*/ 226 w 271"/>
                  <a:gd name="T21" fmla="*/ 68 h 271"/>
                  <a:gd name="T22" fmla="*/ 87 w 271"/>
                  <a:gd name="T23" fmla="*/ 207 h 271"/>
                  <a:gd name="T24" fmla="*/ 67 w 271"/>
                  <a:gd name="T25" fmla="*/ 187 h 271"/>
                  <a:gd name="T26" fmla="*/ 206 w 271"/>
                  <a:gd name="T27" fmla="*/ 48 h 271"/>
                  <a:gd name="T28" fmla="*/ 226 w 271"/>
                  <a:gd name="T29" fmla="*/ 68 h 271"/>
                  <a:gd name="T30" fmla="*/ 61 w 271"/>
                  <a:gd name="T31" fmla="*/ 181 h 271"/>
                  <a:gd name="T32" fmla="*/ 43 w 271"/>
                  <a:gd name="T33" fmla="*/ 163 h 271"/>
                  <a:gd name="T34" fmla="*/ 182 w 271"/>
                  <a:gd name="T35" fmla="*/ 24 h 271"/>
                  <a:gd name="T36" fmla="*/ 199 w 271"/>
                  <a:gd name="T37" fmla="*/ 42 h 271"/>
                  <a:gd name="T38" fmla="*/ 61 w 271"/>
                  <a:gd name="T39" fmla="*/ 181 h 271"/>
                  <a:gd name="T40" fmla="*/ 55 w 271"/>
                  <a:gd name="T41" fmla="*/ 187 h 271"/>
                  <a:gd name="T42" fmla="*/ 55 w 271"/>
                  <a:gd name="T43" fmla="*/ 187 h 271"/>
                  <a:gd name="T44" fmla="*/ 87 w 271"/>
                  <a:gd name="T45" fmla="*/ 219 h 271"/>
                  <a:gd name="T46" fmla="*/ 87 w 271"/>
                  <a:gd name="T47" fmla="*/ 219 h 271"/>
                  <a:gd name="T48" fmla="*/ 98 w 271"/>
                  <a:gd name="T49" fmla="*/ 230 h 271"/>
                  <a:gd name="T50" fmla="*/ 56 w 271"/>
                  <a:gd name="T51" fmla="*/ 240 h 271"/>
                  <a:gd name="T52" fmla="*/ 30 w 271"/>
                  <a:gd name="T53" fmla="*/ 215 h 271"/>
                  <a:gd name="T54" fmla="*/ 40 w 271"/>
                  <a:gd name="T55" fmla="*/ 172 h 271"/>
                  <a:gd name="T56" fmla="*/ 55 w 271"/>
                  <a:gd name="T57" fmla="*/ 187 h 271"/>
                  <a:gd name="T58" fmla="*/ 107 w 271"/>
                  <a:gd name="T59" fmla="*/ 227 h 271"/>
                  <a:gd name="T60" fmla="*/ 93 w 271"/>
                  <a:gd name="T61" fmla="*/ 213 h 271"/>
                  <a:gd name="T62" fmla="*/ 232 w 271"/>
                  <a:gd name="T63" fmla="*/ 75 h 271"/>
                  <a:gd name="T64" fmla="*/ 246 w 271"/>
                  <a:gd name="T65" fmla="*/ 89 h 271"/>
                  <a:gd name="T66" fmla="*/ 107 w 271"/>
                  <a:gd name="T67" fmla="*/ 227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1" h="271">
                    <a:moveTo>
                      <a:pt x="146" y="35"/>
                    </a:moveTo>
                    <a:lnTo>
                      <a:pt x="121" y="61"/>
                    </a:lnTo>
                    <a:lnTo>
                      <a:pt x="26" y="156"/>
                    </a:lnTo>
                    <a:lnTo>
                      <a:pt x="0" y="271"/>
                    </a:lnTo>
                    <a:lnTo>
                      <a:pt x="115" y="245"/>
                    </a:lnTo>
                    <a:lnTo>
                      <a:pt x="121" y="239"/>
                    </a:lnTo>
                    <a:lnTo>
                      <a:pt x="146" y="213"/>
                    </a:lnTo>
                    <a:lnTo>
                      <a:pt x="271" y="89"/>
                    </a:lnTo>
                    <a:lnTo>
                      <a:pt x="182" y="0"/>
                    </a:lnTo>
                    <a:lnTo>
                      <a:pt x="146" y="35"/>
                    </a:lnTo>
                    <a:close/>
                    <a:moveTo>
                      <a:pt x="226" y="68"/>
                    </a:moveTo>
                    <a:lnTo>
                      <a:pt x="87" y="207"/>
                    </a:lnTo>
                    <a:lnTo>
                      <a:pt x="67" y="187"/>
                    </a:lnTo>
                    <a:lnTo>
                      <a:pt x="206" y="48"/>
                    </a:lnTo>
                    <a:lnTo>
                      <a:pt x="226" y="68"/>
                    </a:lnTo>
                    <a:close/>
                    <a:moveTo>
                      <a:pt x="61" y="181"/>
                    </a:moveTo>
                    <a:lnTo>
                      <a:pt x="43" y="163"/>
                    </a:lnTo>
                    <a:lnTo>
                      <a:pt x="182" y="24"/>
                    </a:lnTo>
                    <a:lnTo>
                      <a:pt x="199" y="42"/>
                    </a:lnTo>
                    <a:lnTo>
                      <a:pt x="61" y="181"/>
                    </a:lnTo>
                    <a:close/>
                    <a:moveTo>
                      <a:pt x="55" y="187"/>
                    </a:moveTo>
                    <a:lnTo>
                      <a:pt x="55" y="187"/>
                    </a:lnTo>
                    <a:lnTo>
                      <a:pt x="87" y="219"/>
                    </a:lnTo>
                    <a:lnTo>
                      <a:pt x="87" y="219"/>
                    </a:lnTo>
                    <a:lnTo>
                      <a:pt x="98" y="230"/>
                    </a:lnTo>
                    <a:lnTo>
                      <a:pt x="56" y="240"/>
                    </a:lnTo>
                    <a:lnTo>
                      <a:pt x="30" y="215"/>
                    </a:lnTo>
                    <a:lnTo>
                      <a:pt x="40" y="172"/>
                    </a:lnTo>
                    <a:lnTo>
                      <a:pt x="55" y="187"/>
                    </a:lnTo>
                    <a:close/>
                    <a:moveTo>
                      <a:pt x="107" y="227"/>
                    </a:moveTo>
                    <a:lnTo>
                      <a:pt x="93" y="213"/>
                    </a:lnTo>
                    <a:lnTo>
                      <a:pt x="232" y="75"/>
                    </a:lnTo>
                    <a:lnTo>
                      <a:pt x="246" y="89"/>
                    </a:lnTo>
                    <a:lnTo>
                      <a:pt x="107" y="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 Ligh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5" name="Group 314">
            <a:extLst>
              <a:ext uri="{FF2B5EF4-FFF2-40B4-BE49-F238E27FC236}">
                <a16:creationId xmlns:a16="http://schemas.microsoft.com/office/drawing/2014/main" id="{B14655D9-8ACD-15D8-EF4D-FE3F71359750}"/>
              </a:ext>
            </a:extLst>
          </p:cNvPr>
          <p:cNvGrpSpPr/>
          <p:nvPr/>
        </p:nvGrpSpPr>
        <p:grpSpPr>
          <a:xfrm>
            <a:off x="3891475" y="4236079"/>
            <a:ext cx="298673" cy="272195"/>
            <a:chOff x="8205788" y="-103188"/>
            <a:chExt cx="1343025" cy="122396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06" name="Rectangle 12">
              <a:extLst>
                <a:ext uri="{FF2B5EF4-FFF2-40B4-BE49-F238E27FC236}">
                  <a16:creationId xmlns:a16="http://schemas.microsoft.com/office/drawing/2014/main" id="{5C36F547-4EF8-7084-A51A-270B06D18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8338" y="868363"/>
              <a:ext cx="2524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7" name="Rectangle 13">
              <a:extLst>
                <a:ext uri="{FF2B5EF4-FFF2-40B4-BE49-F238E27FC236}">
                  <a16:creationId xmlns:a16="http://schemas.microsoft.com/office/drawing/2014/main" id="{42C16709-057A-2BFA-5883-49D284C6A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4888" y="698500"/>
              <a:ext cx="252413" cy="422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8" name="Rectangle 14">
              <a:extLst>
                <a:ext uri="{FF2B5EF4-FFF2-40B4-BE49-F238E27FC236}">
                  <a16:creationId xmlns:a16="http://schemas.microsoft.com/office/drawing/2014/main" id="{558A0D3A-0CC9-B0A9-E855-83A760829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1438" y="530225"/>
              <a:ext cx="252413" cy="5905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09" name="Rectangle 15">
              <a:extLst>
                <a:ext uri="{FF2B5EF4-FFF2-40B4-BE49-F238E27FC236}">
                  <a16:creationId xmlns:a16="http://schemas.microsoft.com/office/drawing/2014/main" id="{AEC650D3-1EC7-D9B4-0D87-B83DFC8CA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8" y="361950"/>
              <a:ext cx="250825" cy="758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0" name="Freeform 16">
              <a:extLst>
                <a:ext uri="{FF2B5EF4-FFF2-40B4-BE49-F238E27FC236}">
                  <a16:creationId xmlns:a16="http://schemas.microsoft.com/office/drawing/2014/main" id="{9ABF7200-F306-AD86-3FFD-736C2508B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5788" y="-103188"/>
              <a:ext cx="1343025" cy="801688"/>
            </a:xfrm>
            <a:custGeom>
              <a:avLst/>
              <a:gdLst>
                <a:gd name="T0" fmla="*/ 727 w 846"/>
                <a:gd name="T1" fmla="*/ 120 h 505"/>
                <a:gd name="T2" fmla="*/ 569 w 846"/>
                <a:gd name="T3" fmla="*/ 120 h 505"/>
                <a:gd name="T4" fmla="*/ 370 w 846"/>
                <a:gd name="T5" fmla="*/ 266 h 505"/>
                <a:gd name="T6" fmla="*/ 264 w 846"/>
                <a:gd name="T7" fmla="*/ 213 h 505"/>
                <a:gd name="T8" fmla="*/ 0 w 846"/>
                <a:gd name="T9" fmla="*/ 439 h 505"/>
                <a:gd name="T10" fmla="*/ 0 w 846"/>
                <a:gd name="T11" fmla="*/ 505 h 505"/>
                <a:gd name="T12" fmla="*/ 264 w 846"/>
                <a:gd name="T13" fmla="*/ 279 h 505"/>
                <a:gd name="T14" fmla="*/ 370 w 846"/>
                <a:gd name="T15" fmla="*/ 333 h 505"/>
                <a:gd name="T16" fmla="*/ 595 w 846"/>
                <a:gd name="T17" fmla="*/ 173 h 505"/>
                <a:gd name="T18" fmla="*/ 754 w 846"/>
                <a:gd name="T19" fmla="*/ 173 h 505"/>
                <a:gd name="T20" fmla="*/ 846 w 846"/>
                <a:gd name="T21" fmla="*/ 80 h 505"/>
                <a:gd name="T22" fmla="*/ 846 w 846"/>
                <a:gd name="T23" fmla="*/ 0 h 505"/>
                <a:gd name="T24" fmla="*/ 727 w 846"/>
                <a:gd name="T25" fmla="*/ 12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6" h="505">
                  <a:moveTo>
                    <a:pt x="727" y="120"/>
                  </a:moveTo>
                  <a:lnTo>
                    <a:pt x="569" y="120"/>
                  </a:lnTo>
                  <a:lnTo>
                    <a:pt x="370" y="266"/>
                  </a:lnTo>
                  <a:lnTo>
                    <a:pt x="264" y="213"/>
                  </a:lnTo>
                  <a:lnTo>
                    <a:pt x="0" y="439"/>
                  </a:lnTo>
                  <a:lnTo>
                    <a:pt x="0" y="505"/>
                  </a:lnTo>
                  <a:lnTo>
                    <a:pt x="264" y="279"/>
                  </a:lnTo>
                  <a:lnTo>
                    <a:pt x="370" y="333"/>
                  </a:lnTo>
                  <a:lnTo>
                    <a:pt x="595" y="173"/>
                  </a:lnTo>
                  <a:lnTo>
                    <a:pt x="754" y="173"/>
                  </a:lnTo>
                  <a:lnTo>
                    <a:pt x="846" y="80"/>
                  </a:lnTo>
                  <a:lnTo>
                    <a:pt x="846" y="0"/>
                  </a:lnTo>
                  <a:lnTo>
                    <a:pt x="727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11" name="Group 320">
            <a:extLst>
              <a:ext uri="{FF2B5EF4-FFF2-40B4-BE49-F238E27FC236}">
                <a16:creationId xmlns:a16="http://schemas.microsoft.com/office/drawing/2014/main" id="{E74DEF1A-8761-2360-CECE-7AC9B70013BE}"/>
              </a:ext>
            </a:extLst>
          </p:cNvPr>
          <p:cNvGrpSpPr/>
          <p:nvPr/>
        </p:nvGrpSpPr>
        <p:grpSpPr>
          <a:xfrm>
            <a:off x="3029551" y="5518986"/>
            <a:ext cx="330443" cy="271357"/>
            <a:chOff x="3188335" y="2400396"/>
            <a:chExt cx="479426" cy="393701"/>
          </a:xfrm>
          <a:solidFill>
            <a:schemeClr val="tx2">
              <a:lumMod val="75000"/>
              <a:lumOff val="25000"/>
            </a:schemeClr>
          </a:solidFill>
          <a:effectLst/>
        </p:grpSpPr>
        <p:sp>
          <p:nvSpPr>
            <p:cNvPr id="412" name="Freeform 47">
              <a:extLst>
                <a:ext uri="{FF2B5EF4-FFF2-40B4-BE49-F238E27FC236}">
                  <a16:creationId xmlns:a16="http://schemas.microsoft.com/office/drawing/2014/main" id="{E86EE7B4-2164-FA6A-B15D-39934DEDA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673" y="2424209"/>
              <a:ext cx="374650" cy="369888"/>
            </a:xfrm>
            <a:custGeom>
              <a:avLst/>
              <a:gdLst>
                <a:gd name="T0" fmla="*/ 0 w 152"/>
                <a:gd name="T1" fmla="*/ 55 h 149"/>
                <a:gd name="T2" fmla="*/ 46 w 152"/>
                <a:gd name="T3" fmla="*/ 59 h 149"/>
                <a:gd name="T4" fmla="*/ 46 w 152"/>
                <a:gd name="T5" fmla="*/ 60 h 149"/>
                <a:gd name="T6" fmla="*/ 55 w 152"/>
                <a:gd name="T7" fmla="*/ 74 h 149"/>
                <a:gd name="T8" fmla="*/ 20 w 152"/>
                <a:gd name="T9" fmla="*/ 138 h 149"/>
                <a:gd name="T10" fmla="*/ 19 w 152"/>
                <a:gd name="T11" fmla="*/ 138 h 149"/>
                <a:gd name="T12" fmla="*/ 14 w 152"/>
                <a:gd name="T13" fmla="*/ 143 h 149"/>
                <a:gd name="T14" fmla="*/ 19 w 152"/>
                <a:gd name="T15" fmla="*/ 149 h 149"/>
                <a:gd name="T16" fmla="*/ 29 w 152"/>
                <a:gd name="T17" fmla="*/ 149 h 149"/>
                <a:gd name="T18" fmla="*/ 35 w 152"/>
                <a:gd name="T19" fmla="*/ 143 h 149"/>
                <a:gd name="T20" fmla="*/ 30 w 152"/>
                <a:gd name="T21" fmla="*/ 138 h 149"/>
                <a:gd name="T22" fmla="*/ 67 w 152"/>
                <a:gd name="T23" fmla="*/ 75 h 149"/>
                <a:gd name="T24" fmla="*/ 68 w 152"/>
                <a:gd name="T25" fmla="*/ 75 h 149"/>
                <a:gd name="T26" fmla="*/ 97 w 152"/>
                <a:gd name="T27" fmla="*/ 139 h 149"/>
                <a:gd name="T28" fmla="*/ 93 w 152"/>
                <a:gd name="T29" fmla="*/ 144 h 149"/>
                <a:gd name="T30" fmla="*/ 99 w 152"/>
                <a:gd name="T31" fmla="*/ 149 h 149"/>
                <a:gd name="T32" fmla="*/ 109 w 152"/>
                <a:gd name="T33" fmla="*/ 149 h 149"/>
                <a:gd name="T34" fmla="*/ 115 w 152"/>
                <a:gd name="T35" fmla="*/ 144 h 149"/>
                <a:gd name="T36" fmla="*/ 110 w 152"/>
                <a:gd name="T37" fmla="*/ 138 h 149"/>
                <a:gd name="T38" fmla="*/ 79 w 152"/>
                <a:gd name="T39" fmla="*/ 73 h 149"/>
                <a:gd name="T40" fmla="*/ 86 w 152"/>
                <a:gd name="T41" fmla="*/ 63 h 149"/>
                <a:gd name="T42" fmla="*/ 152 w 152"/>
                <a:gd name="T43" fmla="*/ 69 h 149"/>
                <a:gd name="T44" fmla="*/ 152 w 152"/>
                <a:gd name="T45" fmla="*/ 0 h 149"/>
                <a:gd name="T46" fmla="*/ 0 w 152"/>
                <a:gd name="T47" fmla="*/ 26 h 149"/>
                <a:gd name="T48" fmla="*/ 0 w 152"/>
                <a:gd name="T49" fmla="*/ 5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52" h="149">
                  <a:moveTo>
                    <a:pt x="0" y="55"/>
                  </a:moveTo>
                  <a:cubicBezTo>
                    <a:pt x="46" y="59"/>
                    <a:pt x="46" y="59"/>
                    <a:pt x="46" y="59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66"/>
                    <a:pt x="50" y="72"/>
                    <a:pt x="55" y="74"/>
                  </a:cubicBezTo>
                  <a:cubicBezTo>
                    <a:pt x="41" y="100"/>
                    <a:pt x="24" y="129"/>
                    <a:pt x="20" y="138"/>
                  </a:cubicBezTo>
                  <a:cubicBezTo>
                    <a:pt x="19" y="138"/>
                    <a:pt x="19" y="138"/>
                    <a:pt x="19" y="138"/>
                  </a:cubicBezTo>
                  <a:cubicBezTo>
                    <a:pt x="16" y="138"/>
                    <a:pt x="14" y="140"/>
                    <a:pt x="14" y="143"/>
                  </a:cubicBezTo>
                  <a:cubicBezTo>
                    <a:pt x="14" y="146"/>
                    <a:pt x="16" y="149"/>
                    <a:pt x="19" y="149"/>
                  </a:cubicBezTo>
                  <a:cubicBezTo>
                    <a:pt x="29" y="149"/>
                    <a:pt x="29" y="149"/>
                    <a:pt x="29" y="149"/>
                  </a:cubicBezTo>
                  <a:cubicBezTo>
                    <a:pt x="32" y="149"/>
                    <a:pt x="35" y="146"/>
                    <a:pt x="35" y="143"/>
                  </a:cubicBezTo>
                  <a:cubicBezTo>
                    <a:pt x="35" y="141"/>
                    <a:pt x="33" y="139"/>
                    <a:pt x="30" y="138"/>
                  </a:cubicBezTo>
                  <a:cubicBezTo>
                    <a:pt x="67" y="75"/>
                    <a:pt x="67" y="75"/>
                    <a:pt x="67" y="75"/>
                  </a:cubicBezTo>
                  <a:cubicBezTo>
                    <a:pt x="68" y="75"/>
                    <a:pt x="68" y="75"/>
                    <a:pt x="68" y="75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5" y="140"/>
                    <a:pt x="93" y="141"/>
                    <a:pt x="93" y="144"/>
                  </a:cubicBezTo>
                  <a:cubicBezTo>
                    <a:pt x="93" y="146"/>
                    <a:pt x="96" y="149"/>
                    <a:pt x="9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2" y="149"/>
                    <a:pt x="115" y="146"/>
                    <a:pt x="115" y="144"/>
                  </a:cubicBezTo>
                  <a:cubicBezTo>
                    <a:pt x="115" y="141"/>
                    <a:pt x="113" y="139"/>
                    <a:pt x="110" y="138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82" y="71"/>
                    <a:pt x="85" y="67"/>
                    <a:pt x="86" y="63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0" y="26"/>
                    <a:pt x="0" y="26"/>
                    <a:pt x="0" y="26"/>
                  </a:cubicBez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3" name="Freeform 48">
              <a:extLst>
                <a:ext uri="{FF2B5EF4-FFF2-40B4-BE49-F238E27FC236}">
                  <a16:creationId xmlns:a16="http://schemas.microsoft.com/office/drawing/2014/main" id="{98961B2C-6728-C558-6546-1E1709DC6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023" y="2400396"/>
              <a:ext cx="58738" cy="219075"/>
            </a:xfrm>
            <a:custGeom>
              <a:avLst/>
              <a:gdLst>
                <a:gd name="T0" fmla="*/ 12 w 24"/>
                <a:gd name="T1" fmla="*/ 0 h 89"/>
                <a:gd name="T2" fmla="*/ 0 w 24"/>
                <a:gd name="T3" fmla="*/ 12 h 89"/>
                <a:gd name="T4" fmla="*/ 0 w 24"/>
                <a:gd name="T5" fmla="*/ 77 h 89"/>
                <a:gd name="T6" fmla="*/ 12 w 24"/>
                <a:gd name="T7" fmla="*/ 89 h 89"/>
                <a:gd name="T8" fmla="*/ 24 w 24"/>
                <a:gd name="T9" fmla="*/ 77 h 89"/>
                <a:gd name="T10" fmla="*/ 24 w 24"/>
                <a:gd name="T11" fmla="*/ 12 h 89"/>
                <a:gd name="T12" fmla="*/ 12 w 24"/>
                <a:gd name="T1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89">
                  <a:moveTo>
                    <a:pt x="12" y="0"/>
                  </a:moveTo>
                  <a:cubicBezTo>
                    <a:pt x="6" y="0"/>
                    <a:pt x="0" y="6"/>
                    <a:pt x="0" y="12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84"/>
                    <a:pt x="6" y="89"/>
                    <a:pt x="12" y="89"/>
                  </a:cubicBezTo>
                  <a:cubicBezTo>
                    <a:pt x="19" y="89"/>
                    <a:pt x="24" y="84"/>
                    <a:pt x="24" y="7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19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4" name="Freeform 49">
              <a:extLst>
                <a:ext uri="{FF2B5EF4-FFF2-40B4-BE49-F238E27FC236}">
                  <a16:creationId xmlns:a16="http://schemas.microsoft.com/office/drawing/2014/main" id="{6D8F828C-236F-C79D-AA4A-997518BA8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335" y="2486121"/>
              <a:ext cx="20638" cy="79375"/>
            </a:xfrm>
            <a:custGeom>
              <a:avLst/>
              <a:gdLst>
                <a:gd name="T0" fmla="*/ 4 w 8"/>
                <a:gd name="T1" fmla="*/ 0 h 32"/>
                <a:gd name="T2" fmla="*/ 0 w 8"/>
                <a:gd name="T3" fmla="*/ 4 h 32"/>
                <a:gd name="T4" fmla="*/ 0 w 8"/>
                <a:gd name="T5" fmla="*/ 28 h 32"/>
                <a:gd name="T6" fmla="*/ 4 w 8"/>
                <a:gd name="T7" fmla="*/ 32 h 32"/>
                <a:gd name="T8" fmla="*/ 8 w 8"/>
                <a:gd name="T9" fmla="*/ 28 h 32"/>
                <a:gd name="T10" fmla="*/ 8 w 8"/>
                <a:gd name="T11" fmla="*/ 4 h 32"/>
                <a:gd name="T12" fmla="*/ 4 w 8"/>
                <a:gd name="T1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32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2" y="32"/>
                    <a:pt x="4" y="32"/>
                  </a:cubicBezTo>
                  <a:cubicBezTo>
                    <a:pt x="7" y="32"/>
                    <a:pt x="8" y="30"/>
                    <a:pt x="8" y="28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7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15" name="Group 324">
            <a:extLst>
              <a:ext uri="{FF2B5EF4-FFF2-40B4-BE49-F238E27FC236}">
                <a16:creationId xmlns:a16="http://schemas.microsoft.com/office/drawing/2014/main" id="{A2FBFB9B-E660-3F0D-4021-7A4B32CC4BCF}"/>
              </a:ext>
            </a:extLst>
          </p:cNvPr>
          <p:cNvGrpSpPr/>
          <p:nvPr/>
        </p:nvGrpSpPr>
        <p:grpSpPr>
          <a:xfrm>
            <a:off x="6345478" y="2912994"/>
            <a:ext cx="328404" cy="328404"/>
            <a:chOff x="1928427" y="-1529876"/>
            <a:chExt cx="1960563" cy="196056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16" name="Freeform 19">
              <a:extLst>
                <a:ext uri="{FF2B5EF4-FFF2-40B4-BE49-F238E27FC236}">
                  <a16:creationId xmlns:a16="http://schemas.microsoft.com/office/drawing/2014/main" id="{00936C91-84BD-6C9D-A192-F5DCE39124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0014" y="-256700"/>
              <a:ext cx="265113" cy="260350"/>
            </a:xfrm>
            <a:custGeom>
              <a:avLst/>
              <a:gdLst>
                <a:gd name="T0" fmla="*/ 78 w 156"/>
                <a:gd name="T1" fmla="*/ 0 h 154"/>
                <a:gd name="T2" fmla="*/ 0 w 156"/>
                <a:gd name="T3" fmla="*/ 77 h 154"/>
                <a:gd name="T4" fmla="*/ 78 w 156"/>
                <a:gd name="T5" fmla="*/ 154 h 154"/>
                <a:gd name="T6" fmla="*/ 156 w 156"/>
                <a:gd name="T7" fmla="*/ 77 h 154"/>
                <a:gd name="T8" fmla="*/ 78 w 156"/>
                <a:gd name="T9" fmla="*/ 0 h 154"/>
                <a:gd name="T10" fmla="*/ 78 w 156"/>
                <a:gd name="T11" fmla="*/ 116 h 154"/>
                <a:gd name="T12" fmla="*/ 39 w 156"/>
                <a:gd name="T13" fmla="*/ 77 h 154"/>
                <a:gd name="T14" fmla="*/ 78 w 156"/>
                <a:gd name="T15" fmla="*/ 39 h 154"/>
                <a:gd name="T16" fmla="*/ 117 w 156"/>
                <a:gd name="T17" fmla="*/ 77 h 154"/>
                <a:gd name="T18" fmla="*/ 78 w 156"/>
                <a:gd name="T19" fmla="*/ 11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4">
                  <a:moveTo>
                    <a:pt x="78" y="0"/>
                  </a:moveTo>
                  <a:cubicBezTo>
                    <a:pt x="35" y="0"/>
                    <a:pt x="0" y="35"/>
                    <a:pt x="0" y="77"/>
                  </a:cubicBezTo>
                  <a:cubicBezTo>
                    <a:pt x="0" y="120"/>
                    <a:pt x="35" y="154"/>
                    <a:pt x="78" y="154"/>
                  </a:cubicBezTo>
                  <a:cubicBezTo>
                    <a:pt x="121" y="154"/>
                    <a:pt x="156" y="120"/>
                    <a:pt x="156" y="77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78" y="116"/>
                  </a:moveTo>
                  <a:cubicBezTo>
                    <a:pt x="56" y="116"/>
                    <a:pt x="39" y="98"/>
                    <a:pt x="39" y="77"/>
                  </a:cubicBezTo>
                  <a:cubicBezTo>
                    <a:pt x="39" y="56"/>
                    <a:pt x="56" y="39"/>
                    <a:pt x="78" y="39"/>
                  </a:cubicBezTo>
                  <a:cubicBezTo>
                    <a:pt x="99" y="39"/>
                    <a:pt x="117" y="56"/>
                    <a:pt x="117" y="77"/>
                  </a:cubicBezTo>
                  <a:cubicBezTo>
                    <a:pt x="117" y="98"/>
                    <a:pt x="99" y="116"/>
                    <a:pt x="78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7" name="Freeform 20">
              <a:extLst>
                <a:ext uri="{FF2B5EF4-FFF2-40B4-BE49-F238E27FC236}">
                  <a16:creationId xmlns:a16="http://schemas.microsoft.com/office/drawing/2014/main" id="{B1DE792C-9E66-A0C7-05F4-FCD64513D4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0702" y="-256700"/>
              <a:ext cx="263525" cy="260350"/>
            </a:xfrm>
            <a:custGeom>
              <a:avLst/>
              <a:gdLst>
                <a:gd name="T0" fmla="*/ 78 w 155"/>
                <a:gd name="T1" fmla="*/ 0 h 154"/>
                <a:gd name="T2" fmla="*/ 0 w 155"/>
                <a:gd name="T3" fmla="*/ 77 h 154"/>
                <a:gd name="T4" fmla="*/ 78 w 155"/>
                <a:gd name="T5" fmla="*/ 154 h 154"/>
                <a:gd name="T6" fmla="*/ 155 w 155"/>
                <a:gd name="T7" fmla="*/ 77 h 154"/>
                <a:gd name="T8" fmla="*/ 78 w 155"/>
                <a:gd name="T9" fmla="*/ 0 h 154"/>
                <a:gd name="T10" fmla="*/ 78 w 155"/>
                <a:gd name="T11" fmla="*/ 116 h 154"/>
                <a:gd name="T12" fmla="*/ 39 w 155"/>
                <a:gd name="T13" fmla="*/ 77 h 154"/>
                <a:gd name="T14" fmla="*/ 78 w 155"/>
                <a:gd name="T15" fmla="*/ 39 h 154"/>
                <a:gd name="T16" fmla="*/ 117 w 155"/>
                <a:gd name="T17" fmla="*/ 77 h 154"/>
                <a:gd name="T18" fmla="*/ 78 w 155"/>
                <a:gd name="T19" fmla="*/ 11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4">
                  <a:moveTo>
                    <a:pt x="78" y="0"/>
                  </a:moveTo>
                  <a:cubicBezTo>
                    <a:pt x="35" y="0"/>
                    <a:pt x="0" y="35"/>
                    <a:pt x="0" y="77"/>
                  </a:cubicBezTo>
                  <a:cubicBezTo>
                    <a:pt x="0" y="120"/>
                    <a:pt x="35" y="154"/>
                    <a:pt x="78" y="154"/>
                  </a:cubicBezTo>
                  <a:cubicBezTo>
                    <a:pt x="121" y="154"/>
                    <a:pt x="155" y="120"/>
                    <a:pt x="155" y="77"/>
                  </a:cubicBezTo>
                  <a:cubicBezTo>
                    <a:pt x="155" y="35"/>
                    <a:pt x="121" y="0"/>
                    <a:pt x="78" y="0"/>
                  </a:cubicBezTo>
                  <a:close/>
                  <a:moveTo>
                    <a:pt x="78" y="116"/>
                  </a:moveTo>
                  <a:cubicBezTo>
                    <a:pt x="56" y="116"/>
                    <a:pt x="39" y="98"/>
                    <a:pt x="39" y="77"/>
                  </a:cubicBezTo>
                  <a:cubicBezTo>
                    <a:pt x="39" y="56"/>
                    <a:pt x="56" y="39"/>
                    <a:pt x="78" y="39"/>
                  </a:cubicBezTo>
                  <a:cubicBezTo>
                    <a:pt x="99" y="39"/>
                    <a:pt x="117" y="56"/>
                    <a:pt x="117" y="77"/>
                  </a:cubicBezTo>
                  <a:cubicBezTo>
                    <a:pt x="117" y="98"/>
                    <a:pt x="99" y="116"/>
                    <a:pt x="78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8" name="Freeform 21">
              <a:extLst>
                <a:ext uri="{FF2B5EF4-FFF2-40B4-BE49-F238E27FC236}">
                  <a16:creationId xmlns:a16="http://schemas.microsoft.com/office/drawing/2014/main" id="{3C0DC977-5AEF-65B8-EB7B-712C0B024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064" y="-288450"/>
              <a:ext cx="393700" cy="65088"/>
            </a:xfrm>
            <a:custGeom>
              <a:avLst/>
              <a:gdLst>
                <a:gd name="T0" fmla="*/ 213 w 232"/>
                <a:gd name="T1" fmla="*/ 0 h 38"/>
                <a:gd name="T2" fmla="*/ 20 w 232"/>
                <a:gd name="T3" fmla="*/ 0 h 38"/>
                <a:gd name="T4" fmla="*/ 0 w 232"/>
                <a:gd name="T5" fmla="*/ 19 h 38"/>
                <a:gd name="T6" fmla="*/ 20 w 232"/>
                <a:gd name="T7" fmla="*/ 38 h 38"/>
                <a:gd name="T8" fmla="*/ 213 w 232"/>
                <a:gd name="T9" fmla="*/ 38 h 38"/>
                <a:gd name="T10" fmla="*/ 232 w 232"/>
                <a:gd name="T11" fmla="*/ 19 h 38"/>
                <a:gd name="T12" fmla="*/ 213 w 232"/>
                <a:gd name="T1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8">
                  <a:moveTo>
                    <a:pt x="21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23" y="38"/>
                    <a:pt x="232" y="30"/>
                    <a:pt x="232" y="19"/>
                  </a:cubicBezTo>
                  <a:cubicBezTo>
                    <a:pt x="232" y="8"/>
                    <a:pt x="223" y="0"/>
                    <a:pt x="2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19" name="Freeform 22">
              <a:extLst>
                <a:ext uri="{FF2B5EF4-FFF2-40B4-BE49-F238E27FC236}">
                  <a16:creationId xmlns:a16="http://schemas.microsoft.com/office/drawing/2014/main" id="{07AA5DE0-C7B3-5566-4081-FB651B866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064" y="-158275"/>
              <a:ext cx="393700" cy="66675"/>
            </a:xfrm>
            <a:custGeom>
              <a:avLst/>
              <a:gdLst>
                <a:gd name="T0" fmla="*/ 213 w 232"/>
                <a:gd name="T1" fmla="*/ 0 h 39"/>
                <a:gd name="T2" fmla="*/ 20 w 232"/>
                <a:gd name="T3" fmla="*/ 0 h 39"/>
                <a:gd name="T4" fmla="*/ 0 w 232"/>
                <a:gd name="T5" fmla="*/ 19 h 39"/>
                <a:gd name="T6" fmla="*/ 20 w 232"/>
                <a:gd name="T7" fmla="*/ 39 h 39"/>
                <a:gd name="T8" fmla="*/ 213 w 232"/>
                <a:gd name="T9" fmla="*/ 39 h 39"/>
                <a:gd name="T10" fmla="*/ 232 w 232"/>
                <a:gd name="T11" fmla="*/ 19 h 39"/>
                <a:gd name="T12" fmla="*/ 213 w 232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" h="39">
                  <a:moveTo>
                    <a:pt x="21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23" y="39"/>
                    <a:pt x="232" y="30"/>
                    <a:pt x="232" y="19"/>
                  </a:cubicBezTo>
                  <a:cubicBezTo>
                    <a:pt x="232" y="9"/>
                    <a:pt x="223" y="0"/>
                    <a:pt x="2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0" name="Freeform 23">
              <a:extLst>
                <a:ext uri="{FF2B5EF4-FFF2-40B4-BE49-F238E27FC236}">
                  <a16:creationId xmlns:a16="http://schemas.microsoft.com/office/drawing/2014/main" id="{D01DE6A8-89D4-0B6B-5EAA-B53D4F3E6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8964" y="-842488"/>
              <a:ext cx="260350" cy="260350"/>
            </a:xfrm>
            <a:custGeom>
              <a:avLst/>
              <a:gdLst>
                <a:gd name="T0" fmla="*/ 135 w 154"/>
                <a:gd name="T1" fmla="*/ 0 h 154"/>
                <a:gd name="T2" fmla="*/ 0 w 154"/>
                <a:gd name="T3" fmla="*/ 135 h 154"/>
                <a:gd name="T4" fmla="*/ 19 w 154"/>
                <a:gd name="T5" fmla="*/ 154 h 154"/>
                <a:gd name="T6" fmla="*/ 38 w 154"/>
                <a:gd name="T7" fmla="*/ 135 h 154"/>
                <a:gd name="T8" fmla="*/ 135 w 154"/>
                <a:gd name="T9" fmla="*/ 38 h 154"/>
                <a:gd name="T10" fmla="*/ 154 w 154"/>
                <a:gd name="T11" fmla="*/ 19 h 154"/>
                <a:gd name="T12" fmla="*/ 135 w 154"/>
                <a:gd name="T13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54">
                  <a:moveTo>
                    <a:pt x="135" y="0"/>
                  </a:moveTo>
                  <a:cubicBezTo>
                    <a:pt x="60" y="0"/>
                    <a:pt x="0" y="60"/>
                    <a:pt x="0" y="135"/>
                  </a:cubicBezTo>
                  <a:cubicBezTo>
                    <a:pt x="0" y="145"/>
                    <a:pt x="8" y="154"/>
                    <a:pt x="19" y="154"/>
                  </a:cubicBezTo>
                  <a:cubicBezTo>
                    <a:pt x="30" y="154"/>
                    <a:pt x="38" y="145"/>
                    <a:pt x="38" y="135"/>
                  </a:cubicBezTo>
                  <a:cubicBezTo>
                    <a:pt x="38" y="81"/>
                    <a:pt x="82" y="38"/>
                    <a:pt x="135" y="38"/>
                  </a:cubicBezTo>
                  <a:cubicBezTo>
                    <a:pt x="145" y="38"/>
                    <a:pt x="154" y="30"/>
                    <a:pt x="154" y="19"/>
                  </a:cubicBezTo>
                  <a:cubicBezTo>
                    <a:pt x="154" y="8"/>
                    <a:pt x="145" y="0"/>
                    <a:pt x="1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1" name="Freeform 24">
              <a:extLst>
                <a:ext uri="{FF2B5EF4-FFF2-40B4-BE49-F238E27FC236}">
                  <a16:creationId xmlns:a16="http://schemas.microsoft.com/office/drawing/2014/main" id="{CC6BD381-2C03-DE0D-902B-CBE49C68D1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8427" y="-1529876"/>
              <a:ext cx="1960563" cy="1960563"/>
            </a:xfrm>
            <a:custGeom>
              <a:avLst/>
              <a:gdLst>
                <a:gd name="T0" fmla="*/ 1081 w 1159"/>
                <a:gd name="T1" fmla="*/ 316 h 1159"/>
                <a:gd name="T2" fmla="*/ 1081 w 1159"/>
                <a:gd name="T3" fmla="*/ 154 h 1159"/>
                <a:gd name="T4" fmla="*/ 927 w 1159"/>
                <a:gd name="T5" fmla="*/ 0 h 1159"/>
                <a:gd name="T6" fmla="*/ 232 w 1159"/>
                <a:gd name="T7" fmla="*/ 0 h 1159"/>
                <a:gd name="T8" fmla="*/ 77 w 1159"/>
                <a:gd name="T9" fmla="*/ 154 h 1159"/>
                <a:gd name="T10" fmla="*/ 77 w 1159"/>
                <a:gd name="T11" fmla="*/ 316 h 1159"/>
                <a:gd name="T12" fmla="*/ 0 w 1159"/>
                <a:gd name="T13" fmla="*/ 425 h 1159"/>
                <a:gd name="T14" fmla="*/ 0 w 1159"/>
                <a:gd name="T15" fmla="*/ 618 h 1159"/>
                <a:gd name="T16" fmla="*/ 77 w 1159"/>
                <a:gd name="T17" fmla="*/ 727 h 1159"/>
                <a:gd name="T18" fmla="*/ 77 w 1159"/>
                <a:gd name="T19" fmla="*/ 978 h 1159"/>
                <a:gd name="T20" fmla="*/ 251 w 1159"/>
                <a:gd name="T21" fmla="*/ 1159 h 1159"/>
                <a:gd name="T22" fmla="*/ 413 w 1159"/>
                <a:gd name="T23" fmla="*/ 1042 h 1159"/>
                <a:gd name="T24" fmla="*/ 746 w 1159"/>
                <a:gd name="T25" fmla="*/ 1042 h 1159"/>
                <a:gd name="T26" fmla="*/ 908 w 1159"/>
                <a:gd name="T27" fmla="*/ 1159 h 1159"/>
                <a:gd name="T28" fmla="*/ 1081 w 1159"/>
                <a:gd name="T29" fmla="*/ 978 h 1159"/>
                <a:gd name="T30" fmla="*/ 1081 w 1159"/>
                <a:gd name="T31" fmla="*/ 727 h 1159"/>
                <a:gd name="T32" fmla="*/ 1159 w 1159"/>
                <a:gd name="T33" fmla="*/ 618 h 1159"/>
                <a:gd name="T34" fmla="*/ 1159 w 1159"/>
                <a:gd name="T35" fmla="*/ 425 h 1159"/>
                <a:gd name="T36" fmla="*/ 1081 w 1159"/>
                <a:gd name="T37" fmla="*/ 316 h 1159"/>
                <a:gd name="T38" fmla="*/ 1081 w 1159"/>
                <a:gd name="T39" fmla="*/ 618 h 1159"/>
                <a:gd name="T40" fmla="*/ 1043 w 1159"/>
                <a:gd name="T41" fmla="*/ 657 h 1159"/>
                <a:gd name="T42" fmla="*/ 1004 w 1159"/>
                <a:gd name="T43" fmla="*/ 657 h 1159"/>
                <a:gd name="T44" fmla="*/ 1004 w 1159"/>
                <a:gd name="T45" fmla="*/ 978 h 1159"/>
                <a:gd name="T46" fmla="*/ 908 w 1159"/>
                <a:gd name="T47" fmla="*/ 1081 h 1159"/>
                <a:gd name="T48" fmla="*/ 811 w 1159"/>
                <a:gd name="T49" fmla="*/ 978 h 1159"/>
                <a:gd name="T50" fmla="*/ 811 w 1159"/>
                <a:gd name="T51" fmla="*/ 965 h 1159"/>
                <a:gd name="T52" fmla="*/ 347 w 1159"/>
                <a:gd name="T53" fmla="*/ 965 h 1159"/>
                <a:gd name="T54" fmla="*/ 347 w 1159"/>
                <a:gd name="T55" fmla="*/ 978 h 1159"/>
                <a:gd name="T56" fmla="*/ 251 w 1159"/>
                <a:gd name="T57" fmla="*/ 1081 h 1159"/>
                <a:gd name="T58" fmla="*/ 155 w 1159"/>
                <a:gd name="T59" fmla="*/ 978 h 1159"/>
                <a:gd name="T60" fmla="*/ 155 w 1159"/>
                <a:gd name="T61" fmla="*/ 657 h 1159"/>
                <a:gd name="T62" fmla="*/ 116 w 1159"/>
                <a:gd name="T63" fmla="*/ 657 h 1159"/>
                <a:gd name="T64" fmla="*/ 77 w 1159"/>
                <a:gd name="T65" fmla="*/ 618 h 1159"/>
                <a:gd name="T66" fmla="*/ 77 w 1159"/>
                <a:gd name="T67" fmla="*/ 425 h 1159"/>
                <a:gd name="T68" fmla="*/ 116 w 1159"/>
                <a:gd name="T69" fmla="*/ 386 h 1159"/>
                <a:gd name="T70" fmla="*/ 154 w 1159"/>
                <a:gd name="T71" fmla="*/ 386 h 1159"/>
                <a:gd name="T72" fmla="*/ 154 w 1159"/>
                <a:gd name="T73" fmla="*/ 270 h 1159"/>
                <a:gd name="T74" fmla="*/ 270 w 1159"/>
                <a:gd name="T75" fmla="*/ 155 h 1159"/>
                <a:gd name="T76" fmla="*/ 888 w 1159"/>
                <a:gd name="T77" fmla="*/ 155 h 1159"/>
                <a:gd name="T78" fmla="*/ 1004 w 1159"/>
                <a:gd name="T79" fmla="*/ 270 h 1159"/>
                <a:gd name="T80" fmla="*/ 1004 w 1159"/>
                <a:gd name="T81" fmla="*/ 386 h 1159"/>
                <a:gd name="T82" fmla="*/ 1043 w 1159"/>
                <a:gd name="T83" fmla="*/ 386 h 1159"/>
                <a:gd name="T84" fmla="*/ 1081 w 1159"/>
                <a:gd name="T85" fmla="*/ 425 h 1159"/>
                <a:gd name="T86" fmla="*/ 1081 w 1159"/>
                <a:gd name="T87" fmla="*/ 618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59" h="1159">
                  <a:moveTo>
                    <a:pt x="1081" y="316"/>
                  </a:moveTo>
                  <a:cubicBezTo>
                    <a:pt x="1081" y="154"/>
                    <a:pt x="1081" y="154"/>
                    <a:pt x="1081" y="154"/>
                  </a:cubicBezTo>
                  <a:cubicBezTo>
                    <a:pt x="1081" y="69"/>
                    <a:pt x="1012" y="0"/>
                    <a:pt x="927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147" y="0"/>
                    <a:pt x="77" y="69"/>
                    <a:pt x="77" y="154"/>
                  </a:cubicBezTo>
                  <a:cubicBezTo>
                    <a:pt x="77" y="316"/>
                    <a:pt x="77" y="316"/>
                    <a:pt x="77" y="316"/>
                  </a:cubicBezTo>
                  <a:cubicBezTo>
                    <a:pt x="32" y="332"/>
                    <a:pt x="0" y="374"/>
                    <a:pt x="0" y="425"/>
                  </a:cubicBezTo>
                  <a:cubicBezTo>
                    <a:pt x="0" y="618"/>
                    <a:pt x="0" y="618"/>
                    <a:pt x="0" y="618"/>
                  </a:cubicBezTo>
                  <a:cubicBezTo>
                    <a:pt x="0" y="668"/>
                    <a:pt x="32" y="711"/>
                    <a:pt x="77" y="727"/>
                  </a:cubicBezTo>
                  <a:cubicBezTo>
                    <a:pt x="77" y="978"/>
                    <a:pt x="77" y="978"/>
                    <a:pt x="77" y="978"/>
                  </a:cubicBezTo>
                  <a:cubicBezTo>
                    <a:pt x="77" y="1078"/>
                    <a:pt x="155" y="1159"/>
                    <a:pt x="251" y="1159"/>
                  </a:cubicBezTo>
                  <a:cubicBezTo>
                    <a:pt x="325" y="1159"/>
                    <a:pt x="388" y="1110"/>
                    <a:pt x="413" y="1042"/>
                  </a:cubicBezTo>
                  <a:cubicBezTo>
                    <a:pt x="746" y="1042"/>
                    <a:pt x="746" y="1042"/>
                    <a:pt x="746" y="1042"/>
                  </a:cubicBezTo>
                  <a:cubicBezTo>
                    <a:pt x="771" y="1110"/>
                    <a:pt x="834" y="1159"/>
                    <a:pt x="908" y="1159"/>
                  </a:cubicBezTo>
                  <a:cubicBezTo>
                    <a:pt x="1003" y="1159"/>
                    <a:pt x="1081" y="1078"/>
                    <a:pt x="1081" y="978"/>
                  </a:cubicBezTo>
                  <a:cubicBezTo>
                    <a:pt x="1081" y="727"/>
                    <a:pt x="1081" y="727"/>
                    <a:pt x="1081" y="727"/>
                  </a:cubicBezTo>
                  <a:cubicBezTo>
                    <a:pt x="1126" y="711"/>
                    <a:pt x="1159" y="668"/>
                    <a:pt x="1159" y="618"/>
                  </a:cubicBezTo>
                  <a:cubicBezTo>
                    <a:pt x="1159" y="425"/>
                    <a:pt x="1159" y="425"/>
                    <a:pt x="1159" y="425"/>
                  </a:cubicBezTo>
                  <a:cubicBezTo>
                    <a:pt x="1159" y="374"/>
                    <a:pt x="1126" y="332"/>
                    <a:pt x="1081" y="316"/>
                  </a:cubicBezTo>
                  <a:close/>
                  <a:moveTo>
                    <a:pt x="1081" y="618"/>
                  </a:moveTo>
                  <a:cubicBezTo>
                    <a:pt x="1081" y="639"/>
                    <a:pt x="1064" y="657"/>
                    <a:pt x="1043" y="657"/>
                  </a:cubicBezTo>
                  <a:cubicBezTo>
                    <a:pt x="1004" y="657"/>
                    <a:pt x="1004" y="657"/>
                    <a:pt x="1004" y="657"/>
                  </a:cubicBezTo>
                  <a:cubicBezTo>
                    <a:pt x="1004" y="978"/>
                    <a:pt x="1004" y="978"/>
                    <a:pt x="1004" y="978"/>
                  </a:cubicBezTo>
                  <a:cubicBezTo>
                    <a:pt x="1004" y="1035"/>
                    <a:pt x="961" y="1081"/>
                    <a:pt x="908" y="1081"/>
                  </a:cubicBezTo>
                  <a:cubicBezTo>
                    <a:pt x="855" y="1081"/>
                    <a:pt x="811" y="1035"/>
                    <a:pt x="811" y="978"/>
                  </a:cubicBezTo>
                  <a:cubicBezTo>
                    <a:pt x="811" y="965"/>
                    <a:pt x="811" y="965"/>
                    <a:pt x="811" y="965"/>
                  </a:cubicBezTo>
                  <a:cubicBezTo>
                    <a:pt x="347" y="965"/>
                    <a:pt x="347" y="965"/>
                    <a:pt x="347" y="965"/>
                  </a:cubicBezTo>
                  <a:cubicBezTo>
                    <a:pt x="347" y="978"/>
                    <a:pt x="347" y="978"/>
                    <a:pt x="347" y="978"/>
                  </a:cubicBezTo>
                  <a:cubicBezTo>
                    <a:pt x="347" y="1035"/>
                    <a:pt x="304" y="1081"/>
                    <a:pt x="251" y="1081"/>
                  </a:cubicBezTo>
                  <a:cubicBezTo>
                    <a:pt x="198" y="1081"/>
                    <a:pt x="155" y="1035"/>
                    <a:pt x="155" y="978"/>
                  </a:cubicBezTo>
                  <a:cubicBezTo>
                    <a:pt x="155" y="657"/>
                    <a:pt x="155" y="657"/>
                    <a:pt x="155" y="657"/>
                  </a:cubicBezTo>
                  <a:cubicBezTo>
                    <a:pt x="116" y="657"/>
                    <a:pt x="116" y="657"/>
                    <a:pt x="116" y="657"/>
                  </a:cubicBezTo>
                  <a:cubicBezTo>
                    <a:pt x="94" y="657"/>
                    <a:pt x="77" y="639"/>
                    <a:pt x="77" y="618"/>
                  </a:cubicBezTo>
                  <a:cubicBezTo>
                    <a:pt x="77" y="425"/>
                    <a:pt x="77" y="425"/>
                    <a:pt x="77" y="425"/>
                  </a:cubicBezTo>
                  <a:cubicBezTo>
                    <a:pt x="77" y="403"/>
                    <a:pt x="94" y="386"/>
                    <a:pt x="116" y="386"/>
                  </a:cubicBezTo>
                  <a:cubicBezTo>
                    <a:pt x="154" y="386"/>
                    <a:pt x="154" y="386"/>
                    <a:pt x="154" y="386"/>
                  </a:cubicBezTo>
                  <a:cubicBezTo>
                    <a:pt x="154" y="270"/>
                    <a:pt x="154" y="270"/>
                    <a:pt x="154" y="270"/>
                  </a:cubicBezTo>
                  <a:cubicBezTo>
                    <a:pt x="154" y="193"/>
                    <a:pt x="193" y="155"/>
                    <a:pt x="270" y="155"/>
                  </a:cubicBezTo>
                  <a:cubicBezTo>
                    <a:pt x="348" y="155"/>
                    <a:pt x="811" y="155"/>
                    <a:pt x="888" y="155"/>
                  </a:cubicBezTo>
                  <a:cubicBezTo>
                    <a:pt x="965" y="155"/>
                    <a:pt x="1004" y="193"/>
                    <a:pt x="1004" y="270"/>
                  </a:cubicBezTo>
                  <a:cubicBezTo>
                    <a:pt x="1004" y="386"/>
                    <a:pt x="1004" y="386"/>
                    <a:pt x="1004" y="386"/>
                  </a:cubicBezTo>
                  <a:cubicBezTo>
                    <a:pt x="1043" y="386"/>
                    <a:pt x="1043" y="386"/>
                    <a:pt x="1043" y="386"/>
                  </a:cubicBezTo>
                  <a:cubicBezTo>
                    <a:pt x="1064" y="386"/>
                    <a:pt x="1081" y="403"/>
                    <a:pt x="1081" y="425"/>
                  </a:cubicBezTo>
                  <a:lnTo>
                    <a:pt x="1081" y="6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2" name="Freeform 25">
              <a:extLst>
                <a:ext uri="{FF2B5EF4-FFF2-40B4-BE49-F238E27FC236}">
                  <a16:creationId xmlns:a16="http://schemas.microsoft.com/office/drawing/2014/main" id="{73112B34-6DAC-AF94-60AA-BE3ED8DC4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7202" y="-975838"/>
              <a:ext cx="1241425" cy="588963"/>
            </a:xfrm>
            <a:custGeom>
              <a:avLst/>
              <a:gdLst>
                <a:gd name="T0" fmla="*/ 638 w 734"/>
                <a:gd name="T1" fmla="*/ 0 h 348"/>
                <a:gd name="T2" fmla="*/ 97 w 734"/>
                <a:gd name="T3" fmla="*/ 0 h 348"/>
                <a:gd name="T4" fmla="*/ 0 w 734"/>
                <a:gd name="T5" fmla="*/ 97 h 348"/>
                <a:gd name="T6" fmla="*/ 0 w 734"/>
                <a:gd name="T7" fmla="*/ 251 h 348"/>
                <a:gd name="T8" fmla="*/ 97 w 734"/>
                <a:gd name="T9" fmla="*/ 348 h 348"/>
                <a:gd name="T10" fmla="*/ 638 w 734"/>
                <a:gd name="T11" fmla="*/ 348 h 348"/>
                <a:gd name="T12" fmla="*/ 734 w 734"/>
                <a:gd name="T13" fmla="*/ 251 h 348"/>
                <a:gd name="T14" fmla="*/ 734 w 734"/>
                <a:gd name="T15" fmla="*/ 97 h 348"/>
                <a:gd name="T16" fmla="*/ 638 w 734"/>
                <a:gd name="T17" fmla="*/ 0 h 348"/>
                <a:gd name="T18" fmla="*/ 696 w 734"/>
                <a:gd name="T19" fmla="*/ 251 h 348"/>
                <a:gd name="T20" fmla="*/ 638 w 734"/>
                <a:gd name="T21" fmla="*/ 309 h 348"/>
                <a:gd name="T22" fmla="*/ 97 w 734"/>
                <a:gd name="T23" fmla="*/ 309 h 348"/>
                <a:gd name="T24" fmla="*/ 39 w 734"/>
                <a:gd name="T25" fmla="*/ 251 h 348"/>
                <a:gd name="T26" fmla="*/ 39 w 734"/>
                <a:gd name="T27" fmla="*/ 97 h 348"/>
                <a:gd name="T28" fmla="*/ 97 w 734"/>
                <a:gd name="T29" fmla="*/ 39 h 348"/>
                <a:gd name="T30" fmla="*/ 638 w 734"/>
                <a:gd name="T31" fmla="*/ 39 h 348"/>
                <a:gd name="T32" fmla="*/ 696 w 734"/>
                <a:gd name="T33" fmla="*/ 97 h 348"/>
                <a:gd name="T34" fmla="*/ 696 w 734"/>
                <a:gd name="T35" fmla="*/ 251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4" h="348">
                  <a:moveTo>
                    <a:pt x="638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44" y="0"/>
                    <a:pt x="0" y="44"/>
                    <a:pt x="0" y="97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305"/>
                    <a:pt x="44" y="348"/>
                    <a:pt x="97" y="348"/>
                  </a:cubicBezTo>
                  <a:cubicBezTo>
                    <a:pt x="638" y="348"/>
                    <a:pt x="638" y="348"/>
                    <a:pt x="638" y="348"/>
                  </a:cubicBezTo>
                  <a:cubicBezTo>
                    <a:pt x="691" y="348"/>
                    <a:pt x="734" y="305"/>
                    <a:pt x="734" y="251"/>
                  </a:cubicBezTo>
                  <a:cubicBezTo>
                    <a:pt x="734" y="97"/>
                    <a:pt x="734" y="97"/>
                    <a:pt x="734" y="97"/>
                  </a:cubicBezTo>
                  <a:cubicBezTo>
                    <a:pt x="734" y="44"/>
                    <a:pt x="691" y="0"/>
                    <a:pt x="638" y="0"/>
                  </a:cubicBezTo>
                  <a:close/>
                  <a:moveTo>
                    <a:pt x="696" y="251"/>
                  </a:moveTo>
                  <a:cubicBezTo>
                    <a:pt x="696" y="283"/>
                    <a:pt x="670" y="309"/>
                    <a:pt x="638" y="309"/>
                  </a:cubicBezTo>
                  <a:cubicBezTo>
                    <a:pt x="97" y="309"/>
                    <a:pt x="97" y="309"/>
                    <a:pt x="97" y="309"/>
                  </a:cubicBezTo>
                  <a:cubicBezTo>
                    <a:pt x="65" y="309"/>
                    <a:pt x="39" y="283"/>
                    <a:pt x="39" y="251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39" y="65"/>
                    <a:pt x="65" y="39"/>
                    <a:pt x="97" y="39"/>
                  </a:cubicBezTo>
                  <a:cubicBezTo>
                    <a:pt x="638" y="39"/>
                    <a:pt x="638" y="39"/>
                    <a:pt x="638" y="39"/>
                  </a:cubicBezTo>
                  <a:cubicBezTo>
                    <a:pt x="670" y="39"/>
                    <a:pt x="696" y="65"/>
                    <a:pt x="696" y="97"/>
                  </a:cubicBezTo>
                  <a:lnTo>
                    <a:pt x="696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23" name="Group 337">
            <a:extLst>
              <a:ext uri="{FF2B5EF4-FFF2-40B4-BE49-F238E27FC236}">
                <a16:creationId xmlns:a16="http://schemas.microsoft.com/office/drawing/2014/main" id="{83697D19-237B-AEB6-55BA-E831F2629F8A}"/>
              </a:ext>
            </a:extLst>
          </p:cNvPr>
          <p:cNvGrpSpPr/>
          <p:nvPr/>
        </p:nvGrpSpPr>
        <p:grpSpPr>
          <a:xfrm>
            <a:off x="1406563" y="3601628"/>
            <a:ext cx="519724" cy="229773"/>
            <a:chOff x="2865438" y="5287963"/>
            <a:chExt cx="754062" cy="33337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24" name="Freeform 31">
              <a:extLst>
                <a:ext uri="{FF2B5EF4-FFF2-40B4-BE49-F238E27FC236}">
                  <a16:creationId xmlns:a16="http://schemas.microsoft.com/office/drawing/2014/main" id="{0B5E4167-B6CB-6BBB-3FCF-E9FACDFEE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413" y="5508626"/>
              <a:ext cx="92075" cy="93663"/>
            </a:xfrm>
            <a:custGeom>
              <a:avLst/>
              <a:gdLst>
                <a:gd name="T0" fmla="*/ 23 w 24"/>
                <a:gd name="T1" fmla="*/ 7 h 24"/>
                <a:gd name="T2" fmla="*/ 24 w 24"/>
                <a:gd name="T3" fmla="*/ 3 h 24"/>
                <a:gd name="T4" fmla="*/ 22 w 24"/>
                <a:gd name="T5" fmla="*/ 1 h 24"/>
                <a:gd name="T6" fmla="*/ 20 w 24"/>
                <a:gd name="T7" fmla="*/ 0 h 24"/>
                <a:gd name="T8" fmla="*/ 16 w 24"/>
                <a:gd name="T9" fmla="*/ 2 h 24"/>
                <a:gd name="T10" fmla="*/ 0 w 24"/>
                <a:gd name="T11" fmla="*/ 22 h 24"/>
                <a:gd name="T12" fmla="*/ 8 w 24"/>
                <a:gd name="T13" fmla="*/ 24 h 24"/>
                <a:gd name="T14" fmla="*/ 8 w 24"/>
                <a:gd name="T15" fmla="*/ 24 h 24"/>
                <a:gd name="T16" fmla="*/ 21 w 24"/>
                <a:gd name="T17" fmla="*/ 9 h 24"/>
                <a:gd name="T18" fmla="*/ 23 w 24"/>
                <a:gd name="T19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23" y="7"/>
                  </a:moveTo>
                  <a:cubicBezTo>
                    <a:pt x="23" y="6"/>
                    <a:pt x="24" y="5"/>
                    <a:pt x="24" y="3"/>
                  </a:cubicBezTo>
                  <a:cubicBezTo>
                    <a:pt x="23" y="2"/>
                    <a:pt x="23" y="2"/>
                    <a:pt x="22" y="1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18" y="0"/>
                    <a:pt x="17" y="1"/>
                    <a:pt x="16" y="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3"/>
                    <a:pt x="5" y="23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2" y="7"/>
                    <a:pt x="2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5" name="Freeform 32">
              <a:extLst>
                <a:ext uri="{FF2B5EF4-FFF2-40B4-BE49-F238E27FC236}">
                  <a16:creationId xmlns:a16="http://schemas.microsoft.com/office/drawing/2014/main" id="{9B39DA51-AB62-5214-F12D-CEC8961A0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375" y="5505451"/>
              <a:ext cx="80962" cy="80963"/>
            </a:xfrm>
            <a:custGeom>
              <a:avLst/>
              <a:gdLst>
                <a:gd name="T0" fmla="*/ 21 w 21"/>
                <a:gd name="T1" fmla="*/ 4 h 21"/>
                <a:gd name="T2" fmla="*/ 19 w 21"/>
                <a:gd name="T3" fmla="*/ 1 h 21"/>
                <a:gd name="T4" fmla="*/ 17 w 21"/>
                <a:gd name="T5" fmla="*/ 0 h 21"/>
                <a:gd name="T6" fmla="*/ 13 w 21"/>
                <a:gd name="T7" fmla="*/ 2 h 21"/>
                <a:gd name="T8" fmla="*/ 0 w 21"/>
                <a:gd name="T9" fmla="*/ 18 h 21"/>
                <a:gd name="T10" fmla="*/ 8 w 21"/>
                <a:gd name="T11" fmla="*/ 21 h 21"/>
                <a:gd name="T12" fmla="*/ 20 w 21"/>
                <a:gd name="T13" fmla="*/ 7 h 21"/>
                <a:gd name="T14" fmla="*/ 21 w 21"/>
                <a:gd name="T15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21">
                  <a:moveTo>
                    <a:pt x="21" y="4"/>
                  </a:moveTo>
                  <a:cubicBezTo>
                    <a:pt x="21" y="2"/>
                    <a:pt x="20" y="1"/>
                    <a:pt x="19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16" y="0"/>
                    <a:pt x="14" y="1"/>
                    <a:pt x="13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9"/>
                    <a:pt x="5" y="20"/>
                    <a:pt x="8" y="2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5"/>
                    <a:pt x="2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6" name="Freeform 33">
              <a:extLst>
                <a:ext uri="{FF2B5EF4-FFF2-40B4-BE49-F238E27FC236}">
                  <a16:creationId xmlns:a16="http://schemas.microsoft.com/office/drawing/2014/main" id="{5F4FD637-F2A3-FE3D-5349-96BC7E09C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5548313"/>
              <a:ext cx="73025" cy="69850"/>
            </a:xfrm>
            <a:custGeom>
              <a:avLst/>
              <a:gdLst>
                <a:gd name="T0" fmla="*/ 14 w 19"/>
                <a:gd name="T1" fmla="*/ 0 h 18"/>
                <a:gd name="T2" fmla="*/ 13 w 19"/>
                <a:gd name="T3" fmla="*/ 0 h 18"/>
                <a:gd name="T4" fmla="*/ 0 w 19"/>
                <a:gd name="T5" fmla="*/ 16 h 18"/>
                <a:gd name="T6" fmla="*/ 9 w 19"/>
                <a:gd name="T7" fmla="*/ 18 h 18"/>
                <a:gd name="T8" fmla="*/ 17 w 19"/>
                <a:gd name="T9" fmla="*/ 8 h 18"/>
                <a:gd name="T10" fmla="*/ 17 w 19"/>
                <a:gd name="T11" fmla="*/ 7 h 18"/>
                <a:gd name="T12" fmla="*/ 18 w 19"/>
                <a:gd name="T13" fmla="*/ 6 h 18"/>
                <a:gd name="T14" fmla="*/ 17 w 19"/>
                <a:gd name="T15" fmla="*/ 1 h 18"/>
                <a:gd name="T16" fmla="*/ 14 w 1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18">
                  <a:moveTo>
                    <a:pt x="14" y="0"/>
                  </a:moveTo>
                  <a:cubicBezTo>
                    <a:pt x="14" y="0"/>
                    <a:pt x="13" y="0"/>
                    <a:pt x="13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" y="16"/>
                    <a:pt x="6" y="17"/>
                    <a:pt x="9" y="1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5"/>
                    <a:pt x="19" y="2"/>
                    <a:pt x="17" y="1"/>
                  </a:cubicBezTo>
                  <a:cubicBezTo>
                    <a:pt x="16" y="0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7" name="Freeform 34">
              <a:extLst>
                <a:ext uri="{FF2B5EF4-FFF2-40B4-BE49-F238E27FC236}">
                  <a16:creationId xmlns:a16="http://schemas.microsoft.com/office/drawing/2014/main" id="{5DA2B06C-9BAF-6727-CB98-3E4D7747E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038" y="5529263"/>
              <a:ext cx="41275" cy="38100"/>
            </a:xfrm>
            <a:custGeom>
              <a:avLst/>
              <a:gdLst>
                <a:gd name="T0" fmla="*/ 9 w 11"/>
                <a:gd name="T1" fmla="*/ 1 h 10"/>
                <a:gd name="T2" fmla="*/ 6 w 11"/>
                <a:gd name="T3" fmla="*/ 0 h 10"/>
                <a:gd name="T4" fmla="*/ 6 w 11"/>
                <a:gd name="T5" fmla="*/ 0 h 10"/>
                <a:gd name="T6" fmla="*/ 0 w 11"/>
                <a:gd name="T7" fmla="*/ 7 h 10"/>
                <a:gd name="T8" fmla="*/ 5 w 11"/>
                <a:gd name="T9" fmla="*/ 10 h 10"/>
                <a:gd name="T10" fmla="*/ 10 w 11"/>
                <a:gd name="T11" fmla="*/ 4 h 10"/>
                <a:gd name="T12" fmla="*/ 9 w 11"/>
                <a:gd name="T13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9" y="1"/>
                  </a:moveTo>
                  <a:cubicBezTo>
                    <a:pt x="8" y="0"/>
                    <a:pt x="7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" y="8"/>
                    <a:pt x="3" y="9"/>
                    <a:pt x="5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1" y="4"/>
                    <a:pt x="10" y="2"/>
                    <a:pt x="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8" name="Freeform 35">
              <a:extLst>
                <a:ext uri="{FF2B5EF4-FFF2-40B4-BE49-F238E27FC236}">
                  <a16:creationId xmlns:a16="http://schemas.microsoft.com/office/drawing/2014/main" id="{76560488-7440-CAC4-D22E-A0902BF41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5602288"/>
              <a:ext cx="15875" cy="19050"/>
            </a:xfrm>
            <a:custGeom>
              <a:avLst/>
              <a:gdLst>
                <a:gd name="T0" fmla="*/ 0 w 4"/>
                <a:gd name="T1" fmla="*/ 5 h 5"/>
                <a:gd name="T2" fmla="*/ 0 w 4"/>
                <a:gd name="T3" fmla="*/ 5 h 5"/>
                <a:gd name="T4" fmla="*/ 4 w 4"/>
                <a:gd name="T5" fmla="*/ 4 h 5"/>
                <a:gd name="T6" fmla="*/ 4 w 4"/>
                <a:gd name="T7" fmla="*/ 0 h 5"/>
                <a:gd name="T8" fmla="*/ 0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4"/>
                    <a:pt x="4" y="4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29" name="Freeform 36">
              <a:extLst>
                <a:ext uri="{FF2B5EF4-FFF2-40B4-BE49-F238E27FC236}">
                  <a16:creationId xmlns:a16="http://schemas.microsoft.com/office/drawing/2014/main" id="{7516D348-1F99-3C80-0879-A3106445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238" y="5294313"/>
              <a:ext cx="449262" cy="254000"/>
            </a:xfrm>
            <a:custGeom>
              <a:avLst/>
              <a:gdLst>
                <a:gd name="T0" fmla="*/ 117 w 118"/>
                <a:gd name="T1" fmla="*/ 9 h 65"/>
                <a:gd name="T2" fmla="*/ 101 w 118"/>
                <a:gd name="T3" fmla="*/ 0 h 65"/>
                <a:gd name="T4" fmla="*/ 85 w 118"/>
                <a:gd name="T5" fmla="*/ 10 h 65"/>
                <a:gd name="T6" fmla="*/ 85 w 118"/>
                <a:gd name="T7" fmla="*/ 13 h 65"/>
                <a:gd name="T8" fmla="*/ 63 w 118"/>
                <a:gd name="T9" fmla="*/ 21 h 65"/>
                <a:gd name="T10" fmla="*/ 62 w 118"/>
                <a:gd name="T11" fmla="*/ 20 h 65"/>
                <a:gd name="T12" fmla="*/ 36 w 118"/>
                <a:gd name="T13" fmla="*/ 7 h 65"/>
                <a:gd name="T14" fmla="*/ 36 w 118"/>
                <a:gd name="T15" fmla="*/ 7 h 65"/>
                <a:gd name="T16" fmla="*/ 30 w 118"/>
                <a:gd name="T17" fmla="*/ 5 h 65"/>
                <a:gd name="T18" fmla="*/ 25 w 118"/>
                <a:gd name="T19" fmla="*/ 7 h 65"/>
                <a:gd name="T20" fmla="*/ 25 w 118"/>
                <a:gd name="T21" fmla="*/ 7 h 65"/>
                <a:gd name="T22" fmla="*/ 7 w 118"/>
                <a:gd name="T23" fmla="*/ 17 h 65"/>
                <a:gd name="T24" fmla="*/ 3 w 118"/>
                <a:gd name="T25" fmla="*/ 29 h 65"/>
                <a:gd name="T26" fmla="*/ 2 w 118"/>
                <a:gd name="T27" fmla="*/ 39 h 65"/>
                <a:gd name="T28" fmla="*/ 3 w 118"/>
                <a:gd name="T29" fmla="*/ 40 h 65"/>
                <a:gd name="T30" fmla="*/ 8 w 118"/>
                <a:gd name="T31" fmla="*/ 38 h 65"/>
                <a:gd name="T32" fmla="*/ 21 w 118"/>
                <a:gd name="T33" fmla="*/ 20 h 65"/>
                <a:gd name="T34" fmla="*/ 22 w 118"/>
                <a:gd name="T35" fmla="*/ 18 h 65"/>
                <a:gd name="T36" fmla="*/ 24 w 118"/>
                <a:gd name="T37" fmla="*/ 19 h 65"/>
                <a:gd name="T38" fmla="*/ 28 w 118"/>
                <a:gd name="T39" fmla="*/ 21 h 65"/>
                <a:gd name="T40" fmla="*/ 34 w 118"/>
                <a:gd name="T41" fmla="*/ 24 h 65"/>
                <a:gd name="T42" fmla="*/ 34 w 118"/>
                <a:gd name="T43" fmla="*/ 24 h 65"/>
                <a:gd name="T44" fmla="*/ 46 w 118"/>
                <a:gd name="T45" fmla="*/ 34 h 65"/>
                <a:gd name="T46" fmla="*/ 58 w 118"/>
                <a:gd name="T47" fmla="*/ 46 h 65"/>
                <a:gd name="T48" fmla="*/ 58 w 118"/>
                <a:gd name="T49" fmla="*/ 46 h 65"/>
                <a:gd name="T50" fmla="*/ 58 w 118"/>
                <a:gd name="T51" fmla="*/ 46 h 65"/>
                <a:gd name="T52" fmla="*/ 59 w 118"/>
                <a:gd name="T53" fmla="*/ 65 h 65"/>
                <a:gd name="T54" fmla="*/ 86 w 118"/>
                <a:gd name="T55" fmla="*/ 52 h 65"/>
                <a:gd name="T56" fmla="*/ 102 w 118"/>
                <a:gd name="T57" fmla="*/ 58 h 65"/>
                <a:gd name="T58" fmla="*/ 118 w 118"/>
                <a:gd name="T59" fmla="*/ 49 h 65"/>
                <a:gd name="T60" fmla="*/ 117 w 118"/>
                <a:gd name="T61" fmla="*/ 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8" h="65">
                  <a:moveTo>
                    <a:pt x="117" y="9"/>
                  </a:moveTo>
                  <a:cubicBezTo>
                    <a:pt x="117" y="4"/>
                    <a:pt x="110" y="0"/>
                    <a:pt x="101" y="0"/>
                  </a:cubicBezTo>
                  <a:cubicBezTo>
                    <a:pt x="92" y="0"/>
                    <a:pt x="85" y="5"/>
                    <a:pt x="85" y="10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63" y="21"/>
                    <a:pt x="63" y="21"/>
                    <a:pt x="63" y="21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0" y="18"/>
                    <a:pt x="45" y="11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4" y="6"/>
                    <a:pt x="32" y="5"/>
                    <a:pt x="30" y="5"/>
                  </a:cubicBezTo>
                  <a:cubicBezTo>
                    <a:pt x="27" y="5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7"/>
                    <a:pt x="1" y="39"/>
                    <a:pt x="2" y="39"/>
                  </a:cubicBezTo>
                  <a:cubicBezTo>
                    <a:pt x="2" y="39"/>
                    <a:pt x="2" y="40"/>
                    <a:pt x="3" y="40"/>
                  </a:cubicBezTo>
                  <a:cubicBezTo>
                    <a:pt x="5" y="40"/>
                    <a:pt x="7" y="39"/>
                    <a:pt x="8" y="38"/>
                  </a:cubicBezTo>
                  <a:cubicBezTo>
                    <a:pt x="16" y="33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20"/>
                    <a:pt x="26" y="20"/>
                    <a:pt x="28" y="21"/>
                  </a:cubicBezTo>
                  <a:cubicBezTo>
                    <a:pt x="30" y="22"/>
                    <a:pt x="33" y="23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8" y="28"/>
                    <a:pt x="42" y="31"/>
                    <a:pt x="46" y="34"/>
                  </a:cubicBezTo>
                  <a:cubicBezTo>
                    <a:pt x="51" y="38"/>
                    <a:pt x="56" y="41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9" y="54"/>
                    <a:pt x="59" y="61"/>
                    <a:pt x="59" y="65"/>
                  </a:cubicBezTo>
                  <a:cubicBezTo>
                    <a:pt x="86" y="52"/>
                    <a:pt x="86" y="52"/>
                    <a:pt x="86" y="52"/>
                  </a:cubicBezTo>
                  <a:cubicBezTo>
                    <a:pt x="88" y="56"/>
                    <a:pt x="94" y="58"/>
                    <a:pt x="102" y="58"/>
                  </a:cubicBezTo>
                  <a:cubicBezTo>
                    <a:pt x="111" y="58"/>
                    <a:pt x="118" y="54"/>
                    <a:pt x="118" y="49"/>
                  </a:cubicBezTo>
                  <a:lnTo>
                    <a:pt x="117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0" name="Freeform 37">
              <a:extLst>
                <a:ext uri="{FF2B5EF4-FFF2-40B4-BE49-F238E27FC236}">
                  <a16:creationId xmlns:a16="http://schemas.microsoft.com/office/drawing/2014/main" id="{C3C184A7-36D5-5167-6513-099B23669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438" y="5287963"/>
              <a:ext cx="517525" cy="327025"/>
            </a:xfrm>
            <a:custGeom>
              <a:avLst/>
              <a:gdLst>
                <a:gd name="T0" fmla="*/ 123 w 136"/>
                <a:gd name="T1" fmla="*/ 38 h 84"/>
                <a:gd name="T2" fmla="*/ 112 w 136"/>
                <a:gd name="T3" fmla="*/ 29 h 84"/>
                <a:gd name="T4" fmla="*/ 107 w 136"/>
                <a:gd name="T5" fmla="*/ 26 h 84"/>
                <a:gd name="T6" fmla="*/ 104 w 136"/>
                <a:gd name="T7" fmla="*/ 25 h 84"/>
                <a:gd name="T8" fmla="*/ 90 w 136"/>
                <a:gd name="T9" fmla="*/ 43 h 84"/>
                <a:gd name="T10" fmla="*/ 90 w 136"/>
                <a:gd name="T11" fmla="*/ 43 h 84"/>
                <a:gd name="T12" fmla="*/ 83 w 136"/>
                <a:gd name="T13" fmla="*/ 45 h 84"/>
                <a:gd name="T14" fmla="*/ 79 w 136"/>
                <a:gd name="T15" fmla="*/ 43 h 84"/>
                <a:gd name="T16" fmla="*/ 80 w 136"/>
                <a:gd name="T17" fmla="*/ 30 h 84"/>
                <a:gd name="T18" fmla="*/ 84 w 136"/>
                <a:gd name="T19" fmla="*/ 17 h 84"/>
                <a:gd name="T20" fmla="*/ 95 w 136"/>
                <a:gd name="T21" fmla="*/ 10 h 84"/>
                <a:gd name="T22" fmla="*/ 87 w 136"/>
                <a:gd name="T23" fmla="*/ 8 h 84"/>
                <a:gd name="T24" fmla="*/ 57 w 136"/>
                <a:gd name="T25" fmla="*/ 19 h 84"/>
                <a:gd name="T26" fmla="*/ 57 w 136"/>
                <a:gd name="T27" fmla="*/ 20 h 84"/>
                <a:gd name="T28" fmla="*/ 32 w 136"/>
                <a:gd name="T29" fmla="*/ 9 h 84"/>
                <a:gd name="T30" fmla="*/ 16 w 136"/>
                <a:gd name="T31" fmla="*/ 0 h 84"/>
                <a:gd name="T32" fmla="*/ 0 w 136"/>
                <a:gd name="T33" fmla="*/ 10 h 84"/>
                <a:gd name="T34" fmla="*/ 0 w 136"/>
                <a:gd name="T35" fmla="*/ 49 h 84"/>
                <a:gd name="T36" fmla="*/ 17 w 136"/>
                <a:gd name="T37" fmla="*/ 58 h 84"/>
                <a:gd name="T38" fmla="*/ 33 w 136"/>
                <a:gd name="T39" fmla="*/ 51 h 84"/>
                <a:gd name="T40" fmla="*/ 57 w 136"/>
                <a:gd name="T41" fmla="*/ 62 h 84"/>
                <a:gd name="T42" fmla="*/ 57 w 136"/>
                <a:gd name="T43" fmla="*/ 63 h 84"/>
                <a:gd name="T44" fmla="*/ 58 w 136"/>
                <a:gd name="T45" fmla="*/ 66 h 84"/>
                <a:gd name="T46" fmla="*/ 63 w 136"/>
                <a:gd name="T47" fmla="*/ 60 h 84"/>
                <a:gd name="T48" fmla="*/ 66 w 136"/>
                <a:gd name="T49" fmla="*/ 58 h 84"/>
                <a:gd name="T50" fmla="*/ 71 w 136"/>
                <a:gd name="T51" fmla="*/ 60 h 84"/>
                <a:gd name="T52" fmla="*/ 73 w 136"/>
                <a:gd name="T53" fmla="*/ 62 h 84"/>
                <a:gd name="T54" fmla="*/ 79 w 136"/>
                <a:gd name="T55" fmla="*/ 55 h 84"/>
                <a:gd name="T56" fmla="*/ 86 w 136"/>
                <a:gd name="T57" fmla="*/ 52 h 84"/>
                <a:gd name="T58" fmla="*/ 91 w 136"/>
                <a:gd name="T59" fmla="*/ 54 h 84"/>
                <a:gd name="T60" fmla="*/ 93 w 136"/>
                <a:gd name="T61" fmla="*/ 57 h 84"/>
                <a:gd name="T62" fmla="*/ 94 w 136"/>
                <a:gd name="T63" fmla="*/ 57 h 84"/>
                <a:gd name="T64" fmla="*/ 101 w 136"/>
                <a:gd name="T65" fmla="*/ 53 h 84"/>
                <a:gd name="T66" fmla="*/ 106 w 136"/>
                <a:gd name="T67" fmla="*/ 55 h 84"/>
                <a:gd name="T68" fmla="*/ 108 w 136"/>
                <a:gd name="T69" fmla="*/ 60 h 84"/>
                <a:gd name="T70" fmla="*/ 108 w 136"/>
                <a:gd name="T71" fmla="*/ 63 h 84"/>
                <a:gd name="T72" fmla="*/ 113 w 136"/>
                <a:gd name="T73" fmla="*/ 65 h 84"/>
                <a:gd name="T74" fmla="*/ 114 w 136"/>
                <a:gd name="T75" fmla="*/ 76 h 84"/>
                <a:gd name="T76" fmla="*/ 113 w 136"/>
                <a:gd name="T77" fmla="*/ 78 h 84"/>
                <a:gd name="T78" fmla="*/ 113 w 136"/>
                <a:gd name="T79" fmla="*/ 84 h 84"/>
                <a:gd name="T80" fmla="*/ 114 w 136"/>
                <a:gd name="T81" fmla="*/ 84 h 84"/>
                <a:gd name="T82" fmla="*/ 119 w 136"/>
                <a:gd name="T83" fmla="*/ 80 h 84"/>
                <a:gd name="T84" fmla="*/ 119 w 136"/>
                <a:gd name="T85" fmla="*/ 64 h 84"/>
                <a:gd name="T86" fmla="*/ 118 w 136"/>
                <a:gd name="T87" fmla="*/ 62 h 84"/>
                <a:gd name="T88" fmla="*/ 106 w 136"/>
                <a:gd name="T89" fmla="*/ 50 h 84"/>
                <a:gd name="T90" fmla="*/ 108 w 136"/>
                <a:gd name="T91" fmla="*/ 48 h 84"/>
                <a:gd name="T92" fmla="*/ 121 w 136"/>
                <a:gd name="T93" fmla="*/ 61 h 84"/>
                <a:gd name="T94" fmla="*/ 122 w 136"/>
                <a:gd name="T95" fmla="*/ 63 h 84"/>
                <a:gd name="T96" fmla="*/ 122 w 136"/>
                <a:gd name="T97" fmla="*/ 79 h 84"/>
                <a:gd name="T98" fmla="*/ 123 w 136"/>
                <a:gd name="T99" fmla="*/ 79 h 84"/>
                <a:gd name="T100" fmla="*/ 128 w 136"/>
                <a:gd name="T101" fmla="*/ 76 h 84"/>
                <a:gd name="T102" fmla="*/ 128 w 136"/>
                <a:gd name="T103" fmla="*/ 66 h 84"/>
                <a:gd name="T104" fmla="*/ 127 w 136"/>
                <a:gd name="T105" fmla="*/ 53 h 84"/>
                <a:gd name="T106" fmla="*/ 111 w 136"/>
                <a:gd name="T107" fmla="*/ 38 h 84"/>
                <a:gd name="T108" fmla="*/ 113 w 136"/>
                <a:gd name="T109" fmla="*/ 36 h 84"/>
                <a:gd name="T110" fmla="*/ 129 w 136"/>
                <a:gd name="T111" fmla="*/ 52 h 84"/>
                <a:gd name="T112" fmla="*/ 131 w 136"/>
                <a:gd name="T113" fmla="*/ 66 h 84"/>
                <a:gd name="T114" fmla="*/ 131 w 136"/>
                <a:gd name="T115" fmla="*/ 75 h 84"/>
                <a:gd name="T116" fmla="*/ 131 w 136"/>
                <a:gd name="T117" fmla="*/ 75 h 84"/>
                <a:gd name="T118" fmla="*/ 135 w 136"/>
                <a:gd name="T119" fmla="*/ 74 h 84"/>
                <a:gd name="T120" fmla="*/ 135 w 136"/>
                <a:gd name="T121" fmla="*/ 73 h 84"/>
                <a:gd name="T122" fmla="*/ 134 w 136"/>
                <a:gd name="T123" fmla="*/ 49 h 84"/>
                <a:gd name="T124" fmla="*/ 123 w 136"/>
                <a:gd name="T125" fmla="*/ 3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6" h="84">
                  <a:moveTo>
                    <a:pt x="123" y="38"/>
                  </a:moveTo>
                  <a:cubicBezTo>
                    <a:pt x="120" y="35"/>
                    <a:pt x="115" y="32"/>
                    <a:pt x="112" y="29"/>
                  </a:cubicBezTo>
                  <a:cubicBezTo>
                    <a:pt x="111" y="28"/>
                    <a:pt x="109" y="27"/>
                    <a:pt x="107" y="26"/>
                  </a:cubicBezTo>
                  <a:cubicBezTo>
                    <a:pt x="106" y="26"/>
                    <a:pt x="105" y="26"/>
                    <a:pt x="104" y="25"/>
                  </a:cubicBezTo>
                  <a:cubicBezTo>
                    <a:pt x="102" y="29"/>
                    <a:pt x="97" y="39"/>
                    <a:pt x="90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89" y="43"/>
                    <a:pt x="86" y="45"/>
                    <a:pt x="83" y="45"/>
                  </a:cubicBezTo>
                  <a:cubicBezTo>
                    <a:pt x="81" y="45"/>
                    <a:pt x="79" y="44"/>
                    <a:pt x="79" y="43"/>
                  </a:cubicBezTo>
                  <a:cubicBezTo>
                    <a:pt x="77" y="41"/>
                    <a:pt x="77" y="37"/>
                    <a:pt x="80" y="30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9"/>
                    <a:pt x="90" y="8"/>
                    <a:pt x="87" y="8"/>
                  </a:cubicBezTo>
                  <a:cubicBezTo>
                    <a:pt x="74" y="9"/>
                    <a:pt x="57" y="19"/>
                    <a:pt x="57" y="19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4"/>
                    <a:pt x="25" y="0"/>
                    <a:pt x="16" y="0"/>
                  </a:cubicBezTo>
                  <a:cubicBezTo>
                    <a:pt x="7" y="1"/>
                    <a:pt x="0" y="5"/>
                    <a:pt x="0" y="1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5"/>
                    <a:pt x="8" y="59"/>
                    <a:pt x="17" y="58"/>
                  </a:cubicBezTo>
                  <a:cubicBezTo>
                    <a:pt x="25" y="58"/>
                    <a:pt x="31" y="55"/>
                    <a:pt x="33" y="51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4"/>
                    <a:pt x="57" y="65"/>
                    <a:pt x="58" y="66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3" y="59"/>
                    <a:pt x="65" y="58"/>
                    <a:pt x="66" y="58"/>
                  </a:cubicBezTo>
                  <a:cubicBezTo>
                    <a:pt x="68" y="58"/>
                    <a:pt x="70" y="59"/>
                    <a:pt x="71" y="60"/>
                  </a:cubicBezTo>
                  <a:cubicBezTo>
                    <a:pt x="72" y="61"/>
                    <a:pt x="73" y="62"/>
                    <a:pt x="73" y="6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81" y="53"/>
                    <a:pt x="83" y="52"/>
                    <a:pt x="86" y="52"/>
                  </a:cubicBezTo>
                  <a:cubicBezTo>
                    <a:pt x="88" y="52"/>
                    <a:pt x="90" y="53"/>
                    <a:pt x="91" y="54"/>
                  </a:cubicBezTo>
                  <a:cubicBezTo>
                    <a:pt x="92" y="55"/>
                    <a:pt x="93" y="56"/>
                    <a:pt x="93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6" y="54"/>
                    <a:pt x="98" y="53"/>
                    <a:pt x="101" y="53"/>
                  </a:cubicBezTo>
                  <a:cubicBezTo>
                    <a:pt x="103" y="53"/>
                    <a:pt x="104" y="54"/>
                    <a:pt x="106" y="55"/>
                  </a:cubicBezTo>
                  <a:cubicBezTo>
                    <a:pt x="107" y="56"/>
                    <a:pt x="108" y="58"/>
                    <a:pt x="108" y="60"/>
                  </a:cubicBezTo>
                  <a:cubicBezTo>
                    <a:pt x="109" y="61"/>
                    <a:pt x="108" y="62"/>
                    <a:pt x="108" y="63"/>
                  </a:cubicBezTo>
                  <a:cubicBezTo>
                    <a:pt x="110" y="63"/>
                    <a:pt x="111" y="64"/>
                    <a:pt x="113" y="65"/>
                  </a:cubicBezTo>
                  <a:cubicBezTo>
                    <a:pt x="116" y="68"/>
                    <a:pt x="117" y="73"/>
                    <a:pt x="114" y="76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84"/>
                    <a:pt x="113" y="84"/>
                    <a:pt x="113" y="84"/>
                  </a:cubicBezTo>
                  <a:cubicBezTo>
                    <a:pt x="113" y="84"/>
                    <a:pt x="113" y="84"/>
                    <a:pt x="114" y="84"/>
                  </a:cubicBezTo>
                  <a:cubicBezTo>
                    <a:pt x="117" y="84"/>
                    <a:pt x="119" y="81"/>
                    <a:pt x="119" y="80"/>
                  </a:cubicBezTo>
                  <a:cubicBezTo>
                    <a:pt x="119" y="78"/>
                    <a:pt x="120" y="69"/>
                    <a:pt x="119" y="64"/>
                  </a:cubicBezTo>
                  <a:cubicBezTo>
                    <a:pt x="119" y="63"/>
                    <a:pt x="118" y="63"/>
                    <a:pt x="118" y="62"/>
                  </a:cubicBezTo>
                  <a:cubicBezTo>
                    <a:pt x="117" y="59"/>
                    <a:pt x="109" y="53"/>
                    <a:pt x="106" y="50"/>
                  </a:cubicBezTo>
                  <a:cubicBezTo>
                    <a:pt x="108" y="48"/>
                    <a:pt x="108" y="48"/>
                    <a:pt x="108" y="48"/>
                  </a:cubicBezTo>
                  <a:cubicBezTo>
                    <a:pt x="109" y="49"/>
                    <a:pt x="119" y="56"/>
                    <a:pt x="121" y="61"/>
                  </a:cubicBezTo>
                  <a:cubicBezTo>
                    <a:pt x="121" y="62"/>
                    <a:pt x="121" y="62"/>
                    <a:pt x="122" y="63"/>
                  </a:cubicBezTo>
                  <a:cubicBezTo>
                    <a:pt x="123" y="68"/>
                    <a:pt x="122" y="76"/>
                    <a:pt x="122" y="79"/>
                  </a:cubicBezTo>
                  <a:cubicBezTo>
                    <a:pt x="123" y="79"/>
                    <a:pt x="123" y="79"/>
                    <a:pt x="123" y="79"/>
                  </a:cubicBezTo>
                  <a:cubicBezTo>
                    <a:pt x="127" y="79"/>
                    <a:pt x="128" y="77"/>
                    <a:pt x="128" y="76"/>
                  </a:cubicBezTo>
                  <a:cubicBezTo>
                    <a:pt x="128" y="76"/>
                    <a:pt x="128" y="71"/>
                    <a:pt x="128" y="66"/>
                  </a:cubicBezTo>
                  <a:cubicBezTo>
                    <a:pt x="128" y="58"/>
                    <a:pt x="127" y="54"/>
                    <a:pt x="127" y="53"/>
                  </a:cubicBezTo>
                  <a:cubicBezTo>
                    <a:pt x="125" y="49"/>
                    <a:pt x="115" y="41"/>
                    <a:pt x="111" y="38"/>
                  </a:cubicBezTo>
                  <a:cubicBezTo>
                    <a:pt x="113" y="36"/>
                    <a:pt x="113" y="36"/>
                    <a:pt x="113" y="36"/>
                  </a:cubicBezTo>
                  <a:cubicBezTo>
                    <a:pt x="113" y="36"/>
                    <a:pt x="127" y="46"/>
                    <a:pt x="129" y="52"/>
                  </a:cubicBezTo>
                  <a:cubicBezTo>
                    <a:pt x="130" y="54"/>
                    <a:pt x="131" y="59"/>
                    <a:pt x="131" y="66"/>
                  </a:cubicBezTo>
                  <a:cubicBezTo>
                    <a:pt x="131" y="70"/>
                    <a:pt x="131" y="74"/>
                    <a:pt x="131" y="75"/>
                  </a:cubicBezTo>
                  <a:cubicBezTo>
                    <a:pt x="131" y="75"/>
                    <a:pt x="131" y="75"/>
                    <a:pt x="131" y="75"/>
                  </a:cubicBezTo>
                  <a:cubicBezTo>
                    <a:pt x="133" y="75"/>
                    <a:pt x="134" y="75"/>
                    <a:pt x="135" y="74"/>
                  </a:cubicBezTo>
                  <a:cubicBezTo>
                    <a:pt x="135" y="73"/>
                    <a:pt x="135" y="73"/>
                    <a:pt x="135" y="73"/>
                  </a:cubicBezTo>
                  <a:cubicBezTo>
                    <a:pt x="135" y="73"/>
                    <a:pt x="136" y="63"/>
                    <a:pt x="134" y="49"/>
                  </a:cubicBezTo>
                  <a:cubicBezTo>
                    <a:pt x="133" y="45"/>
                    <a:pt x="128" y="42"/>
                    <a:pt x="123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431" name="Freeform 19">
            <a:extLst>
              <a:ext uri="{FF2B5EF4-FFF2-40B4-BE49-F238E27FC236}">
                <a16:creationId xmlns:a16="http://schemas.microsoft.com/office/drawing/2014/main" id="{010E9F40-25DF-E921-46FF-3C6480D978C3}"/>
              </a:ext>
            </a:extLst>
          </p:cNvPr>
          <p:cNvSpPr>
            <a:spLocks noEditPoints="1"/>
          </p:cNvSpPr>
          <p:nvPr/>
        </p:nvSpPr>
        <p:spPr bwMode="auto">
          <a:xfrm>
            <a:off x="3836664" y="3552121"/>
            <a:ext cx="342789" cy="356593"/>
          </a:xfrm>
          <a:custGeom>
            <a:avLst/>
            <a:gdLst>
              <a:gd name="T0" fmla="*/ 121 w 123"/>
              <a:gd name="T1" fmla="*/ 42 h 128"/>
              <a:gd name="T2" fmla="*/ 86 w 123"/>
              <a:gd name="T3" fmla="*/ 34 h 128"/>
              <a:gd name="T4" fmla="*/ 86 w 123"/>
              <a:gd name="T5" fmla="*/ 24 h 128"/>
              <a:gd name="T6" fmla="*/ 38 w 123"/>
              <a:gd name="T7" fmla="*/ 24 h 128"/>
              <a:gd name="T8" fmla="*/ 37 w 123"/>
              <a:gd name="T9" fmla="*/ 34 h 128"/>
              <a:gd name="T10" fmla="*/ 3 w 123"/>
              <a:gd name="T11" fmla="*/ 42 h 128"/>
              <a:gd name="T12" fmla="*/ 0 w 123"/>
              <a:gd name="T13" fmla="*/ 56 h 128"/>
              <a:gd name="T14" fmla="*/ 6 w 123"/>
              <a:gd name="T15" fmla="*/ 91 h 128"/>
              <a:gd name="T16" fmla="*/ 15 w 123"/>
              <a:gd name="T17" fmla="*/ 119 h 128"/>
              <a:gd name="T18" fmla="*/ 27 w 123"/>
              <a:gd name="T19" fmla="*/ 119 h 128"/>
              <a:gd name="T20" fmla="*/ 36 w 123"/>
              <a:gd name="T21" fmla="*/ 91 h 128"/>
              <a:gd name="T22" fmla="*/ 42 w 123"/>
              <a:gd name="T23" fmla="*/ 90 h 128"/>
              <a:gd name="T24" fmla="*/ 54 w 123"/>
              <a:gd name="T25" fmla="*/ 128 h 128"/>
              <a:gd name="T26" fmla="*/ 70 w 123"/>
              <a:gd name="T27" fmla="*/ 128 h 128"/>
              <a:gd name="T28" fmla="*/ 82 w 123"/>
              <a:gd name="T29" fmla="*/ 90 h 128"/>
              <a:gd name="T30" fmla="*/ 88 w 123"/>
              <a:gd name="T31" fmla="*/ 91 h 128"/>
              <a:gd name="T32" fmla="*/ 97 w 123"/>
              <a:gd name="T33" fmla="*/ 119 h 128"/>
              <a:gd name="T34" fmla="*/ 109 w 123"/>
              <a:gd name="T35" fmla="*/ 119 h 128"/>
              <a:gd name="T36" fmla="*/ 118 w 123"/>
              <a:gd name="T37" fmla="*/ 91 h 128"/>
              <a:gd name="T38" fmla="*/ 123 w 123"/>
              <a:gd name="T39" fmla="*/ 56 h 128"/>
              <a:gd name="T40" fmla="*/ 18 w 123"/>
              <a:gd name="T41" fmla="*/ 86 h 128"/>
              <a:gd name="T42" fmla="*/ 15 w 123"/>
              <a:gd name="T43" fmla="*/ 113 h 128"/>
              <a:gd name="T44" fmla="*/ 12 w 123"/>
              <a:gd name="T45" fmla="*/ 86 h 128"/>
              <a:gd name="T46" fmla="*/ 6 w 123"/>
              <a:gd name="T47" fmla="*/ 56 h 128"/>
              <a:gd name="T48" fmla="*/ 9 w 123"/>
              <a:gd name="T49" fmla="*/ 42 h 128"/>
              <a:gd name="T50" fmla="*/ 33 w 123"/>
              <a:gd name="T51" fmla="*/ 42 h 128"/>
              <a:gd name="T52" fmla="*/ 34 w 123"/>
              <a:gd name="T53" fmla="*/ 52 h 128"/>
              <a:gd name="T54" fmla="*/ 35 w 123"/>
              <a:gd name="T55" fmla="*/ 83 h 128"/>
              <a:gd name="T56" fmla="*/ 30 w 123"/>
              <a:gd name="T57" fmla="*/ 110 h 128"/>
              <a:gd name="T58" fmla="*/ 24 w 123"/>
              <a:gd name="T59" fmla="*/ 110 h 128"/>
              <a:gd name="T60" fmla="*/ 58 w 123"/>
              <a:gd name="T61" fmla="*/ 83 h 128"/>
              <a:gd name="T62" fmla="*/ 54 w 123"/>
              <a:gd name="T63" fmla="*/ 120 h 128"/>
              <a:gd name="T64" fmla="*/ 50 w 123"/>
              <a:gd name="T65" fmla="*/ 84 h 128"/>
              <a:gd name="T66" fmla="*/ 42 w 123"/>
              <a:gd name="T67" fmla="*/ 56 h 128"/>
              <a:gd name="T68" fmla="*/ 42 w 123"/>
              <a:gd name="T69" fmla="*/ 44 h 128"/>
              <a:gd name="T70" fmla="*/ 46 w 123"/>
              <a:gd name="T71" fmla="*/ 24 h 128"/>
              <a:gd name="T72" fmla="*/ 78 w 123"/>
              <a:gd name="T73" fmla="*/ 24 h 128"/>
              <a:gd name="T74" fmla="*/ 82 w 123"/>
              <a:gd name="T75" fmla="*/ 44 h 128"/>
              <a:gd name="T76" fmla="*/ 82 w 123"/>
              <a:gd name="T77" fmla="*/ 76 h 128"/>
              <a:gd name="T78" fmla="*/ 74 w 123"/>
              <a:gd name="T79" fmla="*/ 116 h 128"/>
              <a:gd name="T80" fmla="*/ 66 w 123"/>
              <a:gd name="T81" fmla="*/ 116 h 128"/>
              <a:gd name="T82" fmla="*/ 58 w 123"/>
              <a:gd name="T83" fmla="*/ 83 h 128"/>
              <a:gd name="T84" fmla="*/ 100 w 123"/>
              <a:gd name="T85" fmla="*/ 110 h 128"/>
              <a:gd name="T86" fmla="*/ 94 w 123"/>
              <a:gd name="T87" fmla="*/ 110 h 128"/>
              <a:gd name="T88" fmla="*/ 88 w 123"/>
              <a:gd name="T89" fmla="*/ 83 h 128"/>
              <a:gd name="T90" fmla="*/ 90 w 123"/>
              <a:gd name="T91" fmla="*/ 52 h 128"/>
              <a:gd name="T92" fmla="*/ 91 w 123"/>
              <a:gd name="T93" fmla="*/ 42 h 128"/>
              <a:gd name="T94" fmla="*/ 115 w 123"/>
              <a:gd name="T95" fmla="*/ 42 h 128"/>
              <a:gd name="T96" fmla="*/ 118 w 123"/>
              <a:gd name="T97" fmla="*/ 56 h 128"/>
              <a:gd name="T98" fmla="*/ 112 w 123"/>
              <a:gd name="T99" fmla="*/ 86 h 128"/>
              <a:gd name="T100" fmla="*/ 109 w 123"/>
              <a:gd name="T101" fmla="*/ 113 h 128"/>
              <a:gd name="T102" fmla="*/ 106 w 123"/>
              <a:gd name="T103" fmla="*/ 8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" h="128">
                <a:moveTo>
                  <a:pt x="119" y="48"/>
                </a:moveTo>
                <a:cubicBezTo>
                  <a:pt x="120" y="46"/>
                  <a:pt x="121" y="44"/>
                  <a:pt x="121" y="42"/>
                </a:cubicBezTo>
                <a:cubicBezTo>
                  <a:pt x="121" y="32"/>
                  <a:pt x="112" y="24"/>
                  <a:pt x="103" y="24"/>
                </a:cubicBezTo>
                <a:cubicBezTo>
                  <a:pt x="95" y="24"/>
                  <a:pt x="89" y="28"/>
                  <a:pt x="86" y="34"/>
                </a:cubicBezTo>
                <a:cubicBezTo>
                  <a:pt x="86" y="33"/>
                  <a:pt x="85" y="32"/>
                  <a:pt x="84" y="32"/>
                </a:cubicBezTo>
                <a:cubicBezTo>
                  <a:pt x="85" y="29"/>
                  <a:pt x="86" y="26"/>
                  <a:pt x="86" y="24"/>
                </a:cubicBezTo>
                <a:cubicBezTo>
                  <a:pt x="86" y="10"/>
                  <a:pt x="75" y="0"/>
                  <a:pt x="62" y="0"/>
                </a:cubicBezTo>
                <a:cubicBezTo>
                  <a:pt x="49" y="0"/>
                  <a:pt x="38" y="10"/>
                  <a:pt x="38" y="24"/>
                </a:cubicBezTo>
                <a:cubicBezTo>
                  <a:pt x="38" y="26"/>
                  <a:pt x="38" y="29"/>
                  <a:pt x="39" y="32"/>
                </a:cubicBezTo>
                <a:cubicBezTo>
                  <a:pt x="38" y="32"/>
                  <a:pt x="38" y="33"/>
                  <a:pt x="37" y="34"/>
                </a:cubicBezTo>
                <a:cubicBezTo>
                  <a:pt x="34" y="28"/>
                  <a:pt x="28" y="24"/>
                  <a:pt x="21" y="24"/>
                </a:cubicBezTo>
                <a:cubicBezTo>
                  <a:pt x="11" y="24"/>
                  <a:pt x="3" y="32"/>
                  <a:pt x="3" y="42"/>
                </a:cubicBezTo>
                <a:cubicBezTo>
                  <a:pt x="3" y="44"/>
                  <a:pt x="3" y="46"/>
                  <a:pt x="4" y="48"/>
                </a:cubicBezTo>
                <a:cubicBezTo>
                  <a:pt x="2" y="50"/>
                  <a:pt x="0" y="53"/>
                  <a:pt x="0" y="5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5"/>
                  <a:pt x="2" y="89"/>
                  <a:pt x="6" y="91"/>
                </a:cubicBezTo>
                <a:cubicBezTo>
                  <a:pt x="6" y="110"/>
                  <a:pt x="6" y="110"/>
                  <a:pt x="6" y="110"/>
                </a:cubicBezTo>
                <a:cubicBezTo>
                  <a:pt x="6" y="115"/>
                  <a:pt x="10" y="119"/>
                  <a:pt x="15" y="119"/>
                </a:cubicBezTo>
                <a:cubicBezTo>
                  <a:pt x="17" y="119"/>
                  <a:pt x="19" y="118"/>
                  <a:pt x="21" y="117"/>
                </a:cubicBezTo>
                <a:cubicBezTo>
                  <a:pt x="22" y="118"/>
                  <a:pt x="25" y="119"/>
                  <a:pt x="27" y="119"/>
                </a:cubicBezTo>
                <a:cubicBezTo>
                  <a:pt x="32" y="119"/>
                  <a:pt x="36" y="115"/>
                  <a:pt x="36" y="110"/>
                </a:cubicBezTo>
                <a:cubicBezTo>
                  <a:pt x="36" y="91"/>
                  <a:pt x="36" y="91"/>
                  <a:pt x="36" y="91"/>
                </a:cubicBezTo>
                <a:cubicBezTo>
                  <a:pt x="37" y="90"/>
                  <a:pt x="38" y="89"/>
                  <a:pt x="39" y="88"/>
                </a:cubicBezTo>
                <a:cubicBezTo>
                  <a:pt x="40" y="88"/>
                  <a:pt x="41" y="89"/>
                  <a:pt x="42" y="90"/>
                </a:cubicBezTo>
                <a:cubicBezTo>
                  <a:pt x="42" y="116"/>
                  <a:pt x="42" y="116"/>
                  <a:pt x="42" y="116"/>
                </a:cubicBezTo>
                <a:cubicBezTo>
                  <a:pt x="42" y="122"/>
                  <a:pt x="47" y="128"/>
                  <a:pt x="54" y="128"/>
                </a:cubicBezTo>
                <a:cubicBezTo>
                  <a:pt x="57" y="128"/>
                  <a:pt x="60" y="127"/>
                  <a:pt x="62" y="125"/>
                </a:cubicBezTo>
                <a:cubicBezTo>
                  <a:pt x="64" y="127"/>
                  <a:pt x="67" y="128"/>
                  <a:pt x="70" y="128"/>
                </a:cubicBezTo>
                <a:cubicBezTo>
                  <a:pt x="76" y="128"/>
                  <a:pt x="82" y="122"/>
                  <a:pt x="82" y="116"/>
                </a:cubicBezTo>
                <a:cubicBezTo>
                  <a:pt x="82" y="90"/>
                  <a:pt x="82" y="90"/>
                  <a:pt x="82" y="90"/>
                </a:cubicBezTo>
                <a:cubicBezTo>
                  <a:pt x="83" y="89"/>
                  <a:pt x="84" y="88"/>
                  <a:pt x="84" y="88"/>
                </a:cubicBezTo>
                <a:cubicBezTo>
                  <a:pt x="85" y="89"/>
                  <a:pt x="86" y="90"/>
                  <a:pt x="88" y="91"/>
                </a:cubicBezTo>
                <a:cubicBezTo>
                  <a:pt x="88" y="110"/>
                  <a:pt x="88" y="110"/>
                  <a:pt x="88" y="110"/>
                </a:cubicBezTo>
                <a:cubicBezTo>
                  <a:pt x="88" y="115"/>
                  <a:pt x="92" y="119"/>
                  <a:pt x="97" y="119"/>
                </a:cubicBezTo>
                <a:cubicBezTo>
                  <a:pt x="99" y="119"/>
                  <a:pt x="101" y="118"/>
                  <a:pt x="103" y="117"/>
                </a:cubicBezTo>
                <a:cubicBezTo>
                  <a:pt x="104" y="118"/>
                  <a:pt x="106" y="119"/>
                  <a:pt x="109" y="119"/>
                </a:cubicBezTo>
                <a:cubicBezTo>
                  <a:pt x="114" y="119"/>
                  <a:pt x="118" y="115"/>
                  <a:pt x="118" y="110"/>
                </a:cubicBezTo>
                <a:cubicBezTo>
                  <a:pt x="118" y="91"/>
                  <a:pt x="118" y="91"/>
                  <a:pt x="118" y="91"/>
                </a:cubicBezTo>
                <a:cubicBezTo>
                  <a:pt x="121" y="89"/>
                  <a:pt x="123" y="85"/>
                  <a:pt x="123" y="80"/>
                </a:cubicBezTo>
                <a:cubicBezTo>
                  <a:pt x="123" y="56"/>
                  <a:pt x="123" y="56"/>
                  <a:pt x="123" y="56"/>
                </a:cubicBezTo>
                <a:cubicBezTo>
                  <a:pt x="123" y="53"/>
                  <a:pt x="122" y="50"/>
                  <a:pt x="119" y="48"/>
                </a:cubicBezTo>
                <a:close/>
                <a:moveTo>
                  <a:pt x="18" y="86"/>
                </a:moveTo>
                <a:cubicBezTo>
                  <a:pt x="18" y="110"/>
                  <a:pt x="18" y="110"/>
                  <a:pt x="18" y="110"/>
                </a:cubicBezTo>
                <a:cubicBezTo>
                  <a:pt x="18" y="112"/>
                  <a:pt x="17" y="113"/>
                  <a:pt x="15" y="113"/>
                </a:cubicBezTo>
                <a:cubicBezTo>
                  <a:pt x="13" y="113"/>
                  <a:pt x="12" y="112"/>
                  <a:pt x="12" y="110"/>
                </a:cubicBezTo>
                <a:cubicBezTo>
                  <a:pt x="12" y="86"/>
                  <a:pt x="12" y="86"/>
                  <a:pt x="12" y="86"/>
                </a:cubicBezTo>
                <a:cubicBezTo>
                  <a:pt x="9" y="86"/>
                  <a:pt x="6" y="84"/>
                  <a:pt x="6" y="80"/>
                </a:cubicBezTo>
                <a:cubicBezTo>
                  <a:pt x="6" y="56"/>
                  <a:pt x="6" y="56"/>
                  <a:pt x="6" y="56"/>
                </a:cubicBezTo>
                <a:cubicBezTo>
                  <a:pt x="6" y="53"/>
                  <a:pt x="9" y="51"/>
                  <a:pt x="12" y="51"/>
                </a:cubicBezTo>
                <a:cubicBezTo>
                  <a:pt x="12" y="51"/>
                  <a:pt x="9" y="48"/>
                  <a:pt x="9" y="42"/>
                </a:cubicBezTo>
                <a:cubicBezTo>
                  <a:pt x="9" y="35"/>
                  <a:pt x="14" y="30"/>
                  <a:pt x="21" y="30"/>
                </a:cubicBezTo>
                <a:cubicBezTo>
                  <a:pt x="27" y="30"/>
                  <a:pt x="33" y="35"/>
                  <a:pt x="33" y="42"/>
                </a:cubicBezTo>
                <a:cubicBezTo>
                  <a:pt x="33" y="48"/>
                  <a:pt x="30" y="51"/>
                  <a:pt x="30" y="51"/>
                </a:cubicBezTo>
                <a:cubicBezTo>
                  <a:pt x="31" y="51"/>
                  <a:pt x="33" y="51"/>
                  <a:pt x="34" y="52"/>
                </a:cubicBezTo>
                <a:cubicBezTo>
                  <a:pt x="34" y="76"/>
                  <a:pt x="34" y="76"/>
                  <a:pt x="34" y="76"/>
                </a:cubicBezTo>
                <a:cubicBezTo>
                  <a:pt x="34" y="78"/>
                  <a:pt x="34" y="80"/>
                  <a:pt x="35" y="83"/>
                </a:cubicBezTo>
                <a:cubicBezTo>
                  <a:pt x="34" y="85"/>
                  <a:pt x="32" y="86"/>
                  <a:pt x="30" y="86"/>
                </a:cubicBezTo>
                <a:cubicBezTo>
                  <a:pt x="30" y="110"/>
                  <a:pt x="30" y="110"/>
                  <a:pt x="30" y="110"/>
                </a:cubicBezTo>
                <a:cubicBezTo>
                  <a:pt x="30" y="112"/>
                  <a:pt x="28" y="113"/>
                  <a:pt x="27" y="113"/>
                </a:cubicBezTo>
                <a:cubicBezTo>
                  <a:pt x="25" y="113"/>
                  <a:pt x="24" y="112"/>
                  <a:pt x="24" y="110"/>
                </a:cubicBezTo>
                <a:cubicBezTo>
                  <a:pt x="24" y="86"/>
                  <a:pt x="24" y="86"/>
                  <a:pt x="24" y="86"/>
                </a:cubicBezTo>
                <a:moveTo>
                  <a:pt x="58" y="83"/>
                </a:moveTo>
                <a:cubicBezTo>
                  <a:pt x="58" y="116"/>
                  <a:pt x="58" y="116"/>
                  <a:pt x="58" y="116"/>
                </a:cubicBezTo>
                <a:cubicBezTo>
                  <a:pt x="58" y="118"/>
                  <a:pt x="56" y="120"/>
                  <a:pt x="54" y="120"/>
                </a:cubicBezTo>
                <a:cubicBezTo>
                  <a:pt x="52" y="120"/>
                  <a:pt x="50" y="118"/>
                  <a:pt x="50" y="116"/>
                </a:cubicBezTo>
                <a:cubicBezTo>
                  <a:pt x="50" y="84"/>
                  <a:pt x="50" y="84"/>
                  <a:pt x="50" y="84"/>
                </a:cubicBezTo>
                <a:cubicBezTo>
                  <a:pt x="45" y="84"/>
                  <a:pt x="42" y="80"/>
                  <a:pt x="42" y="76"/>
                </a:cubicBezTo>
                <a:cubicBezTo>
                  <a:pt x="42" y="56"/>
                  <a:pt x="42" y="56"/>
                  <a:pt x="42" y="56"/>
                </a:cubicBezTo>
                <a:cubicBezTo>
                  <a:pt x="42" y="56"/>
                  <a:pt x="42" y="56"/>
                  <a:pt x="42" y="56"/>
                </a:cubicBezTo>
                <a:cubicBezTo>
                  <a:pt x="42" y="44"/>
                  <a:pt x="42" y="44"/>
                  <a:pt x="42" y="44"/>
                </a:cubicBezTo>
                <a:cubicBezTo>
                  <a:pt x="42" y="39"/>
                  <a:pt x="45" y="36"/>
                  <a:pt x="50" y="36"/>
                </a:cubicBezTo>
                <a:cubicBezTo>
                  <a:pt x="50" y="36"/>
                  <a:pt x="46" y="33"/>
                  <a:pt x="46" y="24"/>
                </a:cubicBezTo>
                <a:cubicBezTo>
                  <a:pt x="46" y="15"/>
                  <a:pt x="53" y="8"/>
                  <a:pt x="62" y="8"/>
                </a:cubicBezTo>
                <a:cubicBezTo>
                  <a:pt x="71" y="8"/>
                  <a:pt x="78" y="15"/>
                  <a:pt x="78" y="24"/>
                </a:cubicBezTo>
                <a:cubicBezTo>
                  <a:pt x="78" y="32"/>
                  <a:pt x="74" y="36"/>
                  <a:pt x="74" y="36"/>
                </a:cubicBezTo>
                <a:cubicBezTo>
                  <a:pt x="78" y="36"/>
                  <a:pt x="82" y="39"/>
                  <a:pt x="82" y="44"/>
                </a:cubicBezTo>
                <a:cubicBezTo>
                  <a:pt x="82" y="56"/>
                  <a:pt x="82" y="56"/>
                  <a:pt x="82" y="56"/>
                </a:cubicBezTo>
                <a:cubicBezTo>
                  <a:pt x="82" y="76"/>
                  <a:pt x="82" y="76"/>
                  <a:pt x="82" y="76"/>
                </a:cubicBezTo>
                <a:cubicBezTo>
                  <a:pt x="82" y="80"/>
                  <a:pt x="78" y="84"/>
                  <a:pt x="74" y="84"/>
                </a:cubicBezTo>
                <a:cubicBezTo>
                  <a:pt x="74" y="116"/>
                  <a:pt x="74" y="116"/>
                  <a:pt x="74" y="116"/>
                </a:cubicBezTo>
                <a:cubicBezTo>
                  <a:pt x="74" y="118"/>
                  <a:pt x="72" y="120"/>
                  <a:pt x="70" y="120"/>
                </a:cubicBezTo>
                <a:cubicBezTo>
                  <a:pt x="68" y="120"/>
                  <a:pt x="66" y="118"/>
                  <a:pt x="66" y="116"/>
                </a:cubicBezTo>
                <a:cubicBezTo>
                  <a:pt x="66" y="83"/>
                  <a:pt x="66" y="83"/>
                  <a:pt x="66" y="83"/>
                </a:cubicBezTo>
                <a:lnTo>
                  <a:pt x="58" y="83"/>
                </a:lnTo>
                <a:close/>
                <a:moveTo>
                  <a:pt x="100" y="86"/>
                </a:moveTo>
                <a:cubicBezTo>
                  <a:pt x="100" y="110"/>
                  <a:pt x="100" y="110"/>
                  <a:pt x="100" y="110"/>
                </a:cubicBezTo>
                <a:cubicBezTo>
                  <a:pt x="100" y="112"/>
                  <a:pt x="98" y="113"/>
                  <a:pt x="97" y="113"/>
                </a:cubicBezTo>
                <a:cubicBezTo>
                  <a:pt x="95" y="113"/>
                  <a:pt x="94" y="112"/>
                  <a:pt x="94" y="110"/>
                </a:cubicBezTo>
                <a:cubicBezTo>
                  <a:pt x="94" y="86"/>
                  <a:pt x="94" y="86"/>
                  <a:pt x="94" y="86"/>
                </a:cubicBezTo>
                <a:cubicBezTo>
                  <a:pt x="91" y="86"/>
                  <a:pt x="89" y="85"/>
                  <a:pt x="88" y="83"/>
                </a:cubicBezTo>
                <a:cubicBezTo>
                  <a:pt x="89" y="80"/>
                  <a:pt x="90" y="78"/>
                  <a:pt x="90" y="76"/>
                </a:cubicBezTo>
                <a:cubicBezTo>
                  <a:pt x="90" y="52"/>
                  <a:pt x="90" y="52"/>
                  <a:pt x="90" y="52"/>
                </a:cubicBezTo>
                <a:cubicBezTo>
                  <a:pt x="91" y="51"/>
                  <a:pt x="92" y="51"/>
                  <a:pt x="94" y="51"/>
                </a:cubicBezTo>
                <a:cubicBezTo>
                  <a:pt x="94" y="51"/>
                  <a:pt x="91" y="48"/>
                  <a:pt x="91" y="42"/>
                </a:cubicBezTo>
                <a:cubicBezTo>
                  <a:pt x="91" y="35"/>
                  <a:pt x="96" y="30"/>
                  <a:pt x="103" y="30"/>
                </a:cubicBezTo>
                <a:cubicBezTo>
                  <a:pt x="109" y="30"/>
                  <a:pt x="115" y="35"/>
                  <a:pt x="115" y="42"/>
                </a:cubicBezTo>
                <a:cubicBezTo>
                  <a:pt x="115" y="48"/>
                  <a:pt x="112" y="51"/>
                  <a:pt x="112" y="51"/>
                </a:cubicBezTo>
                <a:cubicBezTo>
                  <a:pt x="115" y="51"/>
                  <a:pt x="118" y="53"/>
                  <a:pt x="118" y="56"/>
                </a:cubicBezTo>
                <a:cubicBezTo>
                  <a:pt x="118" y="80"/>
                  <a:pt x="118" y="80"/>
                  <a:pt x="118" y="80"/>
                </a:cubicBezTo>
                <a:cubicBezTo>
                  <a:pt x="118" y="84"/>
                  <a:pt x="115" y="86"/>
                  <a:pt x="112" y="86"/>
                </a:cubicBezTo>
                <a:cubicBezTo>
                  <a:pt x="112" y="110"/>
                  <a:pt x="112" y="110"/>
                  <a:pt x="112" y="110"/>
                </a:cubicBezTo>
                <a:cubicBezTo>
                  <a:pt x="112" y="112"/>
                  <a:pt x="110" y="113"/>
                  <a:pt x="109" y="113"/>
                </a:cubicBezTo>
                <a:cubicBezTo>
                  <a:pt x="107" y="113"/>
                  <a:pt x="106" y="112"/>
                  <a:pt x="106" y="110"/>
                </a:cubicBezTo>
                <a:cubicBezTo>
                  <a:pt x="106" y="86"/>
                  <a:pt x="106" y="86"/>
                  <a:pt x="106" y="86"/>
                </a:cubicBezTo>
                <a:lnTo>
                  <a:pt x="100" y="8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grpSp>
        <p:nvGrpSpPr>
          <p:cNvPr id="432" name="Group 346">
            <a:extLst>
              <a:ext uri="{FF2B5EF4-FFF2-40B4-BE49-F238E27FC236}">
                <a16:creationId xmlns:a16="http://schemas.microsoft.com/office/drawing/2014/main" id="{B428179B-0647-C072-7DB3-2FB912D3A7B5}"/>
              </a:ext>
            </a:extLst>
          </p:cNvPr>
          <p:cNvGrpSpPr/>
          <p:nvPr/>
        </p:nvGrpSpPr>
        <p:grpSpPr>
          <a:xfrm>
            <a:off x="1407460" y="1638210"/>
            <a:ext cx="399054" cy="257786"/>
            <a:chOff x="1554163" y="3055938"/>
            <a:chExt cx="1049337" cy="67786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33" name="Freeform 5">
              <a:extLst>
                <a:ext uri="{FF2B5EF4-FFF2-40B4-BE49-F238E27FC236}">
                  <a16:creationId xmlns:a16="http://schemas.microsoft.com/office/drawing/2014/main" id="{215272EC-22E6-3651-8322-DF7846B3B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3" y="3482975"/>
              <a:ext cx="500062" cy="250825"/>
            </a:xfrm>
            <a:custGeom>
              <a:avLst/>
              <a:gdLst>
                <a:gd name="T0" fmla="*/ 114 w 132"/>
                <a:gd name="T1" fmla="*/ 9 h 66"/>
                <a:gd name="T2" fmla="*/ 100 w 132"/>
                <a:gd name="T3" fmla="*/ 0 h 66"/>
                <a:gd name="T4" fmla="*/ 32 w 132"/>
                <a:gd name="T5" fmla="*/ 0 h 66"/>
                <a:gd name="T6" fmla="*/ 18 w 132"/>
                <a:gd name="T7" fmla="*/ 9 h 66"/>
                <a:gd name="T8" fmla="*/ 2 w 132"/>
                <a:gd name="T9" fmla="*/ 57 h 66"/>
                <a:gd name="T10" fmla="*/ 8 w 132"/>
                <a:gd name="T11" fmla="*/ 66 h 66"/>
                <a:gd name="T12" fmla="*/ 124 w 132"/>
                <a:gd name="T13" fmla="*/ 66 h 66"/>
                <a:gd name="T14" fmla="*/ 130 w 132"/>
                <a:gd name="T15" fmla="*/ 57 h 66"/>
                <a:gd name="T16" fmla="*/ 114 w 132"/>
                <a:gd name="T17" fmla="*/ 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66">
                  <a:moveTo>
                    <a:pt x="114" y="9"/>
                  </a:moveTo>
                  <a:cubicBezTo>
                    <a:pt x="112" y="4"/>
                    <a:pt x="106" y="0"/>
                    <a:pt x="10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6" y="0"/>
                    <a:pt x="20" y="4"/>
                    <a:pt x="18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2"/>
                    <a:pt x="3" y="66"/>
                    <a:pt x="8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9" y="66"/>
                    <a:pt x="132" y="62"/>
                    <a:pt x="130" y="57"/>
                  </a:cubicBezTo>
                  <a:lnTo>
                    <a:pt x="114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4" name="Freeform 6">
              <a:extLst>
                <a:ext uri="{FF2B5EF4-FFF2-40B4-BE49-F238E27FC236}">
                  <a16:creationId xmlns:a16="http://schemas.microsoft.com/office/drawing/2014/main" id="{9CE65080-700A-A49E-F0F8-72652F625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438" y="3482975"/>
              <a:ext cx="500062" cy="250825"/>
            </a:xfrm>
            <a:custGeom>
              <a:avLst/>
              <a:gdLst>
                <a:gd name="T0" fmla="*/ 131 w 132"/>
                <a:gd name="T1" fmla="*/ 57 h 66"/>
                <a:gd name="T2" fmla="*/ 114 w 132"/>
                <a:gd name="T3" fmla="*/ 9 h 66"/>
                <a:gd name="T4" fmla="*/ 101 w 132"/>
                <a:gd name="T5" fmla="*/ 0 h 66"/>
                <a:gd name="T6" fmla="*/ 32 w 132"/>
                <a:gd name="T7" fmla="*/ 0 h 66"/>
                <a:gd name="T8" fmla="*/ 19 w 132"/>
                <a:gd name="T9" fmla="*/ 9 h 66"/>
                <a:gd name="T10" fmla="*/ 2 w 132"/>
                <a:gd name="T11" fmla="*/ 57 h 66"/>
                <a:gd name="T12" fmla="*/ 8 w 132"/>
                <a:gd name="T13" fmla="*/ 66 h 66"/>
                <a:gd name="T14" fmla="*/ 124 w 132"/>
                <a:gd name="T15" fmla="*/ 66 h 66"/>
                <a:gd name="T16" fmla="*/ 131 w 132"/>
                <a:gd name="T17" fmla="*/ 5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" h="66">
                  <a:moveTo>
                    <a:pt x="131" y="57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2" y="4"/>
                    <a:pt x="106" y="0"/>
                    <a:pt x="10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6" y="0"/>
                    <a:pt x="20" y="4"/>
                    <a:pt x="19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2"/>
                    <a:pt x="3" y="66"/>
                    <a:pt x="8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9" y="66"/>
                    <a:pt x="132" y="62"/>
                    <a:pt x="131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5" name="Freeform 7">
              <a:extLst>
                <a:ext uri="{FF2B5EF4-FFF2-40B4-BE49-F238E27FC236}">
                  <a16:creationId xmlns:a16="http://schemas.microsoft.com/office/drawing/2014/main" id="{5B0573EE-D0F3-73B9-596E-32E9223FE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213" y="3181350"/>
              <a:ext cx="503237" cy="252412"/>
            </a:xfrm>
            <a:custGeom>
              <a:avLst/>
              <a:gdLst>
                <a:gd name="T0" fmla="*/ 9 w 133"/>
                <a:gd name="T1" fmla="*/ 66 h 66"/>
                <a:gd name="T2" fmla="*/ 124 w 133"/>
                <a:gd name="T3" fmla="*/ 66 h 66"/>
                <a:gd name="T4" fmla="*/ 131 w 133"/>
                <a:gd name="T5" fmla="*/ 57 h 66"/>
                <a:gd name="T6" fmla="*/ 114 w 133"/>
                <a:gd name="T7" fmla="*/ 9 h 66"/>
                <a:gd name="T8" fmla="*/ 101 w 133"/>
                <a:gd name="T9" fmla="*/ 0 h 66"/>
                <a:gd name="T10" fmla="*/ 32 w 133"/>
                <a:gd name="T11" fmla="*/ 0 h 66"/>
                <a:gd name="T12" fmla="*/ 19 w 133"/>
                <a:gd name="T13" fmla="*/ 9 h 66"/>
                <a:gd name="T14" fmla="*/ 2 w 133"/>
                <a:gd name="T15" fmla="*/ 57 h 66"/>
                <a:gd name="T16" fmla="*/ 9 w 133"/>
                <a:gd name="T17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66">
                  <a:moveTo>
                    <a:pt x="9" y="66"/>
                  </a:moveTo>
                  <a:cubicBezTo>
                    <a:pt x="124" y="66"/>
                    <a:pt x="124" y="66"/>
                    <a:pt x="124" y="66"/>
                  </a:cubicBezTo>
                  <a:cubicBezTo>
                    <a:pt x="130" y="66"/>
                    <a:pt x="133" y="62"/>
                    <a:pt x="131" y="57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2" y="4"/>
                    <a:pt x="107" y="0"/>
                    <a:pt x="10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7" y="0"/>
                    <a:pt x="21" y="4"/>
                    <a:pt x="19" y="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62"/>
                    <a:pt x="3" y="66"/>
                    <a:pt x="9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6" name="Freeform 8">
              <a:extLst>
                <a:ext uri="{FF2B5EF4-FFF2-40B4-BE49-F238E27FC236}">
                  <a16:creationId xmlns:a16="http://schemas.microsoft.com/office/drawing/2014/main" id="{2BB9EF32-94E4-664B-0422-D1100DB0D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388" y="3148013"/>
              <a:ext cx="219075" cy="217487"/>
            </a:xfrm>
            <a:custGeom>
              <a:avLst/>
              <a:gdLst>
                <a:gd name="T0" fmla="*/ 45 w 138"/>
                <a:gd name="T1" fmla="*/ 91 h 137"/>
                <a:gd name="T2" fmla="*/ 69 w 138"/>
                <a:gd name="T3" fmla="*/ 137 h 137"/>
                <a:gd name="T4" fmla="*/ 93 w 138"/>
                <a:gd name="T5" fmla="*/ 91 h 137"/>
                <a:gd name="T6" fmla="*/ 138 w 138"/>
                <a:gd name="T7" fmla="*/ 67 h 137"/>
                <a:gd name="T8" fmla="*/ 93 w 138"/>
                <a:gd name="T9" fmla="*/ 43 h 137"/>
                <a:gd name="T10" fmla="*/ 69 w 138"/>
                <a:gd name="T11" fmla="*/ 0 h 137"/>
                <a:gd name="T12" fmla="*/ 45 w 138"/>
                <a:gd name="T13" fmla="*/ 43 h 137"/>
                <a:gd name="T14" fmla="*/ 0 w 138"/>
                <a:gd name="T15" fmla="*/ 67 h 137"/>
                <a:gd name="T16" fmla="*/ 45 w 138"/>
                <a:gd name="T17" fmla="*/ 91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" h="137">
                  <a:moveTo>
                    <a:pt x="45" y="91"/>
                  </a:moveTo>
                  <a:lnTo>
                    <a:pt x="69" y="137"/>
                  </a:lnTo>
                  <a:lnTo>
                    <a:pt x="93" y="91"/>
                  </a:lnTo>
                  <a:lnTo>
                    <a:pt x="138" y="67"/>
                  </a:lnTo>
                  <a:lnTo>
                    <a:pt x="93" y="43"/>
                  </a:lnTo>
                  <a:lnTo>
                    <a:pt x="69" y="0"/>
                  </a:lnTo>
                  <a:lnTo>
                    <a:pt x="45" y="43"/>
                  </a:lnTo>
                  <a:lnTo>
                    <a:pt x="0" y="67"/>
                  </a:lnTo>
                  <a:lnTo>
                    <a:pt x="45" y="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37" name="Freeform 9">
              <a:extLst>
                <a:ext uri="{FF2B5EF4-FFF2-40B4-BE49-F238E27FC236}">
                  <a16:creationId xmlns:a16="http://schemas.microsoft.com/office/drawing/2014/main" id="{41713AAB-741E-DB03-0CC1-346516360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3055938"/>
              <a:ext cx="128587" cy="133350"/>
            </a:xfrm>
            <a:custGeom>
              <a:avLst/>
              <a:gdLst>
                <a:gd name="T0" fmla="*/ 40 w 81"/>
                <a:gd name="T1" fmla="*/ 84 h 84"/>
                <a:gd name="T2" fmla="*/ 54 w 81"/>
                <a:gd name="T3" fmla="*/ 58 h 84"/>
                <a:gd name="T4" fmla="*/ 81 w 81"/>
                <a:gd name="T5" fmla="*/ 43 h 84"/>
                <a:gd name="T6" fmla="*/ 54 w 81"/>
                <a:gd name="T7" fmla="*/ 29 h 84"/>
                <a:gd name="T8" fmla="*/ 40 w 81"/>
                <a:gd name="T9" fmla="*/ 0 h 84"/>
                <a:gd name="T10" fmla="*/ 26 w 81"/>
                <a:gd name="T11" fmla="*/ 29 h 84"/>
                <a:gd name="T12" fmla="*/ 0 w 81"/>
                <a:gd name="T13" fmla="*/ 43 h 84"/>
                <a:gd name="T14" fmla="*/ 26 w 81"/>
                <a:gd name="T15" fmla="*/ 58 h 84"/>
                <a:gd name="T16" fmla="*/ 40 w 81"/>
                <a:gd name="T1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84">
                  <a:moveTo>
                    <a:pt x="40" y="84"/>
                  </a:moveTo>
                  <a:lnTo>
                    <a:pt x="54" y="58"/>
                  </a:lnTo>
                  <a:lnTo>
                    <a:pt x="81" y="43"/>
                  </a:lnTo>
                  <a:lnTo>
                    <a:pt x="54" y="29"/>
                  </a:lnTo>
                  <a:lnTo>
                    <a:pt x="40" y="0"/>
                  </a:lnTo>
                  <a:lnTo>
                    <a:pt x="26" y="29"/>
                  </a:lnTo>
                  <a:lnTo>
                    <a:pt x="0" y="43"/>
                  </a:lnTo>
                  <a:lnTo>
                    <a:pt x="26" y="58"/>
                  </a:lnTo>
                  <a:lnTo>
                    <a:pt x="40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grpSp>
        <p:nvGrpSpPr>
          <p:cNvPr id="438" name="Group 357">
            <a:extLst>
              <a:ext uri="{FF2B5EF4-FFF2-40B4-BE49-F238E27FC236}">
                <a16:creationId xmlns:a16="http://schemas.microsoft.com/office/drawing/2014/main" id="{70D6DE43-248F-A2E3-E55D-C722ECDBF48A}"/>
              </a:ext>
            </a:extLst>
          </p:cNvPr>
          <p:cNvGrpSpPr/>
          <p:nvPr/>
        </p:nvGrpSpPr>
        <p:grpSpPr>
          <a:xfrm>
            <a:off x="2242630" y="1651738"/>
            <a:ext cx="411245" cy="235947"/>
            <a:chOff x="7779638" y="1072086"/>
            <a:chExt cx="436722" cy="25056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39" name="Freeform 16">
              <a:extLst>
                <a:ext uri="{FF2B5EF4-FFF2-40B4-BE49-F238E27FC236}">
                  <a16:creationId xmlns:a16="http://schemas.microsoft.com/office/drawing/2014/main" id="{7096B729-A2BE-B090-2F6A-6C4864C6D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9045" y="1124140"/>
              <a:ext cx="117342" cy="146456"/>
            </a:xfrm>
            <a:custGeom>
              <a:avLst/>
              <a:gdLst>
                <a:gd name="T0" fmla="*/ 40 w 56"/>
                <a:gd name="T1" fmla="*/ 35 h 70"/>
                <a:gd name="T2" fmla="*/ 56 w 56"/>
                <a:gd name="T3" fmla="*/ 0 h 70"/>
                <a:gd name="T4" fmla="*/ 20 w 56"/>
                <a:gd name="T5" fmla="*/ 0 h 70"/>
                <a:gd name="T6" fmla="*/ 0 w 56"/>
                <a:gd name="T7" fmla="*/ 19 h 70"/>
                <a:gd name="T8" fmla="*/ 0 w 56"/>
                <a:gd name="T9" fmla="*/ 51 h 70"/>
                <a:gd name="T10" fmla="*/ 20 w 56"/>
                <a:gd name="T11" fmla="*/ 70 h 70"/>
                <a:gd name="T12" fmla="*/ 56 w 56"/>
                <a:gd name="T13" fmla="*/ 70 h 70"/>
                <a:gd name="T14" fmla="*/ 40 w 56"/>
                <a:gd name="T1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70">
                  <a:moveTo>
                    <a:pt x="40" y="35"/>
                  </a:moveTo>
                  <a:cubicBezTo>
                    <a:pt x="40" y="21"/>
                    <a:pt x="46" y="8"/>
                    <a:pt x="5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10"/>
                    <a:pt x="10" y="17"/>
                    <a:pt x="0" y="1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0" y="52"/>
                    <a:pt x="18" y="60"/>
                    <a:pt x="20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46" y="62"/>
                    <a:pt x="40" y="49"/>
                    <a:pt x="40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40" name="Freeform 17">
              <a:extLst>
                <a:ext uri="{FF2B5EF4-FFF2-40B4-BE49-F238E27FC236}">
                  <a16:creationId xmlns:a16="http://schemas.microsoft.com/office/drawing/2014/main" id="{26465393-2609-B701-E515-C5067F9BD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9611" y="1124140"/>
              <a:ext cx="114695" cy="146456"/>
            </a:xfrm>
            <a:custGeom>
              <a:avLst/>
              <a:gdLst>
                <a:gd name="T0" fmla="*/ 35 w 55"/>
                <a:gd name="T1" fmla="*/ 0 h 70"/>
                <a:gd name="T2" fmla="*/ 0 w 55"/>
                <a:gd name="T3" fmla="*/ 0 h 70"/>
                <a:gd name="T4" fmla="*/ 15 w 55"/>
                <a:gd name="T5" fmla="*/ 35 h 70"/>
                <a:gd name="T6" fmla="*/ 0 w 55"/>
                <a:gd name="T7" fmla="*/ 70 h 70"/>
                <a:gd name="T8" fmla="*/ 35 w 55"/>
                <a:gd name="T9" fmla="*/ 70 h 70"/>
                <a:gd name="T10" fmla="*/ 55 w 55"/>
                <a:gd name="T11" fmla="*/ 51 h 70"/>
                <a:gd name="T12" fmla="*/ 55 w 55"/>
                <a:gd name="T13" fmla="*/ 19 h 70"/>
                <a:gd name="T14" fmla="*/ 35 w 5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70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" y="8"/>
                    <a:pt x="15" y="21"/>
                    <a:pt x="15" y="35"/>
                  </a:cubicBezTo>
                  <a:cubicBezTo>
                    <a:pt x="15" y="49"/>
                    <a:pt x="9" y="62"/>
                    <a:pt x="0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7" y="60"/>
                    <a:pt x="45" y="52"/>
                    <a:pt x="55" y="51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45" y="17"/>
                    <a:pt x="37" y="10"/>
                    <a:pt x="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41" name="Freeform 18">
              <a:extLst>
                <a:ext uri="{FF2B5EF4-FFF2-40B4-BE49-F238E27FC236}">
                  <a16:creationId xmlns:a16="http://schemas.microsoft.com/office/drawing/2014/main" id="{9C5037AA-4058-2104-D02E-47C68E001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2270" y="1124140"/>
              <a:ext cx="129693" cy="146456"/>
            </a:xfrm>
            <a:custGeom>
              <a:avLst/>
              <a:gdLst>
                <a:gd name="T0" fmla="*/ 31 w 62"/>
                <a:gd name="T1" fmla="*/ 0 h 70"/>
                <a:gd name="T2" fmla="*/ 0 w 62"/>
                <a:gd name="T3" fmla="*/ 35 h 70"/>
                <a:gd name="T4" fmla="*/ 31 w 62"/>
                <a:gd name="T5" fmla="*/ 70 h 70"/>
                <a:gd name="T6" fmla="*/ 62 w 62"/>
                <a:gd name="T7" fmla="*/ 35 h 70"/>
                <a:gd name="T8" fmla="*/ 31 w 62"/>
                <a:gd name="T9" fmla="*/ 0 h 70"/>
                <a:gd name="T10" fmla="*/ 34 w 62"/>
                <a:gd name="T11" fmla="*/ 54 h 70"/>
                <a:gd name="T12" fmla="*/ 34 w 62"/>
                <a:gd name="T13" fmla="*/ 61 h 70"/>
                <a:gd name="T14" fmla="*/ 28 w 62"/>
                <a:gd name="T15" fmla="*/ 61 h 70"/>
                <a:gd name="T16" fmla="*/ 28 w 62"/>
                <a:gd name="T17" fmla="*/ 55 h 70"/>
                <a:gd name="T18" fmla="*/ 17 w 62"/>
                <a:gd name="T19" fmla="*/ 52 h 70"/>
                <a:gd name="T20" fmla="*/ 19 w 62"/>
                <a:gd name="T21" fmla="*/ 45 h 70"/>
                <a:gd name="T22" fmla="*/ 29 w 62"/>
                <a:gd name="T23" fmla="*/ 47 h 70"/>
                <a:gd name="T24" fmla="*/ 36 w 62"/>
                <a:gd name="T25" fmla="*/ 43 h 70"/>
                <a:gd name="T26" fmla="*/ 29 w 62"/>
                <a:gd name="T27" fmla="*/ 38 h 70"/>
                <a:gd name="T28" fmla="*/ 18 w 62"/>
                <a:gd name="T29" fmla="*/ 26 h 70"/>
                <a:gd name="T30" fmla="*/ 28 w 62"/>
                <a:gd name="T31" fmla="*/ 15 h 70"/>
                <a:gd name="T32" fmla="*/ 28 w 62"/>
                <a:gd name="T33" fmla="*/ 9 h 70"/>
                <a:gd name="T34" fmla="*/ 34 w 62"/>
                <a:gd name="T35" fmla="*/ 9 h 70"/>
                <a:gd name="T36" fmla="*/ 34 w 62"/>
                <a:gd name="T37" fmla="*/ 15 h 70"/>
                <a:gd name="T38" fmla="*/ 44 w 62"/>
                <a:gd name="T39" fmla="*/ 17 h 70"/>
                <a:gd name="T40" fmla="*/ 42 w 62"/>
                <a:gd name="T41" fmla="*/ 24 h 70"/>
                <a:gd name="T42" fmla="*/ 33 w 62"/>
                <a:gd name="T43" fmla="*/ 22 h 70"/>
                <a:gd name="T44" fmla="*/ 27 w 62"/>
                <a:gd name="T45" fmla="*/ 25 h 70"/>
                <a:gd name="T46" fmla="*/ 35 w 62"/>
                <a:gd name="T47" fmla="*/ 31 h 70"/>
                <a:gd name="T48" fmla="*/ 45 w 62"/>
                <a:gd name="T49" fmla="*/ 43 h 70"/>
                <a:gd name="T50" fmla="*/ 34 w 62"/>
                <a:gd name="T51" fmla="*/ 5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70">
                  <a:moveTo>
                    <a:pt x="31" y="0"/>
                  </a:moveTo>
                  <a:cubicBezTo>
                    <a:pt x="14" y="0"/>
                    <a:pt x="0" y="15"/>
                    <a:pt x="0" y="35"/>
                  </a:cubicBezTo>
                  <a:cubicBezTo>
                    <a:pt x="0" y="54"/>
                    <a:pt x="14" y="70"/>
                    <a:pt x="31" y="70"/>
                  </a:cubicBezTo>
                  <a:cubicBezTo>
                    <a:pt x="48" y="70"/>
                    <a:pt x="62" y="54"/>
                    <a:pt x="62" y="35"/>
                  </a:cubicBezTo>
                  <a:cubicBezTo>
                    <a:pt x="62" y="15"/>
                    <a:pt x="48" y="0"/>
                    <a:pt x="31" y="0"/>
                  </a:cubicBezTo>
                  <a:close/>
                  <a:moveTo>
                    <a:pt x="34" y="54"/>
                  </a:moveTo>
                  <a:cubicBezTo>
                    <a:pt x="34" y="61"/>
                    <a:pt x="34" y="61"/>
                    <a:pt x="34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4" y="54"/>
                    <a:pt x="20" y="53"/>
                    <a:pt x="17" y="5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6"/>
                    <a:pt x="25" y="47"/>
                    <a:pt x="29" y="47"/>
                  </a:cubicBezTo>
                  <a:cubicBezTo>
                    <a:pt x="33" y="47"/>
                    <a:pt x="36" y="46"/>
                    <a:pt x="36" y="43"/>
                  </a:cubicBezTo>
                  <a:cubicBezTo>
                    <a:pt x="36" y="41"/>
                    <a:pt x="34" y="40"/>
                    <a:pt x="29" y="38"/>
                  </a:cubicBezTo>
                  <a:cubicBezTo>
                    <a:pt x="22" y="36"/>
                    <a:pt x="18" y="33"/>
                    <a:pt x="18" y="26"/>
                  </a:cubicBezTo>
                  <a:cubicBezTo>
                    <a:pt x="18" y="21"/>
                    <a:pt x="21" y="16"/>
                    <a:pt x="28" y="15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38" y="15"/>
                    <a:pt x="41" y="16"/>
                    <a:pt x="44" y="17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0" y="23"/>
                    <a:pt x="37" y="22"/>
                    <a:pt x="33" y="22"/>
                  </a:cubicBezTo>
                  <a:cubicBezTo>
                    <a:pt x="28" y="22"/>
                    <a:pt x="27" y="24"/>
                    <a:pt x="27" y="25"/>
                  </a:cubicBezTo>
                  <a:cubicBezTo>
                    <a:pt x="27" y="27"/>
                    <a:pt x="29" y="29"/>
                    <a:pt x="35" y="31"/>
                  </a:cubicBezTo>
                  <a:cubicBezTo>
                    <a:pt x="42" y="33"/>
                    <a:pt x="45" y="37"/>
                    <a:pt x="45" y="43"/>
                  </a:cubicBezTo>
                  <a:cubicBezTo>
                    <a:pt x="45" y="48"/>
                    <a:pt x="41" y="53"/>
                    <a:pt x="3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  <p:sp>
          <p:nvSpPr>
            <p:cNvPr id="442" name="Freeform 19">
              <a:extLst>
                <a:ext uri="{FF2B5EF4-FFF2-40B4-BE49-F238E27FC236}">
                  <a16:creationId xmlns:a16="http://schemas.microsoft.com/office/drawing/2014/main" id="{A789B0FA-1249-01BC-67E5-947E204312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79638" y="1072086"/>
              <a:ext cx="436722" cy="250564"/>
            </a:xfrm>
            <a:custGeom>
              <a:avLst/>
              <a:gdLst>
                <a:gd name="T0" fmla="*/ 192 w 209"/>
                <a:gd name="T1" fmla="*/ 0 h 120"/>
                <a:gd name="T2" fmla="*/ 16 w 209"/>
                <a:gd name="T3" fmla="*/ 0 h 120"/>
                <a:gd name="T4" fmla="*/ 0 w 209"/>
                <a:gd name="T5" fmla="*/ 17 h 120"/>
                <a:gd name="T6" fmla="*/ 0 w 209"/>
                <a:gd name="T7" fmla="*/ 103 h 120"/>
                <a:gd name="T8" fmla="*/ 16 w 209"/>
                <a:gd name="T9" fmla="*/ 120 h 120"/>
                <a:gd name="T10" fmla="*/ 192 w 209"/>
                <a:gd name="T11" fmla="*/ 120 h 120"/>
                <a:gd name="T12" fmla="*/ 209 w 209"/>
                <a:gd name="T13" fmla="*/ 103 h 120"/>
                <a:gd name="T14" fmla="*/ 209 w 209"/>
                <a:gd name="T15" fmla="*/ 17 h 120"/>
                <a:gd name="T16" fmla="*/ 192 w 209"/>
                <a:gd name="T17" fmla="*/ 0 h 120"/>
                <a:gd name="T18" fmla="*/ 194 w 209"/>
                <a:gd name="T19" fmla="*/ 84 h 120"/>
                <a:gd name="T20" fmla="*/ 189 w 209"/>
                <a:gd name="T21" fmla="*/ 84 h 120"/>
                <a:gd name="T22" fmla="*/ 173 w 209"/>
                <a:gd name="T23" fmla="*/ 100 h 120"/>
                <a:gd name="T24" fmla="*/ 173 w 209"/>
                <a:gd name="T25" fmla="*/ 105 h 120"/>
                <a:gd name="T26" fmla="*/ 35 w 209"/>
                <a:gd name="T27" fmla="*/ 105 h 120"/>
                <a:gd name="T28" fmla="*/ 35 w 209"/>
                <a:gd name="T29" fmla="*/ 100 h 120"/>
                <a:gd name="T30" fmla="*/ 19 w 209"/>
                <a:gd name="T31" fmla="*/ 84 h 120"/>
                <a:gd name="T32" fmla="*/ 15 w 209"/>
                <a:gd name="T33" fmla="*/ 84 h 120"/>
                <a:gd name="T34" fmla="*/ 15 w 209"/>
                <a:gd name="T35" fmla="*/ 35 h 120"/>
                <a:gd name="T36" fmla="*/ 19 w 209"/>
                <a:gd name="T37" fmla="*/ 35 h 120"/>
                <a:gd name="T38" fmla="*/ 35 w 209"/>
                <a:gd name="T39" fmla="*/ 20 h 120"/>
                <a:gd name="T40" fmla="*/ 35 w 209"/>
                <a:gd name="T41" fmla="*/ 15 h 120"/>
                <a:gd name="T42" fmla="*/ 173 w 209"/>
                <a:gd name="T43" fmla="*/ 15 h 120"/>
                <a:gd name="T44" fmla="*/ 173 w 209"/>
                <a:gd name="T45" fmla="*/ 20 h 120"/>
                <a:gd name="T46" fmla="*/ 189 w 209"/>
                <a:gd name="T47" fmla="*/ 35 h 120"/>
                <a:gd name="T48" fmla="*/ 194 w 209"/>
                <a:gd name="T49" fmla="*/ 35 h 120"/>
                <a:gd name="T50" fmla="*/ 194 w 209"/>
                <a:gd name="T51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9" h="120">
                  <a:moveTo>
                    <a:pt x="19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2"/>
                    <a:pt x="7" y="120"/>
                    <a:pt x="16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201" y="120"/>
                    <a:pt x="209" y="112"/>
                    <a:pt x="209" y="103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8"/>
                    <a:pt x="201" y="0"/>
                    <a:pt x="192" y="0"/>
                  </a:cubicBezTo>
                  <a:close/>
                  <a:moveTo>
                    <a:pt x="194" y="84"/>
                  </a:moveTo>
                  <a:cubicBezTo>
                    <a:pt x="189" y="84"/>
                    <a:pt x="189" y="84"/>
                    <a:pt x="189" y="84"/>
                  </a:cubicBezTo>
                  <a:cubicBezTo>
                    <a:pt x="180" y="84"/>
                    <a:pt x="173" y="91"/>
                    <a:pt x="173" y="100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5" y="91"/>
                    <a:pt x="28" y="84"/>
                    <a:pt x="19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8" y="35"/>
                    <a:pt x="35" y="29"/>
                    <a:pt x="35" y="20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173" y="15"/>
                    <a:pt x="173" y="15"/>
                    <a:pt x="173" y="15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3" y="29"/>
                    <a:pt x="180" y="35"/>
                    <a:pt x="189" y="35"/>
                  </a:cubicBezTo>
                  <a:cubicBezTo>
                    <a:pt x="194" y="35"/>
                    <a:pt x="194" y="35"/>
                    <a:pt x="194" y="35"/>
                  </a:cubicBezTo>
                  <a:lnTo>
                    <a:pt x="194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0249EE5-2A6D-F0DB-6DAD-1EF035BEBCC6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725D446B-3BF6-12FB-7AEE-B9714D79443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811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3FD11-52E2-9984-3F92-B7D4BEFC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3F6F2CB0-DC16-F337-1478-F967D694D8EE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CCF069EE-B855-AADA-5086-3298D2253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CB4C1CBD-81D6-0B7E-011E-CC3F1CA93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234" name="TextBox 8">
            <a:extLst>
              <a:ext uri="{FF2B5EF4-FFF2-40B4-BE49-F238E27FC236}">
                <a16:creationId xmlns:a16="http://schemas.microsoft.com/office/drawing/2014/main" id="{B1F5F122-8008-7626-0232-81C0F0DD2ED5}"/>
              </a:ext>
            </a:extLst>
          </p:cNvPr>
          <p:cNvSpPr txBox="1"/>
          <p:nvPr/>
        </p:nvSpPr>
        <p:spPr>
          <a:xfrm>
            <a:off x="3158048" y="956602"/>
            <a:ext cx="519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accent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أيقونات متنوعة للاستفادة منها في العروض التقديمية </a:t>
            </a:r>
            <a:endParaRPr lang="en-US" dirty="0">
              <a:solidFill>
                <a:schemeClr val="accent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3" name="Shape 4759">
            <a:extLst>
              <a:ext uri="{FF2B5EF4-FFF2-40B4-BE49-F238E27FC236}">
                <a16:creationId xmlns:a16="http://schemas.microsoft.com/office/drawing/2014/main" id="{FD4438EE-655D-F771-342A-1295616D860C}"/>
              </a:ext>
            </a:extLst>
          </p:cNvPr>
          <p:cNvSpPr/>
          <p:nvPr/>
        </p:nvSpPr>
        <p:spPr>
          <a:xfrm>
            <a:off x="6243601" y="2883436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088" y="97500"/>
                </a:moveTo>
                <a:lnTo>
                  <a:pt x="57272" y="97500"/>
                </a:lnTo>
                <a:cubicBezTo>
                  <a:pt x="58777" y="97500"/>
                  <a:pt x="60000" y="95822"/>
                  <a:pt x="60000" y="93750"/>
                </a:cubicBezTo>
                <a:cubicBezTo>
                  <a:pt x="60000" y="91683"/>
                  <a:pt x="58777" y="90000"/>
                  <a:pt x="57272" y="90000"/>
                </a:cubicBezTo>
                <a:lnTo>
                  <a:pt x="19088" y="90000"/>
                </a:lnTo>
                <a:cubicBezTo>
                  <a:pt x="17588" y="90000"/>
                  <a:pt x="16361" y="91683"/>
                  <a:pt x="16361" y="93750"/>
                </a:cubicBezTo>
                <a:cubicBezTo>
                  <a:pt x="16361" y="95822"/>
                  <a:pt x="17588" y="97500"/>
                  <a:pt x="19088" y="97500"/>
                </a:cubicBezTo>
                <a:moveTo>
                  <a:pt x="19088" y="82500"/>
                </a:moveTo>
                <a:lnTo>
                  <a:pt x="68183" y="82500"/>
                </a:lnTo>
                <a:cubicBezTo>
                  <a:pt x="69688" y="82500"/>
                  <a:pt x="70911" y="80822"/>
                  <a:pt x="70911" y="78750"/>
                </a:cubicBezTo>
                <a:cubicBezTo>
                  <a:pt x="70911" y="76683"/>
                  <a:pt x="69688" y="75000"/>
                  <a:pt x="68183" y="75000"/>
                </a:cubicBezTo>
                <a:lnTo>
                  <a:pt x="19088" y="75000"/>
                </a:lnTo>
                <a:cubicBezTo>
                  <a:pt x="17588" y="75000"/>
                  <a:pt x="16361" y="76683"/>
                  <a:pt x="16361" y="78750"/>
                </a:cubicBezTo>
                <a:cubicBezTo>
                  <a:pt x="16361" y="80822"/>
                  <a:pt x="17588" y="82500"/>
                  <a:pt x="19088" y="82500"/>
                </a:cubicBezTo>
                <a:moveTo>
                  <a:pt x="114544" y="22500"/>
                </a:moveTo>
                <a:lnTo>
                  <a:pt x="5455" y="22500"/>
                </a:lnTo>
                <a:lnTo>
                  <a:pt x="5455" y="7500"/>
                </a:lnTo>
                <a:lnTo>
                  <a:pt x="114544" y="7500"/>
                </a:lnTo>
                <a:cubicBezTo>
                  <a:pt x="114544" y="7500"/>
                  <a:pt x="114544" y="22500"/>
                  <a:pt x="114544" y="22500"/>
                </a:cubicBezTo>
                <a:close/>
                <a:moveTo>
                  <a:pt x="114544" y="112500"/>
                </a:moveTo>
                <a:lnTo>
                  <a:pt x="5455" y="112500"/>
                </a:lnTo>
                <a:lnTo>
                  <a:pt x="5455" y="52500"/>
                </a:lnTo>
                <a:lnTo>
                  <a:pt x="114544" y="52500"/>
                </a:lnTo>
                <a:cubicBezTo>
                  <a:pt x="114544" y="52500"/>
                  <a:pt x="114544" y="112500"/>
                  <a:pt x="114544" y="112500"/>
                </a:cubicBezTo>
                <a:close/>
                <a:moveTo>
                  <a:pt x="114544" y="0"/>
                </a:moveTo>
                <a:lnTo>
                  <a:pt x="5455" y="0"/>
                </a:lnTo>
                <a:cubicBezTo>
                  <a:pt x="2444" y="0"/>
                  <a:pt x="0" y="3361"/>
                  <a:pt x="0" y="7500"/>
                </a:cubicBezTo>
                <a:lnTo>
                  <a:pt x="0" y="112500"/>
                </a:lnTo>
                <a:cubicBezTo>
                  <a:pt x="0" y="116638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38"/>
                  <a:pt x="120000" y="112500"/>
                </a:cubicBezTo>
                <a:lnTo>
                  <a:pt x="120000" y="7500"/>
                </a:lnTo>
                <a:cubicBezTo>
                  <a:pt x="120000" y="3361"/>
                  <a:pt x="117555" y="0"/>
                  <a:pt x="114544" y="0"/>
                </a:cubicBezTo>
                <a:moveTo>
                  <a:pt x="90000" y="97500"/>
                </a:moveTo>
                <a:lnTo>
                  <a:pt x="100911" y="97500"/>
                </a:lnTo>
                <a:cubicBezTo>
                  <a:pt x="102411" y="97500"/>
                  <a:pt x="103638" y="95822"/>
                  <a:pt x="103638" y="93750"/>
                </a:cubicBezTo>
                <a:lnTo>
                  <a:pt x="103638" y="78750"/>
                </a:lnTo>
                <a:cubicBezTo>
                  <a:pt x="103638" y="76683"/>
                  <a:pt x="102411" y="75000"/>
                  <a:pt x="100911" y="75000"/>
                </a:cubicBezTo>
                <a:lnTo>
                  <a:pt x="90000" y="75000"/>
                </a:lnTo>
                <a:cubicBezTo>
                  <a:pt x="88494" y="75000"/>
                  <a:pt x="87272" y="76683"/>
                  <a:pt x="87272" y="78750"/>
                </a:cubicBezTo>
                <a:lnTo>
                  <a:pt x="87272" y="93750"/>
                </a:lnTo>
                <a:cubicBezTo>
                  <a:pt x="87272" y="95822"/>
                  <a:pt x="88494" y="97500"/>
                  <a:pt x="90000" y="975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9" name="Shape 4760">
            <a:extLst>
              <a:ext uri="{FF2B5EF4-FFF2-40B4-BE49-F238E27FC236}">
                <a16:creationId xmlns:a16="http://schemas.microsoft.com/office/drawing/2014/main" id="{2F73A18A-128C-C3E2-77B8-C0D049B79549}"/>
              </a:ext>
            </a:extLst>
          </p:cNvPr>
          <p:cNvSpPr/>
          <p:nvPr/>
        </p:nvSpPr>
        <p:spPr>
          <a:xfrm>
            <a:off x="6747787" y="287143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2988"/>
                  <a:pt x="21816" y="6666"/>
                </a:cubicBezTo>
                <a:lnTo>
                  <a:pt x="21816" y="16666"/>
                </a:lnTo>
                <a:cubicBezTo>
                  <a:pt x="21816" y="18511"/>
                  <a:pt x="23038" y="20000"/>
                  <a:pt x="24544" y="20000"/>
                </a:cubicBezTo>
                <a:cubicBezTo>
                  <a:pt x="26050" y="20000"/>
                  <a:pt x="27272" y="18511"/>
                  <a:pt x="27272" y="16666"/>
                </a:cubicBezTo>
                <a:lnTo>
                  <a:pt x="27272" y="6666"/>
                </a:lnTo>
                <a:lnTo>
                  <a:pt x="114544" y="6666"/>
                </a:lnTo>
                <a:lnTo>
                  <a:pt x="114544" y="86666"/>
                </a:lnTo>
                <a:lnTo>
                  <a:pt x="106361" y="86666"/>
                </a:lnTo>
                <a:cubicBezTo>
                  <a:pt x="104861" y="86666"/>
                  <a:pt x="103638" y="88161"/>
                  <a:pt x="103638" y="90000"/>
                </a:cubicBezTo>
                <a:cubicBezTo>
                  <a:pt x="103638" y="91844"/>
                  <a:pt x="104861" y="93333"/>
                  <a:pt x="106361" y="93333"/>
                </a:cubicBezTo>
                <a:lnTo>
                  <a:pt x="114544" y="93333"/>
                </a:lnTo>
                <a:cubicBezTo>
                  <a:pt x="117555" y="93333"/>
                  <a:pt x="120000" y="90344"/>
                  <a:pt x="120000" y="86666"/>
                </a:cubicBezTo>
                <a:lnTo>
                  <a:pt x="120000" y="6666"/>
                </a:lnTo>
                <a:cubicBezTo>
                  <a:pt x="120000" y="2988"/>
                  <a:pt x="117555" y="0"/>
                  <a:pt x="114544" y="0"/>
                </a:cubicBezTo>
                <a:moveTo>
                  <a:pt x="92727" y="46666"/>
                </a:moveTo>
                <a:lnTo>
                  <a:pt x="5455" y="46666"/>
                </a:lnTo>
                <a:lnTo>
                  <a:pt x="5455" y="33333"/>
                </a:lnTo>
                <a:lnTo>
                  <a:pt x="92727" y="33333"/>
                </a:lnTo>
                <a:cubicBezTo>
                  <a:pt x="92727" y="33333"/>
                  <a:pt x="92727" y="46666"/>
                  <a:pt x="92727" y="46666"/>
                </a:cubicBezTo>
                <a:close/>
                <a:moveTo>
                  <a:pt x="92727" y="113333"/>
                </a:moveTo>
                <a:lnTo>
                  <a:pt x="5455" y="113333"/>
                </a:lnTo>
                <a:lnTo>
                  <a:pt x="5455" y="66666"/>
                </a:lnTo>
                <a:lnTo>
                  <a:pt x="92727" y="66666"/>
                </a:lnTo>
                <a:cubicBezTo>
                  <a:pt x="92727" y="66666"/>
                  <a:pt x="92727" y="113333"/>
                  <a:pt x="92727" y="113333"/>
                </a:cubicBezTo>
                <a:close/>
                <a:moveTo>
                  <a:pt x="92727" y="26666"/>
                </a:moveTo>
                <a:lnTo>
                  <a:pt x="5455" y="26666"/>
                </a:lnTo>
                <a:cubicBezTo>
                  <a:pt x="2444" y="26666"/>
                  <a:pt x="0" y="29655"/>
                  <a:pt x="0" y="33333"/>
                </a:cubicBezTo>
                <a:lnTo>
                  <a:pt x="0" y="113333"/>
                </a:lnTo>
                <a:cubicBezTo>
                  <a:pt x="0" y="117011"/>
                  <a:pt x="2444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7011"/>
                  <a:pt x="98183" y="113333"/>
                </a:cubicBezTo>
                <a:lnTo>
                  <a:pt x="98183" y="33333"/>
                </a:lnTo>
                <a:cubicBezTo>
                  <a:pt x="98183" y="29655"/>
                  <a:pt x="95738" y="26666"/>
                  <a:pt x="92727" y="26666"/>
                </a:cubicBezTo>
                <a:moveTo>
                  <a:pt x="19088" y="100000"/>
                </a:moveTo>
                <a:lnTo>
                  <a:pt x="40911" y="100000"/>
                </a:lnTo>
                <a:cubicBezTo>
                  <a:pt x="42411" y="100000"/>
                  <a:pt x="43638" y="98511"/>
                  <a:pt x="43638" y="96666"/>
                </a:cubicBezTo>
                <a:cubicBezTo>
                  <a:pt x="43638" y="94827"/>
                  <a:pt x="42411" y="93333"/>
                  <a:pt x="40911" y="93333"/>
                </a:cubicBezTo>
                <a:lnTo>
                  <a:pt x="19088" y="93333"/>
                </a:lnTo>
                <a:cubicBezTo>
                  <a:pt x="17588" y="93333"/>
                  <a:pt x="16361" y="94827"/>
                  <a:pt x="16361" y="96666"/>
                </a:cubicBezTo>
                <a:cubicBezTo>
                  <a:pt x="16361" y="98511"/>
                  <a:pt x="17588" y="100000"/>
                  <a:pt x="19088" y="100000"/>
                </a:cubicBezTo>
                <a:moveTo>
                  <a:pt x="19088" y="86666"/>
                </a:moveTo>
                <a:lnTo>
                  <a:pt x="51816" y="86666"/>
                </a:lnTo>
                <a:cubicBezTo>
                  <a:pt x="53322" y="86666"/>
                  <a:pt x="54544" y="85177"/>
                  <a:pt x="54544" y="83333"/>
                </a:cubicBezTo>
                <a:cubicBezTo>
                  <a:pt x="54544" y="81488"/>
                  <a:pt x="53322" y="80000"/>
                  <a:pt x="51816" y="80000"/>
                </a:cubicBezTo>
                <a:lnTo>
                  <a:pt x="19088" y="80000"/>
                </a:lnTo>
                <a:cubicBezTo>
                  <a:pt x="17588" y="80000"/>
                  <a:pt x="16361" y="81488"/>
                  <a:pt x="16361" y="83333"/>
                </a:cubicBezTo>
                <a:cubicBezTo>
                  <a:pt x="16361" y="85177"/>
                  <a:pt x="17588" y="86666"/>
                  <a:pt x="19088" y="86666"/>
                </a:cubicBezTo>
                <a:moveTo>
                  <a:pt x="68183" y="100000"/>
                </a:moveTo>
                <a:lnTo>
                  <a:pt x="79088" y="100000"/>
                </a:lnTo>
                <a:cubicBezTo>
                  <a:pt x="80594" y="100000"/>
                  <a:pt x="81816" y="98511"/>
                  <a:pt x="81816" y="96666"/>
                </a:cubicBezTo>
                <a:lnTo>
                  <a:pt x="81816" y="83333"/>
                </a:lnTo>
                <a:cubicBezTo>
                  <a:pt x="81816" y="81488"/>
                  <a:pt x="80594" y="80000"/>
                  <a:pt x="79088" y="80000"/>
                </a:cubicBezTo>
                <a:lnTo>
                  <a:pt x="68183" y="80000"/>
                </a:lnTo>
                <a:cubicBezTo>
                  <a:pt x="66677" y="80000"/>
                  <a:pt x="65455" y="81488"/>
                  <a:pt x="65455" y="83333"/>
                </a:cubicBezTo>
                <a:lnTo>
                  <a:pt x="65455" y="96666"/>
                </a:lnTo>
                <a:cubicBezTo>
                  <a:pt x="65455" y="98511"/>
                  <a:pt x="66677" y="100000"/>
                  <a:pt x="68183" y="100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1" name="Shape 4761">
            <a:extLst>
              <a:ext uri="{FF2B5EF4-FFF2-40B4-BE49-F238E27FC236}">
                <a16:creationId xmlns:a16="http://schemas.microsoft.com/office/drawing/2014/main" id="{C129B988-B378-439B-A9DB-20F353540990}"/>
              </a:ext>
            </a:extLst>
          </p:cNvPr>
          <p:cNvSpPr/>
          <p:nvPr/>
        </p:nvSpPr>
        <p:spPr>
          <a:xfrm>
            <a:off x="7251973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6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6"/>
                  <a:pt x="93133" y="0"/>
                  <a:pt x="60000" y="0"/>
                </a:cubicBezTo>
                <a:moveTo>
                  <a:pt x="66383" y="75444"/>
                </a:moveTo>
                <a:cubicBezTo>
                  <a:pt x="65005" y="76577"/>
                  <a:pt x="63744" y="77227"/>
                  <a:pt x="61583" y="77394"/>
                </a:cubicBezTo>
                <a:lnTo>
                  <a:pt x="61583" y="62994"/>
                </a:lnTo>
                <a:cubicBezTo>
                  <a:pt x="62505" y="63238"/>
                  <a:pt x="62894" y="63527"/>
                  <a:pt x="63772" y="63855"/>
                </a:cubicBezTo>
                <a:cubicBezTo>
                  <a:pt x="64655" y="64188"/>
                  <a:pt x="65444" y="64622"/>
                  <a:pt x="66144" y="65155"/>
                </a:cubicBezTo>
                <a:cubicBezTo>
                  <a:pt x="66844" y="65688"/>
                  <a:pt x="67405" y="66350"/>
                  <a:pt x="67822" y="67133"/>
                </a:cubicBezTo>
                <a:cubicBezTo>
                  <a:pt x="68244" y="67916"/>
                  <a:pt x="68455" y="68883"/>
                  <a:pt x="68455" y="70038"/>
                </a:cubicBezTo>
                <a:cubicBezTo>
                  <a:pt x="68455" y="72511"/>
                  <a:pt x="67766" y="74311"/>
                  <a:pt x="66383" y="75444"/>
                </a:cubicBezTo>
                <a:moveTo>
                  <a:pt x="57983" y="54650"/>
                </a:moveTo>
                <a:cubicBezTo>
                  <a:pt x="57144" y="54444"/>
                  <a:pt x="56822" y="54183"/>
                  <a:pt x="56005" y="53877"/>
                </a:cubicBezTo>
                <a:cubicBezTo>
                  <a:pt x="55183" y="53566"/>
                  <a:pt x="54461" y="53166"/>
                  <a:pt x="53844" y="52672"/>
                </a:cubicBezTo>
                <a:cubicBezTo>
                  <a:pt x="53227" y="52177"/>
                  <a:pt x="52716" y="51583"/>
                  <a:pt x="52316" y="50883"/>
                </a:cubicBezTo>
                <a:cubicBezTo>
                  <a:pt x="51916" y="50177"/>
                  <a:pt x="51716" y="49333"/>
                  <a:pt x="51716" y="48344"/>
                </a:cubicBezTo>
                <a:cubicBezTo>
                  <a:pt x="51716" y="46161"/>
                  <a:pt x="52305" y="44611"/>
                  <a:pt x="53483" y="43677"/>
                </a:cubicBezTo>
                <a:cubicBezTo>
                  <a:pt x="54661" y="42755"/>
                  <a:pt x="55822" y="42288"/>
                  <a:pt x="57983" y="42288"/>
                </a:cubicBezTo>
                <a:cubicBezTo>
                  <a:pt x="57983" y="42288"/>
                  <a:pt x="57983" y="54650"/>
                  <a:pt x="57983" y="54650"/>
                </a:cubicBezTo>
                <a:close/>
                <a:moveTo>
                  <a:pt x="70916" y="59594"/>
                </a:moveTo>
                <a:cubicBezTo>
                  <a:pt x="69594" y="58566"/>
                  <a:pt x="68072" y="57722"/>
                  <a:pt x="66355" y="57061"/>
                </a:cubicBezTo>
                <a:cubicBezTo>
                  <a:pt x="64633" y="56405"/>
                  <a:pt x="63388" y="55827"/>
                  <a:pt x="61583" y="55327"/>
                </a:cubicBezTo>
                <a:lnTo>
                  <a:pt x="61583" y="42288"/>
                </a:lnTo>
                <a:cubicBezTo>
                  <a:pt x="63744" y="42288"/>
                  <a:pt x="64805" y="42850"/>
                  <a:pt x="65783" y="43961"/>
                </a:cubicBezTo>
                <a:cubicBezTo>
                  <a:pt x="66761" y="45072"/>
                  <a:pt x="67294" y="46677"/>
                  <a:pt x="67372" y="48783"/>
                </a:cubicBezTo>
                <a:lnTo>
                  <a:pt x="74216" y="48783"/>
                </a:lnTo>
                <a:cubicBezTo>
                  <a:pt x="74216" y="46761"/>
                  <a:pt x="73861" y="44988"/>
                  <a:pt x="73166" y="43466"/>
                </a:cubicBezTo>
                <a:cubicBezTo>
                  <a:pt x="72461" y="41944"/>
                  <a:pt x="71527" y="40683"/>
                  <a:pt x="70344" y="39694"/>
                </a:cubicBezTo>
                <a:cubicBezTo>
                  <a:pt x="69161" y="38705"/>
                  <a:pt x="67777" y="37961"/>
                  <a:pt x="66172" y="37466"/>
                </a:cubicBezTo>
                <a:cubicBezTo>
                  <a:pt x="64572" y="36977"/>
                  <a:pt x="63388" y="36727"/>
                  <a:pt x="61583" y="36727"/>
                </a:cubicBezTo>
                <a:lnTo>
                  <a:pt x="61583" y="32672"/>
                </a:lnTo>
                <a:lnTo>
                  <a:pt x="57983" y="32672"/>
                </a:lnTo>
                <a:lnTo>
                  <a:pt x="57983" y="36727"/>
                </a:lnTo>
                <a:cubicBezTo>
                  <a:pt x="56183" y="36727"/>
                  <a:pt x="54972" y="36994"/>
                  <a:pt x="53333" y="37533"/>
                </a:cubicBezTo>
                <a:cubicBezTo>
                  <a:pt x="51694" y="38066"/>
                  <a:pt x="50244" y="38838"/>
                  <a:pt x="48983" y="39850"/>
                </a:cubicBezTo>
                <a:cubicBezTo>
                  <a:pt x="47722" y="40861"/>
                  <a:pt x="46722" y="42116"/>
                  <a:pt x="45983" y="43622"/>
                </a:cubicBezTo>
                <a:cubicBezTo>
                  <a:pt x="45244" y="45122"/>
                  <a:pt x="44872" y="46866"/>
                  <a:pt x="44872" y="48838"/>
                </a:cubicBezTo>
                <a:cubicBezTo>
                  <a:pt x="44872" y="51105"/>
                  <a:pt x="45277" y="53005"/>
                  <a:pt x="46072" y="54527"/>
                </a:cubicBezTo>
                <a:cubicBezTo>
                  <a:pt x="46877" y="56050"/>
                  <a:pt x="47922" y="57316"/>
                  <a:pt x="49222" y="58327"/>
                </a:cubicBezTo>
                <a:cubicBezTo>
                  <a:pt x="50522" y="59338"/>
                  <a:pt x="51983" y="60161"/>
                  <a:pt x="53605" y="60800"/>
                </a:cubicBezTo>
                <a:cubicBezTo>
                  <a:pt x="55222" y="61438"/>
                  <a:pt x="56344" y="61983"/>
                  <a:pt x="57983" y="62438"/>
                </a:cubicBezTo>
                <a:lnTo>
                  <a:pt x="57983" y="77394"/>
                </a:lnTo>
                <a:cubicBezTo>
                  <a:pt x="55222" y="77311"/>
                  <a:pt x="53755" y="76488"/>
                  <a:pt x="52555" y="74922"/>
                </a:cubicBezTo>
                <a:cubicBezTo>
                  <a:pt x="51355" y="73355"/>
                  <a:pt x="50772" y="71211"/>
                  <a:pt x="50816" y="68494"/>
                </a:cubicBezTo>
                <a:lnTo>
                  <a:pt x="43972" y="68494"/>
                </a:lnTo>
                <a:cubicBezTo>
                  <a:pt x="43933" y="70800"/>
                  <a:pt x="44261" y="72838"/>
                  <a:pt x="44966" y="74611"/>
                </a:cubicBezTo>
                <a:cubicBezTo>
                  <a:pt x="45666" y="76383"/>
                  <a:pt x="46650" y="77877"/>
                  <a:pt x="47933" y="79088"/>
                </a:cubicBezTo>
                <a:cubicBezTo>
                  <a:pt x="49211" y="80305"/>
                  <a:pt x="50755" y="81244"/>
                  <a:pt x="52555" y="81905"/>
                </a:cubicBezTo>
                <a:cubicBezTo>
                  <a:pt x="54355" y="82561"/>
                  <a:pt x="55822" y="82911"/>
                  <a:pt x="57983" y="82955"/>
                </a:cubicBezTo>
                <a:lnTo>
                  <a:pt x="57983" y="87177"/>
                </a:lnTo>
                <a:lnTo>
                  <a:pt x="61583" y="87177"/>
                </a:lnTo>
                <a:lnTo>
                  <a:pt x="61583" y="82955"/>
                </a:lnTo>
                <a:cubicBezTo>
                  <a:pt x="63588" y="82872"/>
                  <a:pt x="64933" y="82533"/>
                  <a:pt x="66655" y="81933"/>
                </a:cubicBezTo>
                <a:cubicBezTo>
                  <a:pt x="68372" y="81338"/>
                  <a:pt x="69877" y="80472"/>
                  <a:pt x="71155" y="79338"/>
                </a:cubicBezTo>
                <a:cubicBezTo>
                  <a:pt x="72433" y="78205"/>
                  <a:pt x="73444" y="76783"/>
                  <a:pt x="74183" y="75072"/>
                </a:cubicBezTo>
                <a:cubicBezTo>
                  <a:pt x="74922" y="73366"/>
                  <a:pt x="75294" y="71355"/>
                  <a:pt x="75294" y="69050"/>
                </a:cubicBezTo>
                <a:cubicBezTo>
                  <a:pt x="75294" y="66822"/>
                  <a:pt x="74894" y="64950"/>
                  <a:pt x="74094" y="63427"/>
                </a:cubicBezTo>
                <a:cubicBezTo>
                  <a:pt x="73294" y="61900"/>
                  <a:pt x="72233" y="60622"/>
                  <a:pt x="70916" y="5959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3" name="Shape 4762">
            <a:extLst>
              <a:ext uri="{FF2B5EF4-FFF2-40B4-BE49-F238E27FC236}">
                <a16:creationId xmlns:a16="http://schemas.microsoft.com/office/drawing/2014/main" id="{DDD629C9-5F83-EAEC-65AB-B8EFF8896BA1}"/>
              </a:ext>
            </a:extLst>
          </p:cNvPr>
          <p:cNvSpPr/>
          <p:nvPr/>
        </p:nvSpPr>
        <p:spPr>
          <a:xfrm>
            <a:off x="7756159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811" y="81777"/>
                </a:moveTo>
                <a:cubicBezTo>
                  <a:pt x="52850" y="82572"/>
                  <a:pt x="51972" y="83027"/>
                  <a:pt x="50466" y="83138"/>
                </a:cubicBezTo>
                <a:lnTo>
                  <a:pt x="50466" y="73061"/>
                </a:lnTo>
                <a:cubicBezTo>
                  <a:pt x="51105" y="73233"/>
                  <a:pt x="51377" y="73438"/>
                  <a:pt x="51988" y="73666"/>
                </a:cubicBezTo>
                <a:cubicBezTo>
                  <a:pt x="52605" y="73900"/>
                  <a:pt x="53155" y="74205"/>
                  <a:pt x="53644" y="74577"/>
                </a:cubicBezTo>
                <a:cubicBezTo>
                  <a:pt x="54133" y="74950"/>
                  <a:pt x="54522" y="75416"/>
                  <a:pt x="54816" y="75961"/>
                </a:cubicBezTo>
                <a:cubicBezTo>
                  <a:pt x="55111" y="76511"/>
                  <a:pt x="55255" y="77188"/>
                  <a:pt x="55255" y="77994"/>
                </a:cubicBezTo>
                <a:cubicBezTo>
                  <a:pt x="55255" y="79722"/>
                  <a:pt x="54772" y="80983"/>
                  <a:pt x="53811" y="81777"/>
                </a:cubicBezTo>
                <a:moveTo>
                  <a:pt x="47950" y="67222"/>
                </a:moveTo>
                <a:cubicBezTo>
                  <a:pt x="47366" y="67077"/>
                  <a:pt x="47144" y="66894"/>
                  <a:pt x="46572" y="66683"/>
                </a:cubicBezTo>
                <a:cubicBezTo>
                  <a:pt x="46000" y="66466"/>
                  <a:pt x="45494" y="66183"/>
                  <a:pt x="45066" y="65838"/>
                </a:cubicBezTo>
                <a:cubicBezTo>
                  <a:pt x="44633" y="65494"/>
                  <a:pt x="44272" y="65077"/>
                  <a:pt x="43994" y="64583"/>
                </a:cubicBezTo>
                <a:cubicBezTo>
                  <a:pt x="43716" y="64094"/>
                  <a:pt x="43577" y="63505"/>
                  <a:pt x="43577" y="62811"/>
                </a:cubicBezTo>
                <a:cubicBezTo>
                  <a:pt x="43577" y="61283"/>
                  <a:pt x="43988" y="60194"/>
                  <a:pt x="44816" y="59544"/>
                </a:cubicBezTo>
                <a:cubicBezTo>
                  <a:pt x="45633" y="58894"/>
                  <a:pt x="46444" y="58572"/>
                  <a:pt x="47950" y="58572"/>
                </a:cubicBezTo>
                <a:cubicBezTo>
                  <a:pt x="47950" y="58572"/>
                  <a:pt x="47950" y="67222"/>
                  <a:pt x="47950" y="67222"/>
                </a:cubicBezTo>
                <a:close/>
                <a:moveTo>
                  <a:pt x="56972" y="70683"/>
                </a:moveTo>
                <a:cubicBezTo>
                  <a:pt x="56050" y="69961"/>
                  <a:pt x="54988" y="69372"/>
                  <a:pt x="53794" y="68911"/>
                </a:cubicBezTo>
                <a:cubicBezTo>
                  <a:pt x="52588" y="68450"/>
                  <a:pt x="51722" y="68044"/>
                  <a:pt x="50466" y="67700"/>
                </a:cubicBezTo>
                <a:lnTo>
                  <a:pt x="50466" y="58572"/>
                </a:lnTo>
                <a:cubicBezTo>
                  <a:pt x="51972" y="58572"/>
                  <a:pt x="52711" y="58961"/>
                  <a:pt x="53394" y="59738"/>
                </a:cubicBezTo>
                <a:cubicBezTo>
                  <a:pt x="54077" y="60516"/>
                  <a:pt x="54444" y="61644"/>
                  <a:pt x="54500" y="63116"/>
                </a:cubicBezTo>
                <a:lnTo>
                  <a:pt x="59272" y="63116"/>
                </a:lnTo>
                <a:cubicBezTo>
                  <a:pt x="59272" y="61700"/>
                  <a:pt x="59027" y="60461"/>
                  <a:pt x="58538" y="59388"/>
                </a:cubicBezTo>
                <a:cubicBezTo>
                  <a:pt x="58055" y="58327"/>
                  <a:pt x="57394" y="57444"/>
                  <a:pt x="56572" y="56755"/>
                </a:cubicBezTo>
                <a:cubicBezTo>
                  <a:pt x="55750" y="56061"/>
                  <a:pt x="54777" y="55544"/>
                  <a:pt x="53661" y="55194"/>
                </a:cubicBezTo>
                <a:cubicBezTo>
                  <a:pt x="52550" y="54850"/>
                  <a:pt x="51722" y="54677"/>
                  <a:pt x="50466" y="54677"/>
                </a:cubicBezTo>
                <a:lnTo>
                  <a:pt x="50466" y="51838"/>
                </a:lnTo>
                <a:lnTo>
                  <a:pt x="47950" y="51838"/>
                </a:lnTo>
                <a:lnTo>
                  <a:pt x="47950" y="54677"/>
                </a:lnTo>
                <a:cubicBezTo>
                  <a:pt x="46694" y="54677"/>
                  <a:pt x="45850" y="54866"/>
                  <a:pt x="44711" y="55238"/>
                </a:cubicBezTo>
                <a:cubicBezTo>
                  <a:pt x="43566" y="55616"/>
                  <a:pt x="42555" y="56155"/>
                  <a:pt x="41672" y="56861"/>
                </a:cubicBezTo>
                <a:cubicBezTo>
                  <a:pt x="40794" y="57572"/>
                  <a:pt x="40100" y="58450"/>
                  <a:pt x="39583" y="59500"/>
                </a:cubicBezTo>
                <a:cubicBezTo>
                  <a:pt x="39066" y="60550"/>
                  <a:pt x="38805" y="61772"/>
                  <a:pt x="38805" y="63155"/>
                </a:cubicBezTo>
                <a:cubicBezTo>
                  <a:pt x="38805" y="64744"/>
                  <a:pt x="39083" y="66066"/>
                  <a:pt x="39644" y="67138"/>
                </a:cubicBezTo>
                <a:cubicBezTo>
                  <a:pt x="40205" y="68205"/>
                  <a:pt x="40933" y="69088"/>
                  <a:pt x="41838" y="69794"/>
                </a:cubicBezTo>
                <a:cubicBezTo>
                  <a:pt x="42744" y="70505"/>
                  <a:pt x="43766" y="71077"/>
                  <a:pt x="44894" y="71527"/>
                </a:cubicBezTo>
                <a:cubicBezTo>
                  <a:pt x="46027" y="71977"/>
                  <a:pt x="46811" y="72355"/>
                  <a:pt x="47950" y="72672"/>
                </a:cubicBezTo>
                <a:lnTo>
                  <a:pt x="47950" y="83138"/>
                </a:lnTo>
                <a:cubicBezTo>
                  <a:pt x="46027" y="83083"/>
                  <a:pt x="45000" y="82511"/>
                  <a:pt x="44166" y="81411"/>
                </a:cubicBezTo>
                <a:cubicBezTo>
                  <a:pt x="43327" y="80316"/>
                  <a:pt x="42922" y="78816"/>
                  <a:pt x="42950" y="76911"/>
                </a:cubicBezTo>
                <a:lnTo>
                  <a:pt x="38177" y="76911"/>
                </a:lnTo>
                <a:cubicBezTo>
                  <a:pt x="38150" y="78527"/>
                  <a:pt x="38377" y="79955"/>
                  <a:pt x="38866" y="81194"/>
                </a:cubicBezTo>
                <a:cubicBezTo>
                  <a:pt x="39361" y="82438"/>
                  <a:pt x="40050" y="83483"/>
                  <a:pt x="40938" y="84333"/>
                </a:cubicBezTo>
                <a:cubicBezTo>
                  <a:pt x="41833" y="85183"/>
                  <a:pt x="42905" y="85838"/>
                  <a:pt x="44166" y="86300"/>
                </a:cubicBezTo>
                <a:cubicBezTo>
                  <a:pt x="45422" y="86761"/>
                  <a:pt x="46444" y="87005"/>
                  <a:pt x="47950" y="87038"/>
                </a:cubicBezTo>
                <a:lnTo>
                  <a:pt x="47950" y="89994"/>
                </a:lnTo>
                <a:lnTo>
                  <a:pt x="50466" y="89994"/>
                </a:lnTo>
                <a:lnTo>
                  <a:pt x="50466" y="87038"/>
                </a:lnTo>
                <a:cubicBezTo>
                  <a:pt x="51861" y="86977"/>
                  <a:pt x="52800" y="86738"/>
                  <a:pt x="54000" y="86322"/>
                </a:cubicBezTo>
                <a:cubicBezTo>
                  <a:pt x="55200" y="85905"/>
                  <a:pt x="56244" y="85300"/>
                  <a:pt x="57138" y="84505"/>
                </a:cubicBezTo>
                <a:cubicBezTo>
                  <a:pt x="58027" y="83711"/>
                  <a:pt x="58738" y="82716"/>
                  <a:pt x="59255" y="81516"/>
                </a:cubicBezTo>
                <a:cubicBezTo>
                  <a:pt x="59766" y="80327"/>
                  <a:pt x="60027" y="78916"/>
                  <a:pt x="60027" y="77300"/>
                </a:cubicBezTo>
                <a:cubicBezTo>
                  <a:pt x="60027" y="75744"/>
                  <a:pt x="59750" y="74433"/>
                  <a:pt x="59188" y="73366"/>
                </a:cubicBezTo>
                <a:cubicBezTo>
                  <a:pt x="58633" y="72300"/>
                  <a:pt x="57894" y="71405"/>
                  <a:pt x="56972" y="70683"/>
                </a:cubicBezTo>
                <a:moveTo>
                  <a:pt x="70911" y="0"/>
                </a:moveTo>
                <a:cubicBezTo>
                  <a:pt x="55105" y="0"/>
                  <a:pt x="41088" y="7500"/>
                  <a:pt x="32105" y="19094"/>
                </a:cubicBezTo>
                <a:cubicBezTo>
                  <a:pt x="35133" y="18105"/>
                  <a:pt x="38277" y="17400"/>
                  <a:pt x="41511" y="16950"/>
                </a:cubicBezTo>
                <a:cubicBezTo>
                  <a:pt x="49266" y="9855"/>
                  <a:pt x="59566" y="5483"/>
                  <a:pt x="70911" y="5483"/>
                </a:cubicBezTo>
                <a:cubicBezTo>
                  <a:pt x="94994" y="5483"/>
                  <a:pt x="114516" y="25011"/>
                  <a:pt x="114516" y="49088"/>
                </a:cubicBezTo>
                <a:cubicBezTo>
                  <a:pt x="114516" y="60433"/>
                  <a:pt x="110150" y="70733"/>
                  <a:pt x="103050" y="78488"/>
                </a:cubicBezTo>
                <a:cubicBezTo>
                  <a:pt x="102600" y="81722"/>
                  <a:pt x="101894" y="84866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  <a:moveTo>
                  <a:pt x="49088" y="114516"/>
                </a:moveTo>
                <a:cubicBezTo>
                  <a:pt x="25005" y="114516"/>
                  <a:pt x="5483" y="94988"/>
                  <a:pt x="5483" y="70911"/>
                </a:cubicBezTo>
                <a:cubicBezTo>
                  <a:pt x="5483" y="46827"/>
                  <a:pt x="25005" y="27305"/>
                  <a:pt x="49088" y="27305"/>
                </a:cubicBezTo>
                <a:cubicBezTo>
                  <a:pt x="73177" y="27305"/>
                  <a:pt x="92694" y="46827"/>
                  <a:pt x="92694" y="70911"/>
                </a:cubicBezTo>
                <a:cubicBezTo>
                  <a:pt x="92694" y="94988"/>
                  <a:pt x="73177" y="114516"/>
                  <a:pt x="49088" y="114516"/>
                </a:cubicBezTo>
                <a:moveTo>
                  <a:pt x="49088" y="21816"/>
                </a:moveTo>
                <a:cubicBezTo>
                  <a:pt x="21977" y="21816"/>
                  <a:pt x="0" y="43800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0" y="120000"/>
                  <a:pt x="98183" y="98022"/>
                  <a:pt x="98183" y="70911"/>
                </a:cubicBezTo>
                <a:cubicBezTo>
                  <a:pt x="98183" y="43800"/>
                  <a:pt x="76200" y="21816"/>
                  <a:pt x="49088" y="218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5" name="Shape 4763">
            <a:extLst>
              <a:ext uri="{FF2B5EF4-FFF2-40B4-BE49-F238E27FC236}">
                <a16:creationId xmlns:a16="http://schemas.microsoft.com/office/drawing/2014/main" id="{59DC0787-831E-D9EF-5A25-6788B8E0AE16}"/>
              </a:ext>
            </a:extLst>
          </p:cNvPr>
          <p:cNvSpPr/>
          <p:nvPr/>
        </p:nvSpPr>
        <p:spPr>
          <a:xfrm>
            <a:off x="8260345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6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6"/>
                  <a:pt x="93133" y="0"/>
                  <a:pt x="60000" y="0"/>
                </a:cubicBezTo>
                <a:moveTo>
                  <a:pt x="64083" y="42911"/>
                </a:moveTo>
                <a:cubicBezTo>
                  <a:pt x="67122" y="42911"/>
                  <a:pt x="69922" y="44227"/>
                  <a:pt x="72483" y="46866"/>
                </a:cubicBezTo>
                <a:lnTo>
                  <a:pt x="75244" y="41244"/>
                </a:lnTo>
                <a:cubicBezTo>
                  <a:pt x="71600" y="38688"/>
                  <a:pt x="68044" y="37411"/>
                  <a:pt x="64561" y="37411"/>
                </a:cubicBezTo>
                <a:cubicBezTo>
                  <a:pt x="59761" y="37411"/>
                  <a:pt x="55822" y="38994"/>
                  <a:pt x="52744" y="42166"/>
                </a:cubicBezTo>
                <a:cubicBezTo>
                  <a:pt x="50105" y="44927"/>
                  <a:pt x="48283" y="48677"/>
                  <a:pt x="47277" y="53416"/>
                </a:cubicBezTo>
                <a:lnTo>
                  <a:pt x="44100" y="53416"/>
                </a:lnTo>
                <a:lnTo>
                  <a:pt x="42544" y="57372"/>
                </a:lnTo>
                <a:lnTo>
                  <a:pt x="46861" y="57372"/>
                </a:lnTo>
                <a:cubicBezTo>
                  <a:pt x="46822" y="57827"/>
                  <a:pt x="46794" y="58238"/>
                  <a:pt x="46772" y="58605"/>
                </a:cubicBezTo>
                <a:cubicBezTo>
                  <a:pt x="46750" y="58977"/>
                  <a:pt x="46744" y="59305"/>
                  <a:pt x="46744" y="59594"/>
                </a:cubicBezTo>
                <a:cubicBezTo>
                  <a:pt x="46744" y="59966"/>
                  <a:pt x="46750" y="60316"/>
                  <a:pt x="46772" y="60644"/>
                </a:cubicBezTo>
                <a:cubicBezTo>
                  <a:pt x="46794" y="60977"/>
                  <a:pt x="46822" y="61288"/>
                  <a:pt x="46861" y="61572"/>
                </a:cubicBezTo>
                <a:lnTo>
                  <a:pt x="44161" y="61572"/>
                </a:lnTo>
                <a:lnTo>
                  <a:pt x="42544" y="65466"/>
                </a:lnTo>
                <a:lnTo>
                  <a:pt x="47161" y="65466"/>
                </a:lnTo>
                <a:cubicBezTo>
                  <a:pt x="47800" y="70411"/>
                  <a:pt x="49422" y="74344"/>
                  <a:pt x="52022" y="77266"/>
                </a:cubicBezTo>
                <a:cubicBezTo>
                  <a:pt x="55022" y="80650"/>
                  <a:pt x="59200" y="82338"/>
                  <a:pt x="64561" y="82338"/>
                </a:cubicBezTo>
                <a:cubicBezTo>
                  <a:pt x="67883" y="82338"/>
                  <a:pt x="70900" y="81433"/>
                  <a:pt x="73622" y="79616"/>
                </a:cubicBezTo>
                <a:lnTo>
                  <a:pt x="73622" y="72761"/>
                </a:lnTo>
                <a:cubicBezTo>
                  <a:pt x="72100" y="74200"/>
                  <a:pt x="70738" y="75233"/>
                  <a:pt x="69538" y="75850"/>
                </a:cubicBezTo>
                <a:cubicBezTo>
                  <a:pt x="68222" y="76511"/>
                  <a:pt x="66561" y="76838"/>
                  <a:pt x="64561" y="76838"/>
                </a:cubicBezTo>
                <a:cubicBezTo>
                  <a:pt x="61483" y="76838"/>
                  <a:pt x="59038" y="75666"/>
                  <a:pt x="57244" y="73316"/>
                </a:cubicBezTo>
                <a:cubicBezTo>
                  <a:pt x="55683" y="71416"/>
                  <a:pt x="54661" y="68805"/>
                  <a:pt x="54183" y="65466"/>
                </a:cubicBezTo>
                <a:lnTo>
                  <a:pt x="66244" y="65466"/>
                </a:lnTo>
                <a:lnTo>
                  <a:pt x="67738" y="61572"/>
                </a:lnTo>
                <a:lnTo>
                  <a:pt x="53883" y="61572"/>
                </a:lnTo>
                <a:cubicBezTo>
                  <a:pt x="53844" y="61366"/>
                  <a:pt x="53822" y="60733"/>
                  <a:pt x="53822" y="59661"/>
                </a:cubicBezTo>
                <a:lnTo>
                  <a:pt x="53822" y="58238"/>
                </a:lnTo>
                <a:cubicBezTo>
                  <a:pt x="53822" y="57866"/>
                  <a:pt x="53844" y="57577"/>
                  <a:pt x="53883" y="57372"/>
                </a:cubicBezTo>
                <a:lnTo>
                  <a:pt x="68577" y="57372"/>
                </a:lnTo>
                <a:lnTo>
                  <a:pt x="70144" y="53416"/>
                </a:lnTo>
                <a:lnTo>
                  <a:pt x="54305" y="53416"/>
                </a:lnTo>
                <a:cubicBezTo>
                  <a:pt x="54822" y="50533"/>
                  <a:pt x="55838" y="48122"/>
                  <a:pt x="57361" y="46188"/>
                </a:cubicBezTo>
                <a:cubicBezTo>
                  <a:pt x="59161" y="44000"/>
                  <a:pt x="61400" y="42911"/>
                  <a:pt x="64083" y="4291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7" name="Shape 4764">
            <a:extLst>
              <a:ext uri="{FF2B5EF4-FFF2-40B4-BE49-F238E27FC236}">
                <a16:creationId xmlns:a16="http://schemas.microsoft.com/office/drawing/2014/main" id="{D6D0AA1D-5963-69D2-0E6D-671D1828B4E2}"/>
              </a:ext>
            </a:extLst>
          </p:cNvPr>
          <p:cNvSpPr/>
          <p:nvPr/>
        </p:nvSpPr>
        <p:spPr>
          <a:xfrm>
            <a:off x="8764532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088" y="114516"/>
                </a:moveTo>
                <a:cubicBezTo>
                  <a:pt x="25011" y="114516"/>
                  <a:pt x="5488" y="94988"/>
                  <a:pt x="5488" y="70911"/>
                </a:cubicBezTo>
                <a:cubicBezTo>
                  <a:pt x="5488" y="46827"/>
                  <a:pt x="25011" y="27305"/>
                  <a:pt x="49088" y="27305"/>
                </a:cubicBezTo>
                <a:cubicBezTo>
                  <a:pt x="73172" y="27305"/>
                  <a:pt x="92694" y="46827"/>
                  <a:pt x="92694" y="70911"/>
                </a:cubicBezTo>
                <a:cubicBezTo>
                  <a:pt x="92694" y="94988"/>
                  <a:pt x="73172" y="114516"/>
                  <a:pt x="49088" y="114516"/>
                </a:cubicBezTo>
                <a:moveTo>
                  <a:pt x="49088" y="21816"/>
                </a:moveTo>
                <a:cubicBezTo>
                  <a:pt x="21977" y="21816"/>
                  <a:pt x="0" y="43800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5" y="120000"/>
                  <a:pt x="98183" y="98022"/>
                  <a:pt x="98183" y="70911"/>
                </a:cubicBezTo>
                <a:cubicBezTo>
                  <a:pt x="98183" y="43800"/>
                  <a:pt x="76205" y="21816"/>
                  <a:pt x="49088" y="21816"/>
                </a:cubicBezTo>
                <a:moveTo>
                  <a:pt x="70911" y="0"/>
                </a:moveTo>
                <a:cubicBezTo>
                  <a:pt x="55105" y="0"/>
                  <a:pt x="41083" y="7494"/>
                  <a:pt x="32111" y="19094"/>
                </a:cubicBezTo>
                <a:cubicBezTo>
                  <a:pt x="35133" y="18105"/>
                  <a:pt x="38277" y="17400"/>
                  <a:pt x="41511" y="16950"/>
                </a:cubicBezTo>
                <a:cubicBezTo>
                  <a:pt x="49266" y="9855"/>
                  <a:pt x="59566" y="5483"/>
                  <a:pt x="70911" y="5483"/>
                </a:cubicBezTo>
                <a:cubicBezTo>
                  <a:pt x="94988" y="5483"/>
                  <a:pt x="114511" y="25011"/>
                  <a:pt x="114511" y="49088"/>
                </a:cubicBezTo>
                <a:cubicBezTo>
                  <a:pt x="114511" y="60433"/>
                  <a:pt x="110150" y="70733"/>
                  <a:pt x="103050" y="78488"/>
                </a:cubicBezTo>
                <a:cubicBezTo>
                  <a:pt x="102600" y="81722"/>
                  <a:pt x="101894" y="84866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  <a:moveTo>
                  <a:pt x="51622" y="58550"/>
                </a:moveTo>
                <a:cubicBezTo>
                  <a:pt x="53900" y="58550"/>
                  <a:pt x="56000" y="59511"/>
                  <a:pt x="57922" y="61427"/>
                </a:cubicBezTo>
                <a:lnTo>
                  <a:pt x="59988" y="57333"/>
                </a:lnTo>
                <a:cubicBezTo>
                  <a:pt x="57261" y="55472"/>
                  <a:pt x="54588" y="54538"/>
                  <a:pt x="51977" y="54538"/>
                </a:cubicBezTo>
                <a:cubicBezTo>
                  <a:pt x="48377" y="54538"/>
                  <a:pt x="45422" y="55700"/>
                  <a:pt x="43116" y="58005"/>
                </a:cubicBezTo>
                <a:cubicBezTo>
                  <a:pt x="41133" y="60022"/>
                  <a:pt x="39766" y="62755"/>
                  <a:pt x="39016" y="66205"/>
                </a:cubicBezTo>
                <a:lnTo>
                  <a:pt x="36633" y="66205"/>
                </a:lnTo>
                <a:lnTo>
                  <a:pt x="35466" y="69083"/>
                </a:lnTo>
                <a:lnTo>
                  <a:pt x="38705" y="69083"/>
                </a:lnTo>
                <a:cubicBezTo>
                  <a:pt x="38672" y="69416"/>
                  <a:pt x="38650" y="69716"/>
                  <a:pt x="38638" y="69988"/>
                </a:cubicBezTo>
                <a:cubicBezTo>
                  <a:pt x="38622" y="70255"/>
                  <a:pt x="38611" y="70500"/>
                  <a:pt x="38611" y="70705"/>
                </a:cubicBezTo>
                <a:cubicBezTo>
                  <a:pt x="38611" y="70977"/>
                  <a:pt x="38622" y="71233"/>
                  <a:pt x="38638" y="71472"/>
                </a:cubicBezTo>
                <a:cubicBezTo>
                  <a:pt x="38650" y="71711"/>
                  <a:pt x="38672" y="71938"/>
                  <a:pt x="38705" y="72150"/>
                </a:cubicBezTo>
                <a:lnTo>
                  <a:pt x="36677" y="72150"/>
                </a:lnTo>
                <a:lnTo>
                  <a:pt x="35466" y="74983"/>
                </a:lnTo>
                <a:lnTo>
                  <a:pt x="38927" y="74983"/>
                </a:lnTo>
                <a:cubicBezTo>
                  <a:pt x="39405" y="78588"/>
                  <a:pt x="40627" y="81455"/>
                  <a:pt x="42572" y="83583"/>
                </a:cubicBezTo>
                <a:cubicBezTo>
                  <a:pt x="44822" y="86050"/>
                  <a:pt x="47961" y="87277"/>
                  <a:pt x="51977" y="87277"/>
                </a:cubicBezTo>
                <a:cubicBezTo>
                  <a:pt x="54472" y="87277"/>
                  <a:pt x="56733" y="86616"/>
                  <a:pt x="58772" y="85300"/>
                </a:cubicBezTo>
                <a:lnTo>
                  <a:pt x="58772" y="80300"/>
                </a:lnTo>
                <a:cubicBezTo>
                  <a:pt x="57633" y="81350"/>
                  <a:pt x="56616" y="82100"/>
                  <a:pt x="55716" y="82550"/>
                </a:cubicBezTo>
                <a:cubicBezTo>
                  <a:pt x="54722" y="83027"/>
                  <a:pt x="53477" y="83272"/>
                  <a:pt x="51977" y="83272"/>
                </a:cubicBezTo>
                <a:cubicBezTo>
                  <a:pt x="49666" y="83272"/>
                  <a:pt x="47838" y="82411"/>
                  <a:pt x="46488" y="80705"/>
                </a:cubicBezTo>
                <a:cubicBezTo>
                  <a:pt x="45322" y="79327"/>
                  <a:pt x="44555" y="77416"/>
                  <a:pt x="44194" y="74983"/>
                </a:cubicBezTo>
                <a:lnTo>
                  <a:pt x="53238" y="74983"/>
                </a:lnTo>
                <a:lnTo>
                  <a:pt x="54366" y="72150"/>
                </a:lnTo>
                <a:lnTo>
                  <a:pt x="43966" y="72150"/>
                </a:lnTo>
                <a:cubicBezTo>
                  <a:pt x="43938" y="72000"/>
                  <a:pt x="43922" y="71533"/>
                  <a:pt x="43922" y="70750"/>
                </a:cubicBezTo>
                <a:lnTo>
                  <a:pt x="43922" y="69716"/>
                </a:lnTo>
                <a:cubicBezTo>
                  <a:pt x="43922" y="69444"/>
                  <a:pt x="43938" y="69233"/>
                  <a:pt x="43966" y="69083"/>
                </a:cubicBezTo>
                <a:lnTo>
                  <a:pt x="54994" y="69083"/>
                </a:lnTo>
                <a:lnTo>
                  <a:pt x="56166" y="66205"/>
                </a:lnTo>
                <a:lnTo>
                  <a:pt x="44288" y="66205"/>
                </a:lnTo>
                <a:cubicBezTo>
                  <a:pt x="44677" y="64105"/>
                  <a:pt x="45438" y="62344"/>
                  <a:pt x="46577" y="60933"/>
                </a:cubicBezTo>
                <a:cubicBezTo>
                  <a:pt x="47927" y="59344"/>
                  <a:pt x="49605" y="58550"/>
                  <a:pt x="51622" y="5855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9" name="Shape 4765">
            <a:extLst>
              <a:ext uri="{FF2B5EF4-FFF2-40B4-BE49-F238E27FC236}">
                <a16:creationId xmlns:a16="http://schemas.microsoft.com/office/drawing/2014/main" id="{584005DF-DD04-13ED-D4A4-C750E2C0C2DD}"/>
              </a:ext>
            </a:extLst>
          </p:cNvPr>
          <p:cNvSpPr/>
          <p:nvPr/>
        </p:nvSpPr>
        <p:spPr>
          <a:xfrm>
            <a:off x="9268718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0333" y="55116"/>
                </a:moveTo>
                <a:cubicBezTo>
                  <a:pt x="69100" y="59922"/>
                  <a:pt x="61472" y="57477"/>
                  <a:pt x="59000" y="56877"/>
                </a:cubicBezTo>
                <a:lnTo>
                  <a:pt x="61172" y="48388"/>
                </a:lnTo>
                <a:cubicBezTo>
                  <a:pt x="63650" y="48988"/>
                  <a:pt x="71616" y="50105"/>
                  <a:pt x="70333" y="55116"/>
                </a:cubicBezTo>
                <a:moveTo>
                  <a:pt x="68977" y="68816"/>
                </a:moveTo>
                <a:cubicBezTo>
                  <a:pt x="67622" y="74100"/>
                  <a:pt x="58461" y="71244"/>
                  <a:pt x="55488" y="70527"/>
                </a:cubicBezTo>
                <a:lnTo>
                  <a:pt x="57894" y="61161"/>
                </a:lnTo>
                <a:cubicBezTo>
                  <a:pt x="60866" y="61883"/>
                  <a:pt x="70394" y="63305"/>
                  <a:pt x="68977" y="68816"/>
                </a:cubicBezTo>
                <a:moveTo>
                  <a:pt x="70205" y="45411"/>
                </a:moveTo>
                <a:lnTo>
                  <a:pt x="72000" y="38422"/>
                </a:lnTo>
                <a:lnTo>
                  <a:pt x="67616" y="37366"/>
                </a:lnTo>
                <a:lnTo>
                  <a:pt x="65872" y="44166"/>
                </a:lnTo>
                <a:cubicBezTo>
                  <a:pt x="64716" y="43888"/>
                  <a:pt x="63533" y="43627"/>
                  <a:pt x="62355" y="43366"/>
                </a:cubicBezTo>
                <a:lnTo>
                  <a:pt x="64116" y="36516"/>
                </a:lnTo>
                <a:lnTo>
                  <a:pt x="59738" y="35455"/>
                </a:lnTo>
                <a:lnTo>
                  <a:pt x="57938" y="42444"/>
                </a:lnTo>
                <a:cubicBezTo>
                  <a:pt x="56988" y="42233"/>
                  <a:pt x="56055" y="42027"/>
                  <a:pt x="55144" y="41805"/>
                </a:cubicBezTo>
                <a:lnTo>
                  <a:pt x="55150" y="41783"/>
                </a:lnTo>
                <a:lnTo>
                  <a:pt x="49105" y="40316"/>
                </a:lnTo>
                <a:lnTo>
                  <a:pt x="47938" y="44861"/>
                </a:lnTo>
                <a:cubicBezTo>
                  <a:pt x="47938" y="44861"/>
                  <a:pt x="51188" y="45583"/>
                  <a:pt x="51122" y="45633"/>
                </a:cubicBezTo>
                <a:cubicBezTo>
                  <a:pt x="52894" y="46061"/>
                  <a:pt x="53216" y="47200"/>
                  <a:pt x="53161" y="48100"/>
                </a:cubicBezTo>
                <a:lnTo>
                  <a:pt x="51122" y="56061"/>
                </a:lnTo>
                <a:cubicBezTo>
                  <a:pt x="51244" y="56094"/>
                  <a:pt x="51400" y="56133"/>
                  <a:pt x="51572" y="56200"/>
                </a:cubicBezTo>
                <a:cubicBezTo>
                  <a:pt x="51427" y="56166"/>
                  <a:pt x="51272" y="56127"/>
                  <a:pt x="51111" y="56094"/>
                </a:cubicBezTo>
                <a:lnTo>
                  <a:pt x="48244" y="67238"/>
                </a:lnTo>
                <a:cubicBezTo>
                  <a:pt x="48033" y="67766"/>
                  <a:pt x="47477" y="68550"/>
                  <a:pt x="46238" y="68250"/>
                </a:cubicBezTo>
                <a:cubicBezTo>
                  <a:pt x="46283" y="68316"/>
                  <a:pt x="43050" y="67483"/>
                  <a:pt x="43050" y="67483"/>
                </a:cubicBezTo>
                <a:lnTo>
                  <a:pt x="40877" y="72350"/>
                </a:lnTo>
                <a:lnTo>
                  <a:pt x="46577" y="73727"/>
                </a:lnTo>
                <a:cubicBezTo>
                  <a:pt x="47638" y="73983"/>
                  <a:pt x="48677" y="74255"/>
                  <a:pt x="49700" y="74511"/>
                </a:cubicBezTo>
                <a:lnTo>
                  <a:pt x="47894" y="81577"/>
                </a:lnTo>
                <a:lnTo>
                  <a:pt x="52266" y="82638"/>
                </a:lnTo>
                <a:lnTo>
                  <a:pt x="54061" y="75644"/>
                </a:lnTo>
                <a:cubicBezTo>
                  <a:pt x="55261" y="75961"/>
                  <a:pt x="56422" y="76250"/>
                  <a:pt x="57555" y="76527"/>
                </a:cubicBezTo>
                <a:lnTo>
                  <a:pt x="55766" y="83483"/>
                </a:lnTo>
                <a:lnTo>
                  <a:pt x="60150" y="84544"/>
                </a:lnTo>
                <a:lnTo>
                  <a:pt x="61961" y="77488"/>
                </a:lnTo>
                <a:cubicBezTo>
                  <a:pt x="69438" y="78861"/>
                  <a:pt x="75055" y="78305"/>
                  <a:pt x="77416" y="71750"/>
                </a:cubicBezTo>
                <a:cubicBezTo>
                  <a:pt x="79327" y="66466"/>
                  <a:pt x="77322" y="63422"/>
                  <a:pt x="73388" y="61433"/>
                </a:cubicBezTo>
                <a:cubicBezTo>
                  <a:pt x="76255" y="60794"/>
                  <a:pt x="78416" y="58966"/>
                  <a:pt x="78988" y="55188"/>
                </a:cubicBezTo>
                <a:cubicBezTo>
                  <a:pt x="79783" y="50033"/>
                  <a:pt x="75738" y="47261"/>
                  <a:pt x="70205" y="45411"/>
                </a:cubicBezTo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6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6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1" name="Shape 4766">
            <a:extLst>
              <a:ext uri="{FF2B5EF4-FFF2-40B4-BE49-F238E27FC236}">
                <a16:creationId xmlns:a16="http://schemas.microsoft.com/office/drawing/2014/main" id="{F923EB84-C906-068C-F80F-D67131B76500}"/>
              </a:ext>
            </a:extLst>
          </p:cNvPr>
          <p:cNvSpPr/>
          <p:nvPr/>
        </p:nvSpPr>
        <p:spPr>
          <a:xfrm>
            <a:off x="9772903" y="28474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844" y="67105"/>
                </a:moveTo>
                <a:cubicBezTo>
                  <a:pt x="54877" y="70844"/>
                  <a:pt x="48883" y="68950"/>
                  <a:pt x="46938" y="68483"/>
                </a:cubicBezTo>
                <a:lnTo>
                  <a:pt x="48655" y="61877"/>
                </a:lnTo>
                <a:cubicBezTo>
                  <a:pt x="50594" y="62344"/>
                  <a:pt x="56855" y="63211"/>
                  <a:pt x="55844" y="67105"/>
                </a:cubicBezTo>
                <a:moveTo>
                  <a:pt x="54777" y="77766"/>
                </a:moveTo>
                <a:cubicBezTo>
                  <a:pt x="53716" y="81872"/>
                  <a:pt x="46516" y="79655"/>
                  <a:pt x="44183" y="79100"/>
                </a:cubicBezTo>
                <a:lnTo>
                  <a:pt x="46072" y="71816"/>
                </a:lnTo>
                <a:cubicBezTo>
                  <a:pt x="48411" y="72372"/>
                  <a:pt x="55888" y="73483"/>
                  <a:pt x="54777" y="77766"/>
                </a:cubicBezTo>
                <a:moveTo>
                  <a:pt x="55744" y="59561"/>
                </a:moveTo>
                <a:lnTo>
                  <a:pt x="57155" y="54127"/>
                </a:lnTo>
                <a:lnTo>
                  <a:pt x="53711" y="53305"/>
                </a:lnTo>
                <a:lnTo>
                  <a:pt x="52338" y="58594"/>
                </a:lnTo>
                <a:cubicBezTo>
                  <a:pt x="51433" y="58377"/>
                  <a:pt x="50500" y="58172"/>
                  <a:pt x="49583" y="57966"/>
                </a:cubicBezTo>
                <a:lnTo>
                  <a:pt x="50961" y="52644"/>
                </a:lnTo>
                <a:lnTo>
                  <a:pt x="47522" y="51822"/>
                </a:lnTo>
                <a:lnTo>
                  <a:pt x="46111" y="57255"/>
                </a:lnTo>
                <a:cubicBezTo>
                  <a:pt x="45361" y="57088"/>
                  <a:pt x="44627" y="56927"/>
                  <a:pt x="43911" y="56755"/>
                </a:cubicBezTo>
                <a:lnTo>
                  <a:pt x="43911" y="56738"/>
                </a:lnTo>
                <a:lnTo>
                  <a:pt x="39166" y="55600"/>
                </a:lnTo>
                <a:lnTo>
                  <a:pt x="38250" y="59133"/>
                </a:lnTo>
                <a:cubicBezTo>
                  <a:pt x="38250" y="59133"/>
                  <a:pt x="40805" y="59694"/>
                  <a:pt x="40750" y="59727"/>
                </a:cubicBezTo>
                <a:cubicBezTo>
                  <a:pt x="42144" y="60066"/>
                  <a:pt x="42400" y="60950"/>
                  <a:pt x="42355" y="61655"/>
                </a:cubicBezTo>
                <a:lnTo>
                  <a:pt x="40750" y="67850"/>
                </a:lnTo>
                <a:cubicBezTo>
                  <a:pt x="40844" y="67866"/>
                  <a:pt x="40972" y="67900"/>
                  <a:pt x="41105" y="67955"/>
                </a:cubicBezTo>
                <a:cubicBezTo>
                  <a:pt x="40994" y="67927"/>
                  <a:pt x="40872" y="67900"/>
                  <a:pt x="40744" y="67866"/>
                </a:cubicBezTo>
                <a:lnTo>
                  <a:pt x="38488" y="76538"/>
                </a:lnTo>
                <a:cubicBezTo>
                  <a:pt x="38322" y="76950"/>
                  <a:pt x="37888" y="77555"/>
                  <a:pt x="36916" y="77327"/>
                </a:cubicBezTo>
                <a:cubicBezTo>
                  <a:pt x="36950" y="77377"/>
                  <a:pt x="34411" y="76727"/>
                  <a:pt x="34411" y="76727"/>
                </a:cubicBezTo>
                <a:lnTo>
                  <a:pt x="32700" y="80511"/>
                </a:lnTo>
                <a:lnTo>
                  <a:pt x="37177" y="81588"/>
                </a:lnTo>
                <a:cubicBezTo>
                  <a:pt x="38016" y="81783"/>
                  <a:pt x="38833" y="81994"/>
                  <a:pt x="39633" y="82194"/>
                </a:cubicBezTo>
                <a:lnTo>
                  <a:pt x="38211" y="87688"/>
                </a:lnTo>
                <a:lnTo>
                  <a:pt x="41650" y="88516"/>
                </a:lnTo>
                <a:lnTo>
                  <a:pt x="43061" y="83077"/>
                </a:lnTo>
                <a:cubicBezTo>
                  <a:pt x="44005" y="83322"/>
                  <a:pt x="44916" y="83550"/>
                  <a:pt x="45805" y="83761"/>
                </a:cubicBezTo>
                <a:lnTo>
                  <a:pt x="44400" y="89172"/>
                </a:lnTo>
                <a:lnTo>
                  <a:pt x="47844" y="90000"/>
                </a:lnTo>
                <a:lnTo>
                  <a:pt x="49266" y="84511"/>
                </a:lnTo>
                <a:cubicBezTo>
                  <a:pt x="55144" y="85577"/>
                  <a:pt x="59555" y="85150"/>
                  <a:pt x="61416" y="80044"/>
                </a:cubicBezTo>
                <a:cubicBezTo>
                  <a:pt x="62911" y="75938"/>
                  <a:pt x="61338" y="73566"/>
                  <a:pt x="58250" y="72027"/>
                </a:cubicBezTo>
                <a:cubicBezTo>
                  <a:pt x="60500" y="71527"/>
                  <a:pt x="62194" y="70105"/>
                  <a:pt x="62650" y="67166"/>
                </a:cubicBezTo>
                <a:cubicBezTo>
                  <a:pt x="63272" y="63155"/>
                  <a:pt x="60088" y="61000"/>
                  <a:pt x="55744" y="59561"/>
                </a:cubicBezTo>
                <a:moveTo>
                  <a:pt x="49088" y="114516"/>
                </a:moveTo>
                <a:cubicBezTo>
                  <a:pt x="25011" y="114516"/>
                  <a:pt x="5488" y="94988"/>
                  <a:pt x="5488" y="70911"/>
                </a:cubicBezTo>
                <a:cubicBezTo>
                  <a:pt x="5488" y="46827"/>
                  <a:pt x="25011" y="27305"/>
                  <a:pt x="49088" y="27305"/>
                </a:cubicBezTo>
                <a:cubicBezTo>
                  <a:pt x="73172" y="27305"/>
                  <a:pt x="92694" y="46827"/>
                  <a:pt x="92694" y="70911"/>
                </a:cubicBezTo>
                <a:cubicBezTo>
                  <a:pt x="92694" y="94988"/>
                  <a:pt x="73172" y="114516"/>
                  <a:pt x="49088" y="114516"/>
                </a:cubicBezTo>
                <a:moveTo>
                  <a:pt x="49088" y="21816"/>
                </a:moveTo>
                <a:cubicBezTo>
                  <a:pt x="21977" y="21816"/>
                  <a:pt x="0" y="43800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5" y="120000"/>
                  <a:pt x="98183" y="98022"/>
                  <a:pt x="98183" y="70911"/>
                </a:cubicBezTo>
                <a:cubicBezTo>
                  <a:pt x="98183" y="43800"/>
                  <a:pt x="76205" y="21816"/>
                  <a:pt x="49088" y="21816"/>
                </a:cubicBezTo>
                <a:moveTo>
                  <a:pt x="70911" y="0"/>
                </a:moveTo>
                <a:cubicBezTo>
                  <a:pt x="55105" y="0"/>
                  <a:pt x="41088" y="7500"/>
                  <a:pt x="32111" y="19100"/>
                </a:cubicBezTo>
                <a:cubicBezTo>
                  <a:pt x="35133" y="18105"/>
                  <a:pt x="38277" y="17400"/>
                  <a:pt x="41511" y="16950"/>
                </a:cubicBezTo>
                <a:cubicBezTo>
                  <a:pt x="49266" y="9855"/>
                  <a:pt x="59566" y="5483"/>
                  <a:pt x="70911" y="5483"/>
                </a:cubicBezTo>
                <a:cubicBezTo>
                  <a:pt x="94988" y="5483"/>
                  <a:pt x="114511" y="25005"/>
                  <a:pt x="114511" y="49088"/>
                </a:cubicBezTo>
                <a:cubicBezTo>
                  <a:pt x="114511" y="60433"/>
                  <a:pt x="110150" y="70733"/>
                  <a:pt x="103050" y="78488"/>
                </a:cubicBezTo>
                <a:cubicBezTo>
                  <a:pt x="102600" y="81716"/>
                  <a:pt x="101894" y="84866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3" name="Shape 4767">
            <a:extLst>
              <a:ext uri="{FF2B5EF4-FFF2-40B4-BE49-F238E27FC236}">
                <a16:creationId xmlns:a16="http://schemas.microsoft.com/office/drawing/2014/main" id="{1E13AB17-F22D-B619-486D-0A97F89F8027}"/>
              </a:ext>
            </a:extLst>
          </p:cNvPr>
          <p:cNvSpPr/>
          <p:nvPr/>
        </p:nvSpPr>
        <p:spPr>
          <a:xfrm>
            <a:off x="10277088" y="2907445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3900" y="65766"/>
                </a:moveTo>
                <a:cubicBezTo>
                  <a:pt x="63472" y="65172"/>
                  <a:pt x="62988" y="64700"/>
                  <a:pt x="62455" y="64338"/>
                </a:cubicBezTo>
                <a:cubicBezTo>
                  <a:pt x="61911" y="63972"/>
                  <a:pt x="61677" y="63655"/>
                  <a:pt x="61116" y="63388"/>
                </a:cubicBezTo>
                <a:lnTo>
                  <a:pt x="61116" y="79227"/>
                </a:lnTo>
                <a:cubicBezTo>
                  <a:pt x="62433" y="79038"/>
                  <a:pt x="63205" y="78333"/>
                  <a:pt x="64044" y="77083"/>
                </a:cubicBezTo>
                <a:cubicBezTo>
                  <a:pt x="64888" y="75838"/>
                  <a:pt x="65311" y="73850"/>
                  <a:pt x="65311" y="71133"/>
                </a:cubicBezTo>
                <a:cubicBezTo>
                  <a:pt x="65311" y="69866"/>
                  <a:pt x="65183" y="68800"/>
                  <a:pt x="64922" y="67938"/>
                </a:cubicBezTo>
                <a:cubicBezTo>
                  <a:pt x="64666" y="67077"/>
                  <a:pt x="64327" y="66355"/>
                  <a:pt x="63900" y="65766"/>
                </a:cubicBezTo>
                <a:moveTo>
                  <a:pt x="95455" y="90000"/>
                </a:moveTo>
                <a:lnTo>
                  <a:pt x="90000" y="90000"/>
                </a:lnTo>
                <a:cubicBezTo>
                  <a:pt x="88494" y="90000"/>
                  <a:pt x="87272" y="92233"/>
                  <a:pt x="87272" y="95000"/>
                </a:cubicBezTo>
                <a:cubicBezTo>
                  <a:pt x="87272" y="97761"/>
                  <a:pt x="88494" y="100000"/>
                  <a:pt x="90000" y="100000"/>
                </a:cubicBezTo>
                <a:lnTo>
                  <a:pt x="95455" y="100000"/>
                </a:lnTo>
                <a:cubicBezTo>
                  <a:pt x="96961" y="100000"/>
                  <a:pt x="98183" y="97761"/>
                  <a:pt x="98183" y="95000"/>
                </a:cubicBezTo>
                <a:cubicBezTo>
                  <a:pt x="98183" y="92233"/>
                  <a:pt x="96961" y="90000"/>
                  <a:pt x="95455" y="90000"/>
                </a:cubicBezTo>
                <a:moveTo>
                  <a:pt x="55094" y="47272"/>
                </a:moveTo>
                <a:cubicBezTo>
                  <a:pt x="55094" y="48366"/>
                  <a:pt x="55211" y="49288"/>
                  <a:pt x="55455" y="50061"/>
                </a:cubicBezTo>
                <a:cubicBezTo>
                  <a:pt x="55700" y="50833"/>
                  <a:pt x="56011" y="51488"/>
                  <a:pt x="56388" y="52033"/>
                </a:cubicBezTo>
                <a:cubicBezTo>
                  <a:pt x="56772" y="52577"/>
                  <a:pt x="57211" y="53022"/>
                  <a:pt x="57711" y="53361"/>
                </a:cubicBezTo>
                <a:cubicBezTo>
                  <a:pt x="58211" y="53694"/>
                  <a:pt x="58405" y="53983"/>
                  <a:pt x="58916" y="54205"/>
                </a:cubicBezTo>
                <a:lnTo>
                  <a:pt x="58916" y="40616"/>
                </a:lnTo>
                <a:cubicBezTo>
                  <a:pt x="57600" y="40616"/>
                  <a:pt x="56894" y="41122"/>
                  <a:pt x="56172" y="42138"/>
                </a:cubicBezTo>
                <a:cubicBezTo>
                  <a:pt x="55450" y="43161"/>
                  <a:pt x="55094" y="44872"/>
                  <a:pt x="55094" y="47272"/>
                </a:cubicBezTo>
                <a:moveTo>
                  <a:pt x="111816" y="20000"/>
                </a:moveTo>
                <a:cubicBezTo>
                  <a:pt x="110311" y="20000"/>
                  <a:pt x="109088" y="17761"/>
                  <a:pt x="109088" y="15000"/>
                </a:cubicBezTo>
                <a:cubicBezTo>
                  <a:pt x="109088" y="12238"/>
                  <a:pt x="110311" y="10000"/>
                  <a:pt x="111816" y="10000"/>
                </a:cubicBezTo>
                <a:cubicBezTo>
                  <a:pt x="113327" y="10000"/>
                  <a:pt x="114544" y="12238"/>
                  <a:pt x="114544" y="15000"/>
                </a:cubicBezTo>
                <a:cubicBezTo>
                  <a:pt x="114544" y="17761"/>
                  <a:pt x="113327" y="20000"/>
                  <a:pt x="111816" y="20000"/>
                </a:cubicBezTo>
                <a:moveTo>
                  <a:pt x="114544" y="90916"/>
                </a:moveTo>
                <a:cubicBezTo>
                  <a:pt x="113688" y="90361"/>
                  <a:pt x="112777" y="90000"/>
                  <a:pt x="111816" y="90000"/>
                </a:cubicBezTo>
                <a:cubicBezTo>
                  <a:pt x="107300" y="90000"/>
                  <a:pt x="103638" y="96711"/>
                  <a:pt x="103638" y="105000"/>
                </a:cubicBezTo>
                <a:cubicBezTo>
                  <a:pt x="103638" y="106761"/>
                  <a:pt x="103833" y="108427"/>
                  <a:pt x="104138" y="110000"/>
                </a:cubicBezTo>
                <a:lnTo>
                  <a:pt x="15861" y="110000"/>
                </a:lnTo>
                <a:cubicBezTo>
                  <a:pt x="16166" y="108427"/>
                  <a:pt x="16361" y="106761"/>
                  <a:pt x="16361" y="105000"/>
                </a:cubicBezTo>
                <a:cubicBezTo>
                  <a:pt x="16361" y="96711"/>
                  <a:pt x="12700" y="90000"/>
                  <a:pt x="8183" y="90000"/>
                </a:cubicBezTo>
                <a:cubicBezTo>
                  <a:pt x="7222" y="90000"/>
                  <a:pt x="6311" y="90361"/>
                  <a:pt x="5455" y="90916"/>
                </a:cubicBezTo>
                <a:lnTo>
                  <a:pt x="5455" y="29077"/>
                </a:lnTo>
                <a:cubicBezTo>
                  <a:pt x="6311" y="29638"/>
                  <a:pt x="7222" y="30000"/>
                  <a:pt x="8183" y="30000"/>
                </a:cubicBezTo>
                <a:cubicBezTo>
                  <a:pt x="12700" y="30000"/>
                  <a:pt x="16361" y="23283"/>
                  <a:pt x="16361" y="15000"/>
                </a:cubicBezTo>
                <a:cubicBezTo>
                  <a:pt x="16361" y="13233"/>
                  <a:pt x="16166" y="11572"/>
                  <a:pt x="15861" y="10000"/>
                </a:cubicBezTo>
                <a:lnTo>
                  <a:pt x="104138" y="10000"/>
                </a:lnTo>
                <a:cubicBezTo>
                  <a:pt x="103833" y="11572"/>
                  <a:pt x="103638" y="13233"/>
                  <a:pt x="103638" y="15000"/>
                </a:cubicBezTo>
                <a:cubicBezTo>
                  <a:pt x="103638" y="23283"/>
                  <a:pt x="107300" y="30000"/>
                  <a:pt x="111816" y="30000"/>
                </a:cubicBezTo>
                <a:cubicBezTo>
                  <a:pt x="112777" y="30000"/>
                  <a:pt x="113688" y="29638"/>
                  <a:pt x="114544" y="29077"/>
                </a:cubicBezTo>
                <a:cubicBezTo>
                  <a:pt x="114544" y="29077"/>
                  <a:pt x="114544" y="90916"/>
                  <a:pt x="114544" y="90916"/>
                </a:cubicBezTo>
                <a:close/>
                <a:moveTo>
                  <a:pt x="111816" y="110000"/>
                </a:moveTo>
                <a:cubicBezTo>
                  <a:pt x="110311" y="110000"/>
                  <a:pt x="109088" y="107761"/>
                  <a:pt x="109088" y="105000"/>
                </a:cubicBezTo>
                <a:cubicBezTo>
                  <a:pt x="109088" y="102238"/>
                  <a:pt x="110311" y="100000"/>
                  <a:pt x="111816" y="100000"/>
                </a:cubicBezTo>
                <a:cubicBezTo>
                  <a:pt x="113327" y="100000"/>
                  <a:pt x="114544" y="102238"/>
                  <a:pt x="114544" y="105000"/>
                </a:cubicBezTo>
                <a:cubicBezTo>
                  <a:pt x="114544" y="107761"/>
                  <a:pt x="113327" y="110000"/>
                  <a:pt x="111816" y="110000"/>
                </a:cubicBezTo>
                <a:moveTo>
                  <a:pt x="8183" y="110000"/>
                </a:moveTo>
                <a:cubicBezTo>
                  <a:pt x="6672" y="110000"/>
                  <a:pt x="5455" y="107761"/>
                  <a:pt x="5455" y="105000"/>
                </a:cubicBezTo>
                <a:cubicBezTo>
                  <a:pt x="5455" y="102238"/>
                  <a:pt x="6672" y="100000"/>
                  <a:pt x="8183" y="100000"/>
                </a:cubicBezTo>
                <a:cubicBezTo>
                  <a:pt x="9688" y="100000"/>
                  <a:pt x="10911" y="102238"/>
                  <a:pt x="10911" y="105000"/>
                </a:cubicBezTo>
                <a:cubicBezTo>
                  <a:pt x="10911" y="107761"/>
                  <a:pt x="9688" y="110000"/>
                  <a:pt x="8183" y="110000"/>
                </a:cubicBezTo>
                <a:moveTo>
                  <a:pt x="8183" y="10000"/>
                </a:moveTo>
                <a:cubicBezTo>
                  <a:pt x="9688" y="10000"/>
                  <a:pt x="10911" y="12238"/>
                  <a:pt x="10911" y="15000"/>
                </a:cubicBezTo>
                <a:cubicBezTo>
                  <a:pt x="10911" y="17761"/>
                  <a:pt x="9688" y="20000"/>
                  <a:pt x="8183" y="20000"/>
                </a:cubicBezTo>
                <a:cubicBezTo>
                  <a:pt x="6672" y="20000"/>
                  <a:pt x="5455" y="17761"/>
                  <a:pt x="5455" y="15000"/>
                </a:cubicBezTo>
                <a:cubicBezTo>
                  <a:pt x="5455" y="12238"/>
                  <a:pt x="6672" y="10000"/>
                  <a:pt x="8183" y="10000"/>
                </a:cubicBezTo>
                <a:moveTo>
                  <a:pt x="114544" y="0"/>
                </a:moveTo>
                <a:lnTo>
                  <a:pt x="5455" y="0"/>
                </a:lnTo>
                <a:cubicBezTo>
                  <a:pt x="2444" y="0"/>
                  <a:pt x="0" y="4477"/>
                  <a:pt x="0" y="10000"/>
                </a:cubicBezTo>
                <a:lnTo>
                  <a:pt x="0" y="110000"/>
                </a:lnTo>
                <a:cubicBezTo>
                  <a:pt x="0" y="115522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5522"/>
                  <a:pt x="120000" y="110000"/>
                </a:cubicBezTo>
                <a:lnTo>
                  <a:pt x="120000" y="10000"/>
                </a:lnTo>
                <a:cubicBezTo>
                  <a:pt x="120000" y="4477"/>
                  <a:pt x="117555" y="0"/>
                  <a:pt x="114544" y="0"/>
                </a:cubicBezTo>
                <a:moveTo>
                  <a:pt x="68805" y="76672"/>
                </a:moveTo>
                <a:cubicBezTo>
                  <a:pt x="68355" y="78561"/>
                  <a:pt x="67738" y="80122"/>
                  <a:pt x="66955" y="81366"/>
                </a:cubicBezTo>
                <a:cubicBezTo>
                  <a:pt x="66177" y="82616"/>
                  <a:pt x="65261" y="83566"/>
                  <a:pt x="64211" y="84222"/>
                </a:cubicBezTo>
                <a:cubicBezTo>
                  <a:pt x="63161" y="84877"/>
                  <a:pt x="62338" y="85250"/>
                  <a:pt x="61116" y="85344"/>
                </a:cubicBezTo>
                <a:lnTo>
                  <a:pt x="61116" y="89988"/>
                </a:lnTo>
                <a:lnTo>
                  <a:pt x="58916" y="89988"/>
                </a:lnTo>
                <a:lnTo>
                  <a:pt x="58916" y="85344"/>
                </a:lnTo>
                <a:cubicBezTo>
                  <a:pt x="57600" y="85294"/>
                  <a:pt x="56700" y="84911"/>
                  <a:pt x="55605" y="84188"/>
                </a:cubicBezTo>
                <a:cubicBezTo>
                  <a:pt x="54505" y="83461"/>
                  <a:pt x="53566" y="82427"/>
                  <a:pt x="52783" y="81088"/>
                </a:cubicBezTo>
                <a:cubicBezTo>
                  <a:pt x="52005" y="79755"/>
                  <a:pt x="51400" y="78116"/>
                  <a:pt x="50972" y="76166"/>
                </a:cubicBezTo>
                <a:cubicBezTo>
                  <a:pt x="50544" y="74216"/>
                  <a:pt x="50344" y="71977"/>
                  <a:pt x="50366" y="69433"/>
                </a:cubicBezTo>
                <a:lnTo>
                  <a:pt x="54544" y="69433"/>
                </a:lnTo>
                <a:cubicBezTo>
                  <a:pt x="54516" y="72422"/>
                  <a:pt x="54872" y="74783"/>
                  <a:pt x="55605" y="76500"/>
                </a:cubicBezTo>
                <a:cubicBezTo>
                  <a:pt x="56333" y="78227"/>
                  <a:pt x="57233" y="79133"/>
                  <a:pt x="58916" y="79227"/>
                </a:cubicBezTo>
                <a:lnTo>
                  <a:pt x="58916" y="62772"/>
                </a:lnTo>
                <a:cubicBezTo>
                  <a:pt x="57916" y="62272"/>
                  <a:pt x="57233" y="61672"/>
                  <a:pt x="56244" y="60966"/>
                </a:cubicBezTo>
                <a:cubicBezTo>
                  <a:pt x="55255" y="60272"/>
                  <a:pt x="54366" y="59366"/>
                  <a:pt x="53572" y="58250"/>
                </a:cubicBezTo>
                <a:cubicBezTo>
                  <a:pt x="52777" y="57138"/>
                  <a:pt x="52138" y="55750"/>
                  <a:pt x="51650" y="54072"/>
                </a:cubicBezTo>
                <a:cubicBezTo>
                  <a:pt x="51161" y="52394"/>
                  <a:pt x="50916" y="50311"/>
                  <a:pt x="50916" y="47816"/>
                </a:cubicBezTo>
                <a:cubicBezTo>
                  <a:pt x="50916" y="45644"/>
                  <a:pt x="51144" y="43727"/>
                  <a:pt x="51594" y="42077"/>
                </a:cubicBezTo>
                <a:cubicBezTo>
                  <a:pt x="52050" y="40422"/>
                  <a:pt x="52655" y="39033"/>
                  <a:pt x="53427" y="37927"/>
                </a:cubicBezTo>
                <a:cubicBezTo>
                  <a:pt x="54194" y="36816"/>
                  <a:pt x="55077" y="35966"/>
                  <a:pt x="56077" y="35377"/>
                </a:cubicBezTo>
                <a:cubicBezTo>
                  <a:pt x="57083" y="34788"/>
                  <a:pt x="57822" y="34494"/>
                  <a:pt x="58916" y="34494"/>
                </a:cubicBezTo>
                <a:lnTo>
                  <a:pt x="58916" y="30033"/>
                </a:lnTo>
                <a:lnTo>
                  <a:pt x="61116" y="30033"/>
                </a:lnTo>
                <a:lnTo>
                  <a:pt x="61116" y="34494"/>
                </a:lnTo>
                <a:cubicBezTo>
                  <a:pt x="62216" y="34494"/>
                  <a:pt x="62938" y="34761"/>
                  <a:pt x="63916" y="35311"/>
                </a:cubicBezTo>
                <a:cubicBezTo>
                  <a:pt x="64894" y="35855"/>
                  <a:pt x="65744" y="36672"/>
                  <a:pt x="66461" y="37755"/>
                </a:cubicBezTo>
                <a:cubicBezTo>
                  <a:pt x="67183" y="38844"/>
                  <a:pt x="67755" y="40227"/>
                  <a:pt x="68183" y="41905"/>
                </a:cubicBezTo>
                <a:cubicBezTo>
                  <a:pt x="68611" y="43583"/>
                  <a:pt x="68827" y="45527"/>
                  <a:pt x="68827" y="47744"/>
                </a:cubicBezTo>
                <a:lnTo>
                  <a:pt x="64650" y="47744"/>
                </a:lnTo>
                <a:cubicBezTo>
                  <a:pt x="64600" y="45438"/>
                  <a:pt x="64277" y="43666"/>
                  <a:pt x="63683" y="42450"/>
                </a:cubicBezTo>
                <a:cubicBezTo>
                  <a:pt x="63083" y="41222"/>
                  <a:pt x="62433" y="40616"/>
                  <a:pt x="61116" y="40616"/>
                </a:cubicBezTo>
                <a:lnTo>
                  <a:pt x="61116" y="54955"/>
                </a:lnTo>
                <a:cubicBezTo>
                  <a:pt x="62216" y="55500"/>
                  <a:pt x="62977" y="56133"/>
                  <a:pt x="64027" y="56861"/>
                </a:cubicBezTo>
                <a:cubicBezTo>
                  <a:pt x="65077" y="57583"/>
                  <a:pt x="66005" y="58511"/>
                  <a:pt x="66811" y="59644"/>
                </a:cubicBezTo>
                <a:cubicBezTo>
                  <a:pt x="67616" y="60777"/>
                  <a:pt x="68261" y="62183"/>
                  <a:pt x="68750" y="63861"/>
                </a:cubicBezTo>
                <a:cubicBezTo>
                  <a:pt x="69238" y="65538"/>
                  <a:pt x="69483" y="67600"/>
                  <a:pt x="69483" y="70044"/>
                </a:cubicBezTo>
                <a:cubicBezTo>
                  <a:pt x="69483" y="72583"/>
                  <a:pt x="69255" y="74794"/>
                  <a:pt x="68805" y="76672"/>
                </a:cubicBezTo>
                <a:moveTo>
                  <a:pt x="60000" y="20000"/>
                </a:moveTo>
                <a:cubicBezTo>
                  <a:pt x="47950" y="20000"/>
                  <a:pt x="38183" y="37911"/>
                  <a:pt x="38183" y="60000"/>
                </a:cubicBezTo>
                <a:cubicBezTo>
                  <a:pt x="38183" y="82088"/>
                  <a:pt x="47950" y="100000"/>
                  <a:pt x="60000" y="100000"/>
                </a:cubicBezTo>
                <a:cubicBezTo>
                  <a:pt x="72050" y="100000"/>
                  <a:pt x="81816" y="82088"/>
                  <a:pt x="81816" y="60000"/>
                </a:cubicBezTo>
                <a:cubicBezTo>
                  <a:pt x="81816" y="37911"/>
                  <a:pt x="72050" y="20000"/>
                  <a:pt x="60000" y="20000"/>
                </a:cubicBezTo>
                <a:moveTo>
                  <a:pt x="30000" y="20000"/>
                </a:moveTo>
                <a:lnTo>
                  <a:pt x="24544" y="20000"/>
                </a:lnTo>
                <a:cubicBezTo>
                  <a:pt x="23038" y="20000"/>
                  <a:pt x="21816" y="22233"/>
                  <a:pt x="21816" y="25000"/>
                </a:cubicBezTo>
                <a:cubicBezTo>
                  <a:pt x="21816" y="27761"/>
                  <a:pt x="23038" y="30000"/>
                  <a:pt x="24544" y="30000"/>
                </a:cubicBezTo>
                <a:lnTo>
                  <a:pt x="30000" y="30000"/>
                </a:lnTo>
                <a:cubicBezTo>
                  <a:pt x="31505" y="30000"/>
                  <a:pt x="32727" y="27761"/>
                  <a:pt x="32727" y="25000"/>
                </a:cubicBezTo>
                <a:cubicBezTo>
                  <a:pt x="32727" y="22233"/>
                  <a:pt x="31505" y="20000"/>
                  <a:pt x="30000" y="20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5" name="Shape 4768">
            <a:extLst>
              <a:ext uri="{FF2B5EF4-FFF2-40B4-BE49-F238E27FC236}">
                <a16:creationId xmlns:a16="http://schemas.microsoft.com/office/drawing/2014/main" id="{BACA1FC1-B9DD-B47E-807D-88A282785F07}"/>
              </a:ext>
            </a:extLst>
          </p:cNvPr>
          <p:cNvSpPr/>
          <p:nvPr/>
        </p:nvSpPr>
        <p:spPr>
          <a:xfrm>
            <a:off x="10781274" y="2883436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088" y="65455"/>
                </a:moveTo>
                <a:cubicBezTo>
                  <a:pt x="55088" y="66272"/>
                  <a:pt x="55216" y="66966"/>
                  <a:pt x="55455" y="67550"/>
                </a:cubicBezTo>
                <a:cubicBezTo>
                  <a:pt x="55700" y="68127"/>
                  <a:pt x="56011" y="68616"/>
                  <a:pt x="56394" y="69027"/>
                </a:cubicBezTo>
                <a:cubicBezTo>
                  <a:pt x="56772" y="69433"/>
                  <a:pt x="57211" y="69761"/>
                  <a:pt x="57711" y="70022"/>
                </a:cubicBezTo>
                <a:cubicBezTo>
                  <a:pt x="58211" y="70277"/>
                  <a:pt x="58405" y="70488"/>
                  <a:pt x="58916" y="70661"/>
                </a:cubicBezTo>
                <a:lnTo>
                  <a:pt x="58916" y="60455"/>
                </a:lnTo>
                <a:cubicBezTo>
                  <a:pt x="57600" y="60455"/>
                  <a:pt x="56894" y="60844"/>
                  <a:pt x="56172" y="61611"/>
                </a:cubicBezTo>
                <a:cubicBezTo>
                  <a:pt x="55450" y="62372"/>
                  <a:pt x="55088" y="63655"/>
                  <a:pt x="55088" y="65455"/>
                </a:cubicBezTo>
                <a:moveTo>
                  <a:pt x="63894" y="79322"/>
                </a:moveTo>
                <a:cubicBezTo>
                  <a:pt x="63472" y="78883"/>
                  <a:pt x="62988" y="78527"/>
                  <a:pt x="62455" y="78255"/>
                </a:cubicBezTo>
                <a:cubicBezTo>
                  <a:pt x="61916" y="77983"/>
                  <a:pt x="61677" y="77744"/>
                  <a:pt x="61116" y="77544"/>
                </a:cubicBezTo>
                <a:lnTo>
                  <a:pt x="61116" y="89422"/>
                </a:lnTo>
                <a:cubicBezTo>
                  <a:pt x="62433" y="89283"/>
                  <a:pt x="63205" y="88750"/>
                  <a:pt x="64044" y="87811"/>
                </a:cubicBezTo>
                <a:cubicBezTo>
                  <a:pt x="64888" y="86877"/>
                  <a:pt x="65311" y="85394"/>
                  <a:pt x="65311" y="83355"/>
                </a:cubicBezTo>
                <a:cubicBezTo>
                  <a:pt x="65311" y="82405"/>
                  <a:pt x="65183" y="81605"/>
                  <a:pt x="64922" y="80955"/>
                </a:cubicBezTo>
                <a:cubicBezTo>
                  <a:pt x="64666" y="80311"/>
                  <a:pt x="64327" y="79766"/>
                  <a:pt x="63894" y="79322"/>
                </a:cubicBezTo>
                <a:moveTo>
                  <a:pt x="68805" y="87505"/>
                </a:moveTo>
                <a:cubicBezTo>
                  <a:pt x="68355" y="88922"/>
                  <a:pt x="67738" y="90088"/>
                  <a:pt x="66955" y="91027"/>
                </a:cubicBezTo>
                <a:cubicBezTo>
                  <a:pt x="66172" y="91961"/>
                  <a:pt x="65261" y="92672"/>
                  <a:pt x="64211" y="93166"/>
                </a:cubicBezTo>
                <a:cubicBezTo>
                  <a:pt x="63161" y="93661"/>
                  <a:pt x="62338" y="93944"/>
                  <a:pt x="61116" y="94011"/>
                </a:cubicBezTo>
                <a:lnTo>
                  <a:pt x="61116" y="97494"/>
                </a:lnTo>
                <a:lnTo>
                  <a:pt x="58916" y="97494"/>
                </a:lnTo>
                <a:lnTo>
                  <a:pt x="58916" y="94011"/>
                </a:lnTo>
                <a:cubicBezTo>
                  <a:pt x="57600" y="93972"/>
                  <a:pt x="56700" y="93683"/>
                  <a:pt x="55605" y="93144"/>
                </a:cubicBezTo>
                <a:cubicBezTo>
                  <a:pt x="54505" y="92594"/>
                  <a:pt x="53566" y="91822"/>
                  <a:pt x="52783" y="90822"/>
                </a:cubicBezTo>
                <a:cubicBezTo>
                  <a:pt x="52005" y="89822"/>
                  <a:pt x="51400" y="88588"/>
                  <a:pt x="50972" y="87127"/>
                </a:cubicBezTo>
                <a:cubicBezTo>
                  <a:pt x="50544" y="85666"/>
                  <a:pt x="50344" y="83983"/>
                  <a:pt x="50366" y="82083"/>
                </a:cubicBezTo>
                <a:lnTo>
                  <a:pt x="54544" y="82083"/>
                </a:lnTo>
                <a:cubicBezTo>
                  <a:pt x="54516" y="84322"/>
                  <a:pt x="54872" y="86088"/>
                  <a:pt x="55605" y="87383"/>
                </a:cubicBezTo>
                <a:cubicBezTo>
                  <a:pt x="56333" y="88672"/>
                  <a:pt x="57233" y="89350"/>
                  <a:pt x="58916" y="89422"/>
                </a:cubicBezTo>
                <a:lnTo>
                  <a:pt x="58916" y="77083"/>
                </a:lnTo>
                <a:cubicBezTo>
                  <a:pt x="57916" y="76705"/>
                  <a:pt x="57233" y="76255"/>
                  <a:pt x="56244" y="75727"/>
                </a:cubicBezTo>
                <a:cubicBezTo>
                  <a:pt x="55255" y="75205"/>
                  <a:pt x="54366" y="74522"/>
                  <a:pt x="53572" y="73688"/>
                </a:cubicBezTo>
                <a:cubicBezTo>
                  <a:pt x="52777" y="72861"/>
                  <a:pt x="52138" y="71816"/>
                  <a:pt x="51650" y="70555"/>
                </a:cubicBezTo>
                <a:cubicBezTo>
                  <a:pt x="51161" y="69300"/>
                  <a:pt x="50916" y="67733"/>
                  <a:pt x="50916" y="65861"/>
                </a:cubicBezTo>
                <a:cubicBezTo>
                  <a:pt x="50916" y="64233"/>
                  <a:pt x="51144" y="62800"/>
                  <a:pt x="51594" y="61555"/>
                </a:cubicBezTo>
                <a:cubicBezTo>
                  <a:pt x="52050" y="60316"/>
                  <a:pt x="52655" y="59277"/>
                  <a:pt x="53427" y="58444"/>
                </a:cubicBezTo>
                <a:cubicBezTo>
                  <a:pt x="54194" y="57611"/>
                  <a:pt x="55077" y="56977"/>
                  <a:pt x="56077" y="56533"/>
                </a:cubicBezTo>
                <a:cubicBezTo>
                  <a:pt x="57077" y="56094"/>
                  <a:pt x="57816" y="55872"/>
                  <a:pt x="58916" y="55872"/>
                </a:cubicBezTo>
                <a:lnTo>
                  <a:pt x="58916" y="52527"/>
                </a:lnTo>
                <a:lnTo>
                  <a:pt x="61116" y="52527"/>
                </a:lnTo>
                <a:lnTo>
                  <a:pt x="61116" y="55872"/>
                </a:lnTo>
                <a:cubicBezTo>
                  <a:pt x="62216" y="55872"/>
                  <a:pt x="62938" y="56072"/>
                  <a:pt x="63916" y="56483"/>
                </a:cubicBezTo>
                <a:cubicBezTo>
                  <a:pt x="64894" y="56888"/>
                  <a:pt x="65744" y="57500"/>
                  <a:pt x="66461" y="58322"/>
                </a:cubicBezTo>
                <a:cubicBezTo>
                  <a:pt x="67183" y="59133"/>
                  <a:pt x="67755" y="60172"/>
                  <a:pt x="68183" y="61427"/>
                </a:cubicBezTo>
                <a:cubicBezTo>
                  <a:pt x="68611" y="62688"/>
                  <a:pt x="68822" y="64150"/>
                  <a:pt x="68822" y="65816"/>
                </a:cubicBezTo>
                <a:lnTo>
                  <a:pt x="64650" y="65816"/>
                </a:lnTo>
                <a:cubicBezTo>
                  <a:pt x="64600" y="64077"/>
                  <a:pt x="64277" y="62755"/>
                  <a:pt x="63683" y="61833"/>
                </a:cubicBezTo>
                <a:cubicBezTo>
                  <a:pt x="63083" y="60916"/>
                  <a:pt x="62433" y="60455"/>
                  <a:pt x="61116" y="60455"/>
                </a:cubicBezTo>
                <a:lnTo>
                  <a:pt x="61116" y="71216"/>
                </a:lnTo>
                <a:cubicBezTo>
                  <a:pt x="62216" y="71633"/>
                  <a:pt x="62977" y="72100"/>
                  <a:pt x="64027" y="72644"/>
                </a:cubicBezTo>
                <a:cubicBezTo>
                  <a:pt x="65077" y="73194"/>
                  <a:pt x="66005" y="73888"/>
                  <a:pt x="66811" y="74738"/>
                </a:cubicBezTo>
                <a:cubicBezTo>
                  <a:pt x="67616" y="75583"/>
                  <a:pt x="68261" y="76638"/>
                  <a:pt x="68750" y="77894"/>
                </a:cubicBezTo>
                <a:cubicBezTo>
                  <a:pt x="69238" y="79155"/>
                  <a:pt x="69483" y="80700"/>
                  <a:pt x="69483" y="82538"/>
                </a:cubicBezTo>
                <a:cubicBezTo>
                  <a:pt x="69483" y="84438"/>
                  <a:pt x="69255" y="86094"/>
                  <a:pt x="68805" y="87505"/>
                </a:cubicBezTo>
                <a:moveTo>
                  <a:pt x="60000" y="45000"/>
                </a:moveTo>
                <a:cubicBezTo>
                  <a:pt x="47950" y="45000"/>
                  <a:pt x="38183" y="58433"/>
                  <a:pt x="38183" y="75000"/>
                </a:cubicBezTo>
                <a:cubicBezTo>
                  <a:pt x="38183" y="91572"/>
                  <a:pt x="47950" y="105000"/>
                  <a:pt x="60000" y="105000"/>
                </a:cubicBezTo>
                <a:cubicBezTo>
                  <a:pt x="72050" y="105000"/>
                  <a:pt x="81816" y="91572"/>
                  <a:pt x="81816" y="75000"/>
                </a:cubicBezTo>
                <a:cubicBezTo>
                  <a:pt x="81816" y="58433"/>
                  <a:pt x="72050" y="45000"/>
                  <a:pt x="60000" y="45000"/>
                </a:cubicBezTo>
                <a:moveTo>
                  <a:pt x="95455" y="97500"/>
                </a:moveTo>
                <a:lnTo>
                  <a:pt x="90000" y="97500"/>
                </a:lnTo>
                <a:cubicBezTo>
                  <a:pt x="88494" y="97500"/>
                  <a:pt x="87272" y="99177"/>
                  <a:pt x="87272" y="101250"/>
                </a:cubicBezTo>
                <a:cubicBezTo>
                  <a:pt x="87272" y="103322"/>
                  <a:pt x="88494" y="105000"/>
                  <a:pt x="90000" y="105000"/>
                </a:cubicBezTo>
                <a:lnTo>
                  <a:pt x="95455" y="105000"/>
                </a:lnTo>
                <a:cubicBezTo>
                  <a:pt x="96961" y="105000"/>
                  <a:pt x="98183" y="103322"/>
                  <a:pt x="98183" y="101250"/>
                </a:cubicBezTo>
                <a:cubicBezTo>
                  <a:pt x="98183" y="99177"/>
                  <a:pt x="96961" y="97500"/>
                  <a:pt x="95455" y="97500"/>
                </a:cubicBezTo>
                <a:moveTo>
                  <a:pt x="111816" y="45000"/>
                </a:moveTo>
                <a:cubicBezTo>
                  <a:pt x="110311" y="45000"/>
                  <a:pt x="109088" y="43322"/>
                  <a:pt x="109088" y="41250"/>
                </a:cubicBezTo>
                <a:cubicBezTo>
                  <a:pt x="109088" y="39177"/>
                  <a:pt x="110311" y="37500"/>
                  <a:pt x="111816" y="37500"/>
                </a:cubicBezTo>
                <a:cubicBezTo>
                  <a:pt x="113327" y="37500"/>
                  <a:pt x="114544" y="39177"/>
                  <a:pt x="114544" y="41250"/>
                </a:cubicBezTo>
                <a:cubicBezTo>
                  <a:pt x="114544" y="43322"/>
                  <a:pt x="113327" y="45000"/>
                  <a:pt x="111816" y="45000"/>
                </a:cubicBezTo>
                <a:moveTo>
                  <a:pt x="114544" y="98188"/>
                </a:moveTo>
                <a:cubicBezTo>
                  <a:pt x="113688" y="97772"/>
                  <a:pt x="112777" y="97500"/>
                  <a:pt x="111816" y="97500"/>
                </a:cubicBezTo>
                <a:cubicBezTo>
                  <a:pt x="107300" y="97500"/>
                  <a:pt x="103638" y="102538"/>
                  <a:pt x="103638" y="108750"/>
                </a:cubicBezTo>
                <a:cubicBezTo>
                  <a:pt x="103638" y="110072"/>
                  <a:pt x="103833" y="111322"/>
                  <a:pt x="104138" y="112500"/>
                </a:cubicBezTo>
                <a:lnTo>
                  <a:pt x="15861" y="112500"/>
                </a:lnTo>
                <a:cubicBezTo>
                  <a:pt x="16166" y="111322"/>
                  <a:pt x="16361" y="110072"/>
                  <a:pt x="16361" y="108750"/>
                </a:cubicBezTo>
                <a:cubicBezTo>
                  <a:pt x="16361" y="102538"/>
                  <a:pt x="12700" y="97500"/>
                  <a:pt x="8183" y="97500"/>
                </a:cubicBezTo>
                <a:cubicBezTo>
                  <a:pt x="7222" y="97500"/>
                  <a:pt x="6311" y="97772"/>
                  <a:pt x="5455" y="98188"/>
                </a:cubicBezTo>
                <a:lnTo>
                  <a:pt x="5455" y="51811"/>
                </a:lnTo>
                <a:cubicBezTo>
                  <a:pt x="6311" y="52233"/>
                  <a:pt x="7222" y="52500"/>
                  <a:pt x="8183" y="52500"/>
                </a:cubicBezTo>
                <a:cubicBezTo>
                  <a:pt x="12700" y="52500"/>
                  <a:pt x="16361" y="47466"/>
                  <a:pt x="16361" y="41250"/>
                </a:cubicBezTo>
                <a:cubicBezTo>
                  <a:pt x="16361" y="39927"/>
                  <a:pt x="16166" y="38677"/>
                  <a:pt x="15861" y="37500"/>
                </a:cubicBezTo>
                <a:lnTo>
                  <a:pt x="104138" y="37500"/>
                </a:lnTo>
                <a:cubicBezTo>
                  <a:pt x="103833" y="38677"/>
                  <a:pt x="103638" y="39927"/>
                  <a:pt x="103638" y="41250"/>
                </a:cubicBezTo>
                <a:cubicBezTo>
                  <a:pt x="103638" y="47466"/>
                  <a:pt x="107300" y="52500"/>
                  <a:pt x="111816" y="52500"/>
                </a:cubicBezTo>
                <a:cubicBezTo>
                  <a:pt x="112777" y="52500"/>
                  <a:pt x="113688" y="52233"/>
                  <a:pt x="114544" y="51811"/>
                </a:cubicBezTo>
                <a:cubicBezTo>
                  <a:pt x="114544" y="51811"/>
                  <a:pt x="114544" y="98188"/>
                  <a:pt x="114544" y="98188"/>
                </a:cubicBezTo>
                <a:close/>
                <a:moveTo>
                  <a:pt x="111816" y="112500"/>
                </a:moveTo>
                <a:cubicBezTo>
                  <a:pt x="110311" y="112500"/>
                  <a:pt x="109088" y="110822"/>
                  <a:pt x="109088" y="108750"/>
                </a:cubicBezTo>
                <a:cubicBezTo>
                  <a:pt x="109088" y="106683"/>
                  <a:pt x="110311" y="105000"/>
                  <a:pt x="111816" y="105000"/>
                </a:cubicBezTo>
                <a:cubicBezTo>
                  <a:pt x="113327" y="105000"/>
                  <a:pt x="114544" y="106683"/>
                  <a:pt x="114544" y="108750"/>
                </a:cubicBezTo>
                <a:cubicBezTo>
                  <a:pt x="114544" y="110822"/>
                  <a:pt x="113327" y="112500"/>
                  <a:pt x="111816" y="112500"/>
                </a:cubicBezTo>
                <a:moveTo>
                  <a:pt x="8183" y="112500"/>
                </a:moveTo>
                <a:cubicBezTo>
                  <a:pt x="6672" y="112500"/>
                  <a:pt x="5455" y="110822"/>
                  <a:pt x="5455" y="108750"/>
                </a:cubicBezTo>
                <a:cubicBezTo>
                  <a:pt x="5455" y="106683"/>
                  <a:pt x="6672" y="105000"/>
                  <a:pt x="8183" y="105000"/>
                </a:cubicBezTo>
                <a:cubicBezTo>
                  <a:pt x="9688" y="105000"/>
                  <a:pt x="10911" y="106683"/>
                  <a:pt x="10911" y="108750"/>
                </a:cubicBezTo>
                <a:cubicBezTo>
                  <a:pt x="10911" y="110822"/>
                  <a:pt x="9688" y="112500"/>
                  <a:pt x="8183" y="112500"/>
                </a:cubicBezTo>
                <a:moveTo>
                  <a:pt x="8183" y="37500"/>
                </a:moveTo>
                <a:cubicBezTo>
                  <a:pt x="9688" y="37500"/>
                  <a:pt x="10911" y="39177"/>
                  <a:pt x="10911" y="41250"/>
                </a:cubicBezTo>
                <a:cubicBezTo>
                  <a:pt x="10911" y="43322"/>
                  <a:pt x="9688" y="45000"/>
                  <a:pt x="8183" y="45000"/>
                </a:cubicBezTo>
                <a:cubicBezTo>
                  <a:pt x="6672" y="45000"/>
                  <a:pt x="5455" y="43322"/>
                  <a:pt x="5455" y="41250"/>
                </a:cubicBezTo>
                <a:cubicBezTo>
                  <a:pt x="5455" y="39177"/>
                  <a:pt x="6672" y="37500"/>
                  <a:pt x="8183" y="37500"/>
                </a:cubicBezTo>
                <a:moveTo>
                  <a:pt x="114544" y="30000"/>
                </a:moveTo>
                <a:lnTo>
                  <a:pt x="5455" y="30000"/>
                </a:lnTo>
                <a:cubicBezTo>
                  <a:pt x="2444" y="30000"/>
                  <a:pt x="0" y="33355"/>
                  <a:pt x="0" y="37500"/>
                </a:cubicBezTo>
                <a:lnTo>
                  <a:pt x="0" y="112500"/>
                </a:lnTo>
                <a:cubicBezTo>
                  <a:pt x="0" y="116644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44"/>
                  <a:pt x="120000" y="112500"/>
                </a:cubicBezTo>
                <a:lnTo>
                  <a:pt x="120000" y="37500"/>
                </a:lnTo>
                <a:cubicBezTo>
                  <a:pt x="120000" y="33355"/>
                  <a:pt x="117555" y="30000"/>
                  <a:pt x="114544" y="30000"/>
                </a:cubicBezTo>
                <a:moveTo>
                  <a:pt x="13638" y="22500"/>
                </a:moveTo>
                <a:lnTo>
                  <a:pt x="106361" y="22500"/>
                </a:lnTo>
                <a:cubicBezTo>
                  <a:pt x="107872" y="22500"/>
                  <a:pt x="109088" y="20822"/>
                  <a:pt x="109088" y="18755"/>
                </a:cubicBezTo>
                <a:cubicBezTo>
                  <a:pt x="109088" y="16677"/>
                  <a:pt x="107872" y="15000"/>
                  <a:pt x="106361" y="15000"/>
                </a:cubicBezTo>
                <a:lnTo>
                  <a:pt x="13638" y="15000"/>
                </a:lnTo>
                <a:cubicBezTo>
                  <a:pt x="12127" y="15000"/>
                  <a:pt x="10911" y="16677"/>
                  <a:pt x="10911" y="18755"/>
                </a:cubicBezTo>
                <a:cubicBezTo>
                  <a:pt x="10911" y="20822"/>
                  <a:pt x="12127" y="22500"/>
                  <a:pt x="13638" y="22500"/>
                </a:cubicBezTo>
                <a:moveTo>
                  <a:pt x="24544" y="7500"/>
                </a:moveTo>
                <a:lnTo>
                  <a:pt x="95455" y="7500"/>
                </a:lnTo>
                <a:cubicBezTo>
                  <a:pt x="96961" y="7500"/>
                  <a:pt x="98183" y="5822"/>
                  <a:pt x="98183" y="3750"/>
                </a:cubicBezTo>
                <a:cubicBezTo>
                  <a:pt x="98183" y="1677"/>
                  <a:pt x="96961" y="0"/>
                  <a:pt x="95455" y="0"/>
                </a:cubicBezTo>
                <a:lnTo>
                  <a:pt x="24544" y="0"/>
                </a:lnTo>
                <a:cubicBezTo>
                  <a:pt x="23038" y="0"/>
                  <a:pt x="21816" y="1677"/>
                  <a:pt x="21816" y="3750"/>
                </a:cubicBezTo>
                <a:cubicBezTo>
                  <a:pt x="21816" y="5822"/>
                  <a:pt x="23038" y="7500"/>
                  <a:pt x="24544" y="7500"/>
                </a:cubicBezTo>
                <a:moveTo>
                  <a:pt x="30000" y="45000"/>
                </a:moveTo>
                <a:lnTo>
                  <a:pt x="24544" y="45000"/>
                </a:lnTo>
                <a:cubicBezTo>
                  <a:pt x="23038" y="45000"/>
                  <a:pt x="21816" y="46683"/>
                  <a:pt x="21816" y="48750"/>
                </a:cubicBezTo>
                <a:cubicBezTo>
                  <a:pt x="21816" y="50822"/>
                  <a:pt x="23038" y="52500"/>
                  <a:pt x="24544" y="52500"/>
                </a:cubicBezTo>
                <a:lnTo>
                  <a:pt x="30000" y="52500"/>
                </a:lnTo>
                <a:cubicBezTo>
                  <a:pt x="31505" y="52500"/>
                  <a:pt x="32727" y="50822"/>
                  <a:pt x="32727" y="48750"/>
                </a:cubicBezTo>
                <a:cubicBezTo>
                  <a:pt x="32727" y="46683"/>
                  <a:pt x="31505" y="45000"/>
                  <a:pt x="30000" y="45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7" name="Shape 4769">
            <a:extLst>
              <a:ext uri="{FF2B5EF4-FFF2-40B4-BE49-F238E27FC236}">
                <a16:creationId xmlns:a16="http://schemas.microsoft.com/office/drawing/2014/main" id="{AA5FB7AA-1D51-7C2B-0A8A-74E8C26AD46F}"/>
              </a:ext>
            </a:extLst>
          </p:cNvPr>
          <p:cNvSpPr/>
          <p:nvPr/>
        </p:nvSpPr>
        <p:spPr>
          <a:xfrm>
            <a:off x="1165726" y="236957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6711" y="84766"/>
                </a:moveTo>
                <a:cubicBezTo>
                  <a:pt x="56322" y="86111"/>
                  <a:pt x="55800" y="87227"/>
                  <a:pt x="55127" y="88116"/>
                </a:cubicBezTo>
                <a:cubicBezTo>
                  <a:pt x="54455" y="89011"/>
                  <a:pt x="53666" y="89688"/>
                  <a:pt x="52772" y="90155"/>
                </a:cubicBezTo>
                <a:cubicBezTo>
                  <a:pt x="52011" y="90555"/>
                  <a:pt x="51350" y="90777"/>
                  <a:pt x="50538" y="90888"/>
                </a:cubicBezTo>
                <a:lnTo>
                  <a:pt x="50538" y="94283"/>
                </a:lnTo>
                <a:lnTo>
                  <a:pt x="47811" y="94283"/>
                </a:lnTo>
                <a:lnTo>
                  <a:pt x="47811" y="90894"/>
                </a:lnTo>
                <a:cubicBezTo>
                  <a:pt x="46922" y="90805"/>
                  <a:pt x="46200" y="90577"/>
                  <a:pt x="45394" y="90133"/>
                </a:cubicBezTo>
                <a:cubicBezTo>
                  <a:pt x="44450" y="89611"/>
                  <a:pt x="43644" y="88877"/>
                  <a:pt x="42977" y="87922"/>
                </a:cubicBezTo>
                <a:cubicBezTo>
                  <a:pt x="42305" y="86972"/>
                  <a:pt x="41788" y="85794"/>
                  <a:pt x="41422" y="84405"/>
                </a:cubicBezTo>
                <a:cubicBezTo>
                  <a:pt x="41055" y="83011"/>
                  <a:pt x="40883" y="81411"/>
                  <a:pt x="40905" y="79594"/>
                </a:cubicBezTo>
                <a:lnTo>
                  <a:pt x="44483" y="79594"/>
                </a:lnTo>
                <a:cubicBezTo>
                  <a:pt x="44461" y="81733"/>
                  <a:pt x="44766" y="83416"/>
                  <a:pt x="45394" y="84644"/>
                </a:cubicBezTo>
                <a:cubicBezTo>
                  <a:pt x="45944" y="85727"/>
                  <a:pt x="46683" y="86277"/>
                  <a:pt x="47811" y="86461"/>
                </a:cubicBezTo>
                <a:lnTo>
                  <a:pt x="47811" y="74622"/>
                </a:lnTo>
                <a:cubicBezTo>
                  <a:pt x="47177" y="74311"/>
                  <a:pt x="46638" y="73961"/>
                  <a:pt x="45944" y="73550"/>
                </a:cubicBezTo>
                <a:cubicBezTo>
                  <a:pt x="45100" y="73050"/>
                  <a:pt x="44333" y="72405"/>
                  <a:pt x="43650" y="71611"/>
                </a:cubicBezTo>
                <a:cubicBezTo>
                  <a:pt x="42972" y="70811"/>
                  <a:pt x="42422" y="69822"/>
                  <a:pt x="42005" y="68622"/>
                </a:cubicBezTo>
                <a:cubicBezTo>
                  <a:pt x="41583" y="67422"/>
                  <a:pt x="41377" y="65933"/>
                  <a:pt x="41377" y="64155"/>
                </a:cubicBezTo>
                <a:cubicBezTo>
                  <a:pt x="41377" y="62600"/>
                  <a:pt x="41572" y="61238"/>
                  <a:pt x="41961" y="60050"/>
                </a:cubicBezTo>
                <a:cubicBezTo>
                  <a:pt x="42344" y="58866"/>
                  <a:pt x="42866" y="57883"/>
                  <a:pt x="43527" y="57088"/>
                </a:cubicBezTo>
                <a:cubicBezTo>
                  <a:pt x="44188" y="56300"/>
                  <a:pt x="44944" y="55688"/>
                  <a:pt x="45800" y="55266"/>
                </a:cubicBezTo>
                <a:cubicBezTo>
                  <a:pt x="46516" y="54916"/>
                  <a:pt x="47105" y="54750"/>
                  <a:pt x="47811" y="54688"/>
                </a:cubicBezTo>
                <a:lnTo>
                  <a:pt x="47811" y="51427"/>
                </a:lnTo>
                <a:lnTo>
                  <a:pt x="50538" y="51427"/>
                </a:lnTo>
                <a:lnTo>
                  <a:pt x="50538" y="54688"/>
                </a:lnTo>
                <a:cubicBezTo>
                  <a:pt x="51244" y="54738"/>
                  <a:pt x="51822" y="54894"/>
                  <a:pt x="52516" y="55216"/>
                </a:cubicBezTo>
                <a:cubicBezTo>
                  <a:pt x="53361" y="55605"/>
                  <a:pt x="54083" y="56188"/>
                  <a:pt x="54705" y="56972"/>
                </a:cubicBezTo>
                <a:cubicBezTo>
                  <a:pt x="55316" y="57744"/>
                  <a:pt x="55811" y="58733"/>
                  <a:pt x="56177" y="59933"/>
                </a:cubicBezTo>
                <a:cubicBezTo>
                  <a:pt x="56544" y="61127"/>
                  <a:pt x="56727" y="62522"/>
                  <a:pt x="56727" y="64111"/>
                </a:cubicBezTo>
                <a:lnTo>
                  <a:pt x="53150" y="64111"/>
                </a:lnTo>
                <a:cubicBezTo>
                  <a:pt x="53105" y="62455"/>
                  <a:pt x="52827" y="61194"/>
                  <a:pt x="52316" y="60316"/>
                </a:cubicBezTo>
                <a:cubicBezTo>
                  <a:pt x="51883" y="59583"/>
                  <a:pt x="51350" y="59227"/>
                  <a:pt x="50538" y="59111"/>
                </a:cubicBezTo>
                <a:lnTo>
                  <a:pt x="50538" y="69466"/>
                </a:lnTo>
                <a:cubicBezTo>
                  <a:pt x="51255" y="69805"/>
                  <a:pt x="51866" y="70183"/>
                  <a:pt x="52616" y="70611"/>
                </a:cubicBezTo>
                <a:cubicBezTo>
                  <a:pt x="53516" y="71133"/>
                  <a:pt x="54311" y="71794"/>
                  <a:pt x="55000" y="72605"/>
                </a:cubicBezTo>
                <a:cubicBezTo>
                  <a:pt x="55688" y="73416"/>
                  <a:pt x="56244" y="74416"/>
                  <a:pt x="56666" y="75611"/>
                </a:cubicBezTo>
                <a:cubicBezTo>
                  <a:pt x="57083" y="76816"/>
                  <a:pt x="57288" y="78283"/>
                  <a:pt x="57288" y="80038"/>
                </a:cubicBezTo>
                <a:cubicBezTo>
                  <a:pt x="57288" y="81844"/>
                  <a:pt x="57100" y="83422"/>
                  <a:pt x="56711" y="84766"/>
                </a:cubicBezTo>
                <a:moveTo>
                  <a:pt x="49088" y="42855"/>
                </a:moveTo>
                <a:cubicBezTo>
                  <a:pt x="38544" y="42855"/>
                  <a:pt x="30000" y="56288"/>
                  <a:pt x="30000" y="72855"/>
                </a:cubicBezTo>
                <a:cubicBezTo>
                  <a:pt x="30000" y="89422"/>
                  <a:pt x="38544" y="102855"/>
                  <a:pt x="49088" y="102855"/>
                </a:cubicBezTo>
                <a:cubicBezTo>
                  <a:pt x="59633" y="102855"/>
                  <a:pt x="68183" y="89422"/>
                  <a:pt x="68183" y="72855"/>
                </a:cubicBezTo>
                <a:cubicBezTo>
                  <a:pt x="68183" y="56288"/>
                  <a:pt x="59633" y="42855"/>
                  <a:pt x="49088" y="42855"/>
                </a:cubicBezTo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3833"/>
                  <a:pt x="21816" y="8572"/>
                </a:cubicBezTo>
                <a:lnTo>
                  <a:pt x="21816" y="12855"/>
                </a:lnTo>
                <a:cubicBezTo>
                  <a:pt x="21816" y="15222"/>
                  <a:pt x="23038" y="17144"/>
                  <a:pt x="24544" y="17144"/>
                </a:cubicBezTo>
                <a:cubicBezTo>
                  <a:pt x="26050" y="17144"/>
                  <a:pt x="27272" y="15222"/>
                  <a:pt x="27272" y="12855"/>
                </a:cubicBezTo>
                <a:lnTo>
                  <a:pt x="27272" y="8572"/>
                </a:lnTo>
                <a:lnTo>
                  <a:pt x="114544" y="8572"/>
                </a:lnTo>
                <a:lnTo>
                  <a:pt x="114544" y="85716"/>
                </a:lnTo>
                <a:lnTo>
                  <a:pt x="106361" y="85716"/>
                </a:lnTo>
                <a:cubicBezTo>
                  <a:pt x="104855" y="85716"/>
                  <a:pt x="103638" y="87633"/>
                  <a:pt x="103638" y="90000"/>
                </a:cubicBezTo>
                <a:cubicBezTo>
                  <a:pt x="103638" y="92366"/>
                  <a:pt x="104855" y="94283"/>
                  <a:pt x="106361" y="94283"/>
                </a:cubicBezTo>
                <a:lnTo>
                  <a:pt x="114544" y="94283"/>
                </a:lnTo>
                <a:cubicBezTo>
                  <a:pt x="117555" y="94283"/>
                  <a:pt x="120000" y="90444"/>
                  <a:pt x="120000" y="85716"/>
                </a:cubicBezTo>
                <a:lnTo>
                  <a:pt x="120000" y="8572"/>
                </a:lnTo>
                <a:cubicBezTo>
                  <a:pt x="120000" y="3833"/>
                  <a:pt x="117555" y="0"/>
                  <a:pt x="114544" y="0"/>
                </a:cubicBezTo>
                <a:moveTo>
                  <a:pt x="52505" y="76977"/>
                </a:moveTo>
                <a:cubicBezTo>
                  <a:pt x="52138" y="76555"/>
                  <a:pt x="51722" y="76211"/>
                  <a:pt x="51266" y="75950"/>
                </a:cubicBezTo>
                <a:cubicBezTo>
                  <a:pt x="50972" y="75788"/>
                  <a:pt x="50761" y="75644"/>
                  <a:pt x="50538" y="75500"/>
                </a:cubicBezTo>
                <a:lnTo>
                  <a:pt x="50538" y="86444"/>
                </a:lnTo>
                <a:cubicBezTo>
                  <a:pt x="51388" y="86238"/>
                  <a:pt x="52016" y="85816"/>
                  <a:pt x="52627" y="85061"/>
                </a:cubicBezTo>
                <a:cubicBezTo>
                  <a:pt x="53355" y="84172"/>
                  <a:pt x="53711" y="82755"/>
                  <a:pt x="53711" y="80805"/>
                </a:cubicBezTo>
                <a:cubicBezTo>
                  <a:pt x="53711" y="79905"/>
                  <a:pt x="53605" y="79144"/>
                  <a:pt x="53383" y="78527"/>
                </a:cubicBezTo>
                <a:cubicBezTo>
                  <a:pt x="53166" y="77911"/>
                  <a:pt x="52872" y="77394"/>
                  <a:pt x="52505" y="76977"/>
                </a:cubicBezTo>
                <a:moveTo>
                  <a:pt x="73638" y="94283"/>
                </a:moveTo>
                <a:cubicBezTo>
                  <a:pt x="72127" y="94283"/>
                  <a:pt x="70911" y="96200"/>
                  <a:pt x="70911" y="98572"/>
                </a:cubicBezTo>
                <a:cubicBezTo>
                  <a:pt x="70911" y="100938"/>
                  <a:pt x="72127" y="102855"/>
                  <a:pt x="73638" y="102855"/>
                </a:cubicBezTo>
                <a:cubicBezTo>
                  <a:pt x="75138" y="102855"/>
                  <a:pt x="76361" y="100938"/>
                  <a:pt x="76361" y="98572"/>
                </a:cubicBezTo>
                <a:cubicBezTo>
                  <a:pt x="76361" y="96200"/>
                  <a:pt x="75138" y="94283"/>
                  <a:pt x="73638" y="94283"/>
                </a:cubicBezTo>
                <a:moveTo>
                  <a:pt x="90000" y="42855"/>
                </a:moveTo>
                <a:cubicBezTo>
                  <a:pt x="88488" y="42855"/>
                  <a:pt x="87272" y="40938"/>
                  <a:pt x="87272" y="38572"/>
                </a:cubicBezTo>
                <a:cubicBezTo>
                  <a:pt x="87272" y="36200"/>
                  <a:pt x="88488" y="34283"/>
                  <a:pt x="90000" y="34283"/>
                </a:cubicBezTo>
                <a:cubicBezTo>
                  <a:pt x="91505" y="34283"/>
                  <a:pt x="92727" y="36200"/>
                  <a:pt x="92727" y="38572"/>
                </a:cubicBezTo>
                <a:cubicBezTo>
                  <a:pt x="92727" y="40938"/>
                  <a:pt x="91505" y="42855"/>
                  <a:pt x="90000" y="42855"/>
                </a:cubicBezTo>
                <a:moveTo>
                  <a:pt x="92727" y="95072"/>
                </a:moveTo>
                <a:cubicBezTo>
                  <a:pt x="91872" y="94594"/>
                  <a:pt x="90961" y="94283"/>
                  <a:pt x="90000" y="94283"/>
                </a:cubicBezTo>
                <a:cubicBezTo>
                  <a:pt x="85477" y="94283"/>
                  <a:pt x="81816" y="100044"/>
                  <a:pt x="81816" y="107144"/>
                </a:cubicBezTo>
                <a:cubicBezTo>
                  <a:pt x="81816" y="108650"/>
                  <a:pt x="82011" y="110077"/>
                  <a:pt x="82316" y="111427"/>
                </a:cubicBezTo>
                <a:lnTo>
                  <a:pt x="15861" y="111427"/>
                </a:lnTo>
                <a:cubicBezTo>
                  <a:pt x="16166" y="110077"/>
                  <a:pt x="16361" y="108650"/>
                  <a:pt x="16361" y="107144"/>
                </a:cubicBezTo>
                <a:cubicBezTo>
                  <a:pt x="16361" y="100044"/>
                  <a:pt x="12700" y="94283"/>
                  <a:pt x="8183" y="94283"/>
                </a:cubicBezTo>
                <a:cubicBezTo>
                  <a:pt x="7216" y="94283"/>
                  <a:pt x="6311" y="94594"/>
                  <a:pt x="5455" y="95072"/>
                </a:cubicBezTo>
                <a:lnTo>
                  <a:pt x="5455" y="50638"/>
                </a:lnTo>
                <a:cubicBezTo>
                  <a:pt x="6311" y="51122"/>
                  <a:pt x="7216" y="51427"/>
                  <a:pt x="8183" y="51427"/>
                </a:cubicBezTo>
                <a:cubicBezTo>
                  <a:pt x="12700" y="51427"/>
                  <a:pt x="16361" y="45672"/>
                  <a:pt x="16361" y="38572"/>
                </a:cubicBezTo>
                <a:cubicBezTo>
                  <a:pt x="16361" y="37061"/>
                  <a:pt x="16166" y="35633"/>
                  <a:pt x="15861" y="34283"/>
                </a:cubicBezTo>
                <a:lnTo>
                  <a:pt x="82316" y="34283"/>
                </a:lnTo>
                <a:cubicBezTo>
                  <a:pt x="82011" y="35633"/>
                  <a:pt x="81816" y="37061"/>
                  <a:pt x="81816" y="38572"/>
                </a:cubicBezTo>
                <a:cubicBezTo>
                  <a:pt x="81816" y="45672"/>
                  <a:pt x="85477" y="51427"/>
                  <a:pt x="90000" y="51427"/>
                </a:cubicBezTo>
                <a:cubicBezTo>
                  <a:pt x="90961" y="51427"/>
                  <a:pt x="91872" y="51122"/>
                  <a:pt x="92727" y="50638"/>
                </a:cubicBezTo>
                <a:cubicBezTo>
                  <a:pt x="92727" y="50638"/>
                  <a:pt x="92727" y="95072"/>
                  <a:pt x="92727" y="95072"/>
                </a:cubicBezTo>
                <a:close/>
                <a:moveTo>
                  <a:pt x="90000" y="111427"/>
                </a:moveTo>
                <a:cubicBezTo>
                  <a:pt x="88488" y="111427"/>
                  <a:pt x="87272" y="109511"/>
                  <a:pt x="87272" y="107144"/>
                </a:cubicBezTo>
                <a:cubicBezTo>
                  <a:pt x="87272" y="104772"/>
                  <a:pt x="88488" y="102855"/>
                  <a:pt x="90000" y="102855"/>
                </a:cubicBezTo>
                <a:cubicBezTo>
                  <a:pt x="91505" y="102855"/>
                  <a:pt x="92727" y="104772"/>
                  <a:pt x="92727" y="107144"/>
                </a:cubicBezTo>
                <a:cubicBezTo>
                  <a:pt x="92727" y="109511"/>
                  <a:pt x="91505" y="111427"/>
                  <a:pt x="90000" y="111427"/>
                </a:cubicBezTo>
                <a:moveTo>
                  <a:pt x="8183" y="111427"/>
                </a:moveTo>
                <a:cubicBezTo>
                  <a:pt x="6672" y="111427"/>
                  <a:pt x="5455" y="109511"/>
                  <a:pt x="5455" y="107144"/>
                </a:cubicBezTo>
                <a:cubicBezTo>
                  <a:pt x="5455" y="104772"/>
                  <a:pt x="6672" y="102855"/>
                  <a:pt x="8183" y="102855"/>
                </a:cubicBezTo>
                <a:cubicBezTo>
                  <a:pt x="9688" y="102855"/>
                  <a:pt x="10911" y="104772"/>
                  <a:pt x="10911" y="107144"/>
                </a:cubicBezTo>
                <a:cubicBezTo>
                  <a:pt x="10911" y="109511"/>
                  <a:pt x="9688" y="111427"/>
                  <a:pt x="8183" y="111427"/>
                </a:cubicBezTo>
                <a:moveTo>
                  <a:pt x="8183" y="34283"/>
                </a:moveTo>
                <a:cubicBezTo>
                  <a:pt x="9688" y="34283"/>
                  <a:pt x="10911" y="36200"/>
                  <a:pt x="10911" y="38572"/>
                </a:cubicBezTo>
                <a:cubicBezTo>
                  <a:pt x="10911" y="40938"/>
                  <a:pt x="9688" y="42855"/>
                  <a:pt x="8183" y="42855"/>
                </a:cubicBezTo>
                <a:cubicBezTo>
                  <a:pt x="6672" y="42855"/>
                  <a:pt x="5455" y="40938"/>
                  <a:pt x="5455" y="38572"/>
                </a:cubicBezTo>
                <a:cubicBezTo>
                  <a:pt x="5455" y="36200"/>
                  <a:pt x="6672" y="34283"/>
                  <a:pt x="8183" y="34283"/>
                </a:cubicBezTo>
                <a:moveTo>
                  <a:pt x="92727" y="25716"/>
                </a:moveTo>
                <a:lnTo>
                  <a:pt x="5455" y="25716"/>
                </a:lnTo>
                <a:cubicBezTo>
                  <a:pt x="2438" y="25716"/>
                  <a:pt x="0" y="29550"/>
                  <a:pt x="0" y="34283"/>
                </a:cubicBezTo>
                <a:lnTo>
                  <a:pt x="0" y="111427"/>
                </a:lnTo>
                <a:cubicBezTo>
                  <a:pt x="0" y="116161"/>
                  <a:pt x="2438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6161"/>
                  <a:pt x="98183" y="111427"/>
                </a:cubicBezTo>
                <a:lnTo>
                  <a:pt x="98183" y="34283"/>
                </a:lnTo>
                <a:cubicBezTo>
                  <a:pt x="98183" y="29550"/>
                  <a:pt x="95738" y="25716"/>
                  <a:pt x="92727" y="25716"/>
                </a:cubicBezTo>
                <a:moveTo>
                  <a:pt x="44955" y="63766"/>
                </a:moveTo>
                <a:cubicBezTo>
                  <a:pt x="44955" y="64544"/>
                  <a:pt x="45061" y="65211"/>
                  <a:pt x="45272" y="65755"/>
                </a:cubicBezTo>
                <a:cubicBezTo>
                  <a:pt x="45477" y="66311"/>
                  <a:pt x="45744" y="66777"/>
                  <a:pt x="46072" y="67166"/>
                </a:cubicBezTo>
                <a:cubicBezTo>
                  <a:pt x="46394" y="67555"/>
                  <a:pt x="46772" y="67872"/>
                  <a:pt x="47200" y="68111"/>
                </a:cubicBezTo>
                <a:cubicBezTo>
                  <a:pt x="47455" y="68255"/>
                  <a:pt x="47627" y="68388"/>
                  <a:pt x="47811" y="68500"/>
                </a:cubicBezTo>
                <a:lnTo>
                  <a:pt x="47811" y="59094"/>
                </a:lnTo>
                <a:cubicBezTo>
                  <a:pt x="46983" y="59183"/>
                  <a:pt x="46405" y="59488"/>
                  <a:pt x="45877" y="60100"/>
                </a:cubicBezTo>
                <a:cubicBezTo>
                  <a:pt x="45261" y="60827"/>
                  <a:pt x="44955" y="62055"/>
                  <a:pt x="44955" y="63766"/>
                </a:cubicBezTo>
                <a:moveTo>
                  <a:pt x="24544" y="42855"/>
                </a:moveTo>
                <a:cubicBezTo>
                  <a:pt x="23038" y="42855"/>
                  <a:pt x="21816" y="44777"/>
                  <a:pt x="21816" y="47144"/>
                </a:cubicBezTo>
                <a:cubicBezTo>
                  <a:pt x="21816" y="49511"/>
                  <a:pt x="23038" y="51427"/>
                  <a:pt x="24544" y="51427"/>
                </a:cubicBezTo>
                <a:cubicBezTo>
                  <a:pt x="26050" y="51427"/>
                  <a:pt x="27272" y="49511"/>
                  <a:pt x="27272" y="47144"/>
                </a:cubicBezTo>
                <a:cubicBezTo>
                  <a:pt x="27272" y="44777"/>
                  <a:pt x="26050" y="42855"/>
                  <a:pt x="24544" y="428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9" name="Shape 4770">
            <a:extLst>
              <a:ext uri="{FF2B5EF4-FFF2-40B4-BE49-F238E27FC236}">
                <a16:creationId xmlns:a16="http://schemas.microsoft.com/office/drawing/2014/main" id="{6F6CBE35-95AF-13B5-6E11-837C20A42DAF}"/>
              </a:ext>
            </a:extLst>
          </p:cNvPr>
          <p:cNvSpPr/>
          <p:nvPr/>
        </p:nvSpPr>
        <p:spPr>
          <a:xfrm>
            <a:off x="1669912" y="2381579"/>
            <a:ext cx="264098" cy="14406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5877" y="52811"/>
                </a:moveTo>
                <a:lnTo>
                  <a:pt x="64838" y="57216"/>
                </a:lnTo>
                <a:lnTo>
                  <a:pt x="55038" y="57216"/>
                </a:lnTo>
                <a:cubicBezTo>
                  <a:pt x="55011" y="57444"/>
                  <a:pt x="55000" y="57766"/>
                  <a:pt x="55000" y="58177"/>
                </a:cubicBezTo>
                <a:lnTo>
                  <a:pt x="55000" y="59761"/>
                </a:lnTo>
                <a:cubicBezTo>
                  <a:pt x="55000" y="60955"/>
                  <a:pt x="55011" y="61666"/>
                  <a:pt x="55038" y="61894"/>
                </a:cubicBezTo>
                <a:lnTo>
                  <a:pt x="64277" y="61894"/>
                </a:lnTo>
                <a:lnTo>
                  <a:pt x="63277" y="66227"/>
                </a:lnTo>
                <a:lnTo>
                  <a:pt x="55238" y="66227"/>
                </a:lnTo>
                <a:cubicBezTo>
                  <a:pt x="55561" y="69938"/>
                  <a:pt x="56238" y="72855"/>
                  <a:pt x="57283" y="74966"/>
                </a:cubicBezTo>
                <a:cubicBezTo>
                  <a:pt x="58483" y="77577"/>
                  <a:pt x="60105" y="78883"/>
                  <a:pt x="62161" y="78883"/>
                </a:cubicBezTo>
                <a:cubicBezTo>
                  <a:pt x="63494" y="78883"/>
                  <a:pt x="64600" y="78522"/>
                  <a:pt x="65477" y="77783"/>
                </a:cubicBezTo>
                <a:cubicBezTo>
                  <a:pt x="66277" y="77100"/>
                  <a:pt x="67183" y="75950"/>
                  <a:pt x="68200" y="74344"/>
                </a:cubicBezTo>
                <a:lnTo>
                  <a:pt x="68200" y="81977"/>
                </a:lnTo>
                <a:cubicBezTo>
                  <a:pt x="66383" y="83994"/>
                  <a:pt x="64372" y="85005"/>
                  <a:pt x="62161" y="85005"/>
                </a:cubicBezTo>
                <a:cubicBezTo>
                  <a:pt x="58588" y="85005"/>
                  <a:pt x="55800" y="83127"/>
                  <a:pt x="53794" y="79372"/>
                </a:cubicBezTo>
                <a:cubicBezTo>
                  <a:pt x="52066" y="76111"/>
                  <a:pt x="50983" y="71733"/>
                  <a:pt x="50555" y="66227"/>
                </a:cubicBezTo>
                <a:lnTo>
                  <a:pt x="47477" y="66227"/>
                </a:lnTo>
                <a:lnTo>
                  <a:pt x="48555" y="61894"/>
                </a:lnTo>
                <a:lnTo>
                  <a:pt x="50361" y="61894"/>
                </a:lnTo>
                <a:cubicBezTo>
                  <a:pt x="50333" y="61572"/>
                  <a:pt x="50311" y="61233"/>
                  <a:pt x="50300" y="60861"/>
                </a:cubicBezTo>
                <a:cubicBezTo>
                  <a:pt x="50283" y="60494"/>
                  <a:pt x="50277" y="60105"/>
                  <a:pt x="50277" y="59688"/>
                </a:cubicBezTo>
                <a:cubicBezTo>
                  <a:pt x="50277" y="59372"/>
                  <a:pt x="50283" y="59000"/>
                  <a:pt x="50300" y="58594"/>
                </a:cubicBezTo>
                <a:cubicBezTo>
                  <a:pt x="50311" y="58177"/>
                  <a:pt x="50333" y="57716"/>
                  <a:pt x="50361" y="57216"/>
                </a:cubicBezTo>
                <a:lnTo>
                  <a:pt x="47477" y="57216"/>
                </a:lnTo>
                <a:lnTo>
                  <a:pt x="48522" y="52811"/>
                </a:lnTo>
                <a:lnTo>
                  <a:pt x="50638" y="52811"/>
                </a:lnTo>
                <a:cubicBezTo>
                  <a:pt x="51305" y="47538"/>
                  <a:pt x="52516" y="43366"/>
                  <a:pt x="54277" y="40294"/>
                </a:cubicBezTo>
                <a:cubicBezTo>
                  <a:pt x="56333" y="36761"/>
                  <a:pt x="58955" y="34994"/>
                  <a:pt x="62161" y="34994"/>
                </a:cubicBezTo>
                <a:cubicBezTo>
                  <a:pt x="64477" y="34994"/>
                  <a:pt x="66855" y="36416"/>
                  <a:pt x="69277" y="39255"/>
                </a:cubicBezTo>
                <a:lnTo>
                  <a:pt x="67438" y="45516"/>
                </a:lnTo>
                <a:cubicBezTo>
                  <a:pt x="65733" y="42588"/>
                  <a:pt x="63866" y="41116"/>
                  <a:pt x="61838" y="41116"/>
                </a:cubicBezTo>
                <a:cubicBezTo>
                  <a:pt x="60050" y="41116"/>
                  <a:pt x="58561" y="42333"/>
                  <a:pt x="57361" y="44766"/>
                </a:cubicBezTo>
                <a:cubicBezTo>
                  <a:pt x="56344" y="46916"/>
                  <a:pt x="55666" y="49605"/>
                  <a:pt x="55316" y="52811"/>
                </a:cubicBezTo>
                <a:cubicBezTo>
                  <a:pt x="55316" y="52811"/>
                  <a:pt x="65877" y="52811"/>
                  <a:pt x="65877" y="52811"/>
                </a:cubicBezTo>
                <a:close/>
                <a:moveTo>
                  <a:pt x="60000" y="20005"/>
                </a:moveTo>
                <a:cubicBezTo>
                  <a:pt x="47950" y="20005"/>
                  <a:pt x="38183" y="37911"/>
                  <a:pt x="38183" y="59994"/>
                </a:cubicBezTo>
                <a:cubicBezTo>
                  <a:pt x="38183" y="82094"/>
                  <a:pt x="47950" y="100000"/>
                  <a:pt x="60000" y="100000"/>
                </a:cubicBezTo>
                <a:cubicBezTo>
                  <a:pt x="72050" y="100000"/>
                  <a:pt x="81816" y="82094"/>
                  <a:pt x="81816" y="59994"/>
                </a:cubicBezTo>
                <a:cubicBezTo>
                  <a:pt x="81816" y="37911"/>
                  <a:pt x="72050" y="20005"/>
                  <a:pt x="60000" y="20005"/>
                </a:cubicBezTo>
                <a:moveTo>
                  <a:pt x="30000" y="20005"/>
                </a:moveTo>
                <a:lnTo>
                  <a:pt x="24544" y="20005"/>
                </a:lnTo>
                <a:cubicBezTo>
                  <a:pt x="23038" y="20005"/>
                  <a:pt x="21816" y="22238"/>
                  <a:pt x="21816" y="25005"/>
                </a:cubicBezTo>
                <a:cubicBezTo>
                  <a:pt x="21816" y="27766"/>
                  <a:pt x="23038" y="30005"/>
                  <a:pt x="24544" y="30005"/>
                </a:cubicBezTo>
                <a:lnTo>
                  <a:pt x="30000" y="30005"/>
                </a:lnTo>
                <a:cubicBezTo>
                  <a:pt x="31505" y="30005"/>
                  <a:pt x="32727" y="27766"/>
                  <a:pt x="32727" y="25005"/>
                </a:cubicBezTo>
                <a:cubicBezTo>
                  <a:pt x="32727" y="22238"/>
                  <a:pt x="31505" y="20005"/>
                  <a:pt x="30000" y="20005"/>
                </a:cubicBezTo>
                <a:moveTo>
                  <a:pt x="95455" y="89994"/>
                </a:moveTo>
                <a:lnTo>
                  <a:pt x="90000" y="89994"/>
                </a:lnTo>
                <a:cubicBezTo>
                  <a:pt x="88494" y="89994"/>
                  <a:pt x="87272" y="92238"/>
                  <a:pt x="87272" y="95000"/>
                </a:cubicBezTo>
                <a:cubicBezTo>
                  <a:pt x="87272" y="97761"/>
                  <a:pt x="88494" y="100000"/>
                  <a:pt x="90000" y="100000"/>
                </a:cubicBezTo>
                <a:lnTo>
                  <a:pt x="95455" y="100000"/>
                </a:lnTo>
                <a:cubicBezTo>
                  <a:pt x="96961" y="100000"/>
                  <a:pt x="98183" y="97761"/>
                  <a:pt x="98183" y="95000"/>
                </a:cubicBezTo>
                <a:cubicBezTo>
                  <a:pt x="98183" y="92238"/>
                  <a:pt x="96961" y="89994"/>
                  <a:pt x="95455" y="89994"/>
                </a:cubicBezTo>
                <a:moveTo>
                  <a:pt x="111816" y="20005"/>
                </a:moveTo>
                <a:cubicBezTo>
                  <a:pt x="110311" y="20005"/>
                  <a:pt x="109088" y="17766"/>
                  <a:pt x="109088" y="15005"/>
                </a:cubicBezTo>
                <a:cubicBezTo>
                  <a:pt x="109088" y="12238"/>
                  <a:pt x="110311" y="10000"/>
                  <a:pt x="111816" y="10000"/>
                </a:cubicBezTo>
                <a:cubicBezTo>
                  <a:pt x="113322" y="10000"/>
                  <a:pt x="114544" y="12238"/>
                  <a:pt x="114544" y="15005"/>
                </a:cubicBezTo>
                <a:cubicBezTo>
                  <a:pt x="114544" y="17766"/>
                  <a:pt x="113322" y="20005"/>
                  <a:pt x="111816" y="20005"/>
                </a:cubicBezTo>
                <a:moveTo>
                  <a:pt x="114544" y="90916"/>
                </a:moveTo>
                <a:cubicBezTo>
                  <a:pt x="113688" y="90355"/>
                  <a:pt x="112777" y="89994"/>
                  <a:pt x="111816" y="89994"/>
                </a:cubicBezTo>
                <a:cubicBezTo>
                  <a:pt x="107300" y="89994"/>
                  <a:pt x="103638" y="96716"/>
                  <a:pt x="103638" y="105000"/>
                </a:cubicBezTo>
                <a:cubicBezTo>
                  <a:pt x="103638" y="106761"/>
                  <a:pt x="103827" y="108427"/>
                  <a:pt x="104133" y="110000"/>
                </a:cubicBezTo>
                <a:lnTo>
                  <a:pt x="15861" y="110000"/>
                </a:lnTo>
                <a:cubicBezTo>
                  <a:pt x="16166" y="108427"/>
                  <a:pt x="16361" y="106761"/>
                  <a:pt x="16361" y="105000"/>
                </a:cubicBezTo>
                <a:cubicBezTo>
                  <a:pt x="16361" y="96716"/>
                  <a:pt x="12700" y="89994"/>
                  <a:pt x="8183" y="89994"/>
                </a:cubicBezTo>
                <a:cubicBezTo>
                  <a:pt x="7216" y="89994"/>
                  <a:pt x="6311" y="90355"/>
                  <a:pt x="5455" y="90916"/>
                </a:cubicBezTo>
                <a:lnTo>
                  <a:pt x="5455" y="29083"/>
                </a:lnTo>
                <a:cubicBezTo>
                  <a:pt x="6311" y="29644"/>
                  <a:pt x="7216" y="30005"/>
                  <a:pt x="8183" y="30005"/>
                </a:cubicBezTo>
                <a:cubicBezTo>
                  <a:pt x="12700" y="30005"/>
                  <a:pt x="16361" y="23288"/>
                  <a:pt x="16361" y="15005"/>
                </a:cubicBezTo>
                <a:cubicBezTo>
                  <a:pt x="16361" y="13238"/>
                  <a:pt x="16166" y="11572"/>
                  <a:pt x="15861" y="10000"/>
                </a:cubicBezTo>
                <a:lnTo>
                  <a:pt x="104133" y="10000"/>
                </a:lnTo>
                <a:cubicBezTo>
                  <a:pt x="103827" y="11572"/>
                  <a:pt x="103638" y="13238"/>
                  <a:pt x="103638" y="15005"/>
                </a:cubicBezTo>
                <a:cubicBezTo>
                  <a:pt x="103638" y="23288"/>
                  <a:pt x="107300" y="30005"/>
                  <a:pt x="111816" y="30005"/>
                </a:cubicBezTo>
                <a:cubicBezTo>
                  <a:pt x="112777" y="30005"/>
                  <a:pt x="113688" y="29644"/>
                  <a:pt x="114544" y="29083"/>
                </a:cubicBezTo>
                <a:cubicBezTo>
                  <a:pt x="114544" y="29083"/>
                  <a:pt x="114544" y="90916"/>
                  <a:pt x="114544" y="90916"/>
                </a:cubicBezTo>
                <a:close/>
                <a:moveTo>
                  <a:pt x="111816" y="110000"/>
                </a:moveTo>
                <a:cubicBezTo>
                  <a:pt x="110311" y="110000"/>
                  <a:pt x="109088" y="107761"/>
                  <a:pt x="109088" y="105000"/>
                </a:cubicBezTo>
                <a:cubicBezTo>
                  <a:pt x="109088" y="102233"/>
                  <a:pt x="110311" y="100000"/>
                  <a:pt x="111816" y="100000"/>
                </a:cubicBezTo>
                <a:cubicBezTo>
                  <a:pt x="113322" y="100000"/>
                  <a:pt x="114544" y="102233"/>
                  <a:pt x="114544" y="105000"/>
                </a:cubicBezTo>
                <a:cubicBezTo>
                  <a:pt x="114544" y="107761"/>
                  <a:pt x="113322" y="110000"/>
                  <a:pt x="111816" y="110000"/>
                </a:cubicBezTo>
                <a:moveTo>
                  <a:pt x="8183" y="110000"/>
                </a:moveTo>
                <a:cubicBezTo>
                  <a:pt x="6677" y="110000"/>
                  <a:pt x="5455" y="107761"/>
                  <a:pt x="5455" y="105000"/>
                </a:cubicBezTo>
                <a:cubicBezTo>
                  <a:pt x="5455" y="102233"/>
                  <a:pt x="6677" y="100000"/>
                  <a:pt x="8183" y="100000"/>
                </a:cubicBezTo>
                <a:cubicBezTo>
                  <a:pt x="9688" y="100000"/>
                  <a:pt x="10911" y="102233"/>
                  <a:pt x="10911" y="105000"/>
                </a:cubicBezTo>
                <a:cubicBezTo>
                  <a:pt x="10911" y="107761"/>
                  <a:pt x="9688" y="110000"/>
                  <a:pt x="8183" y="110000"/>
                </a:cubicBezTo>
                <a:moveTo>
                  <a:pt x="8183" y="10000"/>
                </a:moveTo>
                <a:cubicBezTo>
                  <a:pt x="9688" y="10000"/>
                  <a:pt x="10911" y="12238"/>
                  <a:pt x="10911" y="15005"/>
                </a:cubicBezTo>
                <a:cubicBezTo>
                  <a:pt x="10911" y="17766"/>
                  <a:pt x="9688" y="20005"/>
                  <a:pt x="8183" y="20005"/>
                </a:cubicBezTo>
                <a:cubicBezTo>
                  <a:pt x="6677" y="20005"/>
                  <a:pt x="5455" y="17766"/>
                  <a:pt x="5455" y="15005"/>
                </a:cubicBezTo>
                <a:cubicBezTo>
                  <a:pt x="5455" y="12238"/>
                  <a:pt x="6677" y="10000"/>
                  <a:pt x="8183" y="10000"/>
                </a:cubicBezTo>
                <a:moveTo>
                  <a:pt x="114544" y="0"/>
                </a:moveTo>
                <a:lnTo>
                  <a:pt x="5455" y="0"/>
                </a:lnTo>
                <a:cubicBezTo>
                  <a:pt x="2438" y="0"/>
                  <a:pt x="0" y="4477"/>
                  <a:pt x="0" y="10000"/>
                </a:cubicBezTo>
                <a:lnTo>
                  <a:pt x="0" y="110000"/>
                </a:lnTo>
                <a:cubicBezTo>
                  <a:pt x="0" y="115516"/>
                  <a:pt x="2438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5516"/>
                  <a:pt x="120000" y="110000"/>
                </a:cubicBezTo>
                <a:lnTo>
                  <a:pt x="120000" y="10000"/>
                </a:lnTo>
                <a:cubicBezTo>
                  <a:pt x="120000" y="4477"/>
                  <a:pt x="117555" y="0"/>
                  <a:pt x="114544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1" name="Shape 4771">
            <a:extLst>
              <a:ext uri="{FF2B5EF4-FFF2-40B4-BE49-F238E27FC236}">
                <a16:creationId xmlns:a16="http://schemas.microsoft.com/office/drawing/2014/main" id="{A1D6A896-B305-EC8D-DDD7-D30DCFED8078}"/>
              </a:ext>
            </a:extLst>
          </p:cNvPr>
          <p:cNvSpPr/>
          <p:nvPr/>
        </p:nvSpPr>
        <p:spPr>
          <a:xfrm>
            <a:off x="2174098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0000" y="45000"/>
                </a:moveTo>
                <a:lnTo>
                  <a:pt x="24544" y="45000"/>
                </a:lnTo>
                <a:cubicBezTo>
                  <a:pt x="23038" y="45000"/>
                  <a:pt x="21816" y="46683"/>
                  <a:pt x="21816" y="48750"/>
                </a:cubicBezTo>
                <a:cubicBezTo>
                  <a:pt x="21816" y="50822"/>
                  <a:pt x="23038" y="52500"/>
                  <a:pt x="24544" y="52500"/>
                </a:cubicBezTo>
                <a:lnTo>
                  <a:pt x="30000" y="52500"/>
                </a:lnTo>
                <a:cubicBezTo>
                  <a:pt x="31505" y="52500"/>
                  <a:pt x="32727" y="50822"/>
                  <a:pt x="32727" y="48750"/>
                </a:cubicBezTo>
                <a:cubicBezTo>
                  <a:pt x="32727" y="46683"/>
                  <a:pt x="31505" y="45000"/>
                  <a:pt x="30000" y="45000"/>
                </a:cubicBezTo>
                <a:moveTo>
                  <a:pt x="65877" y="69605"/>
                </a:moveTo>
                <a:lnTo>
                  <a:pt x="64838" y="72911"/>
                </a:lnTo>
                <a:lnTo>
                  <a:pt x="55044" y="72911"/>
                </a:lnTo>
                <a:cubicBezTo>
                  <a:pt x="55011" y="73083"/>
                  <a:pt x="55000" y="73322"/>
                  <a:pt x="55000" y="73633"/>
                </a:cubicBezTo>
                <a:lnTo>
                  <a:pt x="55000" y="74822"/>
                </a:lnTo>
                <a:cubicBezTo>
                  <a:pt x="55000" y="75716"/>
                  <a:pt x="55011" y="76250"/>
                  <a:pt x="55044" y="76422"/>
                </a:cubicBezTo>
                <a:lnTo>
                  <a:pt x="64277" y="76422"/>
                </a:lnTo>
                <a:lnTo>
                  <a:pt x="63283" y="79666"/>
                </a:lnTo>
                <a:lnTo>
                  <a:pt x="55238" y="79666"/>
                </a:lnTo>
                <a:cubicBezTo>
                  <a:pt x="55561" y="82455"/>
                  <a:pt x="56244" y="84644"/>
                  <a:pt x="57283" y="86222"/>
                </a:cubicBezTo>
                <a:cubicBezTo>
                  <a:pt x="58483" y="88183"/>
                  <a:pt x="60105" y="89166"/>
                  <a:pt x="62161" y="89166"/>
                </a:cubicBezTo>
                <a:cubicBezTo>
                  <a:pt x="63494" y="89166"/>
                  <a:pt x="64600" y="88888"/>
                  <a:pt x="65483" y="88338"/>
                </a:cubicBezTo>
                <a:cubicBezTo>
                  <a:pt x="66277" y="87822"/>
                  <a:pt x="67183" y="86966"/>
                  <a:pt x="68200" y="85761"/>
                </a:cubicBezTo>
                <a:lnTo>
                  <a:pt x="68200" y="91488"/>
                </a:lnTo>
                <a:cubicBezTo>
                  <a:pt x="66388" y="93005"/>
                  <a:pt x="64372" y="93755"/>
                  <a:pt x="62161" y="93755"/>
                </a:cubicBezTo>
                <a:cubicBezTo>
                  <a:pt x="58588" y="93755"/>
                  <a:pt x="55800" y="92350"/>
                  <a:pt x="53800" y="89522"/>
                </a:cubicBezTo>
                <a:cubicBezTo>
                  <a:pt x="52066" y="87088"/>
                  <a:pt x="50983" y="83800"/>
                  <a:pt x="50561" y="79666"/>
                </a:cubicBezTo>
                <a:lnTo>
                  <a:pt x="47483" y="79666"/>
                </a:lnTo>
                <a:lnTo>
                  <a:pt x="48561" y="76422"/>
                </a:lnTo>
                <a:lnTo>
                  <a:pt x="50361" y="76422"/>
                </a:lnTo>
                <a:cubicBezTo>
                  <a:pt x="50333" y="76177"/>
                  <a:pt x="50311" y="75922"/>
                  <a:pt x="50300" y="75650"/>
                </a:cubicBezTo>
                <a:cubicBezTo>
                  <a:pt x="50283" y="75372"/>
                  <a:pt x="50277" y="75083"/>
                  <a:pt x="50277" y="74766"/>
                </a:cubicBezTo>
                <a:cubicBezTo>
                  <a:pt x="50277" y="74533"/>
                  <a:pt x="50283" y="74255"/>
                  <a:pt x="50300" y="73944"/>
                </a:cubicBezTo>
                <a:cubicBezTo>
                  <a:pt x="50311" y="73633"/>
                  <a:pt x="50333" y="73288"/>
                  <a:pt x="50361" y="72911"/>
                </a:cubicBezTo>
                <a:lnTo>
                  <a:pt x="47483" y="72911"/>
                </a:lnTo>
                <a:lnTo>
                  <a:pt x="48522" y="69605"/>
                </a:lnTo>
                <a:lnTo>
                  <a:pt x="50638" y="69605"/>
                </a:lnTo>
                <a:cubicBezTo>
                  <a:pt x="51305" y="65655"/>
                  <a:pt x="52516" y="62522"/>
                  <a:pt x="54277" y="60222"/>
                </a:cubicBezTo>
                <a:cubicBezTo>
                  <a:pt x="56333" y="57572"/>
                  <a:pt x="58961" y="56244"/>
                  <a:pt x="62161" y="56244"/>
                </a:cubicBezTo>
                <a:cubicBezTo>
                  <a:pt x="64483" y="56244"/>
                  <a:pt x="66855" y="57311"/>
                  <a:pt x="69277" y="59444"/>
                </a:cubicBezTo>
                <a:lnTo>
                  <a:pt x="67438" y="64138"/>
                </a:lnTo>
                <a:cubicBezTo>
                  <a:pt x="65733" y="61944"/>
                  <a:pt x="63866" y="60838"/>
                  <a:pt x="61838" y="60838"/>
                </a:cubicBezTo>
                <a:cubicBezTo>
                  <a:pt x="60050" y="60838"/>
                  <a:pt x="58561" y="61750"/>
                  <a:pt x="57361" y="63572"/>
                </a:cubicBezTo>
                <a:cubicBezTo>
                  <a:pt x="56350" y="65188"/>
                  <a:pt x="55666" y="67205"/>
                  <a:pt x="55322" y="69605"/>
                </a:cubicBezTo>
                <a:cubicBezTo>
                  <a:pt x="55322" y="69605"/>
                  <a:pt x="65877" y="69605"/>
                  <a:pt x="65877" y="69605"/>
                </a:cubicBezTo>
                <a:close/>
                <a:moveTo>
                  <a:pt x="60000" y="45000"/>
                </a:moveTo>
                <a:cubicBezTo>
                  <a:pt x="47950" y="45000"/>
                  <a:pt x="38183" y="58433"/>
                  <a:pt x="38183" y="75000"/>
                </a:cubicBezTo>
                <a:cubicBezTo>
                  <a:pt x="38183" y="91566"/>
                  <a:pt x="47950" y="105000"/>
                  <a:pt x="60000" y="105000"/>
                </a:cubicBezTo>
                <a:cubicBezTo>
                  <a:pt x="72050" y="105000"/>
                  <a:pt x="81816" y="91566"/>
                  <a:pt x="81816" y="75000"/>
                </a:cubicBezTo>
                <a:cubicBezTo>
                  <a:pt x="81816" y="58433"/>
                  <a:pt x="72050" y="45000"/>
                  <a:pt x="60000" y="45000"/>
                </a:cubicBezTo>
                <a:moveTo>
                  <a:pt x="111816" y="45000"/>
                </a:moveTo>
                <a:cubicBezTo>
                  <a:pt x="110311" y="45000"/>
                  <a:pt x="109088" y="43322"/>
                  <a:pt x="109088" y="41250"/>
                </a:cubicBezTo>
                <a:cubicBezTo>
                  <a:pt x="109088" y="39177"/>
                  <a:pt x="110311" y="37500"/>
                  <a:pt x="111816" y="37500"/>
                </a:cubicBezTo>
                <a:cubicBezTo>
                  <a:pt x="113322" y="37500"/>
                  <a:pt x="114544" y="39177"/>
                  <a:pt x="114544" y="41250"/>
                </a:cubicBezTo>
                <a:cubicBezTo>
                  <a:pt x="114544" y="43322"/>
                  <a:pt x="113322" y="45000"/>
                  <a:pt x="111816" y="45000"/>
                </a:cubicBezTo>
                <a:moveTo>
                  <a:pt x="114544" y="98188"/>
                </a:moveTo>
                <a:cubicBezTo>
                  <a:pt x="113688" y="97772"/>
                  <a:pt x="112777" y="97500"/>
                  <a:pt x="111816" y="97500"/>
                </a:cubicBezTo>
                <a:cubicBezTo>
                  <a:pt x="107300" y="97500"/>
                  <a:pt x="103638" y="102538"/>
                  <a:pt x="103638" y="108750"/>
                </a:cubicBezTo>
                <a:cubicBezTo>
                  <a:pt x="103638" y="110072"/>
                  <a:pt x="103833" y="111327"/>
                  <a:pt x="104138" y="112500"/>
                </a:cubicBezTo>
                <a:lnTo>
                  <a:pt x="15861" y="112500"/>
                </a:lnTo>
                <a:cubicBezTo>
                  <a:pt x="16166" y="111327"/>
                  <a:pt x="16361" y="110072"/>
                  <a:pt x="16361" y="108750"/>
                </a:cubicBezTo>
                <a:cubicBezTo>
                  <a:pt x="16361" y="102538"/>
                  <a:pt x="12700" y="97500"/>
                  <a:pt x="8183" y="97500"/>
                </a:cubicBezTo>
                <a:cubicBezTo>
                  <a:pt x="7216" y="97500"/>
                  <a:pt x="6311" y="97772"/>
                  <a:pt x="5455" y="98188"/>
                </a:cubicBezTo>
                <a:lnTo>
                  <a:pt x="5455" y="51811"/>
                </a:lnTo>
                <a:cubicBezTo>
                  <a:pt x="6311" y="52233"/>
                  <a:pt x="7216" y="52500"/>
                  <a:pt x="8183" y="52500"/>
                </a:cubicBezTo>
                <a:cubicBezTo>
                  <a:pt x="12700" y="52500"/>
                  <a:pt x="16361" y="47466"/>
                  <a:pt x="16361" y="41250"/>
                </a:cubicBezTo>
                <a:cubicBezTo>
                  <a:pt x="16361" y="39927"/>
                  <a:pt x="16166" y="38677"/>
                  <a:pt x="15861" y="37500"/>
                </a:cubicBezTo>
                <a:lnTo>
                  <a:pt x="104138" y="37500"/>
                </a:lnTo>
                <a:cubicBezTo>
                  <a:pt x="103833" y="38677"/>
                  <a:pt x="103638" y="39927"/>
                  <a:pt x="103638" y="41250"/>
                </a:cubicBezTo>
                <a:cubicBezTo>
                  <a:pt x="103638" y="47466"/>
                  <a:pt x="107300" y="52500"/>
                  <a:pt x="111816" y="52500"/>
                </a:cubicBezTo>
                <a:cubicBezTo>
                  <a:pt x="112777" y="52500"/>
                  <a:pt x="113688" y="52233"/>
                  <a:pt x="114544" y="51811"/>
                </a:cubicBezTo>
                <a:cubicBezTo>
                  <a:pt x="114544" y="51811"/>
                  <a:pt x="114544" y="98188"/>
                  <a:pt x="114544" y="98188"/>
                </a:cubicBezTo>
                <a:close/>
                <a:moveTo>
                  <a:pt x="111816" y="112500"/>
                </a:moveTo>
                <a:cubicBezTo>
                  <a:pt x="110311" y="112500"/>
                  <a:pt x="109088" y="110822"/>
                  <a:pt x="109088" y="108750"/>
                </a:cubicBezTo>
                <a:cubicBezTo>
                  <a:pt x="109088" y="106683"/>
                  <a:pt x="110311" y="105000"/>
                  <a:pt x="111816" y="105000"/>
                </a:cubicBezTo>
                <a:cubicBezTo>
                  <a:pt x="113322" y="105000"/>
                  <a:pt x="114544" y="106683"/>
                  <a:pt x="114544" y="108750"/>
                </a:cubicBezTo>
                <a:cubicBezTo>
                  <a:pt x="114544" y="110822"/>
                  <a:pt x="113322" y="112500"/>
                  <a:pt x="111816" y="112500"/>
                </a:cubicBezTo>
                <a:moveTo>
                  <a:pt x="8183" y="112500"/>
                </a:moveTo>
                <a:cubicBezTo>
                  <a:pt x="6677" y="112500"/>
                  <a:pt x="5455" y="110822"/>
                  <a:pt x="5455" y="108750"/>
                </a:cubicBezTo>
                <a:cubicBezTo>
                  <a:pt x="5455" y="106683"/>
                  <a:pt x="6677" y="105000"/>
                  <a:pt x="8183" y="105000"/>
                </a:cubicBezTo>
                <a:cubicBezTo>
                  <a:pt x="9688" y="105000"/>
                  <a:pt x="10911" y="106683"/>
                  <a:pt x="10911" y="108750"/>
                </a:cubicBezTo>
                <a:cubicBezTo>
                  <a:pt x="10911" y="110822"/>
                  <a:pt x="9688" y="112500"/>
                  <a:pt x="8183" y="112500"/>
                </a:cubicBezTo>
                <a:moveTo>
                  <a:pt x="8183" y="37500"/>
                </a:moveTo>
                <a:cubicBezTo>
                  <a:pt x="9688" y="37500"/>
                  <a:pt x="10911" y="39177"/>
                  <a:pt x="10911" y="41250"/>
                </a:cubicBezTo>
                <a:cubicBezTo>
                  <a:pt x="10911" y="43322"/>
                  <a:pt x="9688" y="45000"/>
                  <a:pt x="8183" y="45000"/>
                </a:cubicBezTo>
                <a:cubicBezTo>
                  <a:pt x="6677" y="45000"/>
                  <a:pt x="5455" y="43322"/>
                  <a:pt x="5455" y="41250"/>
                </a:cubicBezTo>
                <a:cubicBezTo>
                  <a:pt x="5455" y="39177"/>
                  <a:pt x="6677" y="37500"/>
                  <a:pt x="8183" y="37500"/>
                </a:cubicBezTo>
                <a:moveTo>
                  <a:pt x="114544" y="30000"/>
                </a:moveTo>
                <a:lnTo>
                  <a:pt x="5455" y="30000"/>
                </a:lnTo>
                <a:cubicBezTo>
                  <a:pt x="2444" y="30000"/>
                  <a:pt x="0" y="33361"/>
                  <a:pt x="0" y="37500"/>
                </a:cubicBezTo>
                <a:lnTo>
                  <a:pt x="0" y="112500"/>
                </a:lnTo>
                <a:cubicBezTo>
                  <a:pt x="0" y="116644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44"/>
                  <a:pt x="120000" y="112500"/>
                </a:cubicBezTo>
                <a:lnTo>
                  <a:pt x="120000" y="37500"/>
                </a:lnTo>
                <a:cubicBezTo>
                  <a:pt x="120000" y="33361"/>
                  <a:pt x="117555" y="30000"/>
                  <a:pt x="114544" y="30000"/>
                </a:cubicBezTo>
                <a:moveTo>
                  <a:pt x="95455" y="97500"/>
                </a:moveTo>
                <a:lnTo>
                  <a:pt x="90000" y="97500"/>
                </a:lnTo>
                <a:cubicBezTo>
                  <a:pt x="88494" y="97500"/>
                  <a:pt x="87272" y="99177"/>
                  <a:pt x="87272" y="101250"/>
                </a:cubicBezTo>
                <a:cubicBezTo>
                  <a:pt x="87272" y="103322"/>
                  <a:pt x="88494" y="105000"/>
                  <a:pt x="90000" y="105000"/>
                </a:cubicBezTo>
                <a:lnTo>
                  <a:pt x="95455" y="105000"/>
                </a:lnTo>
                <a:cubicBezTo>
                  <a:pt x="96961" y="105000"/>
                  <a:pt x="98183" y="103322"/>
                  <a:pt x="98183" y="101250"/>
                </a:cubicBezTo>
                <a:cubicBezTo>
                  <a:pt x="98183" y="99177"/>
                  <a:pt x="96961" y="97500"/>
                  <a:pt x="95455" y="97500"/>
                </a:cubicBezTo>
                <a:moveTo>
                  <a:pt x="24544" y="7500"/>
                </a:moveTo>
                <a:lnTo>
                  <a:pt x="95455" y="7500"/>
                </a:lnTo>
                <a:cubicBezTo>
                  <a:pt x="96961" y="7500"/>
                  <a:pt x="98183" y="5822"/>
                  <a:pt x="98183" y="3750"/>
                </a:cubicBezTo>
                <a:cubicBezTo>
                  <a:pt x="98183" y="1677"/>
                  <a:pt x="96961" y="0"/>
                  <a:pt x="95455" y="0"/>
                </a:cubicBezTo>
                <a:lnTo>
                  <a:pt x="24544" y="0"/>
                </a:lnTo>
                <a:cubicBezTo>
                  <a:pt x="23038" y="0"/>
                  <a:pt x="21816" y="1677"/>
                  <a:pt x="21816" y="3750"/>
                </a:cubicBezTo>
                <a:cubicBezTo>
                  <a:pt x="21816" y="5822"/>
                  <a:pt x="23038" y="7500"/>
                  <a:pt x="24544" y="7500"/>
                </a:cubicBezTo>
                <a:moveTo>
                  <a:pt x="13638" y="22500"/>
                </a:moveTo>
                <a:lnTo>
                  <a:pt x="106361" y="22500"/>
                </a:lnTo>
                <a:cubicBezTo>
                  <a:pt x="107866" y="22500"/>
                  <a:pt x="109088" y="20822"/>
                  <a:pt x="109088" y="18750"/>
                </a:cubicBezTo>
                <a:cubicBezTo>
                  <a:pt x="109088" y="16677"/>
                  <a:pt x="107866" y="15000"/>
                  <a:pt x="106361" y="15000"/>
                </a:cubicBezTo>
                <a:lnTo>
                  <a:pt x="13638" y="15000"/>
                </a:lnTo>
                <a:cubicBezTo>
                  <a:pt x="12133" y="15000"/>
                  <a:pt x="10911" y="16677"/>
                  <a:pt x="10911" y="18750"/>
                </a:cubicBezTo>
                <a:cubicBezTo>
                  <a:pt x="10911" y="20822"/>
                  <a:pt x="12133" y="22500"/>
                  <a:pt x="13638" y="225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3" name="Shape 4772">
            <a:extLst>
              <a:ext uri="{FF2B5EF4-FFF2-40B4-BE49-F238E27FC236}">
                <a16:creationId xmlns:a16="http://schemas.microsoft.com/office/drawing/2014/main" id="{82663BAD-D5B4-3EC1-E443-656430685CC9}"/>
              </a:ext>
            </a:extLst>
          </p:cNvPr>
          <p:cNvSpPr/>
          <p:nvPr/>
        </p:nvSpPr>
        <p:spPr>
          <a:xfrm>
            <a:off x="2678284" y="236957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522" y="67927"/>
                </a:moveTo>
                <a:lnTo>
                  <a:pt x="52744" y="70950"/>
                </a:lnTo>
                <a:lnTo>
                  <a:pt x="45394" y="70950"/>
                </a:lnTo>
                <a:cubicBezTo>
                  <a:pt x="45372" y="71105"/>
                  <a:pt x="45361" y="71327"/>
                  <a:pt x="45361" y="71611"/>
                </a:cubicBezTo>
                <a:lnTo>
                  <a:pt x="45361" y="72694"/>
                </a:lnTo>
                <a:cubicBezTo>
                  <a:pt x="45361" y="73511"/>
                  <a:pt x="45372" y="74000"/>
                  <a:pt x="45394" y="74155"/>
                </a:cubicBezTo>
                <a:lnTo>
                  <a:pt x="52322" y="74155"/>
                </a:lnTo>
                <a:lnTo>
                  <a:pt x="51572" y="77127"/>
                </a:lnTo>
                <a:lnTo>
                  <a:pt x="45544" y="77127"/>
                </a:lnTo>
                <a:cubicBezTo>
                  <a:pt x="45783" y="79677"/>
                  <a:pt x="46294" y="81672"/>
                  <a:pt x="47072" y="83116"/>
                </a:cubicBezTo>
                <a:cubicBezTo>
                  <a:pt x="47972" y="84911"/>
                  <a:pt x="49194" y="85805"/>
                  <a:pt x="50733" y="85805"/>
                </a:cubicBezTo>
                <a:cubicBezTo>
                  <a:pt x="51733" y="85805"/>
                  <a:pt x="52561" y="85561"/>
                  <a:pt x="53222" y="85055"/>
                </a:cubicBezTo>
                <a:cubicBezTo>
                  <a:pt x="53822" y="84583"/>
                  <a:pt x="54500" y="83800"/>
                  <a:pt x="55261" y="82694"/>
                </a:cubicBezTo>
                <a:lnTo>
                  <a:pt x="55261" y="87933"/>
                </a:lnTo>
                <a:cubicBezTo>
                  <a:pt x="53900" y="89311"/>
                  <a:pt x="52388" y="90011"/>
                  <a:pt x="50733" y="90011"/>
                </a:cubicBezTo>
                <a:cubicBezTo>
                  <a:pt x="48050" y="90011"/>
                  <a:pt x="45961" y="88722"/>
                  <a:pt x="44461" y="86138"/>
                </a:cubicBezTo>
                <a:cubicBezTo>
                  <a:pt x="43161" y="83911"/>
                  <a:pt x="42350" y="80900"/>
                  <a:pt x="42033" y="77127"/>
                </a:cubicBezTo>
                <a:lnTo>
                  <a:pt x="39722" y="77127"/>
                </a:lnTo>
                <a:lnTo>
                  <a:pt x="40533" y="74155"/>
                </a:lnTo>
                <a:lnTo>
                  <a:pt x="41883" y="74155"/>
                </a:lnTo>
                <a:cubicBezTo>
                  <a:pt x="41866" y="73938"/>
                  <a:pt x="41844" y="73705"/>
                  <a:pt x="41833" y="73450"/>
                </a:cubicBezTo>
                <a:cubicBezTo>
                  <a:pt x="41827" y="73194"/>
                  <a:pt x="41822" y="72927"/>
                  <a:pt x="41822" y="72650"/>
                </a:cubicBezTo>
                <a:cubicBezTo>
                  <a:pt x="41822" y="72427"/>
                  <a:pt x="41827" y="72172"/>
                  <a:pt x="41833" y="71894"/>
                </a:cubicBezTo>
                <a:cubicBezTo>
                  <a:pt x="41844" y="71611"/>
                  <a:pt x="41866" y="71294"/>
                  <a:pt x="41883" y="70950"/>
                </a:cubicBezTo>
                <a:lnTo>
                  <a:pt x="39722" y="70950"/>
                </a:lnTo>
                <a:lnTo>
                  <a:pt x="40505" y="67927"/>
                </a:lnTo>
                <a:lnTo>
                  <a:pt x="42094" y="67927"/>
                </a:lnTo>
                <a:cubicBezTo>
                  <a:pt x="42594" y="64311"/>
                  <a:pt x="43505" y="61450"/>
                  <a:pt x="44822" y="59344"/>
                </a:cubicBezTo>
                <a:cubicBezTo>
                  <a:pt x="46361" y="56927"/>
                  <a:pt x="48333" y="55711"/>
                  <a:pt x="50733" y="55711"/>
                </a:cubicBezTo>
                <a:cubicBezTo>
                  <a:pt x="52472" y="55711"/>
                  <a:pt x="54255" y="56683"/>
                  <a:pt x="56072" y="58633"/>
                </a:cubicBezTo>
                <a:lnTo>
                  <a:pt x="54694" y="62927"/>
                </a:lnTo>
                <a:cubicBezTo>
                  <a:pt x="53411" y="60916"/>
                  <a:pt x="52011" y="59905"/>
                  <a:pt x="50494" y="59905"/>
                </a:cubicBezTo>
                <a:cubicBezTo>
                  <a:pt x="49150" y="59905"/>
                  <a:pt x="48033" y="60744"/>
                  <a:pt x="47133" y="62411"/>
                </a:cubicBezTo>
                <a:cubicBezTo>
                  <a:pt x="46372" y="63888"/>
                  <a:pt x="45861" y="65727"/>
                  <a:pt x="45605" y="67927"/>
                </a:cubicBezTo>
                <a:cubicBezTo>
                  <a:pt x="45605" y="67927"/>
                  <a:pt x="53522" y="67927"/>
                  <a:pt x="53522" y="67927"/>
                </a:cubicBezTo>
                <a:close/>
                <a:moveTo>
                  <a:pt x="49088" y="42855"/>
                </a:moveTo>
                <a:cubicBezTo>
                  <a:pt x="38544" y="42855"/>
                  <a:pt x="30000" y="56294"/>
                  <a:pt x="30000" y="72855"/>
                </a:cubicBezTo>
                <a:cubicBezTo>
                  <a:pt x="30000" y="89427"/>
                  <a:pt x="38544" y="102855"/>
                  <a:pt x="49088" y="102855"/>
                </a:cubicBezTo>
                <a:cubicBezTo>
                  <a:pt x="59633" y="102855"/>
                  <a:pt x="68183" y="89427"/>
                  <a:pt x="68183" y="72855"/>
                </a:cubicBezTo>
                <a:cubicBezTo>
                  <a:pt x="68183" y="56294"/>
                  <a:pt x="59633" y="42855"/>
                  <a:pt x="49088" y="42855"/>
                </a:cubicBezTo>
                <a:moveTo>
                  <a:pt x="24544" y="42855"/>
                </a:moveTo>
                <a:cubicBezTo>
                  <a:pt x="23038" y="42855"/>
                  <a:pt x="21816" y="44777"/>
                  <a:pt x="21816" y="47144"/>
                </a:cubicBezTo>
                <a:cubicBezTo>
                  <a:pt x="21816" y="49511"/>
                  <a:pt x="23038" y="51427"/>
                  <a:pt x="24544" y="51427"/>
                </a:cubicBezTo>
                <a:cubicBezTo>
                  <a:pt x="26050" y="51427"/>
                  <a:pt x="27272" y="49511"/>
                  <a:pt x="27272" y="47144"/>
                </a:cubicBezTo>
                <a:cubicBezTo>
                  <a:pt x="27272" y="44777"/>
                  <a:pt x="26050" y="42855"/>
                  <a:pt x="24544" y="42855"/>
                </a:cubicBezTo>
                <a:moveTo>
                  <a:pt x="90000" y="42855"/>
                </a:moveTo>
                <a:cubicBezTo>
                  <a:pt x="88494" y="42855"/>
                  <a:pt x="87272" y="40938"/>
                  <a:pt x="87272" y="38572"/>
                </a:cubicBezTo>
                <a:cubicBezTo>
                  <a:pt x="87272" y="36205"/>
                  <a:pt x="88494" y="34283"/>
                  <a:pt x="90000" y="34283"/>
                </a:cubicBezTo>
                <a:cubicBezTo>
                  <a:pt x="91505" y="34283"/>
                  <a:pt x="92727" y="36205"/>
                  <a:pt x="92727" y="38572"/>
                </a:cubicBezTo>
                <a:cubicBezTo>
                  <a:pt x="92727" y="40938"/>
                  <a:pt x="91505" y="42855"/>
                  <a:pt x="90000" y="42855"/>
                </a:cubicBezTo>
                <a:moveTo>
                  <a:pt x="92727" y="95072"/>
                </a:moveTo>
                <a:cubicBezTo>
                  <a:pt x="91872" y="94600"/>
                  <a:pt x="90961" y="94283"/>
                  <a:pt x="90000" y="94283"/>
                </a:cubicBezTo>
                <a:cubicBezTo>
                  <a:pt x="85477" y="94283"/>
                  <a:pt x="81816" y="100044"/>
                  <a:pt x="81816" y="107144"/>
                </a:cubicBezTo>
                <a:cubicBezTo>
                  <a:pt x="81816" y="108655"/>
                  <a:pt x="82016" y="110083"/>
                  <a:pt x="82322" y="111427"/>
                </a:cubicBezTo>
                <a:lnTo>
                  <a:pt x="15861" y="111427"/>
                </a:lnTo>
                <a:cubicBezTo>
                  <a:pt x="16166" y="110083"/>
                  <a:pt x="16361" y="108655"/>
                  <a:pt x="16361" y="107144"/>
                </a:cubicBezTo>
                <a:cubicBezTo>
                  <a:pt x="16361" y="100044"/>
                  <a:pt x="12700" y="94283"/>
                  <a:pt x="8183" y="94283"/>
                </a:cubicBezTo>
                <a:cubicBezTo>
                  <a:pt x="7216" y="94283"/>
                  <a:pt x="6311" y="94600"/>
                  <a:pt x="5455" y="95072"/>
                </a:cubicBezTo>
                <a:lnTo>
                  <a:pt x="5455" y="50644"/>
                </a:lnTo>
                <a:cubicBezTo>
                  <a:pt x="6311" y="51122"/>
                  <a:pt x="7216" y="51427"/>
                  <a:pt x="8183" y="51427"/>
                </a:cubicBezTo>
                <a:cubicBezTo>
                  <a:pt x="12700" y="51427"/>
                  <a:pt x="16361" y="45677"/>
                  <a:pt x="16361" y="38572"/>
                </a:cubicBezTo>
                <a:cubicBezTo>
                  <a:pt x="16361" y="37061"/>
                  <a:pt x="16166" y="35633"/>
                  <a:pt x="15861" y="34283"/>
                </a:cubicBezTo>
                <a:lnTo>
                  <a:pt x="82322" y="34283"/>
                </a:lnTo>
                <a:cubicBezTo>
                  <a:pt x="82016" y="35633"/>
                  <a:pt x="81816" y="37061"/>
                  <a:pt x="81816" y="38572"/>
                </a:cubicBezTo>
                <a:cubicBezTo>
                  <a:pt x="81816" y="45677"/>
                  <a:pt x="85477" y="51427"/>
                  <a:pt x="90000" y="51427"/>
                </a:cubicBezTo>
                <a:cubicBezTo>
                  <a:pt x="90961" y="51427"/>
                  <a:pt x="91872" y="51122"/>
                  <a:pt x="92727" y="50644"/>
                </a:cubicBezTo>
                <a:cubicBezTo>
                  <a:pt x="92727" y="50644"/>
                  <a:pt x="92727" y="95072"/>
                  <a:pt x="92727" y="95072"/>
                </a:cubicBezTo>
                <a:close/>
                <a:moveTo>
                  <a:pt x="90000" y="111427"/>
                </a:moveTo>
                <a:cubicBezTo>
                  <a:pt x="88494" y="111427"/>
                  <a:pt x="87272" y="109511"/>
                  <a:pt x="87272" y="107144"/>
                </a:cubicBezTo>
                <a:cubicBezTo>
                  <a:pt x="87272" y="104777"/>
                  <a:pt x="88494" y="102855"/>
                  <a:pt x="90000" y="102855"/>
                </a:cubicBezTo>
                <a:cubicBezTo>
                  <a:pt x="91505" y="102855"/>
                  <a:pt x="92727" y="104777"/>
                  <a:pt x="92727" y="107144"/>
                </a:cubicBezTo>
                <a:cubicBezTo>
                  <a:pt x="92727" y="109511"/>
                  <a:pt x="91505" y="111427"/>
                  <a:pt x="90000" y="111427"/>
                </a:cubicBezTo>
                <a:moveTo>
                  <a:pt x="8183" y="111427"/>
                </a:moveTo>
                <a:cubicBezTo>
                  <a:pt x="6677" y="111427"/>
                  <a:pt x="5455" y="109511"/>
                  <a:pt x="5455" y="107144"/>
                </a:cubicBezTo>
                <a:cubicBezTo>
                  <a:pt x="5455" y="104777"/>
                  <a:pt x="6677" y="102855"/>
                  <a:pt x="8183" y="102855"/>
                </a:cubicBezTo>
                <a:cubicBezTo>
                  <a:pt x="9688" y="102855"/>
                  <a:pt x="10911" y="104777"/>
                  <a:pt x="10911" y="107144"/>
                </a:cubicBezTo>
                <a:cubicBezTo>
                  <a:pt x="10911" y="109511"/>
                  <a:pt x="9688" y="111427"/>
                  <a:pt x="8183" y="111427"/>
                </a:cubicBezTo>
                <a:moveTo>
                  <a:pt x="8183" y="34283"/>
                </a:moveTo>
                <a:cubicBezTo>
                  <a:pt x="9688" y="34283"/>
                  <a:pt x="10911" y="36205"/>
                  <a:pt x="10911" y="38572"/>
                </a:cubicBezTo>
                <a:cubicBezTo>
                  <a:pt x="10911" y="40938"/>
                  <a:pt x="9688" y="42855"/>
                  <a:pt x="8183" y="42855"/>
                </a:cubicBezTo>
                <a:cubicBezTo>
                  <a:pt x="6677" y="42855"/>
                  <a:pt x="5455" y="40938"/>
                  <a:pt x="5455" y="38572"/>
                </a:cubicBezTo>
                <a:cubicBezTo>
                  <a:pt x="5455" y="36205"/>
                  <a:pt x="6677" y="34283"/>
                  <a:pt x="8183" y="34283"/>
                </a:cubicBezTo>
                <a:moveTo>
                  <a:pt x="92727" y="25716"/>
                </a:moveTo>
                <a:lnTo>
                  <a:pt x="5455" y="25716"/>
                </a:lnTo>
                <a:cubicBezTo>
                  <a:pt x="2444" y="25716"/>
                  <a:pt x="0" y="29550"/>
                  <a:pt x="0" y="34283"/>
                </a:cubicBezTo>
                <a:lnTo>
                  <a:pt x="0" y="111427"/>
                </a:lnTo>
                <a:cubicBezTo>
                  <a:pt x="0" y="116161"/>
                  <a:pt x="2444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6161"/>
                  <a:pt x="98183" y="111427"/>
                </a:cubicBezTo>
                <a:lnTo>
                  <a:pt x="98183" y="34283"/>
                </a:lnTo>
                <a:cubicBezTo>
                  <a:pt x="98183" y="29550"/>
                  <a:pt x="95738" y="25716"/>
                  <a:pt x="92727" y="25716"/>
                </a:cubicBezTo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3838"/>
                  <a:pt x="21816" y="8572"/>
                </a:cubicBezTo>
                <a:lnTo>
                  <a:pt x="21816" y="12855"/>
                </a:lnTo>
                <a:cubicBezTo>
                  <a:pt x="21816" y="15227"/>
                  <a:pt x="23038" y="17144"/>
                  <a:pt x="24544" y="17144"/>
                </a:cubicBezTo>
                <a:cubicBezTo>
                  <a:pt x="26050" y="17144"/>
                  <a:pt x="27272" y="15227"/>
                  <a:pt x="27272" y="12855"/>
                </a:cubicBezTo>
                <a:lnTo>
                  <a:pt x="27272" y="8572"/>
                </a:lnTo>
                <a:lnTo>
                  <a:pt x="114544" y="8572"/>
                </a:lnTo>
                <a:lnTo>
                  <a:pt x="114544" y="85716"/>
                </a:lnTo>
                <a:lnTo>
                  <a:pt x="106361" y="85716"/>
                </a:lnTo>
                <a:cubicBezTo>
                  <a:pt x="104861" y="85716"/>
                  <a:pt x="103638" y="87638"/>
                  <a:pt x="103638" y="90000"/>
                </a:cubicBezTo>
                <a:cubicBezTo>
                  <a:pt x="103638" y="92366"/>
                  <a:pt x="104861" y="94283"/>
                  <a:pt x="106361" y="94283"/>
                </a:cubicBezTo>
                <a:lnTo>
                  <a:pt x="114544" y="94283"/>
                </a:lnTo>
                <a:cubicBezTo>
                  <a:pt x="117555" y="94283"/>
                  <a:pt x="120000" y="90450"/>
                  <a:pt x="120000" y="85716"/>
                </a:cubicBezTo>
                <a:lnTo>
                  <a:pt x="120000" y="8572"/>
                </a:lnTo>
                <a:cubicBezTo>
                  <a:pt x="120000" y="3838"/>
                  <a:pt x="117555" y="0"/>
                  <a:pt x="114544" y="0"/>
                </a:cubicBezTo>
                <a:moveTo>
                  <a:pt x="73638" y="94283"/>
                </a:moveTo>
                <a:cubicBezTo>
                  <a:pt x="72133" y="94283"/>
                  <a:pt x="70911" y="96205"/>
                  <a:pt x="70911" y="98572"/>
                </a:cubicBezTo>
                <a:cubicBezTo>
                  <a:pt x="70911" y="100938"/>
                  <a:pt x="72133" y="102855"/>
                  <a:pt x="73638" y="102855"/>
                </a:cubicBezTo>
                <a:cubicBezTo>
                  <a:pt x="75138" y="102855"/>
                  <a:pt x="76361" y="100938"/>
                  <a:pt x="76361" y="98572"/>
                </a:cubicBezTo>
                <a:cubicBezTo>
                  <a:pt x="76361" y="96205"/>
                  <a:pt x="75138" y="94283"/>
                  <a:pt x="73638" y="942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5" name="Shape 4773">
            <a:extLst>
              <a:ext uri="{FF2B5EF4-FFF2-40B4-BE49-F238E27FC236}">
                <a16:creationId xmlns:a16="http://schemas.microsoft.com/office/drawing/2014/main" id="{2870A5BB-D648-A368-E5A3-7D4E87C568A3}"/>
              </a:ext>
            </a:extLst>
          </p:cNvPr>
          <p:cNvSpPr/>
          <p:nvPr/>
        </p:nvSpPr>
        <p:spPr>
          <a:xfrm>
            <a:off x="3182470" y="2381579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738" y="61427"/>
                </a:moveTo>
                <a:lnTo>
                  <a:pt x="56188" y="72866"/>
                </a:lnTo>
                <a:cubicBezTo>
                  <a:pt x="58100" y="73738"/>
                  <a:pt x="63988" y="77233"/>
                  <a:pt x="64861" y="70777"/>
                </a:cubicBezTo>
                <a:cubicBezTo>
                  <a:pt x="65772" y="64044"/>
                  <a:pt x="59644" y="62305"/>
                  <a:pt x="57738" y="61427"/>
                </a:cubicBezTo>
                <a:moveTo>
                  <a:pt x="59844" y="45811"/>
                </a:moveTo>
                <a:lnTo>
                  <a:pt x="58444" y="56188"/>
                </a:lnTo>
                <a:cubicBezTo>
                  <a:pt x="60033" y="56922"/>
                  <a:pt x="64938" y="59900"/>
                  <a:pt x="65733" y="54033"/>
                </a:cubicBezTo>
                <a:cubicBezTo>
                  <a:pt x="66561" y="47905"/>
                  <a:pt x="61438" y="46544"/>
                  <a:pt x="59844" y="45811"/>
                </a:cubicBezTo>
                <a:moveTo>
                  <a:pt x="71294" y="54122"/>
                </a:moveTo>
                <a:cubicBezTo>
                  <a:pt x="70927" y="58733"/>
                  <a:pt x="69538" y="60966"/>
                  <a:pt x="67700" y="61755"/>
                </a:cubicBezTo>
                <a:cubicBezTo>
                  <a:pt x="70227" y="64177"/>
                  <a:pt x="71511" y="67911"/>
                  <a:pt x="70288" y="74366"/>
                </a:cubicBezTo>
                <a:cubicBezTo>
                  <a:pt x="68766" y="82377"/>
                  <a:pt x="65155" y="83055"/>
                  <a:pt x="60350" y="81377"/>
                </a:cubicBezTo>
                <a:lnTo>
                  <a:pt x="59183" y="90000"/>
                </a:lnTo>
                <a:lnTo>
                  <a:pt x="56366" y="88700"/>
                </a:lnTo>
                <a:lnTo>
                  <a:pt x="57516" y="80194"/>
                </a:lnTo>
                <a:cubicBezTo>
                  <a:pt x="56788" y="79866"/>
                  <a:pt x="56044" y="79505"/>
                  <a:pt x="55272" y="79122"/>
                </a:cubicBezTo>
                <a:lnTo>
                  <a:pt x="54116" y="87666"/>
                </a:lnTo>
                <a:lnTo>
                  <a:pt x="51305" y="86377"/>
                </a:lnTo>
                <a:lnTo>
                  <a:pt x="52466" y="77738"/>
                </a:lnTo>
                <a:cubicBezTo>
                  <a:pt x="51811" y="77422"/>
                  <a:pt x="51144" y="77094"/>
                  <a:pt x="50461" y="76777"/>
                </a:cubicBezTo>
                <a:lnTo>
                  <a:pt x="46794" y="75094"/>
                </a:lnTo>
                <a:lnTo>
                  <a:pt x="48194" y="69144"/>
                </a:lnTo>
                <a:cubicBezTo>
                  <a:pt x="48194" y="69144"/>
                  <a:pt x="50272" y="70161"/>
                  <a:pt x="50238" y="70083"/>
                </a:cubicBezTo>
                <a:cubicBezTo>
                  <a:pt x="51038" y="70450"/>
                  <a:pt x="51394" y="69494"/>
                  <a:pt x="51533" y="68850"/>
                </a:cubicBezTo>
                <a:lnTo>
                  <a:pt x="53372" y="55222"/>
                </a:lnTo>
                <a:cubicBezTo>
                  <a:pt x="53477" y="55272"/>
                  <a:pt x="53577" y="55316"/>
                  <a:pt x="53672" y="55361"/>
                </a:cubicBezTo>
                <a:cubicBezTo>
                  <a:pt x="53561" y="55277"/>
                  <a:pt x="53461" y="55222"/>
                  <a:pt x="53377" y="55183"/>
                </a:cubicBezTo>
                <a:lnTo>
                  <a:pt x="54694" y="45461"/>
                </a:lnTo>
                <a:cubicBezTo>
                  <a:pt x="54727" y="44355"/>
                  <a:pt x="54522" y="42961"/>
                  <a:pt x="53377" y="42438"/>
                </a:cubicBezTo>
                <a:cubicBezTo>
                  <a:pt x="53422" y="42383"/>
                  <a:pt x="51333" y="41494"/>
                  <a:pt x="51333" y="41494"/>
                </a:cubicBezTo>
                <a:lnTo>
                  <a:pt x="52083" y="35950"/>
                </a:lnTo>
                <a:lnTo>
                  <a:pt x="55966" y="37738"/>
                </a:lnTo>
                <a:lnTo>
                  <a:pt x="55966" y="37766"/>
                </a:lnTo>
                <a:cubicBezTo>
                  <a:pt x="56550" y="38027"/>
                  <a:pt x="57155" y="38288"/>
                  <a:pt x="57766" y="38538"/>
                </a:cubicBezTo>
                <a:lnTo>
                  <a:pt x="58922" y="30005"/>
                </a:lnTo>
                <a:lnTo>
                  <a:pt x="61738" y="31300"/>
                </a:lnTo>
                <a:lnTo>
                  <a:pt x="60605" y="39666"/>
                </a:lnTo>
                <a:cubicBezTo>
                  <a:pt x="61361" y="39983"/>
                  <a:pt x="62122" y="40305"/>
                  <a:pt x="62861" y="40650"/>
                </a:cubicBezTo>
                <a:lnTo>
                  <a:pt x="63983" y="32338"/>
                </a:lnTo>
                <a:lnTo>
                  <a:pt x="66805" y="33633"/>
                </a:lnTo>
                <a:lnTo>
                  <a:pt x="65650" y="42166"/>
                </a:lnTo>
                <a:cubicBezTo>
                  <a:pt x="69205" y="44433"/>
                  <a:pt x="71811" y="47816"/>
                  <a:pt x="71294" y="54122"/>
                </a:cubicBezTo>
                <a:moveTo>
                  <a:pt x="60000" y="20000"/>
                </a:moveTo>
                <a:cubicBezTo>
                  <a:pt x="47950" y="20000"/>
                  <a:pt x="38183" y="37911"/>
                  <a:pt x="38183" y="60000"/>
                </a:cubicBezTo>
                <a:cubicBezTo>
                  <a:pt x="38183" y="82094"/>
                  <a:pt x="47950" y="100000"/>
                  <a:pt x="60000" y="100000"/>
                </a:cubicBezTo>
                <a:cubicBezTo>
                  <a:pt x="72050" y="100000"/>
                  <a:pt x="81816" y="82094"/>
                  <a:pt x="81816" y="60000"/>
                </a:cubicBezTo>
                <a:cubicBezTo>
                  <a:pt x="81816" y="37911"/>
                  <a:pt x="72050" y="20000"/>
                  <a:pt x="60000" y="20000"/>
                </a:cubicBezTo>
                <a:moveTo>
                  <a:pt x="95455" y="90000"/>
                </a:moveTo>
                <a:lnTo>
                  <a:pt x="90000" y="90000"/>
                </a:lnTo>
                <a:cubicBezTo>
                  <a:pt x="88488" y="90000"/>
                  <a:pt x="87272" y="92238"/>
                  <a:pt x="87272" y="95000"/>
                </a:cubicBezTo>
                <a:cubicBezTo>
                  <a:pt x="87272" y="97766"/>
                  <a:pt x="88488" y="100000"/>
                  <a:pt x="90000" y="100000"/>
                </a:cubicBezTo>
                <a:lnTo>
                  <a:pt x="95455" y="100000"/>
                </a:lnTo>
                <a:cubicBezTo>
                  <a:pt x="96961" y="100000"/>
                  <a:pt x="98183" y="97766"/>
                  <a:pt x="98183" y="95000"/>
                </a:cubicBezTo>
                <a:cubicBezTo>
                  <a:pt x="98183" y="92238"/>
                  <a:pt x="96961" y="90000"/>
                  <a:pt x="95455" y="90000"/>
                </a:cubicBezTo>
                <a:moveTo>
                  <a:pt x="30000" y="20000"/>
                </a:moveTo>
                <a:lnTo>
                  <a:pt x="24544" y="20000"/>
                </a:lnTo>
                <a:cubicBezTo>
                  <a:pt x="23038" y="20000"/>
                  <a:pt x="21816" y="22238"/>
                  <a:pt x="21816" y="25000"/>
                </a:cubicBezTo>
                <a:cubicBezTo>
                  <a:pt x="21816" y="27766"/>
                  <a:pt x="23038" y="30000"/>
                  <a:pt x="24544" y="30000"/>
                </a:cubicBezTo>
                <a:lnTo>
                  <a:pt x="30000" y="30000"/>
                </a:lnTo>
                <a:cubicBezTo>
                  <a:pt x="31505" y="30000"/>
                  <a:pt x="32727" y="27766"/>
                  <a:pt x="32727" y="25000"/>
                </a:cubicBezTo>
                <a:cubicBezTo>
                  <a:pt x="32727" y="22238"/>
                  <a:pt x="31505" y="20000"/>
                  <a:pt x="30000" y="20000"/>
                </a:cubicBezTo>
                <a:moveTo>
                  <a:pt x="111816" y="20000"/>
                </a:moveTo>
                <a:cubicBezTo>
                  <a:pt x="110311" y="20000"/>
                  <a:pt x="109088" y="17766"/>
                  <a:pt x="109088" y="15000"/>
                </a:cubicBezTo>
                <a:cubicBezTo>
                  <a:pt x="109088" y="12238"/>
                  <a:pt x="110311" y="10000"/>
                  <a:pt x="111816" y="10000"/>
                </a:cubicBezTo>
                <a:cubicBezTo>
                  <a:pt x="113322" y="10000"/>
                  <a:pt x="114544" y="12238"/>
                  <a:pt x="114544" y="15000"/>
                </a:cubicBezTo>
                <a:cubicBezTo>
                  <a:pt x="114544" y="17766"/>
                  <a:pt x="113322" y="20000"/>
                  <a:pt x="111816" y="20000"/>
                </a:cubicBezTo>
                <a:moveTo>
                  <a:pt x="114544" y="90916"/>
                </a:moveTo>
                <a:cubicBezTo>
                  <a:pt x="113688" y="90361"/>
                  <a:pt x="112777" y="90000"/>
                  <a:pt x="111816" y="90000"/>
                </a:cubicBezTo>
                <a:cubicBezTo>
                  <a:pt x="107300" y="90000"/>
                  <a:pt x="103638" y="96722"/>
                  <a:pt x="103638" y="105000"/>
                </a:cubicBezTo>
                <a:cubicBezTo>
                  <a:pt x="103638" y="106761"/>
                  <a:pt x="103833" y="108433"/>
                  <a:pt x="104133" y="110000"/>
                </a:cubicBezTo>
                <a:lnTo>
                  <a:pt x="15861" y="110000"/>
                </a:lnTo>
                <a:cubicBezTo>
                  <a:pt x="16166" y="108433"/>
                  <a:pt x="16361" y="106761"/>
                  <a:pt x="16361" y="105000"/>
                </a:cubicBezTo>
                <a:cubicBezTo>
                  <a:pt x="16361" y="96722"/>
                  <a:pt x="12700" y="90000"/>
                  <a:pt x="8183" y="90000"/>
                </a:cubicBezTo>
                <a:cubicBezTo>
                  <a:pt x="7216" y="90000"/>
                  <a:pt x="6311" y="90361"/>
                  <a:pt x="5455" y="90916"/>
                </a:cubicBezTo>
                <a:lnTo>
                  <a:pt x="5455" y="29083"/>
                </a:lnTo>
                <a:cubicBezTo>
                  <a:pt x="6311" y="29644"/>
                  <a:pt x="7216" y="30000"/>
                  <a:pt x="8183" y="30000"/>
                </a:cubicBezTo>
                <a:cubicBezTo>
                  <a:pt x="12700" y="30000"/>
                  <a:pt x="16361" y="23288"/>
                  <a:pt x="16361" y="15000"/>
                </a:cubicBezTo>
                <a:cubicBezTo>
                  <a:pt x="16361" y="13238"/>
                  <a:pt x="16166" y="11572"/>
                  <a:pt x="15861" y="10000"/>
                </a:cubicBezTo>
                <a:lnTo>
                  <a:pt x="104133" y="10000"/>
                </a:lnTo>
                <a:cubicBezTo>
                  <a:pt x="103833" y="11572"/>
                  <a:pt x="103638" y="13238"/>
                  <a:pt x="103638" y="15000"/>
                </a:cubicBezTo>
                <a:cubicBezTo>
                  <a:pt x="103638" y="23288"/>
                  <a:pt x="107300" y="30000"/>
                  <a:pt x="111816" y="30000"/>
                </a:cubicBezTo>
                <a:cubicBezTo>
                  <a:pt x="112777" y="30000"/>
                  <a:pt x="113688" y="29644"/>
                  <a:pt x="114544" y="29083"/>
                </a:cubicBezTo>
                <a:cubicBezTo>
                  <a:pt x="114544" y="29083"/>
                  <a:pt x="114544" y="90916"/>
                  <a:pt x="114544" y="90916"/>
                </a:cubicBezTo>
                <a:close/>
                <a:moveTo>
                  <a:pt x="111816" y="110000"/>
                </a:moveTo>
                <a:cubicBezTo>
                  <a:pt x="110311" y="110000"/>
                  <a:pt x="109088" y="107766"/>
                  <a:pt x="109088" y="105000"/>
                </a:cubicBezTo>
                <a:cubicBezTo>
                  <a:pt x="109088" y="102238"/>
                  <a:pt x="110311" y="100000"/>
                  <a:pt x="111816" y="100000"/>
                </a:cubicBezTo>
                <a:cubicBezTo>
                  <a:pt x="113322" y="100000"/>
                  <a:pt x="114544" y="102238"/>
                  <a:pt x="114544" y="105000"/>
                </a:cubicBezTo>
                <a:cubicBezTo>
                  <a:pt x="114544" y="107766"/>
                  <a:pt x="113322" y="110000"/>
                  <a:pt x="111816" y="110000"/>
                </a:cubicBezTo>
                <a:moveTo>
                  <a:pt x="8183" y="110000"/>
                </a:moveTo>
                <a:cubicBezTo>
                  <a:pt x="6672" y="110000"/>
                  <a:pt x="5455" y="107766"/>
                  <a:pt x="5455" y="105000"/>
                </a:cubicBezTo>
                <a:cubicBezTo>
                  <a:pt x="5455" y="102238"/>
                  <a:pt x="6672" y="100000"/>
                  <a:pt x="8183" y="100000"/>
                </a:cubicBezTo>
                <a:cubicBezTo>
                  <a:pt x="9688" y="100000"/>
                  <a:pt x="10911" y="102238"/>
                  <a:pt x="10911" y="105000"/>
                </a:cubicBezTo>
                <a:cubicBezTo>
                  <a:pt x="10911" y="107766"/>
                  <a:pt x="9688" y="110000"/>
                  <a:pt x="8183" y="110000"/>
                </a:cubicBezTo>
                <a:moveTo>
                  <a:pt x="8183" y="10000"/>
                </a:moveTo>
                <a:cubicBezTo>
                  <a:pt x="9688" y="10000"/>
                  <a:pt x="10911" y="12238"/>
                  <a:pt x="10911" y="15000"/>
                </a:cubicBezTo>
                <a:cubicBezTo>
                  <a:pt x="10911" y="17766"/>
                  <a:pt x="9688" y="20000"/>
                  <a:pt x="8183" y="20000"/>
                </a:cubicBezTo>
                <a:cubicBezTo>
                  <a:pt x="6672" y="20000"/>
                  <a:pt x="5455" y="17766"/>
                  <a:pt x="5455" y="15000"/>
                </a:cubicBezTo>
                <a:cubicBezTo>
                  <a:pt x="5455" y="12238"/>
                  <a:pt x="6672" y="10000"/>
                  <a:pt x="8183" y="10000"/>
                </a:cubicBezTo>
                <a:moveTo>
                  <a:pt x="114544" y="0"/>
                </a:moveTo>
                <a:lnTo>
                  <a:pt x="5455" y="0"/>
                </a:lnTo>
                <a:cubicBezTo>
                  <a:pt x="2438" y="0"/>
                  <a:pt x="0" y="4477"/>
                  <a:pt x="0" y="10000"/>
                </a:cubicBezTo>
                <a:lnTo>
                  <a:pt x="0" y="110000"/>
                </a:lnTo>
                <a:cubicBezTo>
                  <a:pt x="0" y="115522"/>
                  <a:pt x="2438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5522"/>
                  <a:pt x="120000" y="110000"/>
                </a:cubicBezTo>
                <a:lnTo>
                  <a:pt x="120000" y="10000"/>
                </a:lnTo>
                <a:cubicBezTo>
                  <a:pt x="120000" y="4477"/>
                  <a:pt x="117555" y="0"/>
                  <a:pt x="114544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7" name="Shape 4774">
            <a:extLst>
              <a:ext uri="{FF2B5EF4-FFF2-40B4-BE49-F238E27FC236}">
                <a16:creationId xmlns:a16="http://schemas.microsoft.com/office/drawing/2014/main" id="{A3D2326B-79A8-FF9E-976C-189345E57E58}"/>
              </a:ext>
            </a:extLst>
          </p:cNvPr>
          <p:cNvSpPr/>
          <p:nvPr/>
        </p:nvSpPr>
        <p:spPr>
          <a:xfrm>
            <a:off x="3686657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738" y="76066"/>
                </a:moveTo>
                <a:lnTo>
                  <a:pt x="56188" y="84650"/>
                </a:lnTo>
                <a:cubicBezTo>
                  <a:pt x="58100" y="85305"/>
                  <a:pt x="63988" y="87922"/>
                  <a:pt x="64861" y="83083"/>
                </a:cubicBezTo>
                <a:cubicBezTo>
                  <a:pt x="65772" y="78033"/>
                  <a:pt x="59650" y="76727"/>
                  <a:pt x="57738" y="76066"/>
                </a:cubicBezTo>
                <a:moveTo>
                  <a:pt x="71300" y="70588"/>
                </a:moveTo>
                <a:cubicBezTo>
                  <a:pt x="70927" y="74050"/>
                  <a:pt x="69538" y="75727"/>
                  <a:pt x="67700" y="76316"/>
                </a:cubicBezTo>
                <a:cubicBezTo>
                  <a:pt x="70227" y="78133"/>
                  <a:pt x="71516" y="80927"/>
                  <a:pt x="70288" y="85772"/>
                </a:cubicBezTo>
                <a:cubicBezTo>
                  <a:pt x="68766" y="91783"/>
                  <a:pt x="65155" y="92294"/>
                  <a:pt x="60350" y="91033"/>
                </a:cubicBezTo>
                <a:lnTo>
                  <a:pt x="59183" y="97500"/>
                </a:lnTo>
                <a:lnTo>
                  <a:pt x="56372" y="96527"/>
                </a:lnTo>
                <a:lnTo>
                  <a:pt x="57522" y="90150"/>
                </a:lnTo>
                <a:cubicBezTo>
                  <a:pt x="56788" y="89900"/>
                  <a:pt x="56044" y="89627"/>
                  <a:pt x="55277" y="89338"/>
                </a:cubicBezTo>
                <a:lnTo>
                  <a:pt x="54116" y="95750"/>
                </a:lnTo>
                <a:lnTo>
                  <a:pt x="51305" y="94783"/>
                </a:lnTo>
                <a:lnTo>
                  <a:pt x="52472" y="88300"/>
                </a:lnTo>
                <a:cubicBezTo>
                  <a:pt x="51811" y="88066"/>
                  <a:pt x="51144" y="87822"/>
                  <a:pt x="50461" y="87583"/>
                </a:cubicBezTo>
                <a:lnTo>
                  <a:pt x="46800" y="86322"/>
                </a:lnTo>
                <a:lnTo>
                  <a:pt x="48194" y="81861"/>
                </a:lnTo>
                <a:cubicBezTo>
                  <a:pt x="48194" y="81861"/>
                  <a:pt x="50272" y="82622"/>
                  <a:pt x="50244" y="82566"/>
                </a:cubicBezTo>
                <a:cubicBezTo>
                  <a:pt x="51038" y="82838"/>
                  <a:pt x="51394" y="82116"/>
                  <a:pt x="51533" y="81638"/>
                </a:cubicBezTo>
                <a:lnTo>
                  <a:pt x="53377" y="71416"/>
                </a:lnTo>
                <a:cubicBezTo>
                  <a:pt x="53477" y="71455"/>
                  <a:pt x="53583" y="71488"/>
                  <a:pt x="53672" y="71522"/>
                </a:cubicBezTo>
                <a:cubicBezTo>
                  <a:pt x="53561" y="71455"/>
                  <a:pt x="53461" y="71416"/>
                  <a:pt x="53383" y="71388"/>
                </a:cubicBezTo>
                <a:lnTo>
                  <a:pt x="54694" y="64094"/>
                </a:lnTo>
                <a:cubicBezTo>
                  <a:pt x="54733" y="63266"/>
                  <a:pt x="54522" y="62222"/>
                  <a:pt x="53383" y="61827"/>
                </a:cubicBezTo>
                <a:cubicBezTo>
                  <a:pt x="53427" y="61783"/>
                  <a:pt x="51338" y="61122"/>
                  <a:pt x="51338" y="61122"/>
                </a:cubicBezTo>
                <a:lnTo>
                  <a:pt x="52088" y="56961"/>
                </a:lnTo>
                <a:lnTo>
                  <a:pt x="55972" y="58300"/>
                </a:lnTo>
                <a:lnTo>
                  <a:pt x="55966" y="58322"/>
                </a:lnTo>
                <a:cubicBezTo>
                  <a:pt x="56555" y="58522"/>
                  <a:pt x="57155" y="58716"/>
                  <a:pt x="57766" y="58905"/>
                </a:cubicBezTo>
                <a:lnTo>
                  <a:pt x="58922" y="52505"/>
                </a:lnTo>
                <a:lnTo>
                  <a:pt x="61738" y="53477"/>
                </a:lnTo>
                <a:lnTo>
                  <a:pt x="60605" y="59750"/>
                </a:lnTo>
                <a:cubicBezTo>
                  <a:pt x="61361" y="59988"/>
                  <a:pt x="62122" y="60233"/>
                  <a:pt x="62866" y="60483"/>
                </a:cubicBezTo>
                <a:lnTo>
                  <a:pt x="63988" y="54250"/>
                </a:lnTo>
                <a:lnTo>
                  <a:pt x="66805" y="55222"/>
                </a:lnTo>
                <a:lnTo>
                  <a:pt x="65650" y="61627"/>
                </a:lnTo>
                <a:cubicBezTo>
                  <a:pt x="69205" y="63322"/>
                  <a:pt x="71811" y="65861"/>
                  <a:pt x="71300" y="70588"/>
                </a:cubicBezTo>
                <a:moveTo>
                  <a:pt x="60000" y="45000"/>
                </a:moveTo>
                <a:cubicBezTo>
                  <a:pt x="47950" y="45000"/>
                  <a:pt x="38183" y="58433"/>
                  <a:pt x="38183" y="75000"/>
                </a:cubicBezTo>
                <a:cubicBezTo>
                  <a:pt x="38183" y="91566"/>
                  <a:pt x="47950" y="105000"/>
                  <a:pt x="60000" y="105000"/>
                </a:cubicBezTo>
                <a:cubicBezTo>
                  <a:pt x="72050" y="105000"/>
                  <a:pt x="81816" y="91566"/>
                  <a:pt x="81816" y="75000"/>
                </a:cubicBezTo>
                <a:cubicBezTo>
                  <a:pt x="81816" y="58433"/>
                  <a:pt x="72050" y="45000"/>
                  <a:pt x="60000" y="45000"/>
                </a:cubicBezTo>
                <a:moveTo>
                  <a:pt x="30000" y="45000"/>
                </a:moveTo>
                <a:lnTo>
                  <a:pt x="24544" y="45000"/>
                </a:lnTo>
                <a:cubicBezTo>
                  <a:pt x="23038" y="45000"/>
                  <a:pt x="21816" y="46677"/>
                  <a:pt x="21816" y="48750"/>
                </a:cubicBezTo>
                <a:cubicBezTo>
                  <a:pt x="21816" y="50822"/>
                  <a:pt x="23038" y="52500"/>
                  <a:pt x="24544" y="52500"/>
                </a:cubicBezTo>
                <a:lnTo>
                  <a:pt x="30000" y="52500"/>
                </a:lnTo>
                <a:cubicBezTo>
                  <a:pt x="31505" y="52500"/>
                  <a:pt x="32727" y="50822"/>
                  <a:pt x="32727" y="48750"/>
                </a:cubicBezTo>
                <a:cubicBezTo>
                  <a:pt x="32727" y="46677"/>
                  <a:pt x="31505" y="45000"/>
                  <a:pt x="30000" y="45000"/>
                </a:cubicBezTo>
                <a:moveTo>
                  <a:pt x="95455" y="97500"/>
                </a:moveTo>
                <a:lnTo>
                  <a:pt x="90000" y="97500"/>
                </a:lnTo>
                <a:cubicBezTo>
                  <a:pt x="88494" y="97500"/>
                  <a:pt x="87272" y="99183"/>
                  <a:pt x="87272" y="101250"/>
                </a:cubicBezTo>
                <a:cubicBezTo>
                  <a:pt x="87272" y="103322"/>
                  <a:pt x="88494" y="105000"/>
                  <a:pt x="90000" y="105000"/>
                </a:cubicBezTo>
                <a:lnTo>
                  <a:pt x="95455" y="105000"/>
                </a:lnTo>
                <a:cubicBezTo>
                  <a:pt x="96961" y="105000"/>
                  <a:pt x="98183" y="103322"/>
                  <a:pt x="98183" y="101250"/>
                </a:cubicBezTo>
                <a:cubicBezTo>
                  <a:pt x="98183" y="99183"/>
                  <a:pt x="96961" y="97500"/>
                  <a:pt x="95455" y="97500"/>
                </a:cubicBezTo>
                <a:moveTo>
                  <a:pt x="111816" y="45000"/>
                </a:moveTo>
                <a:cubicBezTo>
                  <a:pt x="110311" y="45000"/>
                  <a:pt x="109088" y="43322"/>
                  <a:pt x="109088" y="41250"/>
                </a:cubicBezTo>
                <a:cubicBezTo>
                  <a:pt x="109088" y="39177"/>
                  <a:pt x="110311" y="37500"/>
                  <a:pt x="111816" y="37500"/>
                </a:cubicBezTo>
                <a:cubicBezTo>
                  <a:pt x="113327" y="37500"/>
                  <a:pt x="114544" y="39177"/>
                  <a:pt x="114544" y="41250"/>
                </a:cubicBezTo>
                <a:cubicBezTo>
                  <a:pt x="114544" y="43322"/>
                  <a:pt x="113327" y="45000"/>
                  <a:pt x="111816" y="45000"/>
                </a:cubicBezTo>
                <a:moveTo>
                  <a:pt x="114544" y="98188"/>
                </a:moveTo>
                <a:cubicBezTo>
                  <a:pt x="113688" y="97772"/>
                  <a:pt x="112777" y="97500"/>
                  <a:pt x="111816" y="97500"/>
                </a:cubicBezTo>
                <a:cubicBezTo>
                  <a:pt x="107300" y="97500"/>
                  <a:pt x="103638" y="102538"/>
                  <a:pt x="103638" y="108750"/>
                </a:cubicBezTo>
                <a:cubicBezTo>
                  <a:pt x="103638" y="110072"/>
                  <a:pt x="103833" y="111322"/>
                  <a:pt x="104138" y="112500"/>
                </a:cubicBezTo>
                <a:lnTo>
                  <a:pt x="15861" y="112500"/>
                </a:lnTo>
                <a:cubicBezTo>
                  <a:pt x="16166" y="111322"/>
                  <a:pt x="16361" y="110072"/>
                  <a:pt x="16361" y="108750"/>
                </a:cubicBezTo>
                <a:cubicBezTo>
                  <a:pt x="16361" y="102538"/>
                  <a:pt x="12700" y="97500"/>
                  <a:pt x="8183" y="97500"/>
                </a:cubicBezTo>
                <a:cubicBezTo>
                  <a:pt x="7222" y="97500"/>
                  <a:pt x="6311" y="97772"/>
                  <a:pt x="5455" y="98188"/>
                </a:cubicBezTo>
                <a:lnTo>
                  <a:pt x="5455" y="51811"/>
                </a:lnTo>
                <a:cubicBezTo>
                  <a:pt x="6311" y="52233"/>
                  <a:pt x="7222" y="52500"/>
                  <a:pt x="8183" y="52500"/>
                </a:cubicBezTo>
                <a:cubicBezTo>
                  <a:pt x="12700" y="52500"/>
                  <a:pt x="16361" y="47466"/>
                  <a:pt x="16361" y="41250"/>
                </a:cubicBezTo>
                <a:cubicBezTo>
                  <a:pt x="16361" y="39927"/>
                  <a:pt x="16166" y="38677"/>
                  <a:pt x="15861" y="37500"/>
                </a:cubicBezTo>
                <a:lnTo>
                  <a:pt x="104138" y="37500"/>
                </a:lnTo>
                <a:cubicBezTo>
                  <a:pt x="103833" y="38677"/>
                  <a:pt x="103638" y="39927"/>
                  <a:pt x="103638" y="41250"/>
                </a:cubicBezTo>
                <a:cubicBezTo>
                  <a:pt x="103638" y="47466"/>
                  <a:pt x="107300" y="52500"/>
                  <a:pt x="111816" y="52500"/>
                </a:cubicBezTo>
                <a:cubicBezTo>
                  <a:pt x="112777" y="52500"/>
                  <a:pt x="113688" y="52233"/>
                  <a:pt x="114544" y="51811"/>
                </a:cubicBezTo>
                <a:cubicBezTo>
                  <a:pt x="114544" y="51811"/>
                  <a:pt x="114544" y="98188"/>
                  <a:pt x="114544" y="98188"/>
                </a:cubicBezTo>
                <a:close/>
                <a:moveTo>
                  <a:pt x="111816" y="112500"/>
                </a:moveTo>
                <a:cubicBezTo>
                  <a:pt x="110311" y="112500"/>
                  <a:pt x="109088" y="110822"/>
                  <a:pt x="109088" y="108750"/>
                </a:cubicBezTo>
                <a:cubicBezTo>
                  <a:pt x="109088" y="106683"/>
                  <a:pt x="110311" y="105000"/>
                  <a:pt x="111816" y="105000"/>
                </a:cubicBezTo>
                <a:cubicBezTo>
                  <a:pt x="113327" y="105000"/>
                  <a:pt x="114544" y="106683"/>
                  <a:pt x="114544" y="108750"/>
                </a:cubicBezTo>
                <a:cubicBezTo>
                  <a:pt x="114544" y="110822"/>
                  <a:pt x="113327" y="112500"/>
                  <a:pt x="111816" y="112500"/>
                </a:cubicBezTo>
                <a:moveTo>
                  <a:pt x="8183" y="112500"/>
                </a:moveTo>
                <a:cubicBezTo>
                  <a:pt x="6672" y="112500"/>
                  <a:pt x="5455" y="110822"/>
                  <a:pt x="5455" y="108750"/>
                </a:cubicBezTo>
                <a:cubicBezTo>
                  <a:pt x="5455" y="106683"/>
                  <a:pt x="6672" y="105000"/>
                  <a:pt x="8183" y="105000"/>
                </a:cubicBezTo>
                <a:cubicBezTo>
                  <a:pt x="9688" y="105000"/>
                  <a:pt x="10911" y="106683"/>
                  <a:pt x="10911" y="108750"/>
                </a:cubicBezTo>
                <a:cubicBezTo>
                  <a:pt x="10911" y="110822"/>
                  <a:pt x="9688" y="112500"/>
                  <a:pt x="8183" y="112500"/>
                </a:cubicBezTo>
                <a:moveTo>
                  <a:pt x="8183" y="37500"/>
                </a:moveTo>
                <a:cubicBezTo>
                  <a:pt x="9688" y="37500"/>
                  <a:pt x="10911" y="39177"/>
                  <a:pt x="10911" y="41250"/>
                </a:cubicBezTo>
                <a:cubicBezTo>
                  <a:pt x="10911" y="43322"/>
                  <a:pt x="9688" y="45000"/>
                  <a:pt x="8183" y="45000"/>
                </a:cubicBezTo>
                <a:cubicBezTo>
                  <a:pt x="6672" y="45000"/>
                  <a:pt x="5455" y="43322"/>
                  <a:pt x="5455" y="41250"/>
                </a:cubicBezTo>
                <a:cubicBezTo>
                  <a:pt x="5455" y="39177"/>
                  <a:pt x="6672" y="37500"/>
                  <a:pt x="8183" y="37500"/>
                </a:cubicBezTo>
                <a:moveTo>
                  <a:pt x="114544" y="30000"/>
                </a:moveTo>
                <a:lnTo>
                  <a:pt x="5455" y="30000"/>
                </a:lnTo>
                <a:cubicBezTo>
                  <a:pt x="2444" y="30000"/>
                  <a:pt x="0" y="33355"/>
                  <a:pt x="0" y="37500"/>
                </a:cubicBezTo>
                <a:lnTo>
                  <a:pt x="0" y="112500"/>
                </a:lnTo>
                <a:cubicBezTo>
                  <a:pt x="0" y="116644"/>
                  <a:pt x="2444" y="120000"/>
                  <a:pt x="5455" y="120000"/>
                </a:cubicBezTo>
                <a:lnTo>
                  <a:pt x="114544" y="120000"/>
                </a:lnTo>
                <a:cubicBezTo>
                  <a:pt x="117555" y="120000"/>
                  <a:pt x="120000" y="116644"/>
                  <a:pt x="120000" y="112500"/>
                </a:cubicBezTo>
                <a:lnTo>
                  <a:pt x="120000" y="37500"/>
                </a:lnTo>
                <a:cubicBezTo>
                  <a:pt x="120000" y="33355"/>
                  <a:pt x="117555" y="30000"/>
                  <a:pt x="114544" y="30000"/>
                </a:cubicBezTo>
                <a:moveTo>
                  <a:pt x="59850" y="64355"/>
                </a:moveTo>
                <a:lnTo>
                  <a:pt x="58444" y="72138"/>
                </a:lnTo>
                <a:cubicBezTo>
                  <a:pt x="60038" y="72688"/>
                  <a:pt x="64938" y="74927"/>
                  <a:pt x="65733" y="70522"/>
                </a:cubicBezTo>
                <a:cubicBezTo>
                  <a:pt x="66561" y="65927"/>
                  <a:pt x="61438" y="64905"/>
                  <a:pt x="59850" y="64355"/>
                </a:cubicBezTo>
                <a:moveTo>
                  <a:pt x="13638" y="22500"/>
                </a:moveTo>
                <a:lnTo>
                  <a:pt x="106361" y="22500"/>
                </a:lnTo>
                <a:cubicBezTo>
                  <a:pt x="107872" y="22500"/>
                  <a:pt x="109088" y="20822"/>
                  <a:pt x="109088" y="18750"/>
                </a:cubicBezTo>
                <a:cubicBezTo>
                  <a:pt x="109088" y="16677"/>
                  <a:pt x="107872" y="15000"/>
                  <a:pt x="106361" y="15000"/>
                </a:cubicBezTo>
                <a:lnTo>
                  <a:pt x="13638" y="15000"/>
                </a:lnTo>
                <a:cubicBezTo>
                  <a:pt x="12127" y="15000"/>
                  <a:pt x="10911" y="16677"/>
                  <a:pt x="10911" y="18750"/>
                </a:cubicBezTo>
                <a:cubicBezTo>
                  <a:pt x="10911" y="20822"/>
                  <a:pt x="12127" y="22500"/>
                  <a:pt x="13638" y="22500"/>
                </a:cubicBezTo>
                <a:moveTo>
                  <a:pt x="24544" y="7500"/>
                </a:moveTo>
                <a:lnTo>
                  <a:pt x="95455" y="7500"/>
                </a:lnTo>
                <a:cubicBezTo>
                  <a:pt x="96961" y="7500"/>
                  <a:pt x="98183" y="5822"/>
                  <a:pt x="98183" y="3750"/>
                </a:cubicBezTo>
                <a:cubicBezTo>
                  <a:pt x="98183" y="1677"/>
                  <a:pt x="96961" y="0"/>
                  <a:pt x="95455" y="0"/>
                </a:cubicBezTo>
                <a:lnTo>
                  <a:pt x="24544" y="0"/>
                </a:lnTo>
                <a:cubicBezTo>
                  <a:pt x="23038" y="0"/>
                  <a:pt x="21816" y="1677"/>
                  <a:pt x="21816" y="3750"/>
                </a:cubicBezTo>
                <a:cubicBezTo>
                  <a:pt x="21816" y="5822"/>
                  <a:pt x="23038" y="7500"/>
                  <a:pt x="24544" y="75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9" name="Shape 4775">
            <a:extLst>
              <a:ext uri="{FF2B5EF4-FFF2-40B4-BE49-F238E27FC236}">
                <a16:creationId xmlns:a16="http://schemas.microsoft.com/office/drawing/2014/main" id="{4D2AEEB1-EDC5-9CC5-B5CE-EAD5C1B397DF}"/>
              </a:ext>
            </a:extLst>
          </p:cNvPr>
          <p:cNvSpPr/>
          <p:nvPr/>
        </p:nvSpPr>
        <p:spPr>
          <a:xfrm>
            <a:off x="4190843" y="236957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8011" y="68655"/>
                </a:moveTo>
                <a:cubicBezTo>
                  <a:pt x="57722" y="71955"/>
                  <a:pt x="56644" y="73555"/>
                  <a:pt x="55211" y="74111"/>
                </a:cubicBezTo>
                <a:cubicBezTo>
                  <a:pt x="57177" y="75850"/>
                  <a:pt x="58177" y="78505"/>
                  <a:pt x="57222" y="83116"/>
                </a:cubicBezTo>
                <a:cubicBezTo>
                  <a:pt x="56044" y="88838"/>
                  <a:pt x="53233" y="89322"/>
                  <a:pt x="49500" y="88127"/>
                </a:cubicBezTo>
                <a:lnTo>
                  <a:pt x="48588" y="94283"/>
                </a:lnTo>
                <a:lnTo>
                  <a:pt x="46400" y="93361"/>
                </a:lnTo>
                <a:lnTo>
                  <a:pt x="47294" y="87283"/>
                </a:lnTo>
                <a:cubicBezTo>
                  <a:pt x="46727" y="87044"/>
                  <a:pt x="46144" y="86788"/>
                  <a:pt x="45550" y="86516"/>
                </a:cubicBezTo>
                <a:lnTo>
                  <a:pt x="44650" y="92622"/>
                </a:lnTo>
                <a:lnTo>
                  <a:pt x="42461" y="91694"/>
                </a:lnTo>
                <a:lnTo>
                  <a:pt x="43366" y="85527"/>
                </a:lnTo>
                <a:cubicBezTo>
                  <a:pt x="42855" y="85305"/>
                  <a:pt x="42338" y="85066"/>
                  <a:pt x="41805" y="84844"/>
                </a:cubicBezTo>
                <a:lnTo>
                  <a:pt x="38955" y="83638"/>
                </a:lnTo>
                <a:lnTo>
                  <a:pt x="40038" y="79388"/>
                </a:lnTo>
                <a:cubicBezTo>
                  <a:pt x="40038" y="79388"/>
                  <a:pt x="41655" y="80116"/>
                  <a:pt x="41638" y="80066"/>
                </a:cubicBezTo>
                <a:cubicBezTo>
                  <a:pt x="42255" y="80327"/>
                  <a:pt x="42533" y="79638"/>
                  <a:pt x="42638" y="79177"/>
                </a:cubicBezTo>
                <a:lnTo>
                  <a:pt x="44072" y="69450"/>
                </a:lnTo>
                <a:cubicBezTo>
                  <a:pt x="44155" y="69477"/>
                  <a:pt x="44227" y="69511"/>
                  <a:pt x="44300" y="69544"/>
                </a:cubicBezTo>
                <a:cubicBezTo>
                  <a:pt x="44216" y="69483"/>
                  <a:pt x="44138" y="69450"/>
                  <a:pt x="44077" y="69416"/>
                </a:cubicBezTo>
                <a:lnTo>
                  <a:pt x="45100" y="62472"/>
                </a:lnTo>
                <a:cubicBezTo>
                  <a:pt x="45122" y="61683"/>
                  <a:pt x="44961" y="60688"/>
                  <a:pt x="44077" y="60311"/>
                </a:cubicBezTo>
                <a:cubicBezTo>
                  <a:pt x="44111" y="60272"/>
                  <a:pt x="42483" y="59638"/>
                  <a:pt x="42483" y="59638"/>
                </a:cubicBezTo>
                <a:lnTo>
                  <a:pt x="43066" y="55677"/>
                </a:lnTo>
                <a:lnTo>
                  <a:pt x="46094" y="56955"/>
                </a:lnTo>
                <a:lnTo>
                  <a:pt x="46088" y="56972"/>
                </a:lnTo>
                <a:cubicBezTo>
                  <a:pt x="46544" y="57161"/>
                  <a:pt x="47011" y="57344"/>
                  <a:pt x="47488" y="57533"/>
                </a:cubicBezTo>
                <a:lnTo>
                  <a:pt x="48383" y="51433"/>
                </a:lnTo>
                <a:lnTo>
                  <a:pt x="50572" y="52355"/>
                </a:lnTo>
                <a:lnTo>
                  <a:pt x="49694" y="58333"/>
                </a:lnTo>
                <a:cubicBezTo>
                  <a:pt x="50283" y="58561"/>
                  <a:pt x="50877" y="58788"/>
                  <a:pt x="51450" y="59038"/>
                </a:cubicBezTo>
                <a:lnTo>
                  <a:pt x="52322" y="53094"/>
                </a:lnTo>
                <a:lnTo>
                  <a:pt x="54516" y="54022"/>
                </a:lnTo>
                <a:lnTo>
                  <a:pt x="53616" y="60122"/>
                </a:lnTo>
                <a:cubicBezTo>
                  <a:pt x="56383" y="61733"/>
                  <a:pt x="58405" y="64155"/>
                  <a:pt x="58011" y="68655"/>
                </a:cubicBezTo>
                <a:moveTo>
                  <a:pt x="49088" y="42855"/>
                </a:moveTo>
                <a:cubicBezTo>
                  <a:pt x="38544" y="42855"/>
                  <a:pt x="30000" y="56288"/>
                  <a:pt x="30000" y="72855"/>
                </a:cubicBezTo>
                <a:cubicBezTo>
                  <a:pt x="30000" y="89427"/>
                  <a:pt x="38544" y="102855"/>
                  <a:pt x="49088" y="102855"/>
                </a:cubicBezTo>
                <a:cubicBezTo>
                  <a:pt x="59633" y="102855"/>
                  <a:pt x="68183" y="89427"/>
                  <a:pt x="68183" y="72855"/>
                </a:cubicBezTo>
                <a:cubicBezTo>
                  <a:pt x="68183" y="56288"/>
                  <a:pt x="59633" y="42855"/>
                  <a:pt x="49088" y="42855"/>
                </a:cubicBezTo>
                <a:moveTo>
                  <a:pt x="73638" y="94283"/>
                </a:moveTo>
                <a:cubicBezTo>
                  <a:pt x="72127" y="94283"/>
                  <a:pt x="70911" y="96211"/>
                  <a:pt x="70911" y="98572"/>
                </a:cubicBezTo>
                <a:cubicBezTo>
                  <a:pt x="70911" y="100938"/>
                  <a:pt x="72127" y="102855"/>
                  <a:pt x="73638" y="102855"/>
                </a:cubicBezTo>
                <a:cubicBezTo>
                  <a:pt x="75144" y="102855"/>
                  <a:pt x="76361" y="100938"/>
                  <a:pt x="76361" y="98572"/>
                </a:cubicBezTo>
                <a:cubicBezTo>
                  <a:pt x="76361" y="96211"/>
                  <a:pt x="75144" y="94283"/>
                  <a:pt x="73638" y="94283"/>
                </a:cubicBezTo>
                <a:moveTo>
                  <a:pt x="49105" y="62722"/>
                </a:moveTo>
                <a:lnTo>
                  <a:pt x="48016" y="70133"/>
                </a:lnTo>
                <a:cubicBezTo>
                  <a:pt x="49250" y="70655"/>
                  <a:pt x="53066" y="72788"/>
                  <a:pt x="53683" y="68594"/>
                </a:cubicBezTo>
                <a:cubicBezTo>
                  <a:pt x="54322" y="64216"/>
                  <a:pt x="50344" y="63244"/>
                  <a:pt x="49105" y="62722"/>
                </a:cubicBezTo>
                <a:moveTo>
                  <a:pt x="114544" y="0"/>
                </a:moveTo>
                <a:lnTo>
                  <a:pt x="27272" y="0"/>
                </a:lnTo>
                <a:cubicBezTo>
                  <a:pt x="24261" y="0"/>
                  <a:pt x="21816" y="3838"/>
                  <a:pt x="21816" y="8572"/>
                </a:cubicBezTo>
                <a:lnTo>
                  <a:pt x="21816" y="12855"/>
                </a:lnTo>
                <a:cubicBezTo>
                  <a:pt x="21816" y="15227"/>
                  <a:pt x="23038" y="17144"/>
                  <a:pt x="24544" y="17144"/>
                </a:cubicBezTo>
                <a:cubicBezTo>
                  <a:pt x="26055" y="17144"/>
                  <a:pt x="27272" y="15227"/>
                  <a:pt x="27272" y="12855"/>
                </a:cubicBezTo>
                <a:lnTo>
                  <a:pt x="27272" y="8572"/>
                </a:lnTo>
                <a:lnTo>
                  <a:pt x="114544" y="8572"/>
                </a:lnTo>
                <a:lnTo>
                  <a:pt x="114544" y="85716"/>
                </a:lnTo>
                <a:lnTo>
                  <a:pt x="106361" y="85716"/>
                </a:lnTo>
                <a:cubicBezTo>
                  <a:pt x="104855" y="85716"/>
                  <a:pt x="103638" y="87633"/>
                  <a:pt x="103638" y="90000"/>
                </a:cubicBezTo>
                <a:cubicBezTo>
                  <a:pt x="103638" y="92366"/>
                  <a:pt x="104855" y="94283"/>
                  <a:pt x="106361" y="94283"/>
                </a:cubicBezTo>
                <a:lnTo>
                  <a:pt x="114544" y="94283"/>
                </a:lnTo>
                <a:cubicBezTo>
                  <a:pt x="117555" y="94283"/>
                  <a:pt x="120000" y="90450"/>
                  <a:pt x="120000" y="85716"/>
                </a:cubicBezTo>
                <a:lnTo>
                  <a:pt x="120000" y="8572"/>
                </a:lnTo>
                <a:cubicBezTo>
                  <a:pt x="120000" y="3838"/>
                  <a:pt x="117555" y="0"/>
                  <a:pt x="114544" y="0"/>
                </a:cubicBezTo>
                <a:moveTo>
                  <a:pt x="90000" y="42855"/>
                </a:moveTo>
                <a:cubicBezTo>
                  <a:pt x="88494" y="42855"/>
                  <a:pt x="87272" y="40938"/>
                  <a:pt x="87272" y="38572"/>
                </a:cubicBezTo>
                <a:cubicBezTo>
                  <a:pt x="87272" y="36205"/>
                  <a:pt x="88494" y="34283"/>
                  <a:pt x="90000" y="34283"/>
                </a:cubicBezTo>
                <a:cubicBezTo>
                  <a:pt x="91505" y="34283"/>
                  <a:pt x="92727" y="36205"/>
                  <a:pt x="92727" y="38572"/>
                </a:cubicBezTo>
                <a:cubicBezTo>
                  <a:pt x="92727" y="40938"/>
                  <a:pt x="91505" y="42855"/>
                  <a:pt x="90000" y="42855"/>
                </a:cubicBezTo>
                <a:moveTo>
                  <a:pt x="92727" y="95072"/>
                </a:moveTo>
                <a:cubicBezTo>
                  <a:pt x="91872" y="94600"/>
                  <a:pt x="90961" y="94283"/>
                  <a:pt x="90000" y="94283"/>
                </a:cubicBezTo>
                <a:cubicBezTo>
                  <a:pt x="85483" y="94283"/>
                  <a:pt x="81816" y="100044"/>
                  <a:pt x="81816" y="107144"/>
                </a:cubicBezTo>
                <a:cubicBezTo>
                  <a:pt x="81816" y="108655"/>
                  <a:pt x="82016" y="110083"/>
                  <a:pt x="82316" y="111427"/>
                </a:cubicBezTo>
                <a:lnTo>
                  <a:pt x="15861" y="111427"/>
                </a:lnTo>
                <a:cubicBezTo>
                  <a:pt x="16166" y="110083"/>
                  <a:pt x="16361" y="108655"/>
                  <a:pt x="16361" y="107144"/>
                </a:cubicBezTo>
                <a:cubicBezTo>
                  <a:pt x="16361" y="100044"/>
                  <a:pt x="12700" y="94283"/>
                  <a:pt x="8183" y="94283"/>
                </a:cubicBezTo>
                <a:cubicBezTo>
                  <a:pt x="7222" y="94283"/>
                  <a:pt x="6311" y="94600"/>
                  <a:pt x="5455" y="95072"/>
                </a:cubicBezTo>
                <a:lnTo>
                  <a:pt x="5455" y="50644"/>
                </a:lnTo>
                <a:cubicBezTo>
                  <a:pt x="6311" y="51122"/>
                  <a:pt x="7222" y="51427"/>
                  <a:pt x="8183" y="51427"/>
                </a:cubicBezTo>
                <a:cubicBezTo>
                  <a:pt x="12700" y="51427"/>
                  <a:pt x="16361" y="45677"/>
                  <a:pt x="16361" y="38572"/>
                </a:cubicBezTo>
                <a:cubicBezTo>
                  <a:pt x="16361" y="37061"/>
                  <a:pt x="16166" y="35633"/>
                  <a:pt x="15861" y="34283"/>
                </a:cubicBezTo>
                <a:lnTo>
                  <a:pt x="82316" y="34283"/>
                </a:lnTo>
                <a:cubicBezTo>
                  <a:pt x="82016" y="35633"/>
                  <a:pt x="81816" y="37061"/>
                  <a:pt x="81816" y="38572"/>
                </a:cubicBezTo>
                <a:cubicBezTo>
                  <a:pt x="81816" y="45677"/>
                  <a:pt x="85483" y="51427"/>
                  <a:pt x="90000" y="51427"/>
                </a:cubicBezTo>
                <a:cubicBezTo>
                  <a:pt x="90961" y="51427"/>
                  <a:pt x="91872" y="51122"/>
                  <a:pt x="92727" y="50644"/>
                </a:cubicBezTo>
                <a:cubicBezTo>
                  <a:pt x="92727" y="50644"/>
                  <a:pt x="92727" y="95072"/>
                  <a:pt x="92727" y="95072"/>
                </a:cubicBezTo>
                <a:close/>
                <a:moveTo>
                  <a:pt x="90000" y="111427"/>
                </a:moveTo>
                <a:cubicBezTo>
                  <a:pt x="88494" y="111427"/>
                  <a:pt x="87272" y="109511"/>
                  <a:pt x="87272" y="107144"/>
                </a:cubicBezTo>
                <a:cubicBezTo>
                  <a:pt x="87272" y="104777"/>
                  <a:pt x="88494" y="102855"/>
                  <a:pt x="90000" y="102855"/>
                </a:cubicBezTo>
                <a:cubicBezTo>
                  <a:pt x="91505" y="102855"/>
                  <a:pt x="92727" y="104777"/>
                  <a:pt x="92727" y="107144"/>
                </a:cubicBezTo>
                <a:cubicBezTo>
                  <a:pt x="92727" y="109511"/>
                  <a:pt x="91505" y="111427"/>
                  <a:pt x="90000" y="111427"/>
                </a:cubicBezTo>
                <a:moveTo>
                  <a:pt x="8183" y="111427"/>
                </a:moveTo>
                <a:cubicBezTo>
                  <a:pt x="6672" y="111427"/>
                  <a:pt x="5455" y="109511"/>
                  <a:pt x="5455" y="107144"/>
                </a:cubicBezTo>
                <a:cubicBezTo>
                  <a:pt x="5455" y="104777"/>
                  <a:pt x="6672" y="102855"/>
                  <a:pt x="8183" y="102855"/>
                </a:cubicBezTo>
                <a:cubicBezTo>
                  <a:pt x="9688" y="102855"/>
                  <a:pt x="10911" y="104777"/>
                  <a:pt x="10911" y="107144"/>
                </a:cubicBezTo>
                <a:cubicBezTo>
                  <a:pt x="10911" y="109511"/>
                  <a:pt x="9688" y="111427"/>
                  <a:pt x="8183" y="111427"/>
                </a:cubicBezTo>
                <a:moveTo>
                  <a:pt x="8183" y="34283"/>
                </a:moveTo>
                <a:cubicBezTo>
                  <a:pt x="9688" y="34283"/>
                  <a:pt x="10911" y="36205"/>
                  <a:pt x="10911" y="38572"/>
                </a:cubicBezTo>
                <a:cubicBezTo>
                  <a:pt x="10911" y="40938"/>
                  <a:pt x="9688" y="42855"/>
                  <a:pt x="8183" y="42855"/>
                </a:cubicBezTo>
                <a:cubicBezTo>
                  <a:pt x="6672" y="42855"/>
                  <a:pt x="5455" y="40938"/>
                  <a:pt x="5455" y="38572"/>
                </a:cubicBezTo>
                <a:cubicBezTo>
                  <a:pt x="5455" y="36205"/>
                  <a:pt x="6672" y="34283"/>
                  <a:pt x="8183" y="34283"/>
                </a:cubicBezTo>
                <a:moveTo>
                  <a:pt x="92727" y="25716"/>
                </a:moveTo>
                <a:lnTo>
                  <a:pt x="5455" y="25716"/>
                </a:lnTo>
                <a:cubicBezTo>
                  <a:pt x="2444" y="25716"/>
                  <a:pt x="0" y="29550"/>
                  <a:pt x="0" y="34283"/>
                </a:cubicBezTo>
                <a:lnTo>
                  <a:pt x="0" y="111427"/>
                </a:lnTo>
                <a:cubicBezTo>
                  <a:pt x="0" y="116161"/>
                  <a:pt x="2444" y="120000"/>
                  <a:pt x="5455" y="120000"/>
                </a:cubicBezTo>
                <a:lnTo>
                  <a:pt x="92727" y="120000"/>
                </a:lnTo>
                <a:cubicBezTo>
                  <a:pt x="95738" y="120000"/>
                  <a:pt x="98183" y="116161"/>
                  <a:pt x="98183" y="111427"/>
                </a:cubicBezTo>
                <a:lnTo>
                  <a:pt x="98183" y="34283"/>
                </a:lnTo>
                <a:cubicBezTo>
                  <a:pt x="98183" y="29550"/>
                  <a:pt x="95738" y="25716"/>
                  <a:pt x="92727" y="25716"/>
                </a:cubicBezTo>
                <a:moveTo>
                  <a:pt x="47461" y="73872"/>
                </a:moveTo>
                <a:lnTo>
                  <a:pt x="46261" y="82050"/>
                </a:lnTo>
                <a:cubicBezTo>
                  <a:pt x="47750" y="82677"/>
                  <a:pt x="52327" y="85166"/>
                  <a:pt x="53005" y="80555"/>
                </a:cubicBezTo>
                <a:cubicBezTo>
                  <a:pt x="53716" y="75744"/>
                  <a:pt x="48950" y="74500"/>
                  <a:pt x="47461" y="73872"/>
                </a:cubicBezTo>
                <a:moveTo>
                  <a:pt x="24544" y="42855"/>
                </a:moveTo>
                <a:cubicBezTo>
                  <a:pt x="23038" y="42855"/>
                  <a:pt x="21816" y="44777"/>
                  <a:pt x="21816" y="47144"/>
                </a:cubicBezTo>
                <a:cubicBezTo>
                  <a:pt x="21816" y="49511"/>
                  <a:pt x="23038" y="51427"/>
                  <a:pt x="24544" y="51427"/>
                </a:cubicBezTo>
                <a:cubicBezTo>
                  <a:pt x="26055" y="51427"/>
                  <a:pt x="27272" y="49511"/>
                  <a:pt x="27272" y="47144"/>
                </a:cubicBezTo>
                <a:cubicBezTo>
                  <a:pt x="27272" y="44777"/>
                  <a:pt x="26055" y="42855"/>
                  <a:pt x="24544" y="428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2" name="Shape 4776">
            <a:extLst>
              <a:ext uri="{FF2B5EF4-FFF2-40B4-BE49-F238E27FC236}">
                <a16:creationId xmlns:a16="http://schemas.microsoft.com/office/drawing/2014/main" id="{F9E76954-508E-121E-368A-B8A3FD4EF92C}"/>
              </a:ext>
            </a:extLst>
          </p:cNvPr>
          <p:cNvSpPr/>
          <p:nvPr/>
        </p:nvSpPr>
        <p:spPr>
          <a:xfrm>
            <a:off x="4695028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1" y="67500"/>
                </a:moveTo>
                <a:lnTo>
                  <a:pt x="96077" y="52500"/>
                </a:lnTo>
                <a:lnTo>
                  <a:pt x="110238" y="52500"/>
                </a:lnTo>
                <a:lnTo>
                  <a:pt x="107811" y="67500"/>
                </a:lnTo>
                <a:cubicBezTo>
                  <a:pt x="107811" y="67500"/>
                  <a:pt x="94861" y="67500"/>
                  <a:pt x="94861" y="67500"/>
                </a:cubicBezTo>
                <a:close/>
                <a:moveTo>
                  <a:pt x="104177" y="90000"/>
                </a:moveTo>
                <a:lnTo>
                  <a:pt x="93044" y="90000"/>
                </a:lnTo>
                <a:lnTo>
                  <a:pt x="94261" y="75000"/>
                </a:lnTo>
                <a:lnTo>
                  <a:pt x="106600" y="75000"/>
                </a:lnTo>
                <a:cubicBezTo>
                  <a:pt x="106600" y="75000"/>
                  <a:pt x="104177" y="90000"/>
                  <a:pt x="104177" y="90000"/>
                </a:cubicBezTo>
                <a:close/>
                <a:moveTo>
                  <a:pt x="98183" y="112500"/>
                </a:moveTo>
                <a:cubicBezTo>
                  <a:pt x="95172" y="112500"/>
                  <a:pt x="92727" y="109138"/>
                  <a:pt x="92727" y="105000"/>
                </a:cubicBezTo>
                <a:cubicBezTo>
                  <a:pt x="92727" y="100861"/>
                  <a:pt x="95172" y="97500"/>
                  <a:pt x="98183" y="97500"/>
                </a:cubicBezTo>
                <a:cubicBezTo>
                  <a:pt x="101194" y="97500"/>
                  <a:pt x="103638" y="100861"/>
                  <a:pt x="103638" y="105000"/>
                </a:cubicBezTo>
                <a:cubicBezTo>
                  <a:pt x="103638" y="109138"/>
                  <a:pt x="101194" y="112500"/>
                  <a:pt x="98183" y="112500"/>
                </a:cubicBezTo>
                <a:moveTo>
                  <a:pt x="91194" y="45000"/>
                </a:moveTo>
                <a:lnTo>
                  <a:pt x="76361" y="45000"/>
                </a:lnTo>
                <a:lnTo>
                  <a:pt x="76361" y="30000"/>
                </a:lnTo>
                <a:lnTo>
                  <a:pt x="92405" y="30000"/>
                </a:lnTo>
                <a:cubicBezTo>
                  <a:pt x="92405" y="30000"/>
                  <a:pt x="91194" y="45000"/>
                  <a:pt x="91194" y="45000"/>
                </a:cubicBezTo>
                <a:close/>
                <a:moveTo>
                  <a:pt x="89377" y="67500"/>
                </a:moveTo>
                <a:lnTo>
                  <a:pt x="76361" y="67500"/>
                </a:lnTo>
                <a:lnTo>
                  <a:pt x="76361" y="52500"/>
                </a:lnTo>
                <a:lnTo>
                  <a:pt x="90588" y="52500"/>
                </a:lnTo>
                <a:cubicBezTo>
                  <a:pt x="90588" y="52500"/>
                  <a:pt x="89377" y="67500"/>
                  <a:pt x="89377" y="67500"/>
                </a:cubicBezTo>
                <a:close/>
                <a:moveTo>
                  <a:pt x="87561" y="90000"/>
                </a:moveTo>
                <a:lnTo>
                  <a:pt x="76361" y="90000"/>
                </a:lnTo>
                <a:lnTo>
                  <a:pt x="76361" y="75000"/>
                </a:lnTo>
                <a:lnTo>
                  <a:pt x="88772" y="75000"/>
                </a:lnTo>
                <a:cubicBezTo>
                  <a:pt x="88772" y="75000"/>
                  <a:pt x="87561" y="90000"/>
                  <a:pt x="87561" y="90000"/>
                </a:cubicBezTo>
                <a:close/>
                <a:moveTo>
                  <a:pt x="70911" y="45000"/>
                </a:moveTo>
                <a:lnTo>
                  <a:pt x="56077" y="45000"/>
                </a:lnTo>
                <a:lnTo>
                  <a:pt x="54866" y="30000"/>
                </a:lnTo>
                <a:lnTo>
                  <a:pt x="70911" y="30000"/>
                </a:lnTo>
                <a:cubicBezTo>
                  <a:pt x="70911" y="30000"/>
                  <a:pt x="70911" y="45000"/>
                  <a:pt x="70911" y="45000"/>
                </a:cubicBezTo>
                <a:close/>
                <a:moveTo>
                  <a:pt x="70911" y="67500"/>
                </a:moveTo>
                <a:lnTo>
                  <a:pt x="57894" y="67500"/>
                </a:lnTo>
                <a:lnTo>
                  <a:pt x="56683" y="52500"/>
                </a:lnTo>
                <a:lnTo>
                  <a:pt x="70911" y="52500"/>
                </a:lnTo>
                <a:cubicBezTo>
                  <a:pt x="70911" y="52500"/>
                  <a:pt x="70911" y="67500"/>
                  <a:pt x="70911" y="67500"/>
                </a:cubicBezTo>
                <a:close/>
                <a:moveTo>
                  <a:pt x="70911" y="90000"/>
                </a:moveTo>
                <a:lnTo>
                  <a:pt x="59711" y="90000"/>
                </a:lnTo>
                <a:lnTo>
                  <a:pt x="58505" y="75000"/>
                </a:lnTo>
                <a:lnTo>
                  <a:pt x="70911" y="75000"/>
                </a:lnTo>
                <a:cubicBezTo>
                  <a:pt x="70911" y="75000"/>
                  <a:pt x="70911" y="90000"/>
                  <a:pt x="70911" y="90000"/>
                </a:cubicBezTo>
                <a:close/>
                <a:moveTo>
                  <a:pt x="49088" y="112500"/>
                </a:moveTo>
                <a:cubicBezTo>
                  <a:pt x="46077" y="112500"/>
                  <a:pt x="43638" y="109138"/>
                  <a:pt x="43638" y="105000"/>
                </a:cubicBezTo>
                <a:cubicBezTo>
                  <a:pt x="43638" y="100861"/>
                  <a:pt x="46077" y="97500"/>
                  <a:pt x="49088" y="97500"/>
                </a:cubicBezTo>
                <a:cubicBezTo>
                  <a:pt x="52105" y="97500"/>
                  <a:pt x="54544" y="100861"/>
                  <a:pt x="54544" y="105000"/>
                </a:cubicBezTo>
                <a:cubicBezTo>
                  <a:pt x="54544" y="109138"/>
                  <a:pt x="52105" y="112500"/>
                  <a:pt x="49088" y="112500"/>
                </a:cubicBezTo>
                <a:moveTo>
                  <a:pt x="40072" y="75000"/>
                </a:moveTo>
                <a:lnTo>
                  <a:pt x="53016" y="75000"/>
                </a:lnTo>
                <a:lnTo>
                  <a:pt x="54227" y="90000"/>
                </a:lnTo>
                <a:lnTo>
                  <a:pt x="43000" y="90000"/>
                </a:lnTo>
                <a:cubicBezTo>
                  <a:pt x="43000" y="90000"/>
                  <a:pt x="40072" y="75000"/>
                  <a:pt x="40072" y="75000"/>
                </a:cubicBezTo>
                <a:close/>
                <a:moveTo>
                  <a:pt x="38611" y="67500"/>
                </a:moveTo>
                <a:lnTo>
                  <a:pt x="35683" y="52500"/>
                </a:lnTo>
                <a:lnTo>
                  <a:pt x="51194" y="52500"/>
                </a:lnTo>
                <a:lnTo>
                  <a:pt x="52411" y="67500"/>
                </a:lnTo>
                <a:cubicBezTo>
                  <a:pt x="52411" y="67500"/>
                  <a:pt x="38611" y="67500"/>
                  <a:pt x="38611" y="67500"/>
                </a:cubicBezTo>
                <a:close/>
                <a:moveTo>
                  <a:pt x="31294" y="30000"/>
                </a:moveTo>
                <a:lnTo>
                  <a:pt x="49377" y="30000"/>
                </a:lnTo>
                <a:lnTo>
                  <a:pt x="50588" y="45000"/>
                </a:lnTo>
                <a:lnTo>
                  <a:pt x="34222" y="45000"/>
                </a:lnTo>
                <a:cubicBezTo>
                  <a:pt x="34222" y="45000"/>
                  <a:pt x="31294" y="30000"/>
                  <a:pt x="31294" y="30000"/>
                </a:cubicBezTo>
                <a:close/>
                <a:moveTo>
                  <a:pt x="97894" y="30000"/>
                </a:moveTo>
                <a:lnTo>
                  <a:pt x="113872" y="30000"/>
                </a:lnTo>
                <a:lnTo>
                  <a:pt x="111450" y="45000"/>
                </a:lnTo>
                <a:lnTo>
                  <a:pt x="96683" y="45000"/>
                </a:lnTo>
                <a:cubicBezTo>
                  <a:pt x="96683" y="45000"/>
                  <a:pt x="97894" y="30000"/>
                  <a:pt x="97894" y="30000"/>
                </a:cubicBezTo>
                <a:close/>
                <a:moveTo>
                  <a:pt x="108994" y="94655"/>
                </a:moveTo>
                <a:lnTo>
                  <a:pt x="109011" y="94655"/>
                </a:lnTo>
                <a:lnTo>
                  <a:pt x="119922" y="27161"/>
                </a:lnTo>
                <a:lnTo>
                  <a:pt x="119872" y="27144"/>
                </a:lnTo>
                <a:cubicBezTo>
                  <a:pt x="119922" y="26850"/>
                  <a:pt x="120000" y="26566"/>
                  <a:pt x="120000" y="26250"/>
                </a:cubicBezTo>
                <a:cubicBezTo>
                  <a:pt x="120000" y="24177"/>
                  <a:pt x="118777" y="22500"/>
                  <a:pt x="117272" y="22500"/>
                </a:cubicBezTo>
                <a:lnTo>
                  <a:pt x="29833" y="22500"/>
                </a:lnTo>
                <a:lnTo>
                  <a:pt x="25966" y="2672"/>
                </a:lnTo>
                <a:lnTo>
                  <a:pt x="25927" y="2688"/>
                </a:lnTo>
                <a:cubicBezTo>
                  <a:pt x="25583" y="1150"/>
                  <a:pt x="24583" y="0"/>
                  <a:pt x="23350" y="0"/>
                </a:cubicBezTo>
                <a:lnTo>
                  <a:pt x="2727" y="0"/>
                </a:lnTo>
                <a:cubicBezTo>
                  <a:pt x="1222" y="0"/>
                  <a:pt x="0" y="1677"/>
                  <a:pt x="0" y="3750"/>
                </a:cubicBezTo>
                <a:cubicBezTo>
                  <a:pt x="0" y="5822"/>
                  <a:pt x="1222" y="7500"/>
                  <a:pt x="2727" y="7500"/>
                </a:cubicBezTo>
                <a:lnTo>
                  <a:pt x="21261" y="7500"/>
                </a:lnTo>
                <a:lnTo>
                  <a:pt x="38294" y="94827"/>
                </a:lnTo>
                <a:lnTo>
                  <a:pt x="38300" y="94827"/>
                </a:lnTo>
                <a:cubicBezTo>
                  <a:pt x="38533" y="95883"/>
                  <a:pt x="39094" y="96744"/>
                  <a:pt x="39822" y="97183"/>
                </a:cubicBezTo>
                <a:cubicBezTo>
                  <a:pt x="38800" y="99461"/>
                  <a:pt x="38183" y="102127"/>
                  <a:pt x="38183" y="105000"/>
                </a:cubicBezTo>
                <a:cubicBezTo>
                  <a:pt x="38183" y="113283"/>
                  <a:pt x="43066" y="120000"/>
                  <a:pt x="49088" y="120000"/>
                </a:cubicBezTo>
                <a:cubicBezTo>
                  <a:pt x="55116" y="120000"/>
                  <a:pt x="60000" y="113283"/>
                  <a:pt x="60000" y="105000"/>
                </a:cubicBezTo>
                <a:cubicBezTo>
                  <a:pt x="60000" y="102255"/>
                  <a:pt x="59422" y="99716"/>
                  <a:pt x="58488" y="97500"/>
                </a:cubicBezTo>
                <a:lnTo>
                  <a:pt x="88783" y="97500"/>
                </a:lnTo>
                <a:cubicBezTo>
                  <a:pt x="87850" y="99716"/>
                  <a:pt x="87272" y="102255"/>
                  <a:pt x="87272" y="105000"/>
                </a:cubicBezTo>
                <a:cubicBezTo>
                  <a:pt x="87272" y="113283"/>
                  <a:pt x="92155" y="120000"/>
                  <a:pt x="98183" y="120000"/>
                </a:cubicBezTo>
                <a:cubicBezTo>
                  <a:pt x="104205" y="120000"/>
                  <a:pt x="109088" y="113283"/>
                  <a:pt x="109088" y="105000"/>
                </a:cubicBezTo>
                <a:cubicBezTo>
                  <a:pt x="109088" y="102127"/>
                  <a:pt x="108472" y="99461"/>
                  <a:pt x="107450" y="97183"/>
                </a:cubicBezTo>
                <a:cubicBezTo>
                  <a:pt x="108216" y="96722"/>
                  <a:pt x="108783" y="95788"/>
                  <a:pt x="108994" y="946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4" name="Shape 4777">
            <a:extLst>
              <a:ext uri="{FF2B5EF4-FFF2-40B4-BE49-F238E27FC236}">
                <a16:creationId xmlns:a16="http://schemas.microsoft.com/office/drawing/2014/main" id="{475DD712-0EE0-5624-B590-88BC8AA30B16}"/>
              </a:ext>
            </a:extLst>
          </p:cNvPr>
          <p:cNvSpPr/>
          <p:nvPr/>
        </p:nvSpPr>
        <p:spPr>
          <a:xfrm>
            <a:off x="5199213" y="2321557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1" y="81816"/>
                </a:moveTo>
                <a:lnTo>
                  <a:pt x="96077" y="70911"/>
                </a:lnTo>
                <a:lnTo>
                  <a:pt x="110238" y="70911"/>
                </a:lnTo>
                <a:lnTo>
                  <a:pt x="107811" y="81816"/>
                </a:lnTo>
                <a:cubicBezTo>
                  <a:pt x="107811" y="81816"/>
                  <a:pt x="94861" y="81816"/>
                  <a:pt x="94861" y="81816"/>
                </a:cubicBezTo>
                <a:close/>
                <a:moveTo>
                  <a:pt x="104177" y="98183"/>
                </a:moveTo>
                <a:lnTo>
                  <a:pt x="93044" y="98183"/>
                </a:lnTo>
                <a:lnTo>
                  <a:pt x="94261" y="87272"/>
                </a:lnTo>
                <a:lnTo>
                  <a:pt x="106600" y="87272"/>
                </a:lnTo>
                <a:cubicBezTo>
                  <a:pt x="106600" y="87272"/>
                  <a:pt x="104177" y="98183"/>
                  <a:pt x="104177" y="98183"/>
                </a:cubicBezTo>
                <a:close/>
                <a:moveTo>
                  <a:pt x="98183" y="114544"/>
                </a:moveTo>
                <a:cubicBezTo>
                  <a:pt x="95172" y="114544"/>
                  <a:pt x="92727" y="112105"/>
                  <a:pt x="92727" y="109088"/>
                </a:cubicBezTo>
                <a:cubicBezTo>
                  <a:pt x="92727" y="106083"/>
                  <a:pt x="95172" y="103638"/>
                  <a:pt x="98183" y="103638"/>
                </a:cubicBezTo>
                <a:cubicBezTo>
                  <a:pt x="101194" y="103638"/>
                  <a:pt x="103638" y="106083"/>
                  <a:pt x="103638" y="109088"/>
                </a:cubicBezTo>
                <a:cubicBezTo>
                  <a:pt x="103638" y="112105"/>
                  <a:pt x="101194" y="114544"/>
                  <a:pt x="98183" y="114544"/>
                </a:cubicBezTo>
                <a:moveTo>
                  <a:pt x="91194" y="65455"/>
                </a:moveTo>
                <a:lnTo>
                  <a:pt x="76361" y="65455"/>
                </a:lnTo>
                <a:lnTo>
                  <a:pt x="76361" y="54544"/>
                </a:lnTo>
                <a:lnTo>
                  <a:pt x="92405" y="54544"/>
                </a:lnTo>
                <a:cubicBezTo>
                  <a:pt x="92405" y="54544"/>
                  <a:pt x="91194" y="65455"/>
                  <a:pt x="91194" y="65455"/>
                </a:cubicBezTo>
                <a:close/>
                <a:moveTo>
                  <a:pt x="89377" y="81816"/>
                </a:moveTo>
                <a:lnTo>
                  <a:pt x="76361" y="81816"/>
                </a:lnTo>
                <a:lnTo>
                  <a:pt x="76361" y="70911"/>
                </a:lnTo>
                <a:lnTo>
                  <a:pt x="90588" y="70911"/>
                </a:lnTo>
                <a:cubicBezTo>
                  <a:pt x="90588" y="70911"/>
                  <a:pt x="89377" y="81816"/>
                  <a:pt x="89377" y="81816"/>
                </a:cubicBezTo>
                <a:close/>
                <a:moveTo>
                  <a:pt x="87561" y="98183"/>
                </a:moveTo>
                <a:lnTo>
                  <a:pt x="76361" y="98183"/>
                </a:lnTo>
                <a:lnTo>
                  <a:pt x="76361" y="87272"/>
                </a:lnTo>
                <a:lnTo>
                  <a:pt x="88772" y="87272"/>
                </a:lnTo>
                <a:cubicBezTo>
                  <a:pt x="88772" y="87272"/>
                  <a:pt x="87561" y="98183"/>
                  <a:pt x="87561" y="98183"/>
                </a:cubicBezTo>
                <a:close/>
                <a:moveTo>
                  <a:pt x="70911" y="65455"/>
                </a:moveTo>
                <a:lnTo>
                  <a:pt x="56077" y="65455"/>
                </a:lnTo>
                <a:lnTo>
                  <a:pt x="54866" y="54544"/>
                </a:lnTo>
                <a:lnTo>
                  <a:pt x="70911" y="54544"/>
                </a:lnTo>
                <a:cubicBezTo>
                  <a:pt x="70911" y="54544"/>
                  <a:pt x="70911" y="65455"/>
                  <a:pt x="70911" y="65455"/>
                </a:cubicBezTo>
                <a:close/>
                <a:moveTo>
                  <a:pt x="70911" y="81816"/>
                </a:moveTo>
                <a:lnTo>
                  <a:pt x="57894" y="81816"/>
                </a:lnTo>
                <a:lnTo>
                  <a:pt x="56683" y="70911"/>
                </a:lnTo>
                <a:lnTo>
                  <a:pt x="70911" y="70911"/>
                </a:lnTo>
                <a:cubicBezTo>
                  <a:pt x="70911" y="70911"/>
                  <a:pt x="70911" y="81816"/>
                  <a:pt x="70911" y="81816"/>
                </a:cubicBezTo>
                <a:close/>
                <a:moveTo>
                  <a:pt x="70911" y="98183"/>
                </a:moveTo>
                <a:lnTo>
                  <a:pt x="59711" y="98183"/>
                </a:lnTo>
                <a:lnTo>
                  <a:pt x="58505" y="87272"/>
                </a:lnTo>
                <a:lnTo>
                  <a:pt x="70911" y="87272"/>
                </a:lnTo>
                <a:cubicBezTo>
                  <a:pt x="70911" y="87272"/>
                  <a:pt x="70911" y="98183"/>
                  <a:pt x="70911" y="98183"/>
                </a:cubicBezTo>
                <a:close/>
                <a:moveTo>
                  <a:pt x="49088" y="114544"/>
                </a:moveTo>
                <a:cubicBezTo>
                  <a:pt x="46077" y="114544"/>
                  <a:pt x="43638" y="112105"/>
                  <a:pt x="43638" y="109088"/>
                </a:cubicBezTo>
                <a:cubicBezTo>
                  <a:pt x="43638" y="106083"/>
                  <a:pt x="46077" y="103638"/>
                  <a:pt x="49088" y="103638"/>
                </a:cubicBezTo>
                <a:cubicBezTo>
                  <a:pt x="52105" y="103638"/>
                  <a:pt x="54544" y="106083"/>
                  <a:pt x="54544" y="109088"/>
                </a:cubicBezTo>
                <a:cubicBezTo>
                  <a:pt x="54544" y="112105"/>
                  <a:pt x="52105" y="114544"/>
                  <a:pt x="49088" y="114544"/>
                </a:cubicBezTo>
                <a:moveTo>
                  <a:pt x="40072" y="87272"/>
                </a:moveTo>
                <a:lnTo>
                  <a:pt x="53016" y="87272"/>
                </a:lnTo>
                <a:lnTo>
                  <a:pt x="54227" y="98183"/>
                </a:lnTo>
                <a:lnTo>
                  <a:pt x="43000" y="98183"/>
                </a:lnTo>
                <a:cubicBezTo>
                  <a:pt x="43000" y="98183"/>
                  <a:pt x="40072" y="87272"/>
                  <a:pt x="40072" y="87272"/>
                </a:cubicBezTo>
                <a:close/>
                <a:moveTo>
                  <a:pt x="38611" y="81816"/>
                </a:moveTo>
                <a:lnTo>
                  <a:pt x="35683" y="70911"/>
                </a:lnTo>
                <a:lnTo>
                  <a:pt x="51194" y="70911"/>
                </a:lnTo>
                <a:lnTo>
                  <a:pt x="52411" y="81816"/>
                </a:lnTo>
                <a:cubicBezTo>
                  <a:pt x="52411" y="81816"/>
                  <a:pt x="38611" y="81816"/>
                  <a:pt x="38611" y="81816"/>
                </a:cubicBezTo>
                <a:close/>
                <a:moveTo>
                  <a:pt x="31294" y="54544"/>
                </a:moveTo>
                <a:lnTo>
                  <a:pt x="49377" y="54544"/>
                </a:lnTo>
                <a:lnTo>
                  <a:pt x="50588" y="65455"/>
                </a:lnTo>
                <a:lnTo>
                  <a:pt x="34222" y="65455"/>
                </a:lnTo>
                <a:cubicBezTo>
                  <a:pt x="34222" y="65455"/>
                  <a:pt x="31294" y="54544"/>
                  <a:pt x="31294" y="54544"/>
                </a:cubicBezTo>
                <a:close/>
                <a:moveTo>
                  <a:pt x="97894" y="54544"/>
                </a:moveTo>
                <a:lnTo>
                  <a:pt x="113872" y="54544"/>
                </a:lnTo>
                <a:lnTo>
                  <a:pt x="111450" y="65455"/>
                </a:lnTo>
                <a:lnTo>
                  <a:pt x="96683" y="65455"/>
                </a:lnTo>
                <a:cubicBezTo>
                  <a:pt x="96683" y="65455"/>
                  <a:pt x="97894" y="54544"/>
                  <a:pt x="97894" y="54544"/>
                </a:cubicBezTo>
                <a:close/>
                <a:moveTo>
                  <a:pt x="108994" y="101566"/>
                </a:moveTo>
                <a:lnTo>
                  <a:pt x="109011" y="101572"/>
                </a:lnTo>
                <a:lnTo>
                  <a:pt x="119922" y="52483"/>
                </a:lnTo>
                <a:lnTo>
                  <a:pt x="119872" y="52466"/>
                </a:lnTo>
                <a:cubicBezTo>
                  <a:pt x="119922" y="52255"/>
                  <a:pt x="120000" y="52050"/>
                  <a:pt x="120000" y="51816"/>
                </a:cubicBezTo>
                <a:cubicBezTo>
                  <a:pt x="120000" y="50311"/>
                  <a:pt x="118777" y="49088"/>
                  <a:pt x="117272" y="49088"/>
                </a:cubicBezTo>
                <a:lnTo>
                  <a:pt x="29833" y="49088"/>
                </a:lnTo>
                <a:lnTo>
                  <a:pt x="25966" y="34672"/>
                </a:lnTo>
                <a:lnTo>
                  <a:pt x="25927" y="34683"/>
                </a:lnTo>
                <a:cubicBezTo>
                  <a:pt x="25588" y="33561"/>
                  <a:pt x="24583" y="32727"/>
                  <a:pt x="23350" y="32727"/>
                </a:cubicBezTo>
                <a:lnTo>
                  <a:pt x="2727" y="32727"/>
                </a:lnTo>
                <a:cubicBezTo>
                  <a:pt x="1222" y="32727"/>
                  <a:pt x="0" y="33944"/>
                  <a:pt x="0" y="35455"/>
                </a:cubicBezTo>
                <a:cubicBezTo>
                  <a:pt x="0" y="36961"/>
                  <a:pt x="1222" y="38183"/>
                  <a:pt x="2727" y="38183"/>
                </a:cubicBezTo>
                <a:lnTo>
                  <a:pt x="21261" y="38183"/>
                </a:lnTo>
                <a:lnTo>
                  <a:pt x="38294" y="101694"/>
                </a:lnTo>
                <a:lnTo>
                  <a:pt x="38300" y="101694"/>
                </a:lnTo>
                <a:cubicBezTo>
                  <a:pt x="38533" y="102461"/>
                  <a:pt x="39094" y="103083"/>
                  <a:pt x="39822" y="103405"/>
                </a:cubicBezTo>
                <a:cubicBezTo>
                  <a:pt x="38800" y="105066"/>
                  <a:pt x="38183" y="107000"/>
                  <a:pt x="38183" y="109088"/>
                </a:cubicBezTo>
                <a:cubicBezTo>
                  <a:pt x="38183" y="115116"/>
                  <a:pt x="43066" y="120000"/>
                  <a:pt x="49088" y="120000"/>
                </a:cubicBezTo>
                <a:cubicBezTo>
                  <a:pt x="55116" y="120000"/>
                  <a:pt x="60000" y="115116"/>
                  <a:pt x="60000" y="109088"/>
                </a:cubicBezTo>
                <a:cubicBezTo>
                  <a:pt x="60000" y="107094"/>
                  <a:pt x="59422" y="105250"/>
                  <a:pt x="58488" y="103638"/>
                </a:cubicBezTo>
                <a:lnTo>
                  <a:pt x="88783" y="103638"/>
                </a:lnTo>
                <a:cubicBezTo>
                  <a:pt x="87850" y="105250"/>
                  <a:pt x="87272" y="107094"/>
                  <a:pt x="87272" y="109088"/>
                </a:cubicBezTo>
                <a:cubicBezTo>
                  <a:pt x="87272" y="115116"/>
                  <a:pt x="92155" y="120000"/>
                  <a:pt x="98183" y="120000"/>
                </a:cubicBezTo>
                <a:cubicBezTo>
                  <a:pt x="104205" y="120000"/>
                  <a:pt x="109088" y="115116"/>
                  <a:pt x="109088" y="109088"/>
                </a:cubicBezTo>
                <a:cubicBezTo>
                  <a:pt x="109088" y="107000"/>
                  <a:pt x="108472" y="105066"/>
                  <a:pt x="107450" y="103405"/>
                </a:cubicBezTo>
                <a:cubicBezTo>
                  <a:pt x="108216" y="103066"/>
                  <a:pt x="108783" y="102388"/>
                  <a:pt x="108994" y="101566"/>
                </a:cubicBezTo>
                <a:moveTo>
                  <a:pt x="71705" y="42838"/>
                </a:moveTo>
                <a:cubicBezTo>
                  <a:pt x="72200" y="43333"/>
                  <a:pt x="72883" y="43638"/>
                  <a:pt x="73638" y="43638"/>
                </a:cubicBezTo>
                <a:cubicBezTo>
                  <a:pt x="74388" y="43638"/>
                  <a:pt x="75072" y="43333"/>
                  <a:pt x="75566" y="42838"/>
                </a:cubicBezTo>
                <a:lnTo>
                  <a:pt x="86472" y="31927"/>
                </a:lnTo>
                <a:cubicBezTo>
                  <a:pt x="86966" y="31433"/>
                  <a:pt x="87272" y="30755"/>
                  <a:pt x="87272" y="30000"/>
                </a:cubicBezTo>
                <a:cubicBezTo>
                  <a:pt x="87272" y="28494"/>
                  <a:pt x="86055" y="27277"/>
                  <a:pt x="84544" y="27277"/>
                </a:cubicBezTo>
                <a:cubicBezTo>
                  <a:pt x="83794" y="27277"/>
                  <a:pt x="83111" y="27577"/>
                  <a:pt x="82616" y="28072"/>
                </a:cubicBezTo>
                <a:lnTo>
                  <a:pt x="76361" y="34327"/>
                </a:lnTo>
                <a:lnTo>
                  <a:pt x="76361" y="2727"/>
                </a:lnTo>
                <a:lnTo>
                  <a:pt x="76361" y="2727"/>
                </a:lnTo>
                <a:cubicBezTo>
                  <a:pt x="76361" y="1222"/>
                  <a:pt x="75144" y="0"/>
                  <a:pt x="73638" y="0"/>
                </a:cubicBezTo>
                <a:cubicBezTo>
                  <a:pt x="72127" y="0"/>
                  <a:pt x="70911" y="1222"/>
                  <a:pt x="70911" y="2727"/>
                </a:cubicBezTo>
                <a:lnTo>
                  <a:pt x="70911" y="34327"/>
                </a:lnTo>
                <a:lnTo>
                  <a:pt x="64655" y="28072"/>
                </a:lnTo>
                <a:cubicBezTo>
                  <a:pt x="64161" y="27577"/>
                  <a:pt x="63483" y="27277"/>
                  <a:pt x="62727" y="27277"/>
                </a:cubicBezTo>
                <a:cubicBezTo>
                  <a:pt x="61222" y="27277"/>
                  <a:pt x="60000" y="28494"/>
                  <a:pt x="60000" y="30000"/>
                </a:cubicBezTo>
                <a:cubicBezTo>
                  <a:pt x="60000" y="30755"/>
                  <a:pt x="60305" y="31433"/>
                  <a:pt x="60800" y="31927"/>
                </a:cubicBezTo>
                <a:cubicBezTo>
                  <a:pt x="60800" y="31927"/>
                  <a:pt x="71705" y="42838"/>
                  <a:pt x="71705" y="4283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6" name="Shape 4778">
            <a:extLst>
              <a:ext uri="{FF2B5EF4-FFF2-40B4-BE49-F238E27FC236}">
                <a16:creationId xmlns:a16="http://schemas.microsoft.com/office/drawing/2014/main" id="{5C3EC3AE-C891-0C48-4ECD-74CF9FD58F05}"/>
              </a:ext>
            </a:extLst>
          </p:cNvPr>
          <p:cNvSpPr/>
          <p:nvPr/>
        </p:nvSpPr>
        <p:spPr>
          <a:xfrm>
            <a:off x="5703399" y="2321557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81816"/>
                </a:moveTo>
                <a:lnTo>
                  <a:pt x="96077" y="70911"/>
                </a:lnTo>
                <a:lnTo>
                  <a:pt x="110238" y="70911"/>
                </a:lnTo>
                <a:lnTo>
                  <a:pt x="107811" y="81816"/>
                </a:lnTo>
                <a:cubicBezTo>
                  <a:pt x="107811" y="81816"/>
                  <a:pt x="94866" y="81816"/>
                  <a:pt x="94866" y="81816"/>
                </a:cubicBezTo>
                <a:close/>
                <a:moveTo>
                  <a:pt x="104177" y="98183"/>
                </a:moveTo>
                <a:lnTo>
                  <a:pt x="93044" y="98183"/>
                </a:lnTo>
                <a:lnTo>
                  <a:pt x="94261" y="87272"/>
                </a:lnTo>
                <a:lnTo>
                  <a:pt x="106600" y="87272"/>
                </a:lnTo>
                <a:cubicBezTo>
                  <a:pt x="106600" y="87272"/>
                  <a:pt x="104177" y="98183"/>
                  <a:pt x="104177" y="98183"/>
                </a:cubicBezTo>
                <a:close/>
                <a:moveTo>
                  <a:pt x="98183" y="114544"/>
                </a:moveTo>
                <a:cubicBezTo>
                  <a:pt x="95172" y="114544"/>
                  <a:pt x="92727" y="112105"/>
                  <a:pt x="92727" y="109088"/>
                </a:cubicBezTo>
                <a:cubicBezTo>
                  <a:pt x="92727" y="106083"/>
                  <a:pt x="95172" y="103638"/>
                  <a:pt x="98183" y="103638"/>
                </a:cubicBezTo>
                <a:cubicBezTo>
                  <a:pt x="101194" y="103638"/>
                  <a:pt x="103638" y="106083"/>
                  <a:pt x="103638" y="109088"/>
                </a:cubicBezTo>
                <a:cubicBezTo>
                  <a:pt x="103638" y="112105"/>
                  <a:pt x="101194" y="114544"/>
                  <a:pt x="98183" y="114544"/>
                </a:cubicBezTo>
                <a:moveTo>
                  <a:pt x="91194" y="65455"/>
                </a:moveTo>
                <a:lnTo>
                  <a:pt x="76361" y="65455"/>
                </a:lnTo>
                <a:lnTo>
                  <a:pt x="76361" y="54544"/>
                </a:lnTo>
                <a:lnTo>
                  <a:pt x="92405" y="54544"/>
                </a:lnTo>
                <a:cubicBezTo>
                  <a:pt x="92405" y="54544"/>
                  <a:pt x="91194" y="65455"/>
                  <a:pt x="91194" y="65455"/>
                </a:cubicBezTo>
                <a:close/>
                <a:moveTo>
                  <a:pt x="89377" y="81816"/>
                </a:moveTo>
                <a:lnTo>
                  <a:pt x="76361" y="81816"/>
                </a:lnTo>
                <a:lnTo>
                  <a:pt x="76361" y="70911"/>
                </a:lnTo>
                <a:lnTo>
                  <a:pt x="90588" y="70911"/>
                </a:lnTo>
                <a:cubicBezTo>
                  <a:pt x="90588" y="70911"/>
                  <a:pt x="89377" y="81816"/>
                  <a:pt x="89377" y="81816"/>
                </a:cubicBezTo>
                <a:close/>
                <a:moveTo>
                  <a:pt x="87561" y="98183"/>
                </a:moveTo>
                <a:lnTo>
                  <a:pt x="76361" y="98183"/>
                </a:lnTo>
                <a:lnTo>
                  <a:pt x="76361" y="87272"/>
                </a:lnTo>
                <a:lnTo>
                  <a:pt x="88772" y="87272"/>
                </a:lnTo>
                <a:cubicBezTo>
                  <a:pt x="88772" y="87272"/>
                  <a:pt x="87561" y="98183"/>
                  <a:pt x="87561" y="98183"/>
                </a:cubicBezTo>
                <a:close/>
                <a:moveTo>
                  <a:pt x="70911" y="65455"/>
                </a:moveTo>
                <a:lnTo>
                  <a:pt x="56077" y="65455"/>
                </a:lnTo>
                <a:lnTo>
                  <a:pt x="54866" y="54544"/>
                </a:lnTo>
                <a:lnTo>
                  <a:pt x="70911" y="54544"/>
                </a:lnTo>
                <a:cubicBezTo>
                  <a:pt x="70911" y="54544"/>
                  <a:pt x="70911" y="65455"/>
                  <a:pt x="70911" y="65455"/>
                </a:cubicBezTo>
                <a:close/>
                <a:moveTo>
                  <a:pt x="70911" y="81816"/>
                </a:moveTo>
                <a:lnTo>
                  <a:pt x="57894" y="81816"/>
                </a:lnTo>
                <a:lnTo>
                  <a:pt x="56683" y="70911"/>
                </a:lnTo>
                <a:lnTo>
                  <a:pt x="70911" y="70911"/>
                </a:lnTo>
                <a:cubicBezTo>
                  <a:pt x="70911" y="70911"/>
                  <a:pt x="70911" y="81816"/>
                  <a:pt x="70911" y="81816"/>
                </a:cubicBezTo>
                <a:close/>
                <a:moveTo>
                  <a:pt x="70911" y="98183"/>
                </a:moveTo>
                <a:lnTo>
                  <a:pt x="59711" y="98183"/>
                </a:lnTo>
                <a:lnTo>
                  <a:pt x="58505" y="87272"/>
                </a:lnTo>
                <a:lnTo>
                  <a:pt x="70911" y="87272"/>
                </a:lnTo>
                <a:cubicBezTo>
                  <a:pt x="70911" y="87272"/>
                  <a:pt x="70911" y="98183"/>
                  <a:pt x="70911" y="98183"/>
                </a:cubicBezTo>
                <a:close/>
                <a:moveTo>
                  <a:pt x="49088" y="114544"/>
                </a:moveTo>
                <a:cubicBezTo>
                  <a:pt x="46077" y="114544"/>
                  <a:pt x="43638" y="112105"/>
                  <a:pt x="43638" y="109088"/>
                </a:cubicBezTo>
                <a:cubicBezTo>
                  <a:pt x="43638" y="106083"/>
                  <a:pt x="46077" y="103638"/>
                  <a:pt x="49088" y="103638"/>
                </a:cubicBezTo>
                <a:cubicBezTo>
                  <a:pt x="52105" y="103638"/>
                  <a:pt x="54544" y="106083"/>
                  <a:pt x="54544" y="109088"/>
                </a:cubicBezTo>
                <a:cubicBezTo>
                  <a:pt x="54544" y="112105"/>
                  <a:pt x="52105" y="114544"/>
                  <a:pt x="49088" y="114544"/>
                </a:cubicBezTo>
                <a:moveTo>
                  <a:pt x="40072" y="87272"/>
                </a:moveTo>
                <a:lnTo>
                  <a:pt x="53016" y="87272"/>
                </a:lnTo>
                <a:lnTo>
                  <a:pt x="54227" y="98183"/>
                </a:lnTo>
                <a:lnTo>
                  <a:pt x="43000" y="98183"/>
                </a:lnTo>
                <a:cubicBezTo>
                  <a:pt x="43000" y="98183"/>
                  <a:pt x="40072" y="87272"/>
                  <a:pt x="40072" y="87272"/>
                </a:cubicBezTo>
                <a:close/>
                <a:moveTo>
                  <a:pt x="38611" y="81816"/>
                </a:moveTo>
                <a:lnTo>
                  <a:pt x="35683" y="70911"/>
                </a:lnTo>
                <a:lnTo>
                  <a:pt x="51194" y="70911"/>
                </a:lnTo>
                <a:lnTo>
                  <a:pt x="52411" y="81816"/>
                </a:lnTo>
                <a:cubicBezTo>
                  <a:pt x="52411" y="81816"/>
                  <a:pt x="38611" y="81816"/>
                  <a:pt x="38611" y="81816"/>
                </a:cubicBezTo>
                <a:close/>
                <a:moveTo>
                  <a:pt x="31294" y="54544"/>
                </a:moveTo>
                <a:lnTo>
                  <a:pt x="49377" y="54544"/>
                </a:lnTo>
                <a:lnTo>
                  <a:pt x="50588" y="65455"/>
                </a:lnTo>
                <a:lnTo>
                  <a:pt x="34222" y="65455"/>
                </a:lnTo>
                <a:cubicBezTo>
                  <a:pt x="34222" y="65455"/>
                  <a:pt x="31294" y="54544"/>
                  <a:pt x="31294" y="54544"/>
                </a:cubicBezTo>
                <a:close/>
                <a:moveTo>
                  <a:pt x="97894" y="54544"/>
                </a:moveTo>
                <a:lnTo>
                  <a:pt x="113872" y="54544"/>
                </a:lnTo>
                <a:lnTo>
                  <a:pt x="111450" y="65455"/>
                </a:lnTo>
                <a:lnTo>
                  <a:pt x="96683" y="65455"/>
                </a:lnTo>
                <a:cubicBezTo>
                  <a:pt x="96683" y="65455"/>
                  <a:pt x="97894" y="54544"/>
                  <a:pt x="97894" y="54544"/>
                </a:cubicBezTo>
                <a:close/>
                <a:moveTo>
                  <a:pt x="108994" y="101566"/>
                </a:moveTo>
                <a:lnTo>
                  <a:pt x="109011" y="101572"/>
                </a:lnTo>
                <a:lnTo>
                  <a:pt x="119916" y="52483"/>
                </a:lnTo>
                <a:lnTo>
                  <a:pt x="119872" y="52466"/>
                </a:lnTo>
                <a:cubicBezTo>
                  <a:pt x="119927" y="52255"/>
                  <a:pt x="120000" y="52050"/>
                  <a:pt x="120000" y="51816"/>
                </a:cubicBezTo>
                <a:cubicBezTo>
                  <a:pt x="120000" y="50311"/>
                  <a:pt x="118777" y="49088"/>
                  <a:pt x="117272" y="49088"/>
                </a:cubicBezTo>
                <a:lnTo>
                  <a:pt x="29833" y="49088"/>
                </a:lnTo>
                <a:lnTo>
                  <a:pt x="25966" y="34672"/>
                </a:lnTo>
                <a:lnTo>
                  <a:pt x="25927" y="34683"/>
                </a:lnTo>
                <a:cubicBezTo>
                  <a:pt x="25583" y="33561"/>
                  <a:pt x="24583" y="32727"/>
                  <a:pt x="23350" y="32727"/>
                </a:cubicBezTo>
                <a:lnTo>
                  <a:pt x="2727" y="32727"/>
                </a:lnTo>
                <a:cubicBezTo>
                  <a:pt x="1222" y="32727"/>
                  <a:pt x="0" y="33944"/>
                  <a:pt x="0" y="35455"/>
                </a:cubicBezTo>
                <a:cubicBezTo>
                  <a:pt x="0" y="36961"/>
                  <a:pt x="1222" y="38183"/>
                  <a:pt x="2727" y="38183"/>
                </a:cubicBezTo>
                <a:lnTo>
                  <a:pt x="21261" y="38183"/>
                </a:lnTo>
                <a:lnTo>
                  <a:pt x="38294" y="101694"/>
                </a:lnTo>
                <a:lnTo>
                  <a:pt x="38300" y="101694"/>
                </a:lnTo>
                <a:cubicBezTo>
                  <a:pt x="38533" y="102461"/>
                  <a:pt x="39094" y="103083"/>
                  <a:pt x="39822" y="103405"/>
                </a:cubicBezTo>
                <a:cubicBezTo>
                  <a:pt x="38800" y="105066"/>
                  <a:pt x="38183" y="107000"/>
                  <a:pt x="38183" y="109088"/>
                </a:cubicBezTo>
                <a:cubicBezTo>
                  <a:pt x="38183" y="115116"/>
                  <a:pt x="43066" y="120000"/>
                  <a:pt x="49088" y="120000"/>
                </a:cubicBezTo>
                <a:cubicBezTo>
                  <a:pt x="55116" y="120000"/>
                  <a:pt x="60000" y="115116"/>
                  <a:pt x="60000" y="109088"/>
                </a:cubicBezTo>
                <a:cubicBezTo>
                  <a:pt x="60000" y="107094"/>
                  <a:pt x="59422" y="105250"/>
                  <a:pt x="58488" y="103638"/>
                </a:cubicBezTo>
                <a:lnTo>
                  <a:pt x="88783" y="103638"/>
                </a:lnTo>
                <a:cubicBezTo>
                  <a:pt x="87850" y="105250"/>
                  <a:pt x="87272" y="107094"/>
                  <a:pt x="87272" y="109088"/>
                </a:cubicBezTo>
                <a:cubicBezTo>
                  <a:pt x="87272" y="115116"/>
                  <a:pt x="92155" y="120000"/>
                  <a:pt x="98183" y="120000"/>
                </a:cubicBezTo>
                <a:cubicBezTo>
                  <a:pt x="104205" y="120000"/>
                  <a:pt x="109088" y="115116"/>
                  <a:pt x="109088" y="109088"/>
                </a:cubicBezTo>
                <a:cubicBezTo>
                  <a:pt x="109088" y="107000"/>
                  <a:pt x="108472" y="105066"/>
                  <a:pt x="107455" y="103405"/>
                </a:cubicBezTo>
                <a:cubicBezTo>
                  <a:pt x="108216" y="103066"/>
                  <a:pt x="108783" y="102388"/>
                  <a:pt x="108994" y="101566"/>
                </a:cubicBezTo>
                <a:moveTo>
                  <a:pt x="62727" y="16361"/>
                </a:moveTo>
                <a:cubicBezTo>
                  <a:pt x="63483" y="16361"/>
                  <a:pt x="64161" y="16061"/>
                  <a:pt x="64655" y="15566"/>
                </a:cubicBezTo>
                <a:lnTo>
                  <a:pt x="70911" y="9311"/>
                </a:lnTo>
                <a:lnTo>
                  <a:pt x="70911" y="40911"/>
                </a:lnTo>
                <a:cubicBezTo>
                  <a:pt x="70911" y="42411"/>
                  <a:pt x="72127" y="43638"/>
                  <a:pt x="73638" y="43638"/>
                </a:cubicBezTo>
                <a:cubicBezTo>
                  <a:pt x="75144" y="43638"/>
                  <a:pt x="76361" y="42411"/>
                  <a:pt x="76361" y="40911"/>
                </a:cubicBezTo>
                <a:lnTo>
                  <a:pt x="76361" y="9311"/>
                </a:lnTo>
                <a:lnTo>
                  <a:pt x="82616" y="15566"/>
                </a:lnTo>
                <a:cubicBezTo>
                  <a:pt x="83105" y="16061"/>
                  <a:pt x="83788" y="16361"/>
                  <a:pt x="84544" y="16361"/>
                </a:cubicBezTo>
                <a:cubicBezTo>
                  <a:pt x="86055" y="16361"/>
                  <a:pt x="87272" y="15144"/>
                  <a:pt x="87272" y="13638"/>
                </a:cubicBezTo>
                <a:cubicBezTo>
                  <a:pt x="87272" y="12883"/>
                  <a:pt x="86966" y="12200"/>
                  <a:pt x="86472" y="11705"/>
                </a:cubicBezTo>
                <a:lnTo>
                  <a:pt x="75566" y="800"/>
                </a:lnTo>
                <a:cubicBezTo>
                  <a:pt x="75072" y="305"/>
                  <a:pt x="74388" y="0"/>
                  <a:pt x="73638" y="0"/>
                </a:cubicBezTo>
                <a:cubicBezTo>
                  <a:pt x="72877" y="0"/>
                  <a:pt x="72200" y="305"/>
                  <a:pt x="71705" y="800"/>
                </a:cubicBezTo>
                <a:lnTo>
                  <a:pt x="60800" y="11705"/>
                </a:lnTo>
                <a:cubicBezTo>
                  <a:pt x="60305" y="12200"/>
                  <a:pt x="60000" y="12883"/>
                  <a:pt x="60000" y="13638"/>
                </a:cubicBezTo>
                <a:cubicBezTo>
                  <a:pt x="60000" y="15144"/>
                  <a:pt x="61222" y="16361"/>
                  <a:pt x="62727" y="1636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8" name="Shape 4779">
            <a:extLst>
              <a:ext uri="{FF2B5EF4-FFF2-40B4-BE49-F238E27FC236}">
                <a16:creationId xmlns:a16="http://schemas.microsoft.com/office/drawing/2014/main" id="{548CC53E-3B4C-9DF5-9BFB-880C8F93B522}"/>
              </a:ext>
            </a:extLst>
          </p:cNvPr>
          <p:cNvSpPr/>
          <p:nvPr/>
        </p:nvSpPr>
        <p:spPr>
          <a:xfrm>
            <a:off x="6222381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8000"/>
                </a:moveTo>
                <a:lnTo>
                  <a:pt x="96077" y="66000"/>
                </a:lnTo>
                <a:lnTo>
                  <a:pt x="110238" y="66000"/>
                </a:lnTo>
                <a:lnTo>
                  <a:pt x="107816" y="78000"/>
                </a:lnTo>
                <a:cubicBezTo>
                  <a:pt x="107816" y="78000"/>
                  <a:pt x="94866" y="78000"/>
                  <a:pt x="94866" y="78000"/>
                </a:cubicBezTo>
                <a:close/>
                <a:moveTo>
                  <a:pt x="104177" y="96000"/>
                </a:moveTo>
                <a:lnTo>
                  <a:pt x="93044" y="96000"/>
                </a:lnTo>
                <a:lnTo>
                  <a:pt x="94261" y="84000"/>
                </a:lnTo>
                <a:lnTo>
                  <a:pt x="106600" y="84000"/>
                </a:lnTo>
                <a:cubicBezTo>
                  <a:pt x="106600" y="84000"/>
                  <a:pt x="104177" y="96000"/>
                  <a:pt x="104177" y="96000"/>
                </a:cubicBezTo>
                <a:close/>
                <a:moveTo>
                  <a:pt x="98183" y="114000"/>
                </a:moveTo>
                <a:cubicBezTo>
                  <a:pt x="95172" y="114000"/>
                  <a:pt x="92727" y="111311"/>
                  <a:pt x="92727" y="108000"/>
                </a:cubicBezTo>
                <a:cubicBezTo>
                  <a:pt x="92727" y="104688"/>
                  <a:pt x="95172" y="102000"/>
                  <a:pt x="98183" y="102000"/>
                </a:cubicBezTo>
                <a:cubicBezTo>
                  <a:pt x="101194" y="102000"/>
                  <a:pt x="103638" y="104688"/>
                  <a:pt x="103638" y="108000"/>
                </a:cubicBezTo>
                <a:cubicBezTo>
                  <a:pt x="103638" y="111311"/>
                  <a:pt x="101194" y="114000"/>
                  <a:pt x="98183" y="114000"/>
                </a:cubicBezTo>
                <a:moveTo>
                  <a:pt x="91194" y="60000"/>
                </a:moveTo>
                <a:lnTo>
                  <a:pt x="76361" y="60000"/>
                </a:lnTo>
                <a:lnTo>
                  <a:pt x="76361" y="48000"/>
                </a:lnTo>
                <a:lnTo>
                  <a:pt x="92411" y="48000"/>
                </a:lnTo>
                <a:cubicBezTo>
                  <a:pt x="92411" y="48000"/>
                  <a:pt x="91194" y="60000"/>
                  <a:pt x="91194" y="60000"/>
                </a:cubicBezTo>
                <a:close/>
                <a:moveTo>
                  <a:pt x="89377" y="78000"/>
                </a:moveTo>
                <a:lnTo>
                  <a:pt x="76361" y="78000"/>
                </a:lnTo>
                <a:lnTo>
                  <a:pt x="76361" y="66000"/>
                </a:lnTo>
                <a:lnTo>
                  <a:pt x="90594" y="66000"/>
                </a:lnTo>
                <a:cubicBezTo>
                  <a:pt x="90594" y="66000"/>
                  <a:pt x="89377" y="78000"/>
                  <a:pt x="89377" y="78000"/>
                </a:cubicBezTo>
                <a:close/>
                <a:moveTo>
                  <a:pt x="87561" y="96000"/>
                </a:moveTo>
                <a:lnTo>
                  <a:pt x="76361" y="96000"/>
                </a:lnTo>
                <a:lnTo>
                  <a:pt x="76361" y="84000"/>
                </a:lnTo>
                <a:lnTo>
                  <a:pt x="88772" y="84000"/>
                </a:lnTo>
                <a:cubicBezTo>
                  <a:pt x="88772" y="84000"/>
                  <a:pt x="87561" y="96000"/>
                  <a:pt x="87561" y="96000"/>
                </a:cubicBezTo>
                <a:close/>
                <a:moveTo>
                  <a:pt x="70911" y="60000"/>
                </a:moveTo>
                <a:lnTo>
                  <a:pt x="56077" y="60000"/>
                </a:lnTo>
                <a:lnTo>
                  <a:pt x="54866" y="48000"/>
                </a:lnTo>
                <a:lnTo>
                  <a:pt x="70911" y="48000"/>
                </a:lnTo>
                <a:cubicBezTo>
                  <a:pt x="70911" y="48000"/>
                  <a:pt x="70911" y="60000"/>
                  <a:pt x="70911" y="60000"/>
                </a:cubicBezTo>
                <a:close/>
                <a:moveTo>
                  <a:pt x="70911" y="78000"/>
                </a:moveTo>
                <a:lnTo>
                  <a:pt x="57900" y="78000"/>
                </a:lnTo>
                <a:lnTo>
                  <a:pt x="56683" y="66000"/>
                </a:lnTo>
                <a:lnTo>
                  <a:pt x="70911" y="66000"/>
                </a:lnTo>
                <a:cubicBezTo>
                  <a:pt x="70911" y="66000"/>
                  <a:pt x="70911" y="78000"/>
                  <a:pt x="70911" y="78000"/>
                </a:cubicBezTo>
                <a:close/>
                <a:moveTo>
                  <a:pt x="70911" y="96000"/>
                </a:moveTo>
                <a:lnTo>
                  <a:pt x="59711" y="96000"/>
                </a:lnTo>
                <a:lnTo>
                  <a:pt x="58505" y="84000"/>
                </a:lnTo>
                <a:lnTo>
                  <a:pt x="70911" y="84000"/>
                </a:lnTo>
                <a:cubicBezTo>
                  <a:pt x="70911" y="84000"/>
                  <a:pt x="70911" y="96000"/>
                  <a:pt x="70911" y="96000"/>
                </a:cubicBezTo>
                <a:close/>
                <a:moveTo>
                  <a:pt x="49088" y="114000"/>
                </a:moveTo>
                <a:cubicBezTo>
                  <a:pt x="46077" y="114000"/>
                  <a:pt x="43638" y="111311"/>
                  <a:pt x="43638" y="108000"/>
                </a:cubicBezTo>
                <a:cubicBezTo>
                  <a:pt x="43638" y="104688"/>
                  <a:pt x="46077" y="102000"/>
                  <a:pt x="49088" y="102000"/>
                </a:cubicBezTo>
                <a:cubicBezTo>
                  <a:pt x="52105" y="102000"/>
                  <a:pt x="54544" y="104688"/>
                  <a:pt x="54544" y="108000"/>
                </a:cubicBezTo>
                <a:cubicBezTo>
                  <a:pt x="54544" y="111311"/>
                  <a:pt x="52105" y="114000"/>
                  <a:pt x="49088" y="114000"/>
                </a:cubicBezTo>
                <a:moveTo>
                  <a:pt x="40077" y="84000"/>
                </a:moveTo>
                <a:lnTo>
                  <a:pt x="53016" y="84000"/>
                </a:lnTo>
                <a:lnTo>
                  <a:pt x="54227" y="96000"/>
                </a:lnTo>
                <a:lnTo>
                  <a:pt x="43000" y="96000"/>
                </a:lnTo>
                <a:cubicBezTo>
                  <a:pt x="43000" y="96000"/>
                  <a:pt x="40077" y="84000"/>
                  <a:pt x="40077" y="84000"/>
                </a:cubicBezTo>
                <a:close/>
                <a:moveTo>
                  <a:pt x="38611" y="78000"/>
                </a:moveTo>
                <a:lnTo>
                  <a:pt x="35688" y="66000"/>
                </a:lnTo>
                <a:lnTo>
                  <a:pt x="51194" y="66000"/>
                </a:lnTo>
                <a:lnTo>
                  <a:pt x="52411" y="78000"/>
                </a:lnTo>
                <a:cubicBezTo>
                  <a:pt x="52411" y="78000"/>
                  <a:pt x="38611" y="78000"/>
                  <a:pt x="38611" y="78000"/>
                </a:cubicBezTo>
                <a:close/>
                <a:moveTo>
                  <a:pt x="31294" y="48000"/>
                </a:moveTo>
                <a:lnTo>
                  <a:pt x="49377" y="48000"/>
                </a:lnTo>
                <a:lnTo>
                  <a:pt x="50594" y="60000"/>
                </a:lnTo>
                <a:lnTo>
                  <a:pt x="34222" y="60000"/>
                </a:lnTo>
                <a:cubicBezTo>
                  <a:pt x="34222" y="60000"/>
                  <a:pt x="31294" y="48000"/>
                  <a:pt x="31294" y="48000"/>
                </a:cubicBezTo>
                <a:close/>
                <a:moveTo>
                  <a:pt x="97894" y="48000"/>
                </a:moveTo>
                <a:lnTo>
                  <a:pt x="113877" y="48000"/>
                </a:lnTo>
                <a:lnTo>
                  <a:pt x="111450" y="60000"/>
                </a:lnTo>
                <a:lnTo>
                  <a:pt x="96683" y="60000"/>
                </a:lnTo>
                <a:cubicBezTo>
                  <a:pt x="96683" y="60000"/>
                  <a:pt x="97894" y="48000"/>
                  <a:pt x="97894" y="48000"/>
                </a:cubicBezTo>
                <a:close/>
                <a:moveTo>
                  <a:pt x="108994" y="99722"/>
                </a:moveTo>
                <a:lnTo>
                  <a:pt x="109011" y="99727"/>
                </a:lnTo>
                <a:lnTo>
                  <a:pt x="119922" y="45727"/>
                </a:lnTo>
                <a:lnTo>
                  <a:pt x="119872" y="45716"/>
                </a:lnTo>
                <a:cubicBezTo>
                  <a:pt x="119922" y="45477"/>
                  <a:pt x="120000" y="45250"/>
                  <a:pt x="120000" y="45000"/>
                </a:cubicBezTo>
                <a:cubicBezTo>
                  <a:pt x="120000" y="43344"/>
                  <a:pt x="118777" y="42000"/>
                  <a:pt x="117272" y="42000"/>
                </a:cubicBezTo>
                <a:lnTo>
                  <a:pt x="29833" y="42000"/>
                </a:lnTo>
                <a:lnTo>
                  <a:pt x="25966" y="26138"/>
                </a:lnTo>
                <a:lnTo>
                  <a:pt x="25927" y="26150"/>
                </a:lnTo>
                <a:cubicBezTo>
                  <a:pt x="25588" y="24916"/>
                  <a:pt x="24588" y="24000"/>
                  <a:pt x="23355" y="24000"/>
                </a:cubicBezTo>
                <a:lnTo>
                  <a:pt x="2727" y="24000"/>
                </a:lnTo>
                <a:cubicBezTo>
                  <a:pt x="1222" y="24000"/>
                  <a:pt x="0" y="25344"/>
                  <a:pt x="0" y="27000"/>
                </a:cubicBezTo>
                <a:cubicBezTo>
                  <a:pt x="0" y="28661"/>
                  <a:pt x="1222" y="30000"/>
                  <a:pt x="2727" y="30000"/>
                </a:cubicBezTo>
                <a:lnTo>
                  <a:pt x="21261" y="30000"/>
                </a:lnTo>
                <a:lnTo>
                  <a:pt x="38294" y="99861"/>
                </a:lnTo>
                <a:lnTo>
                  <a:pt x="38305" y="99861"/>
                </a:lnTo>
                <a:cubicBezTo>
                  <a:pt x="38533" y="100705"/>
                  <a:pt x="39094" y="101394"/>
                  <a:pt x="39822" y="101744"/>
                </a:cubicBezTo>
                <a:cubicBezTo>
                  <a:pt x="38800" y="103572"/>
                  <a:pt x="38183" y="105700"/>
                  <a:pt x="38183" y="108000"/>
                </a:cubicBezTo>
                <a:cubicBezTo>
                  <a:pt x="38183" y="114627"/>
                  <a:pt x="43066" y="120000"/>
                  <a:pt x="49088" y="120000"/>
                </a:cubicBezTo>
                <a:cubicBezTo>
                  <a:pt x="55116" y="120000"/>
                  <a:pt x="60000" y="114627"/>
                  <a:pt x="60000" y="108000"/>
                </a:cubicBezTo>
                <a:cubicBezTo>
                  <a:pt x="60000" y="105805"/>
                  <a:pt x="59422" y="103772"/>
                  <a:pt x="58488" y="102000"/>
                </a:cubicBezTo>
                <a:lnTo>
                  <a:pt x="88788" y="102000"/>
                </a:lnTo>
                <a:cubicBezTo>
                  <a:pt x="87850" y="103772"/>
                  <a:pt x="87272" y="105805"/>
                  <a:pt x="87272" y="108000"/>
                </a:cubicBezTo>
                <a:cubicBezTo>
                  <a:pt x="87272" y="114627"/>
                  <a:pt x="92155" y="120000"/>
                  <a:pt x="98183" y="120000"/>
                </a:cubicBezTo>
                <a:cubicBezTo>
                  <a:pt x="104205" y="120000"/>
                  <a:pt x="109088" y="114627"/>
                  <a:pt x="109088" y="108000"/>
                </a:cubicBezTo>
                <a:cubicBezTo>
                  <a:pt x="109088" y="105700"/>
                  <a:pt x="108477" y="103572"/>
                  <a:pt x="107455" y="101744"/>
                </a:cubicBezTo>
                <a:cubicBezTo>
                  <a:pt x="108216" y="101377"/>
                  <a:pt x="108783" y="100627"/>
                  <a:pt x="108994" y="99722"/>
                </a:cubicBezTo>
                <a:moveTo>
                  <a:pt x="51816" y="18000"/>
                </a:moveTo>
                <a:lnTo>
                  <a:pt x="83416" y="18000"/>
                </a:lnTo>
                <a:lnTo>
                  <a:pt x="77161" y="24877"/>
                </a:lnTo>
                <a:cubicBezTo>
                  <a:pt x="76672" y="25427"/>
                  <a:pt x="76361" y="26172"/>
                  <a:pt x="76361" y="27000"/>
                </a:cubicBezTo>
                <a:cubicBezTo>
                  <a:pt x="76361" y="28661"/>
                  <a:pt x="77588" y="30000"/>
                  <a:pt x="79088" y="30000"/>
                </a:cubicBezTo>
                <a:cubicBezTo>
                  <a:pt x="79850" y="30000"/>
                  <a:pt x="80527" y="29666"/>
                  <a:pt x="81016" y="29122"/>
                </a:cubicBezTo>
                <a:lnTo>
                  <a:pt x="91927" y="17122"/>
                </a:lnTo>
                <a:cubicBezTo>
                  <a:pt x="92422" y="16577"/>
                  <a:pt x="92727" y="15827"/>
                  <a:pt x="92727" y="15000"/>
                </a:cubicBezTo>
                <a:cubicBezTo>
                  <a:pt x="92727" y="14177"/>
                  <a:pt x="92422" y="13427"/>
                  <a:pt x="91927" y="12877"/>
                </a:cubicBezTo>
                <a:lnTo>
                  <a:pt x="81016" y="877"/>
                </a:lnTo>
                <a:cubicBezTo>
                  <a:pt x="80527" y="338"/>
                  <a:pt x="79850" y="0"/>
                  <a:pt x="79088" y="0"/>
                </a:cubicBezTo>
                <a:cubicBezTo>
                  <a:pt x="77588" y="0"/>
                  <a:pt x="76361" y="1344"/>
                  <a:pt x="76361" y="3000"/>
                </a:cubicBezTo>
                <a:cubicBezTo>
                  <a:pt x="76361" y="3827"/>
                  <a:pt x="76672" y="4577"/>
                  <a:pt x="77161" y="5122"/>
                </a:cubicBezTo>
                <a:lnTo>
                  <a:pt x="83416" y="12000"/>
                </a:lnTo>
                <a:lnTo>
                  <a:pt x="51816" y="12000"/>
                </a:lnTo>
                <a:cubicBezTo>
                  <a:pt x="50311" y="12000"/>
                  <a:pt x="49088" y="13344"/>
                  <a:pt x="49088" y="15000"/>
                </a:cubicBezTo>
                <a:cubicBezTo>
                  <a:pt x="49088" y="16661"/>
                  <a:pt x="50311" y="18000"/>
                  <a:pt x="51816" y="18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50" name="Shape 4780">
            <a:extLst>
              <a:ext uri="{FF2B5EF4-FFF2-40B4-BE49-F238E27FC236}">
                <a16:creationId xmlns:a16="http://schemas.microsoft.com/office/drawing/2014/main" id="{BC85F883-AEF6-4E70-8A5D-CD7F1F3D1B55}"/>
              </a:ext>
            </a:extLst>
          </p:cNvPr>
          <p:cNvSpPr/>
          <p:nvPr/>
        </p:nvSpPr>
        <p:spPr>
          <a:xfrm>
            <a:off x="6726567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8000"/>
                </a:moveTo>
                <a:lnTo>
                  <a:pt x="96077" y="66000"/>
                </a:lnTo>
                <a:lnTo>
                  <a:pt x="110238" y="66000"/>
                </a:lnTo>
                <a:lnTo>
                  <a:pt x="107816" y="78000"/>
                </a:lnTo>
                <a:cubicBezTo>
                  <a:pt x="107816" y="78000"/>
                  <a:pt x="94866" y="78000"/>
                  <a:pt x="94866" y="78000"/>
                </a:cubicBezTo>
                <a:close/>
                <a:moveTo>
                  <a:pt x="104177" y="96000"/>
                </a:moveTo>
                <a:lnTo>
                  <a:pt x="93044" y="96000"/>
                </a:lnTo>
                <a:lnTo>
                  <a:pt x="94261" y="84000"/>
                </a:lnTo>
                <a:lnTo>
                  <a:pt x="106600" y="84000"/>
                </a:lnTo>
                <a:cubicBezTo>
                  <a:pt x="106600" y="84000"/>
                  <a:pt x="104177" y="96000"/>
                  <a:pt x="104177" y="96000"/>
                </a:cubicBezTo>
                <a:close/>
                <a:moveTo>
                  <a:pt x="98183" y="114000"/>
                </a:moveTo>
                <a:cubicBezTo>
                  <a:pt x="95172" y="114000"/>
                  <a:pt x="92727" y="111311"/>
                  <a:pt x="92727" y="108000"/>
                </a:cubicBezTo>
                <a:cubicBezTo>
                  <a:pt x="92727" y="104688"/>
                  <a:pt x="95172" y="102000"/>
                  <a:pt x="98183" y="102000"/>
                </a:cubicBezTo>
                <a:cubicBezTo>
                  <a:pt x="101194" y="102000"/>
                  <a:pt x="103638" y="104688"/>
                  <a:pt x="103638" y="108000"/>
                </a:cubicBezTo>
                <a:cubicBezTo>
                  <a:pt x="103638" y="111311"/>
                  <a:pt x="101194" y="114000"/>
                  <a:pt x="98183" y="114000"/>
                </a:cubicBezTo>
                <a:moveTo>
                  <a:pt x="91194" y="60000"/>
                </a:moveTo>
                <a:lnTo>
                  <a:pt x="76361" y="60000"/>
                </a:lnTo>
                <a:lnTo>
                  <a:pt x="76361" y="48000"/>
                </a:lnTo>
                <a:lnTo>
                  <a:pt x="92411" y="48000"/>
                </a:lnTo>
                <a:cubicBezTo>
                  <a:pt x="92411" y="48000"/>
                  <a:pt x="91194" y="60000"/>
                  <a:pt x="91194" y="60000"/>
                </a:cubicBezTo>
                <a:close/>
                <a:moveTo>
                  <a:pt x="89377" y="78000"/>
                </a:moveTo>
                <a:lnTo>
                  <a:pt x="76361" y="78000"/>
                </a:lnTo>
                <a:lnTo>
                  <a:pt x="76361" y="66000"/>
                </a:lnTo>
                <a:lnTo>
                  <a:pt x="90594" y="66000"/>
                </a:lnTo>
                <a:cubicBezTo>
                  <a:pt x="90594" y="66000"/>
                  <a:pt x="89377" y="78000"/>
                  <a:pt x="89377" y="78000"/>
                </a:cubicBezTo>
                <a:close/>
                <a:moveTo>
                  <a:pt x="87561" y="96000"/>
                </a:moveTo>
                <a:lnTo>
                  <a:pt x="76361" y="96000"/>
                </a:lnTo>
                <a:lnTo>
                  <a:pt x="76361" y="84000"/>
                </a:lnTo>
                <a:lnTo>
                  <a:pt x="88772" y="84000"/>
                </a:lnTo>
                <a:cubicBezTo>
                  <a:pt x="88772" y="84000"/>
                  <a:pt x="87561" y="96000"/>
                  <a:pt x="87561" y="96000"/>
                </a:cubicBezTo>
                <a:close/>
                <a:moveTo>
                  <a:pt x="70911" y="60000"/>
                </a:moveTo>
                <a:lnTo>
                  <a:pt x="56077" y="60000"/>
                </a:lnTo>
                <a:lnTo>
                  <a:pt x="54866" y="48000"/>
                </a:lnTo>
                <a:lnTo>
                  <a:pt x="70911" y="48000"/>
                </a:lnTo>
                <a:cubicBezTo>
                  <a:pt x="70911" y="48000"/>
                  <a:pt x="70911" y="60000"/>
                  <a:pt x="70911" y="60000"/>
                </a:cubicBezTo>
                <a:close/>
                <a:moveTo>
                  <a:pt x="70911" y="78000"/>
                </a:moveTo>
                <a:lnTo>
                  <a:pt x="57900" y="78000"/>
                </a:lnTo>
                <a:lnTo>
                  <a:pt x="56683" y="66000"/>
                </a:lnTo>
                <a:lnTo>
                  <a:pt x="70911" y="66000"/>
                </a:lnTo>
                <a:cubicBezTo>
                  <a:pt x="70911" y="66000"/>
                  <a:pt x="70911" y="78000"/>
                  <a:pt x="70911" y="78000"/>
                </a:cubicBezTo>
                <a:close/>
                <a:moveTo>
                  <a:pt x="70911" y="96000"/>
                </a:moveTo>
                <a:lnTo>
                  <a:pt x="59711" y="96000"/>
                </a:lnTo>
                <a:lnTo>
                  <a:pt x="58505" y="84000"/>
                </a:lnTo>
                <a:lnTo>
                  <a:pt x="70911" y="84000"/>
                </a:lnTo>
                <a:cubicBezTo>
                  <a:pt x="70911" y="84000"/>
                  <a:pt x="70911" y="96000"/>
                  <a:pt x="70911" y="96000"/>
                </a:cubicBezTo>
                <a:close/>
                <a:moveTo>
                  <a:pt x="49088" y="114000"/>
                </a:moveTo>
                <a:cubicBezTo>
                  <a:pt x="46077" y="114000"/>
                  <a:pt x="43638" y="111311"/>
                  <a:pt x="43638" y="108000"/>
                </a:cubicBezTo>
                <a:cubicBezTo>
                  <a:pt x="43638" y="104688"/>
                  <a:pt x="46077" y="102000"/>
                  <a:pt x="49088" y="102000"/>
                </a:cubicBezTo>
                <a:cubicBezTo>
                  <a:pt x="52105" y="102000"/>
                  <a:pt x="54544" y="104688"/>
                  <a:pt x="54544" y="108000"/>
                </a:cubicBezTo>
                <a:cubicBezTo>
                  <a:pt x="54544" y="111311"/>
                  <a:pt x="52105" y="114000"/>
                  <a:pt x="49088" y="114000"/>
                </a:cubicBezTo>
                <a:moveTo>
                  <a:pt x="40077" y="84000"/>
                </a:moveTo>
                <a:lnTo>
                  <a:pt x="53016" y="84000"/>
                </a:lnTo>
                <a:lnTo>
                  <a:pt x="54227" y="96000"/>
                </a:lnTo>
                <a:lnTo>
                  <a:pt x="43000" y="96000"/>
                </a:lnTo>
                <a:cubicBezTo>
                  <a:pt x="43000" y="96000"/>
                  <a:pt x="40077" y="84000"/>
                  <a:pt x="40077" y="84000"/>
                </a:cubicBezTo>
                <a:close/>
                <a:moveTo>
                  <a:pt x="38611" y="78000"/>
                </a:moveTo>
                <a:lnTo>
                  <a:pt x="35688" y="66000"/>
                </a:lnTo>
                <a:lnTo>
                  <a:pt x="51194" y="66000"/>
                </a:lnTo>
                <a:lnTo>
                  <a:pt x="52411" y="78000"/>
                </a:lnTo>
                <a:cubicBezTo>
                  <a:pt x="52411" y="78000"/>
                  <a:pt x="38611" y="78000"/>
                  <a:pt x="38611" y="78000"/>
                </a:cubicBezTo>
                <a:close/>
                <a:moveTo>
                  <a:pt x="31294" y="48000"/>
                </a:moveTo>
                <a:lnTo>
                  <a:pt x="49377" y="48000"/>
                </a:lnTo>
                <a:lnTo>
                  <a:pt x="50594" y="60000"/>
                </a:lnTo>
                <a:lnTo>
                  <a:pt x="34222" y="60000"/>
                </a:lnTo>
                <a:cubicBezTo>
                  <a:pt x="34222" y="60000"/>
                  <a:pt x="31294" y="48000"/>
                  <a:pt x="31294" y="48000"/>
                </a:cubicBezTo>
                <a:close/>
                <a:moveTo>
                  <a:pt x="97894" y="48000"/>
                </a:moveTo>
                <a:lnTo>
                  <a:pt x="113877" y="48000"/>
                </a:lnTo>
                <a:lnTo>
                  <a:pt x="111450" y="60000"/>
                </a:lnTo>
                <a:lnTo>
                  <a:pt x="96683" y="60000"/>
                </a:lnTo>
                <a:cubicBezTo>
                  <a:pt x="96683" y="60000"/>
                  <a:pt x="97894" y="48000"/>
                  <a:pt x="97894" y="48000"/>
                </a:cubicBezTo>
                <a:close/>
                <a:moveTo>
                  <a:pt x="108994" y="99722"/>
                </a:moveTo>
                <a:lnTo>
                  <a:pt x="109011" y="99727"/>
                </a:lnTo>
                <a:lnTo>
                  <a:pt x="119922" y="45727"/>
                </a:lnTo>
                <a:lnTo>
                  <a:pt x="119872" y="45716"/>
                </a:lnTo>
                <a:cubicBezTo>
                  <a:pt x="119922" y="45477"/>
                  <a:pt x="120000" y="45250"/>
                  <a:pt x="120000" y="45000"/>
                </a:cubicBezTo>
                <a:cubicBezTo>
                  <a:pt x="120000" y="43344"/>
                  <a:pt x="118777" y="42000"/>
                  <a:pt x="117272" y="42000"/>
                </a:cubicBezTo>
                <a:lnTo>
                  <a:pt x="29833" y="42000"/>
                </a:lnTo>
                <a:lnTo>
                  <a:pt x="25966" y="26138"/>
                </a:lnTo>
                <a:lnTo>
                  <a:pt x="25927" y="26150"/>
                </a:lnTo>
                <a:cubicBezTo>
                  <a:pt x="25588" y="24916"/>
                  <a:pt x="24588" y="24000"/>
                  <a:pt x="23355" y="24000"/>
                </a:cubicBezTo>
                <a:lnTo>
                  <a:pt x="2727" y="24000"/>
                </a:lnTo>
                <a:cubicBezTo>
                  <a:pt x="1222" y="24000"/>
                  <a:pt x="0" y="25344"/>
                  <a:pt x="0" y="27000"/>
                </a:cubicBezTo>
                <a:cubicBezTo>
                  <a:pt x="0" y="28661"/>
                  <a:pt x="1222" y="30000"/>
                  <a:pt x="2727" y="30000"/>
                </a:cubicBezTo>
                <a:lnTo>
                  <a:pt x="21261" y="30000"/>
                </a:lnTo>
                <a:lnTo>
                  <a:pt x="38294" y="99861"/>
                </a:lnTo>
                <a:lnTo>
                  <a:pt x="38300" y="99861"/>
                </a:lnTo>
                <a:cubicBezTo>
                  <a:pt x="38533" y="100705"/>
                  <a:pt x="39094" y="101394"/>
                  <a:pt x="39822" y="101744"/>
                </a:cubicBezTo>
                <a:cubicBezTo>
                  <a:pt x="38800" y="103572"/>
                  <a:pt x="38183" y="105700"/>
                  <a:pt x="38183" y="108000"/>
                </a:cubicBezTo>
                <a:cubicBezTo>
                  <a:pt x="38183" y="114627"/>
                  <a:pt x="43066" y="120000"/>
                  <a:pt x="49088" y="120000"/>
                </a:cubicBezTo>
                <a:cubicBezTo>
                  <a:pt x="55116" y="120000"/>
                  <a:pt x="60000" y="114627"/>
                  <a:pt x="60000" y="108000"/>
                </a:cubicBezTo>
                <a:cubicBezTo>
                  <a:pt x="60000" y="105805"/>
                  <a:pt x="59422" y="103772"/>
                  <a:pt x="58488" y="102000"/>
                </a:cubicBezTo>
                <a:lnTo>
                  <a:pt x="88788" y="102000"/>
                </a:lnTo>
                <a:cubicBezTo>
                  <a:pt x="87850" y="103772"/>
                  <a:pt x="87272" y="105805"/>
                  <a:pt x="87272" y="108000"/>
                </a:cubicBezTo>
                <a:cubicBezTo>
                  <a:pt x="87272" y="114627"/>
                  <a:pt x="92155" y="120000"/>
                  <a:pt x="98183" y="120000"/>
                </a:cubicBezTo>
                <a:cubicBezTo>
                  <a:pt x="104205" y="120000"/>
                  <a:pt x="109088" y="114627"/>
                  <a:pt x="109088" y="108000"/>
                </a:cubicBezTo>
                <a:cubicBezTo>
                  <a:pt x="109088" y="105700"/>
                  <a:pt x="108477" y="103572"/>
                  <a:pt x="107455" y="101744"/>
                </a:cubicBezTo>
                <a:cubicBezTo>
                  <a:pt x="108216" y="101377"/>
                  <a:pt x="108783" y="100627"/>
                  <a:pt x="108994" y="99722"/>
                </a:cubicBezTo>
                <a:moveTo>
                  <a:pt x="60800" y="29122"/>
                </a:moveTo>
                <a:cubicBezTo>
                  <a:pt x="61294" y="29666"/>
                  <a:pt x="61972" y="30000"/>
                  <a:pt x="62727" y="30000"/>
                </a:cubicBezTo>
                <a:cubicBezTo>
                  <a:pt x="64233" y="30000"/>
                  <a:pt x="65455" y="28661"/>
                  <a:pt x="65455" y="27000"/>
                </a:cubicBezTo>
                <a:cubicBezTo>
                  <a:pt x="65455" y="26172"/>
                  <a:pt x="65150" y="25427"/>
                  <a:pt x="64655" y="24877"/>
                </a:cubicBezTo>
                <a:lnTo>
                  <a:pt x="58400" y="18000"/>
                </a:lnTo>
                <a:lnTo>
                  <a:pt x="90000" y="18000"/>
                </a:lnTo>
                <a:cubicBezTo>
                  <a:pt x="91505" y="18000"/>
                  <a:pt x="92727" y="16661"/>
                  <a:pt x="92727" y="15000"/>
                </a:cubicBezTo>
                <a:cubicBezTo>
                  <a:pt x="92727" y="13344"/>
                  <a:pt x="91505" y="12000"/>
                  <a:pt x="90000" y="12000"/>
                </a:cubicBezTo>
                <a:lnTo>
                  <a:pt x="58400" y="12000"/>
                </a:lnTo>
                <a:lnTo>
                  <a:pt x="64655" y="5122"/>
                </a:lnTo>
                <a:cubicBezTo>
                  <a:pt x="65150" y="4577"/>
                  <a:pt x="65455" y="3827"/>
                  <a:pt x="65455" y="3000"/>
                </a:cubicBezTo>
                <a:cubicBezTo>
                  <a:pt x="65455" y="1344"/>
                  <a:pt x="64233" y="0"/>
                  <a:pt x="62727" y="0"/>
                </a:cubicBezTo>
                <a:cubicBezTo>
                  <a:pt x="61972" y="0"/>
                  <a:pt x="61294" y="338"/>
                  <a:pt x="60800" y="877"/>
                </a:cubicBezTo>
                <a:lnTo>
                  <a:pt x="49888" y="12877"/>
                </a:lnTo>
                <a:cubicBezTo>
                  <a:pt x="49394" y="13427"/>
                  <a:pt x="49088" y="14177"/>
                  <a:pt x="49088" y="15000"/>
                </a:cubicBezTo>
                <a:cubicBezTo>
                  <a:pt x="49088" y="15827"/>
                  <a:pt x="49394" y="16577"/>
                  <a:pt x="49888" y="17122"/>
                </a:cubicBezTo>
                <a:cubicBezTo>
                  <a:pt x="49888" y="17122"/>
                  <a:pt x="60800" y="29122"/>
                  <a:pt x="60800" y="291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52" name="Shape 4781">
            <a:extLst>
              <a:ext uri="{FF2B5EF4-FFF2-40B4-BE49-F238E27FC236}">
                <a16:creationId xmlns:a16="http://schemas.microsoft.com/office/drawing/2014/main" id="{78E45FC8-8858-3102-4729-5F697BC0AF04}"/>
              </a:ext>
            </a:extLst>
          </p:cNvPr>
          <p:cNvSpPr/>
          <p:nvPr/>
        </p:nvSpPr>
        <p:spPr>
          <a:xfrm>
            <a:off x="7230753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8000"/>
                </a:moveTo>
                <a:lnTo>
                  <a:pt x="96077" y="66000"/>
                </a:lnTo>
                <a:lnTo>
                  <a:pt x="110238" y="66000"/>
                </a:lnTo>
                <a:lnTo>
                  <a:pt x="107816" y="78000"/>
                </a:lnTo>
                <a:cubicBezTo>
                  <a:pt x="107816" y="78000"/>
                  <a:pt x="94866" y="78000"/>
                  <a:pt x="94866" y="78000"/>
                </a:cubicBezTo>
                <a:close/>
                <a:moveTo>
                  <a:pt x="104177" y="96000"/>
                </a:moveTo>
                <a:lnTo>
                  <a:pt x="93044" y="96000"/>
                </a:lnTo>
                <a:lnTo>
                  <a:pt x="94261" y="84000"/>
                </a:lnTo>
                <a:lnTo>
                  <a:pt x="106600" y="84000"/>
                </a:lnTo>
                <a:cubicBezTo>
                  <a:pt x="106600" y="84000"/>
                  <a:pt x="104177" y="96000"/>
                  <a:pt x="104177" y="96000"/>
                </a:cubicBezTo>
                <a:close/>
                <a:moveTo>
                  <a:pt x="98183" y="114000"/>
                </a:moveTo>
                <a:cubicBezTo>
                  <a:pt x="95172" y="114000"/>
                  <a:pt x="92727" y="111311"/>
                  <a:pt x="92727" y="108000"/>
                </a:cubicBezTo>
                <a:cubicBezTo>
                  <a:pt x="92727" y="104688"/>
                  <a:pt x="95172" y="102000"/>
                  <a:pt x="98183" y="102000"/>
                </a:cubicBezTo>
                <a:cubicBezTo>
                  <a:pt x="101194" y="102000"/>
                  <a:pt x="103638" y="104688"/>
                  <a:pt x="103638" y="108000"/>
                </a:cubicBezTo>
                <a:cubicBezTo>
                  <a:pt x="103638" y="111311"/>
                  <a:pt x="101194" y="114000"/>
                  <a:pt x="98183" y="114000"/>
                </a:cubicBezTo>
                <a:moveTo>
                  <a:pt x="91194" y="60000"/>
                </a:moveTo>
                <a:lnTo>
                  <a:pt x="76361" y="60000"/>
                </a:lnTo>
                <a:lnTo>
                  <a:pt x="76361" y="48000"/>
                </a:lnTo>
                <a:lnTo>
                  <a:pt x="92411" y="48000"/>
                </a:lnTo>
                <a:cubicBezTo>
                  <a:pt x="92411" y="48000"/>
                  <a:pt x="91194" y="60000"/>
                  <a:pt x="91194" y="60000"/>
                </a:cubicBezTo>
                <a:close/>
                <a:moveTo>
                  <a:pt x="89377" y="78000"/>
                </a:moveTo>
                <a:lnTo>
                  <a:pt x="76361" y="78000"/>
                </a:lnTo>
                <a:lnTo>
                  <a:pt x="76361" y="66000"/>
                </a:lnTo>
                <a:lnTo>
                  <a:pt x="90594" y="66000"/>
                </a:lnTo>
                <a:cubicBezTo>
                  <a:pt x="90594" y="66000"/>
                  <a:pt x="89377" y="78000"/>
                  <a:pt x="89377" y="78000"/>
                </a:cubicBezTo>
                <a:close/>
                <a:moveTo>
                  <a:pt x="87561" y="96000"/>
                </a:moveTo>
                <a:lnTo>
                  <a:pt x="76361" y="96000"/>
                </a:lnTo>
                <a:lnTo>
                  <a:pt x="76361" y="84000"/>
                </a:lnTo>
                <a:lnTo>
                  <a:pt x="88772" y="84000"/>
                </a:lnTo>
                <a:cubicBezTo>
                  <a:pt x="88772" y="84000"/>
                  <a:pt x="87561" y="96000"/>
                  <a:pt x="87561" y="96000"/>
                </a:cubicBezTo>
                <a:close/>
                <a:moveTo>
                  <a:pt x="70911" y="60000"/>
                </a:moveTo>
                <a:lnTo>
                  <a:pt x="56077" y="60000"/>
                </a:lnTo>
                <a:lnTo>
                  <a:pt x="54866" y="48000"/>
                </a:lnTo>
                <a:lnTo>
                  <a:pt x="70911" y="48000"/>
                </a:lnTo>
                <a:cubicBezTo>
                  <a:pt x="70911" y="48000"/>
                  <a:pt x="70911" y="60000"/>
                  <a:pt x="70911" y="60000"/>
                </a:cubicBezTo>
                <a:close/>
                <a:moveTo>
                  <a:pt x="70911" y="78000"/>
                </a:moveTo>
                <a:lnTo>
                  <a:pt x="57900" y="78000"/>
                </a:lnTo>
                <a:lnTo>
                  <a:pt x="56683" y="66000"/>
                </a:lnTo>
                <a:lnTo>
                  <a:pt x="70911" y="66000"/>
                </a:lnTo>
                <a:cubicBezTo>
                  <a:pt x="70911" y="66000"/>
                  <a:pt x="70911" y="78000"/>
                  <a:pt x="70911" y="78000"/>
                </a:cubicBezTo>
                <a:close/>
                <a:moveTo>
                  <a:pt x="70911" y="96000"/>
                </a:moveTo>
                <a:lnTo>
                  <a:pt x="59711" y="96000"/>
                </a:lnTo>
                <a:lnTo>
                  <a:pt x="58505" y="84000"/>
                </a:lnTo>
                <a:lnTo>
                  <a:pt x="70911" y="84000"/>
                </a:lnTo>
                <a:cubicBezTo>
                  <a:pt x="70911" y="84000"/>
                  <a:pt x="70911" y="96000"/>
                  <a:pt x="70911" y="96000"/>
                </a:cubicBezTo>
                <a:close/>
                <a:moveTo>
                  <a:pt x="49088" y="114000"/>
                </a:moveTo>
                <a:cubicBezTo>
                  <a:pt x="46077" y="114000"/>
                  <a:pt x="43638" y="111311"/>
                  <a:pt x="43638" y="108000"/>
                </a:cubicBezTo>
                <a:cubicBezTo>
                  <a:pt x="43638" y="104688"/>
                  <a:pt x="46077" y="102000"/>
                  <a:pt x="49088" y="102000"/>
                </a:cubicBezTo>
                <a:cubicBezTo>
                  <a:pt x="52105" y="102000"/>
                  <a:pt x="54544" y="104688"/>
                  <a:pt x="54544" y="108000"/>
                </a:cubicBezTo>
                <a:cubicBezTo>
                  <a:pt x="54544" y="111311"/>
                  <a:pt x="52105" y="114000"/>
                  <a:pt x="49088" y="114000"/>
                </a:cubicBezTo>
                <a:moveTo>
                  <a:pt x="40077" y="84000"/>
                </a:moveTo>
                <a:lnTo>
                  <a:pt x="53016" y="84000"/>
                </a:lnTo>
                <a:lnTo>
                  <a:pt x="54227" y="96000"/>
                </a:lnTo>
                <a:lnTo>
                  <a:pt x="43000" y="96000"/>
                </a:lnTo>
                <a:cubicBezTo>
                  <a:pt x="43000" y="96000"/>
                  <a:pt x="40077" y="84000"/>
                  <a:pt x="40077" y="84000"/>
                </a:cubicBezTo>
                <a:close/>
                <a:moveTo>
                  <a:pt x="38611" y="78000"/>
                </a:moveTo>
                <a:lnTo>
                  <a:pt x="35688" y="66000"/>
                </a:lnTo>
                <a:lnTo>
                  <a:pt x="51194" y="66000"/>
                </a:lnTo>
                <a:lnTo>
                  <a:pt x="52411" y="78000"/>
                </a:lnTo>
                <a:cubicBezTo>
                  <a:pt x="52411" y="78000"/>
                  <a:pt x="38611" y="78000"/>
                  <a:pt x="38611" y="78000"/>
                </a:cubicBezTo>
                <a:close/>
                <a:moveTo>
                  <a:pt x="31294" y="48000"/>
                </a:moveTo>
                <a:lnTo>
                  <a:pt x="49377" y="48000"/>
                </a:lnTo>
                <a:lnTo>
                  <a:pt x="50594" y="60000"/>
                </a:lnTo>
                <a:lnTo>
                  <a:pt x="34222" y="60000"/>
                </a:lnTo>
                <a:cubicBezTo>
                  <a:pt x="34222" y="60000"/>
                  <a:pt x="31294" y="48000"/>
                  <a:pt x="31294" y="48000"/>
                </a:cubicBezTo>
                <a:close/>
                <a:moveTo>
                  <a:pt x="97894" y="48000"/>
                </a:moveTo>
                <a:lnTo>
                  <a:pt x="113877" y="48000"/>
                </a:lnTo>
                <a:lnTo>
                  <a:pt x="111450" y="60000"/>
                </a:lnTo>
                <a:lnTo>
                  <a:pt x="96683" y="60000"/>
                </a:lnTo>
                <a:cubicBezTo>
                  <a:pt x="96683" y="60000"/>
                  <a:pt x="97894" y="48000"/>
                  <a:pt x="97894" y="48000"/>
                </a:cubicBezTo>
                <a:close/>
                <a:moveTo>
                  <a:pt x="108994" y="99722"/>
                </a:moveTo>
                <a:lnTo>
                  <a:pt x="109011" y="99727"/>
                </a:lnTo>
                <a:lnTo>
                  <a:pt x="119922" y="45727"/>
                </a:lnTo>
                <a:lnTo>
                  <a:pt x="119872" y="45716"/>
                </a:lnTo>
                <a:cubicBezTo>
                  <a:pt x="119922" y="45477"/>
                  <a:pt x="120000" y="45250"/>
                  <a:pt x="120000" y="45000"/>
                </a:cubicBezTo>
                <a:cubicBezTo>
                  <a:pt x="120000" y="43344"/>
                  <a:pt x="118777" y="42000"/>
                  <a:pt x="117272" y="42000"/>
                </a:cubicBezTo>
                <a:lnTo>
                  <a:pt x="29833" y="42000"/>
                </a:lnTo>
                <a:lnTo>
                  <a:pt x="25966" y="26138"/>
                </a:lnTo>
                <a:lnTo>
                  <a:pt x="25927" y="26150"/>
                </a:lnTo>
                <a:cubicBezTo>
                  <a:pt x="25588" y="24916"/>
                  <a:pt x="24588" y="24000"/>
                  <a:pt x="23355" y="24000"/>
                </a:cubicBezTo>
                <a:lnTo>
                  <a:pt x="2727" y="24000"/>
                </a:lnTo>
                <a:cubicBezTo>
                  <a:pt x="1222" y="24000"/>
                  <a:pt x="0" y="25344"/>
                  <a:pt x="0" y="27000"/>
                </a:cubicBezTo>
                <a:cubicBezTo>
                  <a:pt x="0" y="28661"/>
                  <a:pt x="1222" y="30000"/>
                  <a:pt x="2727" y="30000"/>
                </a:cubicBezTo>
                <a:lnTo>
                  <a:pt x="21261" y="30000"/>
                </a:lnTo>
                <a:lnTo>
                  <a:pt x="38294" y="99861"/>
                </a:lnTo>
                <a:lnTo>
                  <a:pt x="38300" y="99861"/>
                </a:lnTo>
                <a:cubicBezTo>
                  <a:pt x="38533" y="100705"/>
                  <a:pt x="39094" y="101394"/>
                  <a:pt x="39822" y="101744"/>
                </a:cubicBezTo>
                <a:cubicBezTo>
                  <a:pt x="38800" y="103572"/>
                  <a:pt x="38183" y="105700"/>
                  <a:pt x="38183" y="108000"/>
                </a:cubicBezTo>
                <a:cubicBezTo>
                  <a:pt x="38183" y="114627"/>
                  <a:pt x="43066" y="120000"/>
                  <a:pt x="49088" y="120000"/>
                </a:cubicBezTo>
                <a:cubicBezTo>
                  <a:pt x="55116" y="120000"/>
                  <a:pt x="60000" y="114627"/>
                  <a:pt x="60000" y="108000"/>
                </a:cubicBezTo>
                <a:cubicBezTo>
                  <a:pt x="60000" y="105805"/>
                  <a:pt x="59422" y="103772"/>
                  <a:pt x="58488" y="102000"/>
                </a:cubicBezTo>
                <a:lnTo>
                  <a:pt x="88788" y="102000"/>
                </a:lnTo>
                <a:cubicBezTo>
                  <a:pt x="87850" y="103772"/>
                  <a:pt x="87272" y="105805"/>
                  <a:pt x="87272" y="108000"/>
                </a:cubicBezTo>
                <a:cubicBezTo>
                  <a:pt x="87272" y="114627"/>
                  <a:pt x="92155" y="120000"/>
                  <a:pt x="98183" y="120000"/>
                </a:cubicBezTo>
                <a:cubicBezTo>
                  <a:pt x="104205" y="120000"/>
                  <a:pt x="109088" y="114627"/>
                  <a:pt x="109088" y="108000"/>
                </a:cubicBezTo>
                <a:cubicBezTo>
                  <a:pt x="109088" y="105700"/>
                  <a:pt x="108472" y="103572"/>
                  <a:pt x="107450" y="101744"/>
                </a:cubicBezTo>
                <a:cubicBezTo>
                  <a:pt x="108216" y="101377"/>
                  <a:pt x="108783" y="100627"/>
                  <a:pt x="108994" y="99722"/>
                </a:cubicBezTo>
                <a:moveTo>
                  <a:pt x="60000" y="21000"/>
                </a:moveTo>
                <a:lnTo>
                  <a:pt x="70911" y="21000"/>
                </a:lnTo>
                <a:lnTo>
                  <a:pt x="70911" y="33000"/>
                </a:lnTo>
                <a:cubicBezTo>
                  <a:pt x="70911" y="34661"/>
                  <a:pt x="72133" y="36000"/>
                  <a:pt x="73638" y="36000"/>
                </a:cubicBezTo>
                <a:cubicBezTo>
                  <a:pt x="75144" y="36000"/>
                  <a:pt x="76361" y="34661"/>
                  <a:pt x="76361" y="33000"/>
                </a:cubicBezTo>
                <a:lnTo>
                  <a:pt x="76361" y="21000"/>
                </a:lnTo>
                <a:lnTo>
                  <a:pt x="87272" y="21000"/>
                </a:lnTo>
                <a:cubicBezTo>
                  <a:pt x="88777" y="21000"/>
                  <a:pt x="90000" y="19661"/>
                  <a:pt x="90000" y="18000"/>
                </a:cubicBezTo>
                <a:cubicBezTo>
                  <a:pt x="90000" y="16344"/>
                  <a:pt x="88777" y="15000"/>
                  <a:pt x="87272" y="15000"/>
                </a:cubicBezTo>
                <a:lnTo>
                  <a:pt x="76361" y="15000"/>
                </a:lnTo>
                <a:lnTo>
                  <a:pt x="76361" y="3000"/>
                </a:lnTo>
                <a:cubicBezTo>
                  <a:pt x="76361" y="1344"/>
                  <a:pt x="75144" y="0"/>
                  <a:pt x="73638" y="0"/>
                </a:cubicBezTo>
                <a:cubicBezTo>
                  <a:pt x="72133" y="0"/>
                  <a:pt x="70911" y="1344"/>
                  <a:pt x="70911" y="3000"/>
                </a:cubicBezTo>
                <a:lnTo>
                  <a:pt x="70911" y="15000"/>
                </a:lnTo>
                <a:lnTo>
                  <a:pt x="60000" y="15000"/>
                </a:lnTo>
                <a:cubicBezTo>
                  <a:pt x="58494" y="15000"/>
                  <a:pt x="57272" y="16344"/>
                  <a:pt x="57272" y="18000"/>
                </a:cubicBezTo>
                <a:cubicBezTo>
                  <a:pt x="57272" y="19661"/>
                  <a:pt x="58494" y="21000"/>
                  <a:pt x="60000" y="21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54" name="Shape 4782">
            <a:extLst>
              <a:ext uri="{FF2B5EF4-FFF2-40B4-BE49-F238E27FC236}">
                <a16:creationId xmlns:a16="http://schemas.microsoft.com/office/drawing/2014/main" id="{03D01980-9995-A20E-8444-FBF07EC5D162}"/>
              </a:ext>
            </a:extLst>
          </p:cNvPr>
          <p:cNvSpPr/>
          <p:nvPr/>
        </p:nvSpPr>
        <p:spPr>
          <a:xfrm>
            <a:off x="7734939" y="1847381"/>
            <a:ext cx="264098" cy="21007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66" y="72000"/>
                </a:moveTo>
                <a:lnTo>
                  <a:pt x="96077" y="58283"/>
                </a:lnTo>
                <a:lnTo>
                  <a:pt x="110238" y="58283"/>
                </a:lnTo>
                <a:lnTo>
                  <a:pt x="107816" y="72000"/>
                </a:lnTo>
                <a:cubicBezTo>
                  <a:pt x="107816" y="72000"/>
                  <a:pt x="94866" y="72000"/>
                  <a:pt x="94866" y="72000"/>
                </a:cubicBezTo>
                <a:close/>
                <a:moveTo>
                  <a:pt x="104177" y="92572"/>
                </a:moveTo>
                <a:lnTo>
                  <a:pt x="93044" y="92572"/>
                </a:lnTo>
                <a:lnTo>
                  <a:pt x="94261" y="78855"/>
                </a:lnTo>
                <a:lnTo>
                  <a:pt x="106600" y="78855"/>
                </a:lnTo>
                <a:cubicBezTo>
                  <a:pt x="106600" y="78855"/>
                  <a:pt x="104177" y="92572"/>
                  <a:pt x="104177" y="92572"/>
                </a:cubicBezTo>
                <a:close/>
                <a:moveTo>
                  <a:pt x="98183" y="113144"/>
                </a:moveTo>
                <a:cubicBezTo>
                  <a:pt x="95172" y="113144"/>
                  <a:pt x="92727" y="110072"/>
                  <a:pt x="92727" y="106283"/>
                </a:cubicBezTo>
                <a:cubicBezTo>
                  <a:pt x="92727" y="102500"/>
                  <a:pt x="95172" y="99427"/>
                  <a:pt x="98183" y="99427"/>
                </a:cubicBezTo>
                <a:cubicBezTo>
                  <a:pt x="101194" y="99427"/>
                  <a:pt x="103638" y="102500"/>
                  <a:pt x="103638" y="106283"/>
                </a:cubicBezTo>
                <a:cubicBezTo>
                  <a:pt x="103638" y="110072"/>
                  <a:pt x="101194" y="113144"/>
                  <a:pt x="98183" y="113144"/>
                </a:cubicBezTo>
                <a:moveTo>
                  <a:pt x="91194" y="51427"/>
                </a:moveTo>
                <a:lnTo>
                  <a:pt x="76361" y="51427"/>
                </a:lnTo>
                <a:lnTo>
                  <a:pt x="76361" y="37716"/>
                </a:lnTo>
                <a:lnTo>
                  <a:pt x="92411" y="37716"/>
                </a:lnTo>
                <a:cubicBezTo>
                  <a:pt x="92411" y="37716"/>
                  <a:pt x="91194" y="51427"/>
                  <a:pt x="91194" y="51427"/>
                </a:cubicBezTo>
                <a:close/>
                <a:moveTo>
                  <a:pt x="89377" y="72000"/>
                </a:moveTo>
                <a:lnTo>
                  <a:pt x="76361" y="72000"/>
                </a:lnTo>
                <a:lnTo>
                  <a:pt x="76361" y="58283"/>
                </a:lnTo>
                <a:lnTo>
                  <a:pt x="90594" y="58283"/>
                </a:lnTo>
                <a:cubicBezTo>
                  <a:pt x="90594" y="58283"/>
                  <a:pt x="89377" y="72000"/>
                  <a:pt x="89377" y="72000"/>
                </a:cubicBezTo>
                <a:close/>
                <a:moveTo>
                  <a:pt x="87561" y="92572"/>
                </a:moveTo>
                <a:lnTo>
                  <a:pt x="76361" y="92572"/>
                </a:lnTo>
                <a:lnTo>
                  <a:pt x="76361" y="78855"/>
                </a:lnTo>
                <a:lnTo>
                  <a:pt x="88772" y="78855"/>
                </a:lnTo>
                <a:cubicBezTo>
                  <a:pt x="88772" y="78855"/>
                  <a:pt x="87561" y="92572"/>
                  <a:pt x="87561" y="92572"/>
                </a:cubicBezTo>
                <a:close/>
                <a:moveTo>
                  <a:pt x="70911" y="51427"/>
                </a:moveTo>
                <a:lnTo>
                  <a:pt x="56077" y="51427"/>
                </a:lnTo>
                <a:lnTo>
                  <a:pt x="54866" y="37716"/>
                </a:lnTo>
                <a:lnTo>
                  <a:pt x="70911" y="37716"/>
                </a:lnTo>
                <a:cubicBezTo>
                  <a:pt x="70911" y="37716"/>
                  <a:pt x="70911" y="51427"/>
                  <a:pt x="70911" y="51427"/>
                </a:cubicBezTo>
                <a:close/>
                <a:moveTo>
                  <a:pt x="70911" y="72000"/>
                </a:moveTo>
                <a:lnTo>
                  <a:pt x="57900" y="72000"/>
                </a:lnTo>
                <a:lnTo>
                  <a:pt x="56683" y="58283"/>
                </a:lnTo>
                <a:lnTo>
                  <a:pt x="70911" y="58283"/>
                </a:lnTo>
                <a:cubicBezTo>
                  <a:pt x="70911" y="58283"/>
                  <a:pt x="70911" y="72000"/>
                  <a:pt x="70911" y="72000"/>
                </a:cubicBezTo>
                <a:close/>
                <a:moveTo>
                  <a:pt x="70911" y="92572"/>
                </a:moveTo>
                <a:lnTo>
                  <a:pt x="59711" y="92572"/>
                </a:lnTo>
                <a:lnTo>
                  <a:pt x="58505" y="78855"/>
                </a:lnTo>
                <a:lnTo>
                  <a:pt x="70911" y="78855"/>
                </a:lnTo>
                <a:cubicBezTo>
                  <a:pt x="70911" y="78855"/>
                  <a:pt x="70911" y="92572"/>
                  <a:pt x="70911" y="92572"/>
                </a:cubicBezTo>
                <a:close/>
                <a:moveTo>
                  <a:pt x="49088" y="113144"/>
                </a:moveTo>
                <a:cubicBezTo>
                  <a:pt x="46077" y="113144"/>
                  <a:pt x="43638" y="110072"/>
                  <a:pt x="43638" y="106283"/>
                </a:cubicBezTo>
                <a:cubicBezTo>
                  <a:pt x="43638" y="102500"/>
                  <a:pt x="46077" y="99427"/>
                  <a:pt x="49088" y="99427"/>
                </a:cubicBezTo>
                <a:cubicBezTo>
                  <a:pt x="52105" y="99427"/>
                  <a:pt x="54544" y="102500"/>
                  <a:pt x="54544" y="106283"/>
                </a:cubicBezTo>
                <a:cubicBezTo>
                  <a:pt x="54544" y="110072"/>
                  <a:pt x="52105" y="113144"/>
                  <a:pt x="49088" y="113144"/>
                </a:cubicBezTo>
                <a:moveTo>
                  <a:pt x="40077" y="78855"/>
                </a:moveTo>
                <a:lnTo>
                  <a:pt x="53016" y="78855"/>
                </a:lnTo>
                <a:lnTo>
                  <a:pt x="54227" y="92572"/>
                </a:lnTo>
                <a:lnTo>
                  <a:pt x="43000" y="92572"/>
                </a:lnTo>
                <a:cubicBezTo>
                  <a:pt x="43000" y="92572"/>
                  <a:pt x="40077" y="78855"/>
                  <a:pt x="40077" y="78855"/>
                </a:cubicBezTo>
                <a:close/>
                <a:moveTo>
                  <a:pt x="38611" y="72000"/>
                </a:moveTo>
                <a:lnTo>
                  <a:pt x="35688" y="58283"/>
                </a:lnTo>
                <a:lnTo>
                  <a:pt x="51194" y="58283"/>
                </a:lnTo>
                <a:lnTo>
                  <a:pt x="52411" y="72000"/>
                </a:lnTo>
                <a:cubicBezTo>
                  <a:pt x="52411" y="72000"/>
                  <a:pt x="38611" y="72000"/>
                  <a:pt x="38611" y="72000"/>
                </a:cubicBezTo>
                <a:close/>
                <a:moveTo>
                  <a:pt x="31294" y="37716"/>
                </a:moveTo>
                <a:lnTo>
                  <a:pt x="49377" y="37716"/>
                </a:lnTo>
                <a:lnTo>
                  <a:pt x="50594" y="51427"/>
                </a:lnTo>
                <a:lnTo>
                  <a:pt x="34222" y="51427"/>
                </a:lnTo>
                <a:cubicBezTo>
                  <a:pt x="34222" y="51427"/>
                  <a:pt x="31294" y="37716"/>
                  <a:pt x="31294" y="37716"/>
                </a:cubicBezTo>
                <a:close/>
                <a:moveTo>
                  <a:pt x="97894" y="37716"/>
                </a:moveTo>
                <a:lnTo>
                  <a:pt x="113877" y="37716"/>
                </a:lnTo>
                <a:lnTo>
                  <a:pt x="111450" y="51427"/>
                </a:lnTo>
                <a:lnTo>
                  <a:pt x="96683" y="51427"/>
                </a:lnTo>
                <a:cubicBezTo>
                  <a:pt x="96683" y="51427"/>
                  <a:pt x="97894" y="37716"/>
                  <a:pt x="97894" y="37716"/>
                </a:cubicBezTo>
                <a:close/>
                <a:moveTo>
                  <a:pt x="108994" y="96827"/>
                </a:moveTo>
                <a:lnTo>
                  <a:pt x="109011" y="96827"/>
                </a:lnTo>
                <a:lnTo>
                  <a:pt x="119916" y="35116"/>
                </a:lnTo>
                <a:lnTo>
                  <a:pt x="119872" y="35100"/>
                </a:lnTo>
                <a:cubicBezTo>
                  <a:pt x="119922" y="34833"/>
                  <a:pt x="120000" y="34577"/>
                  <a:pt x="120000" y="34283"/>
                </a:cubicBezTo>
                <a:cubicBezTo>
                  <a:pt x="120000" y="32388"/>
                  <a:pt x="118777" y="30855"/>
                  <a:pt x="117272" y="30855"/>
                </a:cubicBezTo>
                <a:lnTo>
                  <a:pt x="29833" y="30855"/>
                </a:lnTo>
                <a:lnTo>
                  <a:pt x="25966" y="12727"/>
                </a:lnTo>
                <a:lnTo>
                  <a:pt x="25927" y="12744"/>
                </a:lnTo>
                <a:cubicBezTo>
                  <a:pt x="25588" y="11333"/>
                  <a:pt x="24588" y="10283"/>
                  <a:pt x="23355" y="10283"/>
                </a:cubicBezTo>
                <a:lnTo>
                  <a:pt x="2727" y="10283"/>
                </a:lnTo>
                <a:cubicBezTo>
                  <a:pt x="1222" y="10283"/>
                  <a:pt x="0" y="11816"/>
                  <a:pt x="0" y="13716"/>
                </a:cubicBezTo>
                <a:cubicBezTo>
                  <a:pt x="0" y="15611"/>
                  <a:pt x="1222" y="17144"/>
                  <a:pt x="2727" y="17144"/>
                </a:cubicBezTo>
                <a:lnTo>
                  <a:pt x="21261" y="17144"/>
                </a:lnTo>
                <a:lnTo>
                  <a:pt x="38294" y="96983"/>
                </a:lnTo>
                <a:lnTo>
                  <a:pt x="38300" y="96983"/>
                </a:lnTo>
                <a:cubicBezTo>
                  <a:pt x="38533" y="97950"/>
                  <a:pt x="39094" y="98733"/>
                  <a:pt x="39822" y="99138"/>
                </a:cubicBezTo>
                <a:cubicBezTo>
                  <a:pt x="38800" y="101222"/>
                  <a:pt x="38183" y="103655"/>
                  <a:pt x="38183" y="106283"/>
                </a:cubicBezTo>
                <a:cubicBezTo>
                  <a:pt x="38183" y="113861"/>
                  <a:pt x="43066" y="120000"/>
                  <a:pt x="49088" y="120000"/>
                </a:cubicBezTo>
                <a:cubicBezTo>
                  <a:pt x="55116" y="120000"/>
                  <a:pt x="60000" y="113861"/>
                  <a:pt x="60000" y="106283"/>
                </a:cubicBezTo>
                <a:cubicBezTo>
                  <a:pt x="60000" y="103777"/>
                  <a:pt x="59422" y="101455"/>
                  <a:pt x="58488" y="99427"/>
                </a:cubicBezTo>
                <a:lnTo>
                  <a:pt x="88788" y="99427"/>
                </a:lnTo>
                <a:cubicBezTo>
                  <a:pt x="87850" y="101455"/>
                  <a:pt x="87272" y="103777"/>
                  <a:pt x="87272" y="106283"/>
                </a:cubicBezTo>
                <a:cubicBezTo>
                  <a:pt x="87272" y="113861"/>
                  <a:pt x="92155" y="120000"/>
                  <a:pt x="98183" y="120000"/>
                </a:cubicBezTo>
                <a:cubicBezTo>
                  <a:pt x="104205" y="120000"/>
                  <a:pt x="109088" y="113861"/>
                  <a:pt x="109088" y="106283"/>
                </a:cubicBezTo>
                <a:cubicBezTo>
                  <a:pt x="109088" y="103655"/>
                  <a:pt x="108472" y="101222"/>
                  <a:pt x="107450" y="99138"/>
                </a:cubicBezTo>
                <a:cubicBezTo>
                  <a:pt x="108216" y="98716"/>
                  <a:pt x="108783" y="97861"/>
                  <a:pt x="108994" y="96827"/>
                </a:cubicBezTo>
                <a:moveTo>
                  <a:pt x="60000" y="6855"/>
                </a:moveTo>
                <a:lnTo>
                  <a:pt x="87272" y="6855"/>
                </a:lnTo>
                <a:cubicBezTo>
                  <a:pt x="88777" y="6855"/>
                  <a:pt x="90000" y="5327"/>
                  <a:pt x="90000" y="3427"/>
                </a:cubicBezTo>
                <a:cubicBezTo>
                  <a:pt x="90000" y="1533"/>
                  <a:pt x="88777" y="0"/>
                  <a:pt x="87272" y="0"/>
                </a:cubicBezTo>
                <a:lnTo>
                  <a:pt x="60000" y="0"/>
                </a:lnTo>
                <a:cubicBezTo>
                  <a:pt x="58494" y="0"/>
                  <a:pt x="57272" y="1533"/>
                  <a:pt x="57272" y="3427"/>
                </a:cubicBezTo>
                <a:cubicBezTo>
                  <a:pt x="57272" y="5327"/>
                  <a:pt x="58494" y="6855"/>
                  <a:pt x="60000" y="68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56" name="Shape 4783">
            <a:extLst>
              <a:ext uri="{FF2B5EF4-FFF2-40B4-BE49-F238E27FC236}">
                <a16:creationId xmlns:a16="http://schemas.microsoft.com/office/drawing/2014/main" id="{4E2F2260-71C1-63EC-EA90-C67C89852AD2}"/>
              </a:ext>
            </a:extLst>
          </p:cNvPr>
          <p:cNvSpPr/>
          <p:nvPr/>
        </p:nvSpPr>
        <p:spPr>
          <a:xfrm>
            <a:off x="8263133" y="1817371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0000" y="60000"/>
                </a:moveTo>
                <a:lnTo>
                  <a:pt x="73333" y="60000"/>
                </a:lnTo>
                <a:lnTo>
                  <a:pt x="73333" y="65455"/>
                </a:lnTo>
                <a:lnTo>
                  <a:pt x="80000" y="65455"/>
                </a:lnTo>
                <a:cubicBezTo>
                  <a:pt x="80000" y="65455"/>
                  <a:pt x="80000" y="60000"/>
                  <a:pt x="80000" y="60000"/>
                </a:cubicBezTo>
                <a:close/>
                <a:moveTo>
                  <a:pt x="86666" y="65455"/>
                </a:moveTo>
                <a:lnTo>
                  <a:pt x="93333" y="65455"/>
                </a:lnTo>
                <a:lnTo>
                  <a:pt x="93333" y="60000"/>
                </a:lnTo>
                <a:lnTo>
                  <a:pt x="86666" y="60000"/>
                </a:lnTo>
                <a:cubicBezTo>
                  <a:pt x="86666" y="60000"/>
                  <a:pt x="86666" y="65455"/>
                  <a:pt x="86666" y="65455"/>
                </a:cubicBezTo>
                <a:close/>
                <a:moveTo>
                  <a:pt x="86666" y="87272"/>
                </a:moveTo>
                <a:lnTo>
                  <a:pt x="106666" y="87272"/>
                </a:lnTo>
                <a:lnTo>
                  <a:pt x="106666" y="81816"/>
                </a:lnTo>
                <a:lnTo>
                  <a:pt x="86666" y="81816"/>
                </a:lnTo>
                <a:cubicBezTo>
                  <a:pt x="86666" y="81816"/>
                  <a:pt x="86666" y="87272"/>
                  <a:pt x="86666" y="87272"/>
                </a:cubicBezTo>
                <a:close/>
                <a:moveTo>
                  <a:pt x="80000" y="49088"/>
                </a:moveTo>
                <a:lnTo>
                  <a:pt x="73333" y="49088"/>
                </a:lnTo>
                <a:lnTo>
                  <a:pt x="73333" y="54544"/>
                </a:lnTo>
                <a:lnTo>
                  <a:pt x="80000" y="54544"/>
                </a:lnTo>
                <a:cubicBezTo>
                  <a:pt x="80000" y="54544"/>
                  <a:pt x="80000" y="49088"/>
                  <a:pt x="80000" y="49088"/>
                </a:cubicBezTo>
                <a:close/>
                <a:moveTo>
                  <a:pt x="93333" y="49088"/>
                </a:moveTo>
                <a:lnTo>
                  <a:pt x="86666" y="49088"/>
                </a:lnTo>
                <a:lnTo>
                  <a:pt x="86666" y="54544"/>
                </a:lnTo>
                <a:lnTo>
                  <a:pt x="93333" y="54544"/>
                </a:lnTo>
                <a:cubicBezTo>
                  <a:pt x="93333" y="54544"/>
                  <a:pt x="93333" y="49088"/>
                  <a:pt x="93333" y="49088"/>
                </a:cubicBezTo>
                <a:close/>
                <a:moveTo>
                  <a:pt x="106666" y="38183"/>
                </a:moveTo>
                <a:lnTo>
                  <a:pt x="73333" y="38183"/>
                </a:lnTo>
                <a:lnTo>
                  <a:pt x="73333" y="43638"/>
                </a:lnTo>
                <a:lnTo>
                  <a:pt x="106666" y="43638"/>
                </a:lnTo>
                <a:cubicBezTo>
                  <a:pt x="106666" y="43638"/>
                  <a:pt x="106666" y="38183"/>
                  <a:pt x="106666" y="38183"/>
                </a:cubicBezTo>
                <a:close/>
                <a:moveTo>
                  <a:pt x="100000" y="54544"/>
                </a:moveTo>
                <a:lnTo>
                  <a:pt x="106666" y="54544"/>
                </a:lnTo>
                <a:lnTo>
                  <a:pt x="106666" y="49088"/>
                </a:lnTo>
                <a:lnTo>
                  <a:pt x="100000" y="49088"/>
                </a:lnTo>
                <a:cubicBezTo>
                  <a:pt x="100000" y="49088"/>
                  <a:pt x="100000" y="54544"/>
                  <a:pt x="100000" y="54544"/>
                </a:cubicBezTo>
                <a:close/>
                <a:moveTo>
                  <a:pt x="100000" y="65455"/>
                </a:moveTo>
                <a:lnTo>
                  <a:pt x="106666" y="65455"/>
                </a:lnTo>
                <a:lnTo>
                  <a:pt x="106666" y="60000"/>
                </a:lnTo>
                <a:lnTo>
                  <a:pt x="100000" y="60000"/>
                </a:lnTo>
                <a:cubicBezTo>
                  <a:pt x="100000" y="60000"/>
                  <a:pt x="100000" y="65455"/>
                  <a:pt x="100000" y="65455"/>
                </a:cubicBezTo>
                <a:close/>
                <a:moveTo>
                  <a:pt x="86666" y="76361"/>
                </a:moveTo>
                <a:lnTo>
                  <a:pt x="93333" y="76361"/>
                </a:lnTo>
                <a:lnTo>
                  <a:pt x="93333" y="70911"/>
                </a:lnTo>
                <a:lnTo>
                  <a:pt x="86666" y="70911"/>
                </a:lnTo>
                <a:cubicBezTo>
                  <a:pt x="86666" y="70911"/>
                  <a:pt x="86666" y="76361"/>
                  <a:pt x="86666" y="76361"/>
                </a:cubicBezTo>
                <a:close/>
                <a:moveTo>
                  <a:pt x="100000" y="76361"/>
                </a:moveTo>
                <a:lnTo>
                  <a:pt x="106666" y="76361"/>
                </a:lnTo>
                <a:lnTo>
                  <a:pt x="106666" y="70911"/>
                </a:lnTo>
                <a:lnTo>
                  <a:pt x="100000" y="70911"/>
                </a:lnTo>
                <a:cubicBezTo>
                  <a:pt x="100000" y="70911"/>
                  <a:pt x="100000" y="76361"/>
                  <a:pt x="100000" y="76361"/>
                </a:cubicBezTo>
                <a:close/>
                <a:moveTo>
                  <a:pt x="113333" y="92727"/>
                </a:moveTo>
                <a:lnTo>
                  <a:pt x="6666" y="92727"/>
                </a:lnTo>
                <a:lnTo>
                  <a:pt x="6666" y="32727"/>
                </a:lnTo>
                <a:lnTo>
                  <a:pt x="113333" y="32727"/>
                </a:lnTo>
                <a:cubicBezTo>
                  <a:pt x="113333" y="32727"/>
                  <a:pt x="113333" y="92727"/>
                  <a:pt x="113333" y="92727"/>
                </a:cubicBezTo>
                <a:close/>
                <a:moveTo>
                  <a:pt x="113333" y="114544"/>
                </a:moveTo>
                <a:lnTo>
                  <a:pt x="6666" y="114544"/>
                </a:lnTo>
                <a:lnTo>
                  <a:pt x="6666" y="98183"/>
                </a:lnTo>
                <a:lnTo>
                  <a:pt x="113333" y="98183"/>
                </a:lnTo>
                <a:cubicBezTo>
                  <a:pt x="113333" y="98183"/>
                  <a:pt x="113333" y="114544"/>
                  <a:pt x="113333" y="114544"/>
                </a:cubicBezTo>
                <a:close/>
                <a:moveTo>
                  <a:pt x="83333" y="27272"/>
                </a:moveTo>
                <a:lnTo>
                  <a:pt x="76666" y="27272"/>
                </a:lnTo>
                <a:lnTo>
                  <a:pt x="76666" y="16361"/>
                </a:lnTo>
                <a:lnTo>
                  <a:pt x="83333" y="16361"/>
                </a:lnTo>
                <a:cubicBezTo>
                  <a:pt x="83333" y="16361"/>
                  <a:pt x="83333" y="27272"/>
                  <a:pt x="83333" y="27272"/>
                </a:cubicBezTo>
                <a:close/>
                <a:moveTo>
                  <a:pt x="73333" y="5455"/>
                </a:moveTo>
                <a:lnTo>
                  <a:pt x="100000" y="5455"/>
                </a:lnTo>
                <a:lnTo>
                  <a:pt x="100000" y="10911"/>
                </a:lnTo>
                <a:lnTo>
                  <a:pt x="73333" y="10911"/>
                </a:lnTo>
                <a:cubicBezTo>
                  <a:pt x="73333" y="10911"/>
                  <a:pt x="73333" y="5455"/>
                  <a:pt x="73333" y="5455"/>
                </a:cubicBezTo>
                <a:close/>
                <a:moveTo>
                  <a:pt x="66666" y="10911"/>
                </a:moveTo>
                <a:lnTo>
                  <a:pt x="60000" y="10911"/>
                </a:lnTo>
                <a:lnTo>
                  <a:pt x="60000" y="5455"/>
                </a:lnTo>
                <a:lnTo>
                  <a:pt x="66666" y="5455"/>
                </a:lnTo>
                <a:cubicBezTo>
                  <a:pt x="66666" y="5455"/>
                  <a:pt x="66666" y="10911"/>
                  <a:pt x="66666" y="10911"/>
                </a:cubicBezTo>
                <a:close/>
                <a:moveTo>
                  <a:pt x="113333" y="27272"/>
                </a:moveTo>
                <a:lnTo>
                  <a:pt x="90000" y="27272"/>
                </a:lnTo>
                <a:lnTo>
                  <a:pt x="90000" y="16361"/>
                </a:lnTo>
                <a:lnTo>
                  <a:pt x="100000" y="16361"/>
                </a:lnTo>
                <a:cubicBezTo>
                  <a:pt x="103677" y="16361"/>
                  <a:pt x="106666" y="13922"/>
                  <a:pt x="106666" y="10911"/>
                </a:cubicBezTo>
                <a:lnTo>
                  <a:pt x="106666" y="5455"/>
                </a:lnTo>
                <a:cubicBezTo>
                  <a:pt x="106666" y="2444"/>
                  <a:pt x="103677" y="0"/>
                  <a:pt x="100000" y="0"/>
                </a:cubicBezTo>
                <a:lnTo>
                  <a:pt x="60000" y="0"/>
                </a:lnTo>
                <a:cubicBezTo>
                  <a:pt x="56322" y="0"/>
                  <a:pt x="53333" y="2444"/>
                  <a:pt x="53333" y="5455"/>
                </a:cubicBezTo>
                <a:lnTo>
                  <a:pt x="53333" y="10911"/>
                </a:lnTo>
                <a:cubicBezTo>
                  <a:pt x="53333" y="13922"/>
                  <a:pt x="56322" y="16361"/>
                  <a:pt x="60000" y="16361"/>
                </a:cubicBezTo>
                <a:lnTo>
                  <a:pt x="70000" y="16361"/>
                </a:lnTo>
                <a:lnTo>
                  <a:pt x="70000" y="27272"/>
                </a:lnTo>
                <a:lnTo>
                  <a:pt x="6666" y="27272"/>
                </a:lnTo>
                <a:cubicBezTo>
                  <a:pt x="2988" y="27272"/>
                  <a:pt x="0" y="29716"/>
                  <a:pt x="0" y="32727"/>
                </a:cubicBezTo>
                <a:lnTo>
                  <a:pt x="0" y="114544"/>
                </a:lnTo>
                <a:cubicBezTo>
                  <a:pt x="0" y="117555"/>
                  <a:pt x="2988" y="120000"/>
                  <a:pt x="6666" y="120000"/>
                </a:cubicBezTo>
                <a:lnTo>
                  <a:pt x="113333" y="120000"/>
                </a:lnTo>
                <a:cubicBezTo>
                  <a:pt x="117011" y="120000"/>
                  <a:pt x="120000" y="117555"/>
                  <a:pt x="120000" y="114544"/>
                </a:cubicBezTo>
                <a:lnTo>
                  <a:pt x="120000" y="32727"/>
                </a:lnTo>
                <a:cubicBezTo>
                  <a:pt x="120000" y="29716"/>
                  <a:pt x="117011" y="27272"/>
                  <a:pt x="113333" y="27272"/>
                </a:cubicBezTo>
                <a:moveTo>
                  <a:pt x="20000" y="81816"/>
                </a:moveTo>
                <a:lnTo>
                  <a:pt x="13333" y="81816"/>
                </a:lnTo>
                <a:lnTo>
                  <a:pt x="13333" y="87272"/>
                </a:lnTo>
                <a:lnTo>
                  <a:pt x="20000" y="87272"/>
                </a:lnTo>
                <a:cubicBezTo>
                  <a:pt x="20000" y="87272"/>
                  <a:pt x="20000" y="81816"/>
                  <a:pt x="20000" y="81816"/>
                </a:cubicBezTo>
                <a:close/>
                <a:moveTo>
                  <a:pt x="26666" y="87272"/>
                </a:moveTo>
                <a:lnTo>
                  <a:pt x="33333" y="87272"/>
                </a:lnTo>
                <a:lnTo>
                  <a:pt x="33333" y="81816"/>
                </a:lnTo>
                <a:lnTo>
                  <a:pt x="26666" y="81816"/>
                </a:lnTo>
                <a:cubicBezTo>
                  <a:pt x="26666" y="81816"/>
                  <a:pt x="26666" y="87272"/>
                  <a:pt x="26666" y="87272"/>
                </a:cubicBezTo>
                <a:close/>
                <a:moveTo>
                  <a:pt x="50000" y="109088"/>
                </a:moveTo>
                <a:lnTo>
                  <a:pt x="70000" y="109088"/>
                </a:lnTo>
                <a:cubicBezTo>
                  <a:pt x="71838" y="109088"/>
                  <a:pt x="73333" y="107872"/>
                  <a:pt x="73333" y="106361"/>
                </a:cubicBezTo>
                <a:cubicBezTo>
                  <a:pt x="73333" y="104861"/>
                  <a:pt x="71838" y="103638"/>
                  <a:pt x="70000" y="103638"/>
                </a:cubicBezTo>
                <a:lnTo>
                  <a:pt x="50000" y="103638"/>
                </a:lnTo>
                <a:cubicBezTo>
                  <a:pt x="48161" y="103638"/>
                  <a:pt x="46666" y="104861"/>
                  <a:pt x="46666" y="106361"/>
                </a:cubicBezTo>
                <a:cubicBezTo>
                  <a:pt x="46666" y="107872"/>
                  <a:pt x="48161" y="109088"/>
                  <a:pt x="50000" y="109088"/>
                </a:cubicBezTo>
                <a:moveTo>
                  <a:pt x="40000" y="87272"/>
                </a:moveTo>
                <a:lnTo>
                  <a:pt x="46666" y="87272"/>
                </a:lnTo>
                <a:lnTo>
                  <a:pt x="46666" y="81816"/>
                </a:lnTo>
                <a:lnTo>
                  <a:pt x="40000" y="81816"/>
                </a:lnTo>
                <a:cubicBezTo>
                  <a:pt x="40000" y="81816"/>
                  <a:pt x="40000" y="87272"/>
                  <a:pt x="40000" y="87272"/>
                </a:cubicBezTo>
                <a:close/>
                <a:moveTo>
                  <a:pt x="80000" y="70911"/>
                </a:moveTo>
                <a:lnTo>
                  <a:pt x="73333" y="70911"/>
                </a:lnTo>
                <a:lnTo>
                  <a:pt x="73333" y="76361"/>
                </a:lnTo>
                <a:lnTo>
                  <a:pt x="80000" y="76361"/>
                </a:lnTo>
                <a:cubicBezTo>
                  <a:pt x="80000" y="76361"/>
                  <a:pt x="80000" y="70911"/>
                  <a:pt x="80000" y="70911"/>
                </a:cubicBezTo>
                <a:close/>
                <a:moveTo>
                  <a:pt x="60000" y="70911"/>
                </a:moveTo>
                <a:lnTo>
                  <a:pt x="20000" y="70911"/>
                </a:lnTo>
                <a:lnTo>
                  <a:pt x="20000" y="43638"/>
                </a:lnTo>
                <a:lnTo>
                  <a:pt x="60000" y="43638"/>
                </a:lnTo>
                <a:cubicBezTo>
                  <a:pt x="60000" y="43638"/>
                  <a:pt x="60000" y="70911"/>
                  <a:pt x="60000" y="70911"/>
                </a:cubicBezTo>
                <a:close/>
                <a:moveTo>
                  <a:pt x="66666" y="38183"/>
                </a:moveTo>
                <a:lnTo>
                  <a:pt x="13333" y="38183"/>
                </a:lnTo>
                <a:lnTo>
                  <a:pt x="13333" y="76361"/>
                </a:lnTo>
                <a:lnTo>
                  <a:pt x="66666" y="76361"/>
                </a:lnTo>
                <a:cubicBezTo>
                  <a:pt x="66666" y="76361"/>
                  <a:pt x="66666" y="38183"/>
                  <a:pt x="66666" y="3818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58" name="Shape 4784">
            <a:extLst>
              <a:ext uri="{FF2B5EF4-FFF2-40B4-BE49-F238E27FC236}">
                <a16:creationId xmlns:a16="http://schemas.microsoft.com/office/drawing/2014/main" id="{CC2F8313-E361-2890-3DE8-3EF245A25DE2}"/>
              </a:ext>
            </a:extLst>
          </p:cNvPr>
          <p:cNvSpPr/>
          <p:nvPr/>
        </p:nvSpPr>
        <p:spPr>
          <a:xfrm>
            <a:off x="8755315" y="1817371"/>
            <a:ext cx="24008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427" y="114544"/>
                </a:moveTo>
                <a:lnTo>
                  <a:pt x="7222" y="109088"/>
                </a:lnTo>
                <a:lnTo>
                  <a:pt x="112777" y="109088"/>
                </a:lnTo>
                <a:lnTo>
                  <a:pt x="113572" y="114544"/>
                </a:lnTo>
                <a:cubicBezTo>
                  <a:pt x="113572" y="114544"/>
                  <a:pt x="6427" y="114544"/>
                  <a:pt x="6427" y="114544"/>
                </a:cubicBezTo>
                <a:close/>
                <a:moveTo>
                  <a:pt x="17622" y="38183"/>
                </a:moveTo>
                <a:lnTo>
                  <a:pt x="36000" y="38183"/>
                </a:lnTo>
                <a:lnTo>
                  <a:pt x="36000" y="49850"/>
                </a:lnTo>
                <a:cubicBezTo>
                  <a:pt x="34211" y="50794"/>
                  <a:pt x="33000" y="52533"/>
                  <a:pt x="33000" y="54544"/>
                </a:cubicBezTo>
                <a:cubicBezTo>
                  <a:pt x="33000" y="57555"/>
                  <a:pt x="35688" y="60000"/>
                  <a:pt x="39000" y="60000"/>
                </a:cubicBezTo>
                <a:cubicBezTo>
                  <a:pt x="42311" y="60000"/>
                  <a:pt x="45000" y="57555"/>
                  <a:pt x="45000" y="54544"/>
                </a:cubicBezTo>
                <a:cubicBezTo>
                  <a:pt x="45000" y="52533"/>
                  <a:pt x="43788" y="50794"/>
                  <a:pt x="42000" y="49850"/>
                </a:cubicBezTo>
                <a:lnTo>
                  <a:pt x="42000" y="38183"/>
                </a:lnTo>
                <a:lnTo>
                  <a:pt x="78000" y="38183"/>
                </a:lnTo>
                <a:lnTo>
                  <a:pt x="78000" y="49850"/>
                </a:lnTo>
                <a:cubicBezTo>
                  <a:pt x="76211" y="50794"/>
                  <a:pt x="75000" y="52533"/>
                  <a:pt x="75000" y="54544"/>
                </a:cubicBezTo>
                <a:cubicBezTo>
                  <a:pt x="75000" y="57555"/>
                  <a:pt x="77688" y="60000"/>
                  <a:pt x="81000" y="60000"/>
                </a:cubicBezTo>
                <a:cubicBezTo>
                  <a:pt x="84311" y="60000"/>
                  <a:pt x="87000" y="57555"/>
                  <a:pt x="87000" y="54544"/>
                </a:cubicBezTo>
                <a:cubicBezTo>
                  <a:pt x="87000" y="52533"/>
                  <a:pt x="85788" y="50794"/>
                  <a:pt x="84000" y="49850"/>
                </a:cubicBezTo>
                <a:lnTo>
                  <a:pt x="84000" y="38183"/>
                </a:lnTo>
                <a:lnTo>
                  <a:pt x="102377" y="38183"/>
                </a:lnTo>
                <a:lnTo>
                  <a:pt x="111972" y="103638"/>
                </a:lnTo>
                <a:lnTo>
                  <a:pt x="8027" y="103638"/>
                </a:lnTo>
                <a:cubicBezTo>
                  <a:pt x="8027" y="103638"/>
                  <a:pt x="17622" y="38183"/>
                  <a:pt x="17622" y="38183"/>
                </a:cubicBezTo>
                <a:close/>
                <a:moveTo>
                  <a:pt x="42000" y="21816"/>
                </a:moveTo>
                <a:cubicBezTo>
                  <a:pt x="42000" y="12783"/>
                  <a:pt x="50061" y="5455"/>
                  <a:pt x="60000" y="5455"/>
                </a:cubicBezTo>
                <a:cubicBezTo>
                  <a:pt x="69944" y="5455"/>
                  <a:pt x="78000" y="12783"/>
                  <a:pt x="78000" y="21816"/>
                </a:cubicBezTo>
                <a:lnTo>
                  <a:pt x="78000" y="32727"/>
                </a:lnTo>
                <a:lnTo>
                  <a:pt x="42000" y="32727"/>
                </a:lnTo>
                <a:cubicBezTo>
                  <a:pt x="42000" y="32727"/>
                  <a:pt x="42000" y="21816"/>
                  <a:pt x="42000" y="21816"/>
                </a:cubicBezTo>
                <a:close/>
                <a:moveTo>
                  <a:pt x="119922" y="116916"/>
                </a:moveTo>
                <a:lnTo>
                  <a:pt x="119972" y="116911"/>
                </a:lnTo>
                <a:lnTo>
                  <a:pt x="107972" y="35094"/>
                </a:lnTo>
                <a:lnTo>
                  <a:pt x="107922" y="35100"/>
                </a:lnTo>
                <a:cubicBezTo>
                  <a:pt x="107722" y="33772"/>
                  <a:pt x="106516" y="32727"/>
                  <a:pt x="105000" y="32727"/>
                </a:cubicBezTo>
                <a:lnTo>
                  <a:pt x="84000" y="32727"/>
                </a:lnTo>
                <a:lnTo>
                  <a:pt x="84000" y="21816"/>
                </a:lnTo>
                <a:cubicBezTo>
                  <a:pt x="84000" y="9766"/>
                  <a:pt x="73255" y="0"/>
                  <a:pt x="60000" y="0"/>
                </a:cubicBezTo>
                <a:cubicBezTo>
                  <a:pt x="46744" y="0"/>
                  <a:pt x="36000" y="9766"/>
                  <a:pt x="36000" y="21816"/>
                </a:cubicBezTo>
                <a:lnTo>
                  <a:pt x="36000" y="32727"/>
                </a:lnTo>
                <a:lnTo>
                  <a:pt x="15000" y="32727"/>
                </a:lnTo>
                <a:cubicBezTo>
                  <a:pt x="13483" y="32727"/>
                  <a:pt x="12277" y="33772"/>
                  <a:pt x="12077" y="35100"/>
                </a:cubicBezTo>
                <a:lnTo>
                  <a:pt x="12027" y="35094"/>
                </a:lnTo>
                <a:lnTo>
                  <a:pt x="27" y="116911"/>
                </a:lnTo>
                <a:lnTo>
                  <a:pt x="77" y="116916"/>
                </a:lnTo>
                <a:cubicBezTo>
                  <a:pt x="61" y="117038"/>
                  <a:pt x="0" y="117150"/>
                  <a:pt x="0" y="117272"/>
                </a:cubicBezTo>
                <a:cubicBezTo>
                  <a:pt x="0" y="118783"/>
                  <a:pt x="1344" y="120000"/>
                  <a:pt x="3000" y="120000"/>
                </a:cubicBezTo>
                <a:lnTo>
                  <a:pt x="117000" y="120000"/>
                </a:lnTo>
                <a:cubicBezTo>
                  <a:pt x="118655" y="120000"/>
                  <a:pt x="120000" y="118783"/>
                  <a:pt x="120000" y="117272"/>
                </a:cubicBezTo>
                <a:cubicBezTo>
                  <a:pt x="120000" y="117150"/>
                  <a:pt x="119938" y="117038"/>
                  <a:pt x="119922" y="1169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60" name="Shape 4785">
            <a:extLst>
              <a:ext uri="{FF2B5EF4-FFF2-40B4-BE49-F238E27FC236}">
                <a16:creationId xmlns:a16="http://schemas.microsoft.com/office/drawing/2014/main" id="{1210C845-E8A7-90A1-537B-1BCD93F96F66}"/>
              </a:ext>
            </a:extLst>
          </p:cNvPr>
          <p:cNvSpPr/>
          <p:nvPr/>
        </p:nvSpPr>
        <p:spPr>
          <a:xfrm>
            <a:off x="9241495" y="181737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927" y="100555"/>
                </a:moveTo>
                <a:lnTo>
                  <a:pt x="119977" y="100550"/>
                </a:lnTo>
                <a:lnTo>
                  <a:pt x="114522" y="29638"/>
                </a:lnTo>
                <a:lnTo>
                  <a:pt x="114472" y="29650"/>
                </a:lnTo>
                <a:cubicBezTo>
                  <a:pt x="114294" y="28316"/>
                  <a:pt x="113200" y="27272"/>
                  <a:pt x="111816" y="27272"/>
                </a:cubicBezTo>
                <a:lnTo>
                  <a:pt x="92727" y="27272"/>
                </a:lnTo>
                <a:lnTo>
                  <a:pt x="92727" y="21816"/>
                </a:lnTo>
                <a:cubicBezTo>
                  <a:pt x="92727" y="9766"/>
                  <a:pt x="82955" y="0"/>
                  <a:pt x="70911" y="0"/>
                </a:cubicBezTo>
                <a:cubicBezTo>
                  <a:pt x="62777" y="0"/>
                  <a:pt x="55694" y="4461"/>
                  <a:pt x="51944" y="11061"/>
                </a:cubicBezTo>
                <a:cubicBezTo>
                  <a:pt x="53916" y="11261"/>
                  <a:pt x="55822" y="11694"/>
                  <a:pt x="57650" y="12300"/>
                </a:cubicBezTo>
                <a:cubicBezTo>
                  <a:pt x="60616" y="8166"/>
                  <a:pt x="65433" y="5455"/>
                  <a:pt x="70911" y="5455"/>
                </a:cubicBezTo>
                <a:cubicBezTo>
                  <a:pt x="79944" y="5455"/>
                  <a:pt x="87272" y="12783"/>
                  <a:pt x="87272" y="21816"/>
                </a:cubicBezTo>
                <a:lnTo>
                  <a:pt x="87272" y="27272"/>
                </a:lnTo>
                <a:lnTo>
                  <a:pt x="74094" y="27272"/>
                </a:lnTo>
                <a:cubicBezTo>
                  <a:pt x="74855" y="29005"/>
                  <a:pt x="75450" y="30827"/>
                  <a:pt x="75838" y="32727"/>
                </a:cubicBezTo>
                <a:lnTo>
                  <a:pt x="87272" y="32727"/>
                </a:lnTo>
                <a:lnTo>
                  <a:pt x="87272" y="38183"/>
                </a:lnTo>
                <a:lnTo>
                  <a:pt x="90022" y="38183"/>
                </a:lnTo>
                <a:cubicBezTo>
                  <a:pt x="90972" y="38183"/>
                  <a:pt x="91872" y="38361"/>
                  <a:pt x="92727" y="38672"/>
                </a:cubicBezTo>
                <a:lnTo>
                  <a:pt x="92727" y="32727"/>
                </a:lnTo>
                <a:lnTo>
                  <a:pt x="109300" y="32727"/>
                </a:lnTo>
                <a:lnTo>
                  <a:pt x="113494" y="87272"/>
                </a:lnTo>
                <a:lnTo>
                  <a:pt x="101372" y="87272"/>
                </a:lnTo>
                <a:lnTo>
                  <a:pt x="101794" y="92727"/>
                </a:lnTo>
                <a:lnTo>
                  <a:pt x="113911" y="92727"/>
                </a:lnTo>
                <a:lnTo>
                  <a:pt x="114333" y="98183"/>
                </a:lnTo>
                <a:lnTo>
                  <a:pt x="102211" y="98183"/>
                </a:lnTo>
                <a:lnTo>
                  <a:pt x="102633" y="103638"/>
                </a:lnTo>
                <a:lnTo>
                  <a:pt x="117272" y="103638"/>
                </a:lnTo>
                <a:cubicBezTo>
                  <a:pt x="118777" y="103638"/>
                  <a:pt x="120000" y="102416"/>
                  <a:pt x="120000" y="100911"/>
                </a:cubicBezTo>
                <a:cubicBezTo>
                  <a:pt x="120000" y="100783"/>
                  <a:pt x="119944" y="100677"/>
                  <a:pt x="119927" y="100555"/>
                </a:cubicBezTo>
                <a:moveTo>
                  <a:pt x="5666" y="114544"/>
                </a:moveTo>
                <a:lnTo>
                  <a:pt x="6088" y="109088"/>
                </a:lnTo>
                <a:lnTo>
                  <a:pt x="92094" y="109088"/>
                </a:lnTo>
                <a:lnTo>
                  <a:pt x="92516" y="114544"/>
                </a:lnTo>
                <a:cubicBezTo>
                  <a:pt x="92516" y="114544"/>
                  <a:pt x="5666" y="114544"/>
                  <a:pt x="5666" y="114544"/>
                </a:cubicBezTo>
                <a:close/>
                <a:moveTo>
                  <a:pt x="10700" y="49088"/>
                </a:moveTo>
                <a:lnTo>
                  <a:pt x="27272" y="49088"/>
                </a:lnTo>
                <a:lnTo>
                  <a:pt x="27272" y="60755"/>
                </a:lnTo>
                <a:cubicBezTo>
                  <a:pt x="25650" y="61700"/>
                  <a:pt x="24544" y="63444"/>
                  <a:pt x="24544" y="65455"/>
                </a:cubicBezTo>
                <a:cubicBezTo>
                  <a:pt x="24544" y="68466"/>
                  <a:pt x="26988" y="70911"/>
                  <a:pt x="30000" y="70911"/>
                </a:cubicBezTo>
                <a:cubicBezTo>
                  <a:pt x="33011" y="70911"/>
                  <a:pt x="35455" y="68466"/>
                  <a:pt x="35455" y="65455"/>
                </a:cubicBezTo>
                <a:cubicBezTo>
                  <a:pt x="35455" y="63444"/>
                  <a:pt x="34350" y="61700"/>
                  <a:pt x="32727" y="60755"/>
                </a:cubicBezTo>
                <a:lnTo>
                  <a:pt x="32727" y="49088"/>
                </a:lnTo>
                <a:lnTo>
                  <a:pt x="65455" y="49088"/>
                </a:lnTo>
                <a:lnTo>
                  <a:pt x="65455" y="60755"/>
                </a:lnTo>
                <a:cubicBezTo>
                  <a:pt x="63827" y="61700"/>
                  <a:pt x="62727" y="63444"/>
                  <a:pt x="62727" y="65455"/>
                </a:cubicBezTo>
                <a:cubicBezTo>
                  <a:pt x="62727" y="68466"/>
                  <a:pt x="65172" y="70911"/>
                  <a:pt x="68183" y="70911"/>
                </a:cubicBezTo>
                <a:cubicBezTo>
                  <a:pt x="71194" y="70911"/>
                  <a:pt x="73638" y="68466"/>
                  <a:pt x="73638" y="65455"/>
                </a:cubicBezTo>
                <a:cubicBezTo>
                  <a:pt x="73638" y="63444"/>
                  <a:pt x="72533" y="61700"/>
                  <a:pt x="70911" y="60755"/>
                </a:cubicBezTo>
                <a:lnTo>
                  <a:pt x="70911" y="49088"/>
                </a:lnTo>
                <a:lnTo>
                  <a:pt x="87477" y="49088"/>
                </a:lnTo>
                <a:lnTo>
                  <a:pt x="91677" y="103638"/>
                </a:lnTo>
                <a:lnTo>
                  <a:pt x="6511" y="103638"/>
                </a:lnTo>
                <a:cubicBezTo>
                  <a:pt x="6511" y="103638"/>
                  <a:pt x="10700" y="49088"/>
                  <a:pt x="10700" y="49088"/>
                </a:cubicBezTo>
                <a:close/>
                <a:moveTo>
                  <a:pt x="32727" y="38183"/>
                </a:moveTo>
                <a:cubicBezTo>
                  <a:pt x="32727" y="29144"/>
                  <a:pt x="40055" y="21816"/>
                  <a:pt x="49088" y="21816"/>
                </a:cubicBezTo>
                <a:cubicBezTo>
                  <a:pt x="58127" y="21816"/>
                  <a:pt x="65455" y="29144"/>
                  <a:pt x="65455" y="38183"/>
                </a:cubicBezTo>
                <a:lnTo>
                  <a:pt x="65455" y="43638"/>
                </a:lnTo>
                <a:lnTo>
                  <a:pt x="32727" y="43638"/>
                </a:lnTo>
                <a:cubicBezTo>
                  <a:pt x="32727" y="43638"/>
                  <a:pt x="32727" y="38183"/>
                  <a:pt x="32727" y="38183"/>
                </a:cubicBezTo>
                <a:close/>
                <a:moveTo>
                  <a:pt x="98155" y="116911"/>
                </a:moveTo>
                <a:lnTo>
                  <a:pt x="92705" y="46005"/>
                </a:lnTo>
                <a:lnTo>
                  <a:pt x="92655" y="46011"/>
                </a:lnTo>
                <a:cubicBezTo>
                  <a:pt x="92477" y="44683"/>
                  <a:pt x="91377" y="43638"/>
                  <a:pt x="90000" y="43638"/>
                </a:cubicBezTo>
                <a:lnTo>
                  <a:pt x="70911" y="43638"/>
                </a:lnTo>
                <a:lnTo>
                  <a:pt x="70911" y="38183"/>
                </a:lnTo>
                <a:cubicBezTo>
                  <a:pt x="70911" y="26133"/>
                  <a:pt x="61138" y="16361"/>
                  <a:pt x="49088" y="16361"/>
                </a:cubicBezTo>
                <a:cubicBezTo>
                  <a:pt x="37044" y="16361"/>
                  <a:pt x="27272" y="26133"/>
                  <a:pt x="27272" y="38183"/>
                </a:cubicBezTo>
                <a:lnTo>
                  <a:pt x="27272" y="43638"/>
                </a:lnTo>
                <a:lnTo>
                  <a:pt x="8183" y="43638"/>
                </a:lnTo>
                <a:cubicBezTo>
                  <a:pt x="6800" y="43638"/>
                  <a:pt x="5705" y="44683"/>
                  <a:pt x="5527" y="46011"/>
                </a:cubicBezTo>
                <a:lnTo>
                  <a:pt x="5477" y="46005"/>
                </a:lnTo>
                <a:lnTo>
                  <a:pt x="22" y="116911"/>
                </a:lnTo>
                <a:lnTo>
                  <a:pt x="72" y="116916"/>
                </a:lnTo>
                <a:cubicBezTo>
                  <a:pt x="55" y="117038"/>
                  <a:pt x="0" y="117150"/>
                  <a:pt x="0" y="117272"/>
                </a:cubicBezTo>
                <a:cubicBezTo>
                  <a:pt x="0" y="118783"/>
                  <a:pt x="1222" y="120000"/>
                  <a:pt x="2727" y="120000"/>
                </a:cubicBezTo>
                <a:lnTo>
                  <a:pt x="95455" y="120000"/>
                </a:lnTo>
                <a:cubicBezTo>
                  <a:pt x="96961" y="120000"/>
                  <a:pt x="98183" y="118783"/>
                  <a:pt x="98183" y="117272"/>
                </a:cubicBezTo>
                <a:cubicBezTo>
                  <a:pt x="98183" y="117150"/>
                  <a:pt x="98127" y="117038"/>
                  <a:pt x="98111" y="116916"/>
                </a:cubicBezTo>
                <a:cubicBezTo>
                  <a:pt x="98111" y="116916"/>
                  <a:pt x="98155" y="116911"/>
                  <a:pt x="98155" y="11691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62" name="Shape 4786">
            <a:extLst>
              <a:ext uri="{FF2B5EF4-FFF2-40B4-BE49-F238E27FC236}">
                <a16:creationId xmlns:a16="http://schemas.microsoft.com/office/drawing/2014/main" id="{9EC25B34-E7D5-C2AF-CB46-A8CBA4461129}"/>
              </a:ext>
            </a:extLst>
          </p:cNvPr>
          <p:cNvSpPr/>
          <p:nvPr/>
        </p:nvSpPr>
        <p:spPr>
          <a:xfrm>
            <a:off x="9751684" y="1841379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53333"/>
                </a:moveTo>
                <a:lnTo>
                  <a:pt x="5455" y="53333"/>
                </a:lnTo>
                <a:lnTo>
                  <a:pt x="5455" y="46666"/>
                </a:lnTo>
                <a:lnTo>
                  <a:pt x="114544" y="46666"/>
                </a:lnTo>
                <a:cubicBezTo>
                  <a:pt x="114544" y="46666"/>
                  <a:pt x="114544" y="53333"/>
                  <a:pt x="114544" y="53333"/>
                </a:cubicBezTo>
                <a:close/>
                <a:moveTo>
                  <a:pt x="105588" y="73333"/>
                </a:moveTo>
                <a:lnTo>
                  <a:pt x="87416" y="73333"/>
                </a:lnTo>
                <a:lnTo>
                  <a:pt x="89138" y="60000"/>
                </a:lnTo>
                <a:lnTo>
                  <a:pt x="107883" y="60000"/>
                </a:lnTo>
                <a:cubicBezTo>
                  <a:pt x="107883" y="60000"/>
                  <a:pt x="105588" y="73333"/>
                  <a:pt x="105588" y="73333"/>
                </a:cubicBezTo>
                <a:close/>
                <a:moveTo>
                  <a:pt x="102144" y="93333"/>
                </a:moveTo>
                <a:lnTo>
                  <a:pt x="84833" y="93333"/>
                </a:lnTo>
                <a:lnTo>
                  <a:pt x="86555" y="80000"/>
                </a:lnTo>
                <a:lnTo>
                  <a:pt x="104438" y="80000"/>
                </a:lnTo>
                <a:cubicBezTo>
                  <a:pt x="104438" y="80000"/>
                  <a:pt x="102144" y="93333"/>
                  <a:pt x="102144" y="93333"/>
                </a:cubicBezTo>
                <a:close/>
                <a:moveTo>
                  <a:pt x="98700" y="113333"/>
                </a:moveTo>
                <a:lnTo>
                  <a:pt x="82250" y="113333"/>
                </a:lnTo>
                <a:lnTo>
                  <a:pt x="83972" y="100000"/>
                </a:lnTo>
                <a:lnTo>
                  <a:pt x="100994" y="100000"/>
                </a:lnTo>
                <a:cubicBezTo>
                  <a:pt x="100994" y="100000"/>
                  <a:pt x="98700" y="113333"/>
                  <a:pt x="98700" y="113333"/>
                </a:cubicBezTo>
                <a:close/>
                <a:moveTo>
                  <a:pt x="62727" y="73333"/>
                </a:moveTo>
                <a:lnTo>
                  <a:pt x="62727" y="60000"/>
                </a:lnTo>
                <a:lnTo>
                  <a:pt x="83683" y="60000"/>
                </a:lnTo>
                <a:lnTo>
                  <a:pt x="81961" y="73333"/>
                </a:lnTo>
                <a:cubicBezTo>
                  <a:pt x="81961" y="73333"/>
                  <a:pt x="62727" y="73333"/>
                  <a:pt x="62727" y="73333"/>
                </a:cubicBezTo>
                <a:close/>
                <a:moveTo>
                  <a:pt x="79383" y="93333"/>
                </a:moveTo>
                <a:lnTo>
                  <a:pt x="62727" y="93333"/>
                </a:lnTo>
                <a:lnTo>
                  <a:pt x="62727" y="80000"/>
                </a:lnTo>
                <a:lnTo>
                  <a:pt x="81100" y="80000"/>
                </a:lnTo>
                <a:cubicBezTo>
                  <a:pt x="81100" y="80000"/>
                  <a:pt x="79383" y="93333"/>
                  <a:pt x="79383" y="93333"/>
                </a:cubicBezTo>
                <a:close/>
                <a:moveTo>
                  <a:pt x="76794" y="113333"/>
                </a:moveTo>
                <a:lnTo>
                  <a:pt x="62727" y="113333"/>
                </a:lnTo>
                <a:lnTo>
                  <a:pt x="62727" y="100000"/>
                </a:lnTo>
                <a:lnTo>
                  <a:pt x="78516" y="100000"/>
                </a:lnTo>
                <a:cubicBezTo>
                  <a:pt x="78516" y="100000"/>
                  <a:pt x="76794" y="113333"/>
                  <a:pt x="76794" y="113333"/>
                </a:cubicBezTo>
                <a:close/>
                <a:moveTo>
                  <a:pt x="57272" y="73333"/>
                </a:moveTo>
                <a:lnTo>
                  <a:pt x="38038" y="73333"/>
                </a:lnTo>
                <a:lnTo>
                  <a:pt x="36316" y="60000"/>
                </a:lnTo>
                <a:lnTo>
                  <a:pt x="57272" y="60000"/>
                </a:lnTo>
                <a:cubicBezTo>
                  <a:pt x="57272" y="60000"/>
                  <a:pt x="57272" y="73333"/>
                  <a:pt x="57272" y="73333"/>
                </a:cubicBezTo>
                <a:close/>
                <a:moveTo>
                  <a:pt x="57272" y="93333"/>
                </a:moveTo>
                <a:lnTo>
                  <a:pt x="40616" y="93333"/>
                </a:lnTo>
                <a:lnTo>
                  <a:pt x="38900" y="80000"/>
                </a:lnTo>
                <a:lnTo>
                  <a:pt x="57272" y="80000"/>
                </a:lnTo>
                <a:cubicBezTo>
                  <a:pt x="57272" y="80000"/>
                  <a:pt x="57272" y="93333"/>
                  <a:pt x="57272" y="93333"/>
                </a:cubicBezTo>
                <a:close/>
                <a:moveTo>
                  <a:pt x="57272" y="113333"/>
                </a:moveTo>
                <a:lnTo>
                  <a:pt x="43205" y="113333"/>
                </a:lnTo>
                <a:lnTo>
                  <a:pt x="41483" y="100000"/>
                </a:lnTo>
                <a:lnTo>
                  <a:pt x="57272" y="100000"/>
                </a:lnTo>
                <a:cubicBezTo>
                  <a:pt x="57272" y="100000"/>
                  <a:pt x="57272" y="113333"/>
                  <a:pt x="57272" y="113333"/>
                </a:cubicBezTo>
                <a:close/>
                <a:moveTo>
                  <a:pt x="21300" y="113333"/>
                </a:moveTo>
                <a:lnTo>
                  <a:pt x="19005" y="100000"/>
                </a:lnTo>
                <a:lnTo>
                  <a:pt x="36027" y="100000"/>
                </a:lnTo>
                <a:lnTo>
                  <a:pt x="37750" y="113333"/>
                </a:lnTo>
                <a:cubicBezTo>
                  <a:pt x="37750" y="113333"/>
                  <a:pt x="21300" y="113333"/>
                  <a:pt x="21300" y="113333"/>
                </a:cubicBezTo>
                <a:close/>
                <a:moveTo>
                  <a:pt x="15561" y="80000"/>
                </a:moveTo>
                <a:lnTo>
                  <a:pt x="33444" y="80000"/>
                </a:lnTo>
                <a:lnTo>
                  <a:pt x="35166" y="93333"/>
                </a:lnTo>
                <a:lnTo>
                  <a:pt x="17855" y="93333"/>
                </a:lnTo>
                <a:cubicBezTo>
                  <a:pt x="17855" y="93333"/>
                  <a:pt x="15561" y="80000"/>
                  <a:pt x="15561" y="80000"/>
                </a:cubicBezTo>
                <a:close/>
                <a:moveTo>
                  <a:pt x="12116" y="60000"/>
                </a:moveTo>
                <a:lnTo>
                  <a:pt x="30861" y="60000"/>
                </a:lnTo>
                <a:lnTo>
                  <a:pt x="32583" y="73333"/>
                </a:lnTo>
                <a:lnTo>
                  <a:pt x="14411" y="73333"/>
                </a:lnTo>
                <a:cubicBezTo>
                  <a:pt x="14411" y="73333"/>
                  <a:pt x="12116" y="60000"/>
                  <a:pt x="12116" y="60000"/>
                </a:cubicBezTo>
                <a:close/>
                <a:moveTo>
                  <a:pt x="60000" y="7333"/>
                </a:moveTo>
                <a:lnTo>
                  <a:pt x="97866" y="40000"/>
                </a:lnTo>
                <a:lnTo>
                  <a:pt x="22133" y="40000"/>
                </a:lnTo>
                <a:cubicBezTo>
                  <a:pt x="22133" y="40000"/>
                  <a:pt x="60000" y="7333"/>
                  <a:pt x="60000" y="7333"/>
                </a:cubicBezTo>
                <a:close/>
                <a:moveTo>
                  <a:pt x="114544" y="40000"/>
                </a:moveTo>
                <a:lnTo>
                  <a:pt x="107133" y="40000"/>
                </a:lnTo>
                <a:lnTo>
                  <a:pt x="61983" y="1044"/>
                </a:lnTo>
                <a:lnTo>
                  <a:pt x="61972" y="1055"/>
                </a:lnTo>
                <a:cubicBezTo>
                  <a:pt x="61477" y="411"/>
                  <a:pt x="60783" y="0"/>
                  <a:pt x="60000" y="0"/>
                </a:cubicBezTo>
                <a:cubicBezTo>
                  <a:pt x="59216" y="0"/>
                  <a:pt x="58522" y="411"/>
                  <a:pt x="58027" y="1055"/>
                </a:cubicBezTo>
                <a:lnTo>
                  <a:pt x="58016" y="1044"/>
                </a:lnTo>
                <a:lnTo>
                  <a:pt x="12866" y="40000"/>
                </a:lnTo>
                <a:lnTo>
                  <a:pt x="5455" y="40000"/>
                </a:lnTo>
                <a:cubicBezTo>
                  <a:pt x="2438" y="40000"/>
                  <a:pt x="0" y="42988"/>
                  <a:pt x="0" y="46666"/>
                </a:cubicBezTo>
                <a:lnTo>
                  <a:pt x="0" y="53333"/>
                </a:lnTo>
                <a:cubicBezTo>
                  <a:pt x="0" y="57011"/>
                  <a:pt x="2438" y="60000"/>
                  <a:pt x="5455" y="60000"/>
                </a:cubicBezTo>
                <a:lnTo>
                  <a:pt x="6544" y="60000"/>
                </a:lnTo>
                <a:lnTo>
                  <a:pt x="16444" y="117472"/>
                </a:lnTo>
                <a:lnTo>
                  <a:pt x="16494" y="117461"/>
                </a:lnTo>
                <a:cubicBezTo>
                  <a:pt x="16794" y="118905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8905"/>
                  <a:pt x="103505" y="117461"/>
                </a:cubicBezTo>
                <a:lnTo>
                  <a:pt x="103555" y="117472"/>
                </a:lnTo>
                <a:lnTo>
                  <a:pt x="113455" y="60000"/>
                </a:lnTo>
                <a:lnTo>
                  <a:pt x="114544" y="60000"/>
                </a:lnTo>
                <a:cubicBezTo>
                  <a:pt x="117555" y="60000"/>
                  <a:pt x="120000" y="57011"/>
                  <a:pt x="120000" y="53333"/>
                </a:cubicBezTo>
                <a:lnTo>
                  <a:pt x="120000" y="46666"/>
                </a:lnTo>
                <a:cubicBezTo>
                  <a:pt x="120000" y="42988"/>
                  <a:pt x="117555" y="40000"/>
                  <a:pt x="114544" y="40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92" name="Shape 4787">
            <a:extLst>
              <a:ext uri="{FF2B5EF4-FFF2-40B4-BE49-F238E27FC236}">
                <a16:creationId xmlns:a16="http://schemas.microsoft.com/office/drawing/2014/main" id="{BEDB0689-32B0-B2B5-B88C-A7EBE4F31BFD}"/>
              </a:ext>
            </a:extLst>
          </p:cNvPr>
          <p:cNvSpPr/>
          <p:nvPr/>
        </p:nvSpPr>
        <p:spPr>
          <a:xfrm>
            <a:off x="10255870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6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6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58072" y="41122"/>
                </a:moveTo>
                <a:cubicBezTo>
                  <a:pt x="58566" y="41666"/>
                  <a:pt x="59250" y="42000"/>
                  <a:pt x="60000" y="42000"/>
                </a:cubicBezTo>
                <a:cubicBezTo>
                  <a:pt x="60755" y="42000"/>
                  <a:pt x="61433" y="41666"/>
                  <a:pt x="61927" y="41122"/>
                </a:cubicBezTo>
                <a:lnTo>
                  <a:pt x="72838" y="29122"/>
                </a:lnTo>
                <a:cubicBezTo>
                  <a:pt x="73333" y="28577"/>
                  <a:pt x="73638" y="27827"/>
                  <a:pt x="73638" y="27000"/>
                </a:cubicBezTo>
                <a:cubicBezTo>
                  <a:pt x="73638" y="25344"/>
                  <a:pt x="72416" y="24000"/>
                  <a:pt x="70911" y="24000"/>
                </a:cubicBezTo>
                <a:cubicBezTo>
                  <a:pt x="70155" y="24000"/>
                  <a:pt x="69477" y="24338"/>
                  <a:pt x="68983" y="24877"/>
                </a:cubicBezTo>
                <a:lnTo>
                  <a:pt x="62727" y="31755"/>
                </a:lnTo>
                <a:lnTo>
                  <a:pt x="62727" y="3000"/>
                </a:lnTo>
                <a:cubicBezTo>
                  <a:pt x="62727" y="1344"/>
                  <a:pt x="61505" y="0"/>
                  <a:pt x="60000" y="0"/>
                </a:cubicBezTo>
                <a:cubicBezTo>
                  <a:pt x="58494" y="0"/>
                  <a:pt x="57272" y="1344"/>
                  <a:pt x="57272" y="3000"/>
                </a:cubicBezTo>
                <a:lnTo>
                  <a:pt x="57272" y="31755"/>
                </a:lnTo>
                <a:lnTo>
                  <a:pt x="51016" y="24877"/>
                </a:lnTo>
                <a:cubicBezTo>
                  <a:pt x="50527" y="24338"/>
                  <a:pt x="49844" y="24000"/>
                  <a:pt x="49088" y="24000"/>
                </a:cubicBezTo>
                <a:cubicBezTo>
                  <a:pt x="47583" y="24000"/>
                  <a:pt x="46361" y="25344"/>
                  <a:pt x="46361" y="27000"/>
                </a:cubicBezTo>
                <a:cubicBezTo>
                  <a:pt x="46361" y="27827"/>
                  <a:pt x="46666" y="28577"/>
                  <a:pt x="47161" y="29122"/>
                </a:cubicBezTo>
                <a:cubicBezTo>
                  <a:pt x="47161" y="29122"/>
                  <a:pt x="58072" y="41122"/>
                  <a:pt x="58072" y="411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94" name="Shape 4788">
            <a:extLst>
              <a:ext uri="{FF2B5EF4-FFF2-40B4-BE49-F238E27FC236}">
                <a16:creationId xmlns:a16="http://schemas.microsoft.com/office/drawing/2014/main" id="{FFE16D7B-98D0-2602-93B9-E4E2CD05520B}"/>
              </a:ext>
            </a:extLst>
          </p:cNvPr>
          <p:cNvSpPr/>
          <p:nvPr/>
        </p:nvSpPr>
        <p:spPr>
          <a:xfrm>
            <a:off x="10760055" y="182937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6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6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9088" y="18000"/>
                </a:moveTo>
                <a:cubicBezTo>
                  <a:pt x="49844" y="18000"/>
                  <a:pt x="50527" y="17661"/>
                  <a:pt x="51016" y="17122"/>
                </a:cubicBezTo>
                <a:lnTo>
                  <a:pt x="57272" y="10244"/>
                </a:lnTo>
                <a:lnTo>
                  <a:pt x="57272" y="39000"/>
                </a:lnTo>
                <a:cubicBezTo>
                  <a:pt x="57272" y="40655"/>
                  <a:pt x="58494" y="42000"/>
                  <a:pt x="60000" y="42000"/>
                </a:cubicBezTo>
                <a:cubicBezTo>
                  <a:pt x="61505" y="42000"/>
                  <a:pt x="62727" y="40655"/>
                  <a:pt x="62727" y="39000"/>
                </a:cubicBezTo>
                <a:lnTo>
                  <a:pt x="62727" y="10244"/>
                </a:lnTo>
                <a:lnTo>
                  <a:pt x="68983" y="17122"/>
                </a:lnTo>
                <a:cubicBezTo>
                  <a:pt x="69472" y="17661"/>
                  <a:pt x="70155" y="18000"/>
                  <a:pt x="70911" y="18000"/>
                </a:cubicBezTo>
                <a:cubicBezTo>
                  <a:pt x="72416" y="18000"/>
                  <a:pt x="73638" y="16655"/>
                  <a:pt x="73638" y="15000"/>
                </a:cubicBezTo>
                <a:cubicBezTo>
                  <a:pt x="73638" y="14172"/>
                  <a:pt x="73327" y="13422"/>
                  <a:pt x="72838" y="12877"/>
                </a:cubicBezTo>
                <a:lnTo>
                  <a:pt x="61927" y="877"/>
                </a:lnTo>
                <a:cubicBezTo>
                  <a:pt x="61433" y="338"/>
                  <a:pt x="60755" y="0"/>
                  <a:pt x="60000" y="0"/>
                </a:cubicBezTo>
                <a:cubicBezTo>
                  <a:pt x="59244" y="0"/>
                  <a:pt x="58566" y="333"/>
                  <a:pt x="58072" y="877"/>
                </a:cubicBezTo>
                <a:lnTo>
                  <a:pt x="47161" y="12877"/>
                </a:lnTo>
                <a:cubicBezTo>
                  <a:pt x="46666" y="13422"/>
                  <a:pt x="46361" y="14172"/>
                  <a:pt x="46361" y="15000"/>
                </a:cubicBezTo>
                <a:cubicBezTo>
                  <a:pt x="46361" y="16655"/>
                  <a:pt x="47583" y="18000"/>
                  <a:pt x="49088" y="18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96" name="Shape 4789">
            <a:extLst>
              <a:ext uri="{FF2B5EF4-FFF2-40B4-BE49-F238E27FC236}">
                <a16:creationId xmlns:a16="http://schemas.microsoft.com/office/drawing/2014/main" id="{F7068804-822F-CDB1-E940-AFC7D6981980}"/>
              </a:ext>
            </a:extLst>
          </p:cNvPr>
          <p:cNvSpPr/>
          <p:nvPr/>
        </p:nvSpPr>
        <p:spPr>
          <a:xfrm>
            <a:off x="6222381" y="2333561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1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1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1705" y="17122"/>
                </a:moveTo>
                <a:lnTo>
                  <a:pt x="41705" y="17122"/>
                </a:lnTo>
                <a:lnTo>
                  <a:pt x="52616" y="29122"/>
                </a:lnTo>
                <a:cubicBezTo>
                  <a:pt x="53111" y="29666"/>
                  <a:pt x="53794" y="30000"/>
                  <a:pt x="54544" y="30000"/>
                </a:cubicBezTo>
                <a:cubicBezTo>
                  <a:pt x="56050" y="30000"/>
                  <a:pt x="57272" y="28655"/>
                  <a:pt x="57272" y="27000"/>
                </a:cubicBezTo>
                <a:cubicBezTo>
                  <a:pt x="57272" y="26177"/>
                  <a:pt x="56966" y="25427"/>
                  <a:pt x="56472" y="24877"/>
                </a:cubicBezTo>
                <a:lnTo>
                  <a:pt x="50222" y="18000"/>
                </a:lnTo>
                <a:lnTo>
                  <a:pt x="76361" y="18000"/>
                </a:lnTo>
                <a:lnTo>
                  <a:pt x="76361" y="18000"/>
                </a:lnTo>
                <a:cubicBezTo>
                  <a:pt x="77866" y="18000"/>
                  <a:pt x="79088" y="16655"/>
                  <a:pt x="79088" y="15000"/>
                </a:cubicBezTo>
                <a:cubicBezTo>
                  <a:pt x="79088" y="13344"/>
                  <a:pt x="77866" y="12000"/>
                  <a:pt x="76361" y="12000"/>
                </a:cubicBezTo>
                <a:lnTo>
                  <a:pt x="50222" y="12000"/>
                </a:lnTo>
                <a:lnTo>
                  <a:pt x="56472" y="5122"/>
                </a:lnTo>
                <a:cubicBezTo>
                  <a:pt x="56966" y="4577"/>
                  <a:pt x="57272" y="3827"/>
                  <a:pt x="57272" y="3000"/>
                </a:cubicBezTo>
                <a:cubicBezTo>
                  <a:pt x="57272" y="1344"/>
                  <a:pt x="56050" y="0"/>
                  <a:pt x="54544" y="0"/>
                </a:cubicBezTo>
                <a:cubicBezTo>
                  <a:pt x="53794" y="0"/>
                  <a:pt x="53111" y="338"/>
                  <a:pt x="52616" y="877"/>
                </a:cubicBezTo>
                <a:lnTo>
                  <a:pt x="41705" y="12877"/>
                </a:lnTo>
                <a:lnTo>
                  <a:pt x="41705" y="12877"/>
                </a:lnTo>
                <a:cubicBezTo>
                  <a:pt x="41216" y="13427"/>
                  <a:pt x="40911" y="14177"/>
                  <a:pt x="40911" y="15000"/>
                </a:cubicBezTo>
                <a:cubicBezTo>
                  <a:pt x="40911" y="15827"/>
                  <a:pt x="41216" y="16577"/>
                  <a:pt x="41705" y="1712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198" name="Shape 4790">
            <a:extLst>
              <a:ext uri="{FF2B5EF4-FFF2-40B4-BE49-F238E27FC236}">
                <a16:creationId xmlns:a16="http://schemas.microsoft.com/office/drawing/2014/main" id="{F62BDAAE-2031-1D6B-8C8E-50F74FF6EDAF}"/>
              </a:ext>
            </a:extLst>
          </p:cNvPr>
          <p:cNvSpPr/>
          <p:nvPr/>
        </p:nvSpPr>
        <p:spPr>
          <a:xfrm>
            <a:off x="6726567" y="2333561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1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1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3638" y="18000"/>
                </a:moveTo>
                <a:lnTo>
                  <a:pt x="43638" y="18000"/>
                </a:lnTo>
                <a:lnTo>
                  <a:pt x="69777" y="18000"/>
                </a:lnTo>
                <a:lnTo>
                  <a:pt x="63527" y="24877"/>
                </a:lnTo>
                <a:cubicBezTo>
                  <a:pt x="63033" y="25427"/>
                  <a:pt x="62727" y="26177"/>
                  <a:pt x="62727" y="27000"/>
                </a:cubicBezTo>
                <a:cubicBezTo>
                  <a:pt x="62727" y="28655"/>
                  <a:pt x="63950" y="30000"/>
                  <a:pt x="65455" y="30000"/>
                </a:cubicBezTo>
                <a:cubicBezTo>
                  <a:pt x="66205" y="30000"/>
                  <a:pt x="66888" y="29666"/>
                  <a:pt x="67383" y="29122"/>
                </a:cubicBezTo>
                <a:lnTo>
                  <a:pt x="78294" y="17122"/>
                </a:lnTo>
                <a:cubicBezTo>
                  <a:pt x="78783" y="16577"/>
                  <a:pt x="79088" y="15827"/>
                  <a:pt x="79088" y="15000"/>
                </a:cubicBezTo>
                <a:cubicBezTo>
                  <a:pt x="79088" y="14177"/>
                  <a:pt x="78783" y="13427"/>
                  <a:pt x="78294" y="12877"/>
                </a:cubicBezTo>
                <a:lnTo>
                  <a:pt x="67383" y="877"/>
                </a:lnTo>
                <a:cubicBezTo>
                  <a:pt x="66888" y="338"/>
                  <a:pt x="66205" y="0"/>
                  <a:pt x="65455" y="0"/>
                </a:cubicBezTo>
                <a:cubicBezTo>
                  <a:pt x="63950" y="0"/>
                  <a:pt x="62727" y="1344"/>
                  <a:pt x="62727" y="3000"/>
                </a:cubicBezTo>
                <a:cubicBezTo>
                  <a:pt x="62727" y="3827"/>
                  <a:pt x="63033" y="4577"/>
                  <a:pt x="63527" y="5122"/>
                </a:cubicBezTo>
                <a:lnTo>
                  <a:pt x="69777" y="12000"/>
                </a:lnTo>
                <a:lnTo>
                  <a:pt x="43638" y="12000"/>
                </a:lnTo>
                <a:cubicBezTo>
                  <a:pt x="42133" y="12000"/>
                  <a:pt x="40911" y="13344"/>
                  <a:pt x="40911" y="15000"/>
                </a:cubicBezTo>
                <a:cubicBezTo>
                  <a:pt x="40911" y="16655"/>
                  <a:pt x="42133" y="18000"/>
                  <a:pt x="43638" y="18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00" name="Shape 4791">
            <a:extLst>
              <a:ext uri="{FF2B5EF4-FFF2-40B4-BE49-F238E27FC236}">
                <a16:creationId xmlns:a16="http://schemas.microsoft.com/office/drawing/2014/main" id="{A5AD6F43-C3E2-AF83-3FD4-B60A6C93A5A1}"/>
              </a:ext>
            </a:extLst>
          </p:cNvPr>
          <p:cNvSpPr/>
          <p:nvPr/>
        </p:nvSpPr>
        <p:spPr>
          <a:xfrm>
            <a:off x="7230753" y="2333561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0000"/>
                </a:moveTo>
                <a:lnTo>
                  <a:pt x="5455" y="60000"/>
                </a:lnTo>
                <a:lnTo>
                  <a:pt x="5455" y="54000"/>
                </a:lnTo>
                <a:lnTo>
                  <a:pt x="114544" y="54000"/>
                </a:lnTo>
                <a:cubicBezTo>
                  <a:pt x="114544" y="54000"/>
                  <a:pt x="114544" y="60000"/>
                  <a:pt x="114544" y="60000"/>
                </a:cubicBezTo>
                <a:close/>
                <a:moveTo>
                  <a:pt x="105588" y="78000"/>
                </a:moveTo>
                <a:lnTo>
                  <a:pt x="87416" y="78000"/>
                </a:lnTo>
                <a:lnTo>
                  <a:pt x="89138" y="66000"/>
                </a:lnTo>
                <a:lnTo>
                  <a:pt x="107883" y="66000"/>
                </a:lnTo>
                <a:cubicBezTo>
                  <a:pt x="107883" y="66000"/>
                  <a:pt x="105588" y="78000"/>
                  <a:pt x="105588" y="78000"/>
                </a:cubicBezTo>
                <a:close/>
                <a:moveTo>
                  <a:pt x="102144" y="96000"/>
                </a:moveTo>
                <a:lnTo>
                  <a:pt x="84833" y="96000"/>
                </a:lnTo>
                <a:lnTo>
                  <a:pt x="86555" y="84000"/>
                </a:lnTo>
                <a:lnTo>
                  <a:pt x="104438" y="84000"/>
                </a:lnTo>
                <a:cubicBezTo>
                  <a:pt x="104438" y="84000"/>
                  <a:pt x="102144" y="96000"/>
                  <a:pt x="102144" y="96000"/>
                </a:cubicBezTo>
                <a:close/>
                <a:moveTo>
                  <a:pt x="98700" y="114000"/>
                </a:moveTo>
                <a:lnTo>
                  <a:pt x="82250" y="114000"/>
                </a:lnTo>
                <a:lnTo>
                  <a:pt x="83972" y="102000"/>
                </a:lnTo>
                <a:lnTo>
                  <a:pt x="100994" y="102000"/>
                </a:lnTo>
                <a:cubicBezTo>
                  <a:pt x="100994" y="102000"/>
                  <a:pt x="98700" y="114000"/>
                  <a:pt x="98700" y="114000"/>
                </a:cubicBezTo>
                <a:close/>
                <a:moveTo>
                  <a:pt x="62727" y="78000"/>
                </a:moveTo>
                <a:lnTo>
                  <a:pt x="62727" y="66000"/>
                </a:lnTo>
                <a:lnTo>
                  <a:pt x="83683" y="66000"/>
                </a:lnTo>
                <a:lnTo>
                  <a:pt x="81961" y="78000"/>
                </a:lnTo>
                <a:cubicBezTo>
                  <a:pt x="81961" y="78000"/>
                  <a:pt x="62727" y="78000"/>
                  <a:pt x="62727" y="78000"/>
                </a:cubicBezTo>
                <a:close/>
                <a:moveTo>
                  <a:pt x="79377" y="96000"/>
                </a:moveTo>
                <a:lnTo>
                  <a:pt x="62727" y="96000"/>
                </a:lnTo>
                <a:lnTo>
                  <a:pt x="62727" y="84000"/>
                </a:lnTo>
                <a:lnTo>
                  <a:pt x="81100" y="84000"/>
                </a:lnTo>
                <a:cubicBezTo>
                  <a:pt x="81100" y="84000"/>
                  <a:pt x="79377" y="96000"/>
                  <a:pt x="79377" y="96000"/>
                </a:cubicBezTo>
                <a:close/>
                <a:moveTo>
                  <a:pt x="76794" y="114000"/>
                </a:moveTo>
                <a:lnTo>
                  <a:pt x="62727" y="114000"/>
                </a:lnTo>
                <a:lnTo>
                  <a:pt x="62727" y="102000"/>
                </a:lnTo>
                <a:lnTo>
                  <a:pt x="78516" y="102000"/>
                </a:lnTo>
                <a:cubicBezTo>
                  <a:pt x="78516" y="102000"/>
                  <a:pt x="76794" y="114000"/>
                  <a:pt x="76794" y="114000"/>
                </a:cubicBezTo>
                <a:close/>
                <a:moveTo>
                  <a:pt x="57272" y="78000"/>
                </a:moveTo>
                <a:lnTo>
                  <a:pt x="38038" y="78000"/>
                </a:lnTo>
                <a:lnTo>
                  <a:pt x="36316" y="66000"/>
                </a:lnTo>
                <a:lnTo>
                  <a:pt x="57272" y="66000"/>
                </a:lnTo>
                <a:cubicBezTo>
                  <a:pt x="57272" y="66000"/>
                  <a:pt x="57272" y="78000"/>
                  <a:pt x="57272" y="78000"/>
                </a:cubicBezTo>
                <a:close/>
                <a:moveTo>
                  <a:pt x="57272" y="96000"/>
                </a:moveTo>
                <a:lnTo>
                  <a:pt x="40622" y="96000"/>
                </a:lnTo>
                <a:lnTo>
                  <a:pt x="38900" y="84000"/>
                </a:lnTo>
                <a:lnTo>
                  <a:pt x="57272" y="84000"/>
                </a:lnTo>
                <a:cubicBezTo>
                  <a:pt x="57272" y="84000"/>
                  <a:pt x="57272" y="96000"/>
                  <a:pt x="57272" y="96000"/>
                </a:cubicBezTo>
                <a:close/>
                <a:moveTo>
                  <a:pt x="57272" y="114000"/>
                </a:moveTo>
                <a:lnTo>
                  <a:pt x="43205" y="114000"/>
                </a:lnTo>
                <a:lnTo>
                  <a:pt x="41483" y="102000"/>
                </a:lnTo>
                <a:lnTo>
                  <a:pt x="57272" y="102000"/>
                </a:lnTo>
                <a:cubicBezTo>
                  <a:pt x="57272" y="102000"/>
                  <a:pt x="57272" y="114000"/>
                  <a:pt x="57272" y="114000"/>
                </a:cubicBezTo>
                <a:close/>
                <a:moveTo>
                  <a:pt x="21300" y="114000"/>
                </a:moveTo>
                <a:lnTo>
                  <a:pt x="19005" y="102000"/>
                </a:lnTo>
                <a:lnTo>
                  <a:pt x="36027" y="102000"/>
                </a:lnTo>
                <a:lnTo>
                  <a:pt x="37750" y="114000"/>
                </a:lnTo>
                <a:cubicBezTo>
                  <a:pt x="37750" y="114000"/>
                  <a:pt x="21300" y="114000"/>
                  <a:pt x="21300" y="114000"/>
                </a:cubicBezTo>
                <a:close/>
                <a:moveTo>
                  <a:pt x="15561" y="84000"/>
                </a:moveTo>
                <a:lnTo>
                  <a:pt x="33444" y="84000"/>
                </a:lnTo>
                <a:lnTo>
                  <a:pt x="35166" y="96000"/>
                </a:lnTo>
                <a:lnTo>
                  <a:pt x="17855" y="96000"/>
                </a:lnTo>
                <a:cubicBezTo>
                  <a:pt x="17855" y="96000"/>
                  <a:pt x="15561" y="84000"/>
                  <a:pt x="15561" y="84000"/>
                </a:cubicBezTo>
                <a:close/>
                <a:moveTo>
                  <a:pt x="12116" y="66000"/>
                </a:moveTo>
                <a:lnTo>
                  <a:pt x="30861" y="66000"/>
                </a:lnTo>
                <a:lnTo>
                  <a:pt x="32583" y="78000"/>
                </a:lnTo>
                <a:lnTo>
                  <a:pt x="14411" y="78000"/>
                </a:lnTo>
                <a:cubicBezTo>
                  <a:pt x="14411" y="78000"/>
                  <a:pt x="12116" y="66000"/>
                  <a:pt x="12116" y="66000"/>
                </a:cubicBezTo>
                <a:close/>
                <a:moveTo>
                  <a:pt x="114544" y="48000"/>
                </a:moveTo>
                <a:lnTo>
                  <a:pt x="5455" y="48000"/>
                </a:lnTo>
                <a:cubicBezTo>
                  <a:pt x="2444" y="48000"/>
                  <a:pt x="0" y="50688"/>
                  <a:pt x="0" y="54000"/>
                </a:cubicBezTo>
                <a:lnTo>
                  <a:pt x="0" y="60000"/>
                </a:lnTo>
                <a:cubicBezTo>
                  <a:pt x="0" y="63311"/>
                  <a:pt x="2444" y="66000"/>
                  <a:pt x="5455" y="66000"/>
                </a:cubicBezTo>
                <a:lnTo>
                  <a:pt x="6544" y="66000"/>
                </a:lnTo>
                <a:lnTo>
                  <a:pt x="16444" y="117727"/>
                </a:lnTo>
                <a:lnTo>
                  <a:pt x="16494" y="117716"/>
                </a:lnTo>
                <a:cubicBezTo>
                  <a:pt x="16794" y="119016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9016"/>
                  <a:pt x="103505" y="117716"/>
                </a:cubicBezTo>
                <a:lnTo>
                  <a:pt x="103555" y="117727"/>
                </a:lnTo>
                <a:lnTo>
                  <a:pt x="113455" y="66000"/>
                </a:lnTo>
                <a:lnTo>
                  <a:pt x="114544" y="66000"/>
                </a:lnTo>
                <a:cubicBezTo>
                  <a:pt x="117555" y="66000"/>
                  <a:pt x="120000" y="63311"/>
                  <a:pt x="120000" y="60000"/>
                </a:cubicBezTo>
                <a:lnTo>
                  <a:pt x="120000" y="54000"/>
                </a:lnTo>
                <a:cubicBezTo>
                  <a:pt x="120000" y="50688"/>
                  <a:pt x="117555" y="48000"/>
                  <a:pt x="114544" y="48000"/>
                </a:cubicBezTo>
                <a:moveTo>
                  <a:pt x="46361" y="21000"/>
                </a:moveTo>
                <a:lnTo>
                  <a:pt x="57272" y="21000"/>
                </a:lnTo>
                <a:lnTo>
                  <a:pt x="57272" y="33000"/>
                </a:lnTo>
                <a:cubicBezTo>
                  <a:pt x="57272" y="34655"/>
                  <a:pt x="58494" y="36000"/>
                  <a:pt x="60000" y="36000"/>
                </a:cubicBezTo>
                <a:cubicBezTo>
                  <a:pt x="61505" y="36000"/>
                  <a:pt x="62727" y="34655"/>
                  <a:pt x="62727" y="33000"/>
                </a:cubicBezTo>
                <a:lnTo>
                  <a:pt x="62727" y="21000"/>
                </a:lnTo>
                <a:lnTo>
                  <a:pt x="73638" y="21000"/>
                </a:lnTo>
                <a:cubicBezTo>
                  <a:pt x="75138" y="21000"/>
                  <a:pt x="76361" y="19655"/>
                  <a:pt x="76361" y="18000"/>
                </a:cubicBezTo>
                <a:cubicBezTo>
                  <a:pt x="76361" y="16344"/>
                  <a:pt x="75138" y="15000"/>
                  <a:pt x="73638" y="15000"/>
                </a:cubicBezTo>
                <a:lnTo>
                  <a:pt x="62727" y="15000"/>
                </a:lnTo>
                <a:lnTo>
                  <a:pt x="62727" y="3000"/>
                </a:lnTo>
                <a:cubicBezTo>
                  <a:pt x="62727" y="1344"/>
                  <a:pt x="61505" y="0"/>
                  <a:pt x="60000" y="0"/>
                </a:cubicBezTo>
                <a:cubicBezTo>
                  <a:pt x="58494" y="0"/>
                  <a:pt x="57272" y="1344"/>
                  <a:pt x="57272" y="3000"/>
                </a:cubicBezTo>
                <a:lnTo>
                  <a:pt x="57272" y="15000"/>
                </a:lnTo>
                <a:lnTo>
                  <a:pt x="46361" y="15000"/>
                </a:lnTo>
                <a:cubicBezTo>
                  <a:pt x="44861" y="15000"/>
                  <a:pt x="43638" y="16344"/>
                  <a:pt x="43638" y="18000"/>
                </a:cubicBezTo>
                <a:cubicBezTo>
                  <a:pt x="43638" y="19655"/>
                  <a:pt x="44861" y="21000"/>
                  <a:pt x="46361" y="21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02" name="Shape 4792">
            <a:extLst>
              <a:ext uri="{FF2B5EF4-FFF2-40B4-BE49-F238E27FC236}">
                <a16:creationId xmlns:a16="http://schemas.microsoft.com/office/drawing/2014/main" id="{FC3870B6-A8D5-9384-81EF-7F6BCA92C16E}"/>
              </a:ext>
            </a:extLst>
          </p:cNvPr>
          <p:cNvSpPr/>
          <p:nvPr/>
        </p:nvSpPr>
        <p:spPr>
          <a:xfrm>
            <a:off x="7734939" y="2351567"/>
            <a:ext cx="264098" cy="21007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51427"/>
                </a:moveTo>
                <a:lnTo>
                  <a:pt x="5455" y="51427"/>
                </a:lnTo>
                <a:lnTo>
                  <a:pt x="5455" y="44572"/>
                </a:lnTo>
                <a:lnTo>
                  <a:pt x="114544" y="44572"/>
                </a:lnTo>
                <a:cubicBezTo>
                  <a:pt x="114544" y="44572"/>
                  <a:pt x="114544" y="51427"/>
                  <a:pt x="114544" y="51427"/>
                </a:cubicBezTo>
                <a:close/>
                <a:moveTo>
                  <a:pt x="105588" y="72000"/>
                </a:moveTo>
                <a:lnTo>
                  <a:pt x="87416" y="72000"/>
                </a:lnTo>
                <a:lnTo>
                  <a:pt x="89138" y="58283"/>
                </a:lnTo>
                <a:lnTo>
                  <a:pt x="107883" y="58283"/>
                </a:lnTo>
                <a:cubicBezTo>
                  <a:pt x="107883" y="58283"/>
                  <a:pt x="105588" y="72000"/>
                  <a:pt x="105588" y="72000"/>
                </a:cubicBezTo>
                <a:close/>
                <a:moveTo>
                  <a:pt x="102144" y="92572"/>
                </a:moveTo>
                <a:lnTo>
                  <a:pt x="84833" y="92572"/>
                </a:lnTo>
                <a:lnTo>
                  <a:pt x="86555" y="78855"/>
                </a:lnTo>
                <a:lnTo>
                  <a:pt x="104438" y="78855"/>
                </a:lnTo>
                <a:cubicBezTo>
                  <a:pt x="104438" y="78855"/>
                  <a:pt x="102144" y="92572"/>
                  <a:pt x="102144" y="92572"/>
                </a:cubicBezTo>
                <a:close/>
                <a:moveTo>
                  <a:pt x="98694" y="113144"/>
                </a:moveTo>
                <a:lnTo>
                  <a:pt x="82250" y="113144"/>
                </a:lnTo>
                <a:lnTo>
                  <a:pt x="83972" y="99427"/>
                </a:lnTo>
                <a:lnTo>
                  <a:pt x="100994" y="99427"/>
                </a:lnTo>
                <a:cubicBezTo>
                  <a:pt x="100994" y="99427"/>
                  <a:pt x="98694" y="113144"/>
                  <a:pt x="98694" y="113144"/>
                </a:cubicBezTo>
                <a:close/>
                <a:moveTo>
                  <a:pt x="62727" y="72000"/>
                </a:moveTo>
                <a:lnTo>
                  <a:pt x="62727" y="58283"/>
                </a:lnTo>
                <a:lnTo>
                  <a:pt x="83683" y="58283"/>
                </a:lnTo>
                <a:lnTo>
                  <a:pt x="81961" y="72000"/>
                </a:lnTo>
                <a:cubicBezTo>
                  <a:pt x="81961" y="72000"/>
                  <a:pt x="62727" y="72000"/>
                  <a:pt x="62727" y="72000"/>
                </a:cubicBezTo>
                <a:close/>
                <a:moveTo>
                  <a:pt x="79377" y="92572"/>
                </a:moveTo>
                <a:lnTo>
                  <a:pt x="62727" y="92572"/>
                </a:lnTo>
                <a:lnTo>
                  <a:pt x="62727" y="78855"/>
                </a:lnTo>
                <a:lnTo>
                  <a:pt x="81100" y="78855"/>
                </a:lnTo>
                <a:cubicBezTo>
                  <a:pt x="81100" y="78855"/>
                  <a:pt x="79377" y="92572"/>
                  <a:pt x="79377" y="92572"/>
                </a:cubicBezTo>
                <a:close/>
                <a:moveTo>
                  <a:pt x="76794" y="113144"/>
                </a:moveTo>
                <a:lnTo>
                  <a:pt x="62727" y="113144"/>
                </a:lnTo>
                <a:lnTo>
                  <a:pt x="62727" y="99427"/>
                </a:lnTo>
                <a:lnTo>
                  <a:pt x="78516" y="99427"/>
                </a:lnTo>
                <a:cubicBezTo>
                  <a:pt x="78516" y="99427"/>
                  <a:pt x="76794" y="113144"/>
                  <a:pt x="76794" y="113144"/>
                </a:cubicBezTo>
                <a:close/>
                <a:moveTo>
                  <a:pt x="57272" y="72000"/>
                </a:moveTo>
                <a:lnTo>
                  <a:pt x="38038" y="72000"/>
                </a:lnTo>
                <a:lnTo>
                  <a:pt x="36316" y="58283"/>
                </a:lnTo>
                <a:lnTo>
                  <a:pt x="57272" y="58283"/>
                </a:lnTo>
                <a:cubicBezTo>
                  <a:pt x="57272" y="58283"/>
                  <a:pt x="57272" y="72000"/>
                  <a:pt x="57272" y="72000"/>
                </a:cubicBezTo>
                <a:close/>
                <a:moveTo>
                  <a:pt x="57272" y="92572"/>
                </a:moveTo>
                <a:lnTo>
                  <a:pt x="40622" y="92572"/>
                </a:lnTo>
                <a:lnTo>
                  <a:pt x="38900" y="78855"/>
                </a:lnTo>
                <a:lnTo>
                  <a:pt x="57272" y="78855"/>
                </a:lnTo>
                <a:cubicBezTo>
                  <a:pt x="57272" y="78855"/>
                  <a:pt x="57272" y="92572"/>
                  <a:pt x="57272" y="92572"/>
                </a:cubicBezTo>
                <a:close/>
                <a:moveTo>
                  <a:pt x="57272" y="113144"/>
                </a:moveTo>
                <a:lnTo>
                  <a:pt x="43205" y="113144"/>
                </a:lnTo>
                <a:lnTo>
                  <a:pt x="41483" y="99427"/>
                </a:lnTo>
                <a:lnTo>
                  <a:pt x="57272" y="99427"/>
                </a:lnTo>
                <a:cubicBezTo>
                  <a:pt x="57272" y="99427"/>
                  <a:pt x="57272" y="113144"/>
                  <a:pt x="57272" y="113144"/>
                </a:cubicBezTo>
                <a:close/>
                <a:moveTo>
                  <a:pt x="21300" y="113144"/>
                </a:moveTo>
                <a:lnTo>
                  <a:pt x="19005" y="99427"/>
                </a:lnTo>
                <a:lnTo>
                  <a:pt x="36027" y="99427"/>
                </a:lnTo>
                <a:lnTo>
                  <a:pt x="37750" y="113144"/>
                </a:lnTo>
                <a:cubicBezTo>
                  <a:pt x="37750" y="113144"/>
                  <a:pt x="21300" y="113144"/>
                  <a:pt x="21300" y="113144"/>
                </a:cubicBezTo>
                <a:close/>
                <a:moveTo>
                  <a:pt x="15561" y="78855"/>
                </a:moveTo>
                <a:lnTo>
                  <a:pt x="33444" y="78855"/>
                </a:lnTo>
                <a:lnTo>
                  <a:pt x="35166" y="92572"/>
                </a:lnTo>
                <a:lnTo>
                  <a:pt x="17855" y="92572"/>
                </a:lnTo>
                <a:cubicBezTo>
                  <a:pt x="17855" y="92572"/>
                  <a:pt x="15561" y="78855"/>
                  <a:pt x="15561" y="78855"/>
                </a:cubicBezTo>
                <a:close/>
                <a:moveTo>
                  <a:pt x="12116" y="58283"/>
                </a:moveTo>
                <a:lnTo>
                  <a:pt x="30861" y="58283"/>
                </a:lnTo>
                <a:lnTo>
                  <a:pt x="32583" y="72000"/>
                </a:lnTo>
                <a:lnTo>
                  <a:pt x="14411" y="72000"/>
                </a:lnTo>
                <a:cubicBezTo>
                  <a:pt x="14411" y="72000"/>
                  <a:pt x="12116" y="58283"/>
                  <a:pt x="12116" y="58283"/>
                </a:cubicBezTo>
                <a:close/>
                <a:moveTo>
                  <a:pt x="114544" y="37716"/>
                </a:moveTo>
                <a:lnTo>
                  <a:pt x="5455" y="37716"/>
                </a:lnTo>
                <a:cubicBezTo>
                  <a:pt x="2444" y="37716"/>
                  <a:pt x="0" y="40788"/>
                  <a:pt x="0" y="44572"/>
                </a:cubicBezTo>
                <a:lnTo>
                  <a:pt x="0" y="51427"/>
                </a:lnTo>
                <a:cubicBezTo>
                  <a:pt x="0" y="55216"/>
                  <a:pt x="2444" y="58283"/>
                  <a:pt x="5455" y="58283"/>
                </a:cubicBezTo>
                <a:lnTo>
                  <a:pt x="6544" y="58283"/>
                </a:lnTo>
                <a:lnTo>
                  <a:pt x="16444" y="117405"/>
                </a:lnTo>
                <a:lnTo>
                  <a:pt x="16494" y="117388"/>
                </a:lnTo>
                <a:cubicBezTo>
                  <a:pt x="16794" y="118877"/>
                  <a:pt x="17816" y="120000"/>
                  <a:pt x="19088" y="120000"/>
                </a:cubicBezTo>
                <a:lnTo>
                  <a:pt x="100911" y="120000"/>
                </a:lnTo>
                <a:cubicBezTo>
                  <a:pt x="102183" y="120000"/>
                  <a:pt x="103205" y="118877"/>
                  <a:pt x="103505" y="117388"/>
                </a:cubicBezTo>
                <a:lnTo>
                  <a:pt x="103555" y="117405"/>
                </a:lnTo>
                <a:lnTo>
                  <a:pt x="113455" y="58283"/>
                </a:lnTo>
                <a:lnTo>
                  <a:pt x="114544" y="58283"/>
                </a:lnTo>
                <a:cubicBezTo>
                  <a:pt x="117555" y="58283"/>
                  <a:pt x="120000" y="55216"/>
                  <a:pt x="120000" y="51427"/>
                </a:cubicBezTo>
                <a:lnTo>
                  <a:pt x="120000" y="44572"/>
                </a:lnTo>
                <a:cubicBezTo>
                  <a:pt x="120000" y="40788"/>
                  <a:pt x="117555" y="37716"/>
                  <a:pt x="114544" y="37716"/>
                </a:cubicBezTo>
                <a:moveTo>
                  <a:pt x="46361" y="6855"/>
                </a:moveTo>
                <a:lnTo>
                  <a:pt x="73638" y="6855"/>
                </a:lnTo>
                <a:cubicBezTo>
                  <a:pt x="75138" y="6855"/>
                  <a:pt x="76361" y="5322"/>
                  <a:pt x="76361" y="3427"/>
                </a:cubicBezTo>
                <a:cubicBezTo>
                  <a:pt x="76361" y="1533"/>
                  <a:pt x="75138" y="0"/>
                  <a:pt x="73638" y="0"/>
                </a:cubicBezTo>
                <a:lnTo>
                  <a:pt x="46361" y="0"/>
                </a:lnTo>
                <a:cubicBezTo>
                  <a:pt x="44861" y="0"/>
                  <a:pt x="43638" y="1533"/>
                  <a:pt x="43638" y="3427"/>
                </a:cubicBezTo>
                <a:cubicBezTo>
                  <a:pt x="43638" y="5322"/>
                  <a:pt x="44861" y="6855"/>
                  <a:pt x="46361" y="68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04" name="Shape 4793">
            <a:extLst>
              <a:ext uri="{FF2B5EF4-FFF2-40B4-BE49-F238E27FC236}">
                <a16:creationId xmlns:a16="http://schemas.microsoft.com/office/drawing/2014/main" id="{C6C0B113-41CE-71C6-0221-05309F5B818B}"/>
              </a:ext>
            </a:extLst>
          </p:cNvPr>
          <p:cNvSpPr/>
          <p:nvPr/>
        </p:nvSpPr>
        <p:spPr>
          <a:xfrm>
            <a:off x="8239125" y="2321557"/>
            <a:ext cx="264098" cy="26405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272" y="54535"/>
                </a:moveTo>
                <a:lnTo>
                  <a:pt x="51816" y="54535"/>
                </a:lnTo>
                <a:cubicBezTo>
                  <a:pt x="50311" y="54535"/>
                  <a:pt x="49088" y="55752"/>
                  <a:pt x="49088" y="57262"/>
                </a:cubicBezTo>
                <a:cubicBezTo>
                  <a:pt x="49088" y="58771"/>
                  <a:pt x="50311" y="59988"/>
                  <a:pt x="51816" y="59988"/>
                </a:cubicBezTo>
                <a:lnTo>
                  <a:pt x="57272" y="59988"/>
                </a:lnTo>
                <a:cubicBezTo>
                  <a:pt x="58777" y="59988"/>
                  <a:pt x="60000" y="58771"/>
                  <a:pt x="60000" y="57262"/>
                </a:cubicBezTo>
                <a:cubicBezTo>
                  <a:pt x="60000" y="55752"/>
                  <a:pt x="58777" y="54535"/>
                  <a:pt x="57272" y="54535"/>
                </a:cubicBezTo>
                <a:moveTo>
                  <a:pt x="73638" y="103633"/>
                </a:moveTo>
                <a:lnTo>
                  <a:pt x="68183" y="103633"/>
                </a:lnTo>
                <a:cubicBezTo>
                  <a:pt x="66677" y="103633"/>
                  <a:pt x="65455" y="104856"/>
                  <a:pt x="65455" y="106360"/>
                </a:cubicBezTo>
                <a:cubicBezTo>
                  <a:pt x="65455" y="107869"/>
                  <a:pt x="66677" y="109087"/>
                  <a:pt x="68183" y="109087"/>
                </a:cubicBezTo>
                <a:lnTo>
                  <a:pt x="73638" y="109087"/>
                </a:lnTo>
                <a:cubicBezTo>
                  <a:pt x="75138" y="109087"/>
                  <a:pt x="76361" y="107869"/>
                  <a:pt x="76361" y="106360"/>
                </a:cubicBezTo>
                <a:cubicBezTo>
                  <a:pt x="76361" y="104856"/>
                  <a:pt x="75138" y="103633"/>
                  <a:pt x="73638" y="103633"/>
                </a:cubicBezTo>
                <a:moveTo>
                  <a:pt x="57272" y="103633"/>
                </a:moveTo>
                <a:lnTo>
                  <a:pt x="51816" y="103633"/>
                </a:lnTo>
                <a:cubicBezTo>
                  <a:pt x="50311" y="103633"/>
                  <a:pt x="49088" y="104856"/>
                  <a:pt x="49088" y="106360"/>
                </a:cubicBezTo>
                <a:cubicBezTo>
                  <a:pt x="49088" y="107869"/>
                  <a:pt x="50311" y="109087"/>
                  <a:pt x="51816" y="109087"/>
                </a:cubicBezTo>
                <a:lnTo>
                  <a:pt x="57272" y="109087"/>
                </a:lnTo>
                <a:cubicBezTo>
                  <a:pt x="58777" y="109087"/>
                  <a:pt x="60000" y="107869"/>
                  <a:pt x="60000" y="106360"/>
                </a:cubicBezTo>
                <a:cubicBezTo>
                  <a:pt x="60000" y="104856"/>
                  <a:pt x="58777" y="103633"/>
                  <a:pt x="57272" y="103633"/>
                </a:cubicBezTo>
                <a:moveTo>
                  <a:pt x="114544" y="87267"/>
                </a:moveTo>
                <a:cubicBezTo>
                  <a:pt x="114544" y="90280"/>
                  <a:pt x="112100" y="92721"/>
                  <a:pt x="109088" y="92721"/>
                </a:cubicBezTo>
                <a:lnTo>
                  <a:pt x="92727" y="92721"/>
                </a:lnTo>
                <a:cubicBezTo>
                  <a:pt x="89716" y="92721"/>
                  <a:pt x="87272" y="90280"/>
                  <a:pt x="87272" y="87267"/>
                </a:cubicBezTo>
                <a:lnTo>
                  <a:pt x="87272" y="76354"/>
                </a:lnTo>
                <a:cubicBezTo>
                  <a:pt x="87272" y="73347"/>
                  <a:pt x="89716" y="70901"/>
                  <a:pt x="92727" y="70901"/>
                </a:cubicBezTo>
                <a:lnTo>
                  <a:pt x="109088" y="70901"/>
                </a:lnTo>
                <a:cubicBezTo>
                  <a:pt x="112100" y="70901"/>
                  <a:pt x="114544" y="73347"/>
                  <a:pt x="114544" y="76354"/>
                </a:cubicBezTo>
                <a:cubicBezTo>
                  <a:pt x="114544" y="76354"/>
                  <a:pt x="114544" y="87267"/>
                  <a:pt x="114544" y="87267"/>
                </a:cubicBezTo>
                <a:close/>
                <a:moveTo>
                  <a:pt x="103638" y="109087"/>
                </a:moveTo>
                <a:cubicBezTo>
                  <a:pt x="103638" y="112100"/>
                  <a:pt x="101194" y="114546"/>
                  <a:pt x="98183" y="114546"/>
                </a:cubicBezTo>
                <a:lnTo>
                  <a:pt x="10911" y="114546"/>
                </a:lnTo>
                <a:cubicBezTo>
                  <a:pt x="7900" y="114546"/>
                  <a:pt x="5455" y="112100"/>
                  <a:pt x="5455" y="109087"/>
                </a:cubicBezTo>
                <a:lnTo>
                  <a:pt x="5455" y="54535"/>
                </a:lnTo>
                <a:cubicBezTo>
                  <a:pt x="5455" y="51522"/>
                  <a:pt x="7900" y="49076"/>
                  <a:pt x="10911" y="49076"/>
                </a:cubicBezTo>
                <a:lnTo>
                  <a:pt x="98183" y="49076"/>
                </a:lnTo>
                <a:cubicBezTo>
                  <a:pt x="101194" y="49076"/>
                  <a:pt x="103638" y="51522"/>
                  <a:pt x="103638" y="54535"/>
                </a:cubicBezTo>
                <a:lnTo>
                  <a:pt x="103638" y="65442"/>
                </a:lnTo>
                <a:lnTo>
                  <a:pt x="92727" y="65442"/>
                </a:lnTo>
                <a:cubicBezTo>
                  <a:pt x="86700" y="65442"/>
                  <a:pt x="81816" y="70329"/>
                  <a:pt x="81816" y="76354"/>
                </a:cubicBezTo>
                <a:lnTo>
                  <a:pt x="81816" y="87267"/>
                </a:lnTo>
                <a:cubicBezTo>
                  <a:pt x="81816" y="93293"/>
                  <a:pt x="86700" y="98180"/>
                  <a:pt x="92727" y="98180"/>
                </a:cubicBezTo>
                <a:lnTo>
                  <a:pt x="103638" y="98180"/>
                </a:lnTo>
                <a:cubicBezTo>
                  <a:pt x="103638" y="98180"/>
                  <a:pt x="103638" y="109087"/>
                  <a:pt x="103638" y="109087"/>
                </a:cubicBezTo>
                <a:close/>
                <a:moveTo>
                  <a:pt x="5455" y="43622"/>
                </a:moveTo>
                <a:cubicBezTo>
                  <a:pt x="5455" y="40609"/>
                  <a:pt x="7900" y="38169"/>
                  <a:pt x="10911" y="38169"/>
                </a:cubicBezTo>
                <a:lnTo>
                  <a:pt x="14194" y="38169"/>
                </a:lnTo>
                <a:lnTo>
                  <a:pt x="15650" y="43622"/>
                </a:lnTo>
                <a:lnTo>
                  <a:pt x="10911" y="43622"/>
                </a:lnTo>
                <a:cubicBezTo>
                  <a:pt x="8911" y="43622"/>
                  <a:pt x="7061" y="44200"/>
                  <a:pt x="5455" y="45137"/>
                </a:cubicBezTo>
                <a:cubicBezTo>
                  <a:pt x="5455" y="45137"/>
                  <a:pt x="5455" y="43622"/>
                  <a:pt x="5455" y="43622"/>
                </a:cubicBezTo>
                <a:close/>
                <a:moveTo>
                  <a:pt x="20672" y="20198"/>
                </a:moveTo>
                <a:lnTo>
                  <a:pt x="75716" y="5638"/>
                </a:lnTo>
                <a:cubicBezTo>
                  <a:pt x="78622" y="4858"/>
                  <a:pt x="81611" y="6586"/>
                  <a:pt x="82394" y="9498"/>
                </a:cubicBezTo>
                <a:lnTo>
                  <a:pt x="83805" y="14761"/>
                </a:lnTo>
                <a:lnTo>
                  <a:pt x="18227" y="32154"/>
                </a:lnTo>
                <a:lnTo>
                  <a:pt x="16811" y="26880"/>
                </a:lnTo>
                <a:cubicBezTo>
                  <a:pt x="16033" y="23968"/>
                  <a:pt x="17761" y="20978"/>
                  <a:pt x="20672" y="20198"/>
                </a:cubicBezTo>
                <a:moveTo>
                  <a:pt x="88038" y="30566"/>
                </a:moveTo>
                <a:lnTo>
                  <a:pt x="91533" y="43622"/>
                </a:lnTo>
                <a:lnTo>
                  <a:pt x="38827" y="43622"/>
                </a:lnTo>
                <a:cubicBezTo>
                  <a:pt x="38827" y="43622"/>
                  <a:pt x="88038" y="30566"/>
                  <a:pt x="88038" y="30566"/>
                </a:cubicBezTo>
                <a:close/>
                <a:moveTo>
                  <a:pt x="98183" y="38169"/>
                </a:moveTo>
                <a:cubicBezTo>
                  <a:pt x="101194" y="38169"/>
                  <a:pt x="103638" y="40609"/>
                  <a:pt x="103638" y="43622"/>
                </a:cubicBezTo>
                <a:lnTo>
                  <a:pt x="103638" y="45137"/>
                </a:lnTo>
                <a:cubicBezTo>
                  <a:pt x="102027" y="44200"/>
                  <a:pt x="100177" y="43622"/>
                  <a:pt x="98183" y="43622"/>
                </a:cubicBezTo>
                <a:lnTo>
                  <a:pt x="97183" y="43622"/>
                </a:lnTo>
                <a:lnTo>
                  <a:pt x="95722" y="38169"/>
                </a:lnTo>
                <a:cubicBezTo>
                  <a:pt x="95722" y="38169"/>
                  <a:pt x="98183" y="38169"/>
                  <a:pt x="98183" y="38169"/>
                </a:cubicBezTo>
                <a:close/>
                <a:moveTo>
                  <a:pt x="109088" y="65442"/>
                </a:moveTo>
                <a:lnTo>
                  <a:pt x="109088" y="43622"/>
                </a:lnTo>
                <a:cubicBezTo>
                  <a:pt x="109088" y="37596"/>
                  <a:pt x="104205" y="32709"/>
                  <a:pt x="98183" y="32709"/>
                </a:cubicBezTo>
                <a:lnTo>
                  <a:pt x="94261" y="32709"/>
                </a:lnTo>
                <a:lnTo>
                  <a:pt x="87661" y="8084"/>
                </a:lnTo>
                <a:cubicBezTo>
                  <a:pt x="86100" y="2266"/>
                  <a:pt x="80122" y="-1189"/>
                  <a:pt x="74300" y="370"/>
                </a:cubicBezTo>
                <a:lnTo>
                  <a:pt x="19261" y="14924"/>
                </a:lnTo>
                <a:cubicBezTo>
                  <a:pt x="13438" y="16489"/>
                  <a:pt x="9988" y="22470"/>
                  <a:pt x="11544" y="28288"/>
                </a:cubicBezTo>
                <a:lnTo>
                  <a:pt x="12727" y="32709"/>
                </a:lnTo>
                <a:lnTo>
                  <a:pt x="10911" y="32709"/>
                </a:lnTo>
                <a:cubicBezTo>
                  <a:pt x="4883" y="32709"/>
                  <a:pt x="0" y="37596"/>
                  <a:pt x="0" y="43622"/>
                </a:cubicBezTo>
                <a:lnTo>
                  <a:pt x="0" y="109087"/>
                </a:lnTo>
                <a:cubicBezTo>
                  <a:pt x="0" y="115113"/>
                  <a:pt x="4883" y="119999"/>
                  <a:pt x="10911" y="119999"/>
                </a:cubicBezTo>
                <a:lnTo>
                  <a:pt x="98183" y="119999"/>
                </a:lnTo>
                <a:cubicBezTo>
                  <a:pt x="104205" y="119999"/>
                  <a:pt x="109088" y="115113"/>
                  <a:pt x="109088" y="109087"/>
                </a:cubicBezTo>
                <a:lnTo>
                  <a:pt x="109088" y="98180"/>
                </a:lnTo>
                <a:cubicBezTo>
                  <a:pt x="115116" y="98180"/>
                  <a:pt x="120000" y="93293"/>
                  <a:pt x="120000" y="87267"/>
                </a:cubicBezTo>
                <a:lnTo>
                  <a:pt x="120000" y="76354"/>
                </a:lnTo>
                <a:cubicBezTo>
                  <a:pt x="120000" y="70329"/>
                  <a:pt x="115116" y="65442"/>
                  <a:pt x="109088" y="65442"/>
                </a:cubicBezTo>
                <a:moveTo>
                  <a:pt x="73638" y="54535"/>
                </a:moveTo>
                <a:lnTo>
                  <a:pt x="68183" y="54535"/>
                </a:lnTo>
                <a:cubicBezTo>
                  <a:pt x="66677" y="54535"/>
                  <a:pt x="65455" y="55752"/>
                  <a:pt x="65455" y="57262"/>
                </a:cubicBezTo>
                <a:cubicBezTo>
                  <a:pt x="65455" y="58771"/>
                  <a:pt x="66677" y="59988"/>
                  <a:pt x="68183" y="59988"/>
                </a:cubicBezTo>
                <a:lnTo>
                  <a:pt x="73638" y="59988"/>
                </a:lnTo>
                <a:cubicBezTo>
                  <a:pt x="75138" y="59988"/>
                  <a:pt x="76361" y="58771"/>
                  <a:pt x="76361" y="57262"/>
                </a:cubicBezTo>
                <a:cubicBezTo>
                  <a:pt x="76361" y="55752"/>
                  <a:pt x="75138" y="54535"/>
                  <a:pt x="73638" y="54535"/>
                </a:cubicBezTo>
                <a:moveTo>
                  <a:pt x="40911" y="54535"/>
                </a:moveTo>
                <a:lnTo>
                  <a:pt x="35455" y="54535"/>
                </a:lnTo>
                <a:cubicBezTo>
                  <a:pt x="33950" y="54535"/>
                  <a:pt x="32727" y="55752"/>
                  <a:pt x="32727" y="57262"/>
                </a:cubicBezTo>
                <a:cubicBezTo>
                  <a:pt x="32727" y="58771"/>
                  <a:pt x="33950" y="59988"/>
                  <a:pt x="35455" y="59988"/>
                </a:cubicBezTo>
                <a:lnTo>
                  <a:pt x="40911" y="59988"/>
                </a:lnTo>
                <a:cubicBezTo>
                  <a:pt x="42411" y="59988"/>
                  <a:pt x="43638" y="58771"/>
                  <a:pt x="43638" y="57262"/>
                </a:cubicBezTo>
                <a:cubicBezTo>
                  <a:pt x="43638" y="55752"/>
                  <a:pt x="42411" y="54535"/>
                  <a:pt x="40911" y="54535"/>
                </a:cubicBezTo>
                <a:moveTo>
                  <a:pt x="95455" y="79081"/>
                </a:moveTo>
                <a:cubicBezTo>
                  <a:pt x="93950" y="79081"/>
                  <a:pt x="92727" y="80304"/>
                  <a:pt x="92727" y="81808"/>
                </a:cubicBezTo>
                <a:cubicBezTo>
                  <a:pt x="92727" y="83317"/>
                  <a:pt x="93950" y="84540"/>
                  <a:pt x="95455" y="84540"/>
                </a:cubicBezTo>
                <a:cubicBezTo>
                  <a:pt x="96961" y="84540"/>
                  <a:pt x="98183" y="83317"/>
                  <a:pt x="98183" y="81808"/>
                </a:cubicBezTo>
                <a:cubicBezTo>
                  <a:pt x="98183" y="80304"/>
                  <a:pt x="96961" y="79081"/>
                  <a:pt x="95455" y="79081"/>
                </a:cubicBezTo>
                <a:moveTo>
                  <a:pt x="90000" y="103633"/>
                </a:moveTo>
                <a:lnTo>
                  <a:pt x="84544" y="103633"/>
                </a:lnTo>
                <a:cubicBezTo>
                  <a:pt x="83038" y="103633"/>
                  <a:pt x="81816" y="104856"/>
                  <a:pt x="81816" y="106360"/>
                </a:cubicBezTo>
                <a:cubicBezTo>
                  <a:pt x="81816" y="107869"/>
                  <a:pt x="83038" y="109087"/>
                  <a:pt x="84544" y="109087"/>
                </a:cubicBezTo>
                <a:lnTo>
                  <a:pt x="90000" y="109087"/>
                </a:lnTo>
                <a:cubicBezTo>
                  <a:pt x="91505" y="109087"/>
                  <a:pt x="92727" y="107869"/>
                  <a:pt x="92727" y="106360"/>
                </a:cubicBezTo>
                <a:cubicBezTo>
                  <a:pt x="92727" y="104856"/>
                  <a:pt x="91505" y="103633"/>
                  <a:pt x="90000" y="103633"/>
                </a:cubicBezTo>
                <a:moveTo>
                  <a:pt x="84544" y="59988"/>
                </a:moveTo>
                <a:lnTo>
                  <a:pt x="90000" y="59988"/>
                </a:lnTo>
                <a:cubicBezTo>
                  <a:pt x="91505" y="59988"/>
                  <a:pt x="92727" y="58771"/>
                  <a:pt x="92727" y="57262"/>
                </a:cubicBezTo>
                <a:cubicBezTo>
                  <a:pt x="92727" y="55752"/>
                  <a:pt x="91505" y="54535"/>
                  <a:pt x="90000" y="54535"/>
                </a:cubicBezTo>
                <a:lnTo>
                  <a:pt x="84544" y="54535"/>
                </a:lnTo>
                <a:cubicBezTo>
                  <a:pt x="83038" y="54535"/>
                  <a:pt x="81816" y="55752"/>
                  <a:pt x="81816" y="57262"/>
                </a:cubicBezTo>
                <a:cubicBezTo>
                  <a:pt x="81816" y="58771"/>
                  <a:pt x="83038" y="59988"/>
                  <a:pt x="84544" y="59988"/>
                </a:cubicBezTo>
                <a:moveTo>
                  <a:pt x="24544" y="103633"/>
                </a:moveTo>
                <a:lnTo>
                  <a:pt x="19088" y="103633"/>
                </a:lnTo>
                <a:cubicBezTo>
                  <a:pt x="17588" y="103633"/>
                  <a:pt x="16361" y="104856"/>
                  <a:pt x="16361" y="106360"/>
                </a:cubicBezTo>
                <a:cubicBezTo>
                  <a:pt x="16361" y="107869"/>
                  <a:pt x="17588" y="109087"/>
                  <a:pt x="19088" y="109087"/>
                </a:cubicBezTo>
                <a:lnTo>
                  <a:pt x="24544" y="109087"/>
                </a:lnTo>
                <a:cubicBezTo>
                  <a:pt x="26050" y="109087"/>
                  <a:pt x="27272" y="107869"/>
                  <a:pt x="27272" y="106360"/>
                </a:cubicBezTo>
                <a:cubicBezTo>
                  <a:pt x="27272" y="104856"/>
                  <a:pt x="26050" y="103633"/>
                  <a:pt x="24544" y="103633"/>
                </a:cubicBezTo>
                <a:moveTo>
                  <a:pt x="40911" y="103633"/>
                </a:moveTo>
                <a:lnTo>
                  <a:pt x="35455" y="103633"/>
                </a:lnTo>
                <a:cubicBezTo>
                  <a:pt x="33950" y="103633"/>
                  <a:pt x="32727" y="104856"/>
                  <a:pt x="32727" y="106360"/>
                </a:cubicBezTo>
                <a:cubicBezTo>
                  <a:pt x="32727" y="107869"/>
                  <a:pt x="33950" y="109087"/>
                  <a:pt x="35455" y="109087"/>
                </a:cubicBezTo>
                <a:lnTo>
                  <a:pt x="40911" y="109087"/>
                </a:lnTo>
                <a:cubicBezTo>
                  <a:pt x="42411" y="109087"/>
                  <a:pt x="43638" y="107869"/>
                  <a:pt x="43638" y="106360"/>
                </a:cubicBezTo>
                <a:cubicBezTo>
                  <a:pt x="43638" y="104856"/>
                  <a:pt x="42411" y="103633"/>
                  <a:pt x="40911" y="103633"/>
                </a:cubicBezTo>
                <a:moveTo>
                  <a:pt x="24544" y="54535"/>
                </a:moveTo>
                <a:lnTo>
                  <a:pt x="19088" y="54535"/>
                </a:lnTo>
                <a:cubicBezTo>
                  <a:pt x="17588" y="54535"/>
                  <a:pt x="16361" y="55752"/>
                  <a:pt x="16361" y="57262"/>
                </a:cubicBezTo>
                <a:cubicBezTo>
                  <a:pt x="16361" y="58771"/>
                  <a:pt x="17588" y="59988"/>
                  <a:pt x="19088" y="59988"/>
                </a:cubicBezTo>
                <a:lnTo>
                  <a:pt x="24544" y="59988"/>
                </a:lnTo>
                <a:cubicBezTo>
                  <a:pt x="26050" y="59988"/>
                  <a:pt x="27272" y="58771"/>
                  <a:pt x="27272" y="57262"/>
                </a:cubicBezTo>
                <a:cubicBezTo>
                  <a:pt x="27272" y="55752"/>
                  <a:pt x="26050" y="54535"/>
                  <a:pt x="24544" y="5453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06" name="Shape 4794">
            <a:extLst>
              <a:ext uri="{FF2B5EF4-FFF2-40B4-BE49-F238E27FC236}">
                <a16:creationId xmlns:a16="http://schemas.microsoft.com/office/drawing/2014/main" id="{DE7E5176-616A-99BA-EE0C-000915494B0F}"/>
              </a:ext>
            </a:extLst>
          </p:cNvPr>
          <p:cNvSpPr/>
          <p:nvPr/>
        </p:nvSpPr>
        <p:spPr>
          <a:xfrm>
            <a:off x="8743311" y="2357569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3638" y="97500"/>
                </a:moveTo>
                <a:lnTo>
                  <a:pt x="68183" y="97500"/>
                </a:lnTo>
                <a:cubicBezTo>
                  <a:pt x="66672" y="97500"/>
                  <a:pt x="65455" y="99183"/>
                  <a:pt x="65455" y="101250"/>
                </a:cubicBezTo>
                <a:cubicBezTo>
                  <a:pt x="65455" y="103322"/>
                  <a:pt x="66672" y="105000"/>
                  <a:pt x="68183" y="105000"/>
                </a:cubicBezTo>
                <a:lnTo>
                  <a:pt x="73638" y="105000"/>
                </a:lnTo>
                <a:cubicBezTo>
                  <a:pt x="75144" y="105000"/>
                  <a:pt x="76361" y="103322"/>
                  <a:pt x="76361" y="101250"/>
                </a:cubicBezTo>
                <a:cubicBezTo>
                  <a:pt x="76361" y="99183"/>
                  <a:pt x="75144" y="97500"/>
                  <a:pt x="73638" y="97500"/>
                </a:cubicBezTo>
                <a:moveTo>
                  <a:pt x="57272" y="30000"/>
                </a:moveTo>
                <a:lnTo>
                  <a:pt x="51816" y="30000"/>
                </a:lnTo>
                <a:cubicBezTo>
                  <a:pt x="50311" y="30000"/>
                  <a:pt x="49088" y="31677"/>
                  <a:pt x="49088" y="33750"/>
                </a:cubicBezTo>
                <a:cubicBezTo>
                  <a:pt x="49088" y="35822"/>
                  <a:pt x="50311" y="37500"/>
                  <a:pt x="51816" y="37500"/>
                </a:cubicBezTo>
                <a:lnTo>
                  <a:pt x="57272" y="37500"/>
                </a:lnTo>
                <a:cubicBezTo>
                  <a:pt x="58777" y="37500"/>
                  <a:pt x="60000" y="35822"/>
                  <a:pt x="60000" y="33750"/>
                </a:cubicBezTo>
                <a:cubicBezTo>
                  <a:pt x="60000" y="31677"/>
                  <a:pt x="58777" y="30000"/>
                  <a:pt x="57272" y="30000"/>
                </a:cubicBezTo>
                <a:moveTo>
                  <a:pt x="90000" y="97500"/>
                </a:moveTo>
                <a:lnTo>
                  <a:pt x="84544" y="97500"/>
                </a:lnTo>
                <a:cubicBezTo>
                  <a:pt x="83038" y="97500"/>
                  <a:pt x="81816" y="99183"/>
                  <a:pt x="81816" y="101250"/>
                </a:cubicBezTo>
                <a:cubicBezTo>
                  <a:pt x="81816" y="103322"/>
                  <a:pt x="83038" y="105000"/>
                  <a:pt x="84544" y="105000"/>
                </a:cubicBezTo>
                <a:lnTo>
                  <a:pt x="90000" y="105000"/>
                </a:lnTo>
                <a:cubicBezTo>
                  <a:pt x="91505" y="105000"/>
                  <a:pt x="92727" y="103322"/>
                  <a:pt x="92727" y="101250"/>
                </a:cubicBezTo>
                <a:cubicBezTo>
                  <a:pt x="92727" y="99183"/>
                  <a:pt x="91505" y="97500"/>
                  <a:pt x="90000" y="97500"/>
                </a:cubicBezTo>
                <a:moveTo>
                  <a:pt x="73638" y="30000"/>
                </a:moveTo>
                <a:lnTo>
                  <a:pt x="68183" y="30000"/>
                </a:lnTo>
                <a:cubicBezTo>
                  <a:pt x="66672" y="30000"/>
                  <a:pt x="65455" y="31677"/>
                  <a:pt x="65455" y="33750"/>
                </a:cubicBezTo>
                <a:cubicBezTo>
                  <a:pt x="65455" y="35822"/>
                  <a:pt x="66672" y="37500"/>
                  <a:pt x="68183" y="37500"/>
                </a:cubicBezTo>
                <a:lnTo>
                  <a:pt x="73638" y="37500"/>
                </a:lnTo>
                <a:cubicBezTo>
                  <a:pt x="75144" y="37500"/>
                  <a:pt x="76361" y="35822"/>
                  <a:pt x="76361" y="33750"/>
                </a:cubicBezTo>
                <a:cubicBezTo>
                  <a:pt x="76361" y="31677"/>
                  <a:pt x="75144" y="30000"/>
                  <a:pt x="73638" y="30000"/>
                </a:cubicBezTo>
                <a:moveTo>
                  <a:pt x="57272" y="97500"/>
                </a:moveTo>
                <a:lnTo>
                  <a:pt x="51816" y="97500"/>
                </a:lnTo>
                <a:cubicBezTo>
                  <a:pt x="50311" y="97500"/>
                  <a:pt x="49088" y="99183"/>
                  <a:pt x="49088" y="101250"/>
                </a:cubicBezTo>
                <a:cubicBezTo>
                  <a:pt x="49088" y="103322"/>
                  <a:pt x="50311" y="105000"/>
                  <a:pt x="51816" y="105000"/>
                </a:cubicBezTo>
                <a:lnTo>
                  <a:pt x="57272" y="105000"/>
                </a:lnTo>
                <a:cubicBezTo>
                  <a:pt x="58777" y="105000"/>
                  <a:pt x="60000" y="103322"/>
                  <a:pt x="60000" y="101250"/>
                </a:cubicBezTo>
                <a:cubicBezTo>
                  <a:pt x="60000" y="99183"/>
                  <a:pt x="58777" y="97500"/>
                  <a:pt x="57272" y="97500"/>
                </a:cubicBezTo>
                <a:moveTo>
                  <a:pt x="24544" y="97500"/>
                </a:moveTo>
                <a:lnTo>
                  <a:pt x="19088" y="97500"/>
                </a:lnTo>
                <a:cubicBezTo>
                  <a:pt x="17583" y="97500"/>
                  <a:pt x="16361" y="99183"/>
                  <a:pt x="16361" y="101250"/>
                </a:cubicBezTo>
                <a:cubicBezTo>
                  <a:pt x="16361" y="103322"/>
                  <a:pt x="17583" y="105000"/>
                  <a:pt x="19088" y="105000"/>
                </a:cubicBezTo>
                <a:lnTo>
                  <a:pt x="24544" y="105000"/>
                </a:lnTo>
                <a:cubicBezTo>
                  <a:pt x="26055" y="105000"/>
                  <a:pt x="27272" y="103322"/>
                  <a:pt x="27272" y="101250"/>
                </a:cubicBezTo>
                <a:cubicBezTo>
                  <a:pt x="27272" y="99183"/>
                  <a:pt x="26055" y="97500"/>
                  <a:pt x="24544" y="97500"/>
                </a:cubicBezTo>
                <a:moveTo>
                  <a:pt x="84544" y="37500"/>
                </a:moveTo>
                <a:lnTo>
                  <a:pt x="90000" y="37500"/>
                </a:lnTo>
                <a:cubicBezTo>
                  <a:pt x="91505" y="37500"/>
                  <a:pt x="92727" y="35822"/>
                  <a:pt x="92727" y="33750"/>
                </a:cubicBezTo>
                <a:cubicBezTo>
                  <a:pt x="92727" y="31677"/>
                  <a:pt x="91505" y="30000"/>
                  <a:pt x="90000" y="30000"/>
                </a:cubicBezTo>
                <a:lnTo>
                  <a:pt x="84544" y="30000"/>
                </a:lnTo>
                <a:cubicBezTo>
                  <a:pt x="83038" y="30000"/>
                  <a:pt x="81816" y="31677"/>
                  <a:pt x="81816" y="33750"/>
                </a:cubicBezTo>
                <a:cubicBezTo>
                  <a:pt x="81816" y="35822"/>
                  <a:pt x="83038" y="37500"/>
                  <a:pt x="84544" y="37500"/>
                </a:cubicBezTo>
                <a:moveTo>
                  <a:pt x="114544" y="75000"/>
                </a:moveTo>
                <a:cubicBezTo>
                  <a:pt x="114544" y="79138"/>
                  <a:pt x="112100" y="82500"/>
                  <a:pt x="109088" y="82500"/>
                </a:cubicBezTo>
                <a:lnTo>
                  <a:pt x="92727" y="82500"/>
                </a:lnTo>
                <a:cubicBezTo>
                  <a:pt x="89716" y="82500"/>
                  <a:pt x="87272" y="79138"/>
                  <a:pt x="87272" y="75000"/>
                </a:cubicBezTo>
                <a:lnTo>
                  <a:pt x="87272" y="60000"/>
                </a:lnTo>
                <a:cubicBezTo>
                  <a:pt x="87272" y="55861"/>
                  <a:pt x="89716" y="52500"/>
                  <a:pt x="92727" y="52500"/>
                </a:cubicBezTo>
                <a:lnTo>
                  <a:pt x="109088" y="52500"/>
                </a:lnTo>
                <a:cubicBezTo>
                  <a:pt x="112100" y="52500"/>
                  <a:pt x="114544" y="55861"/>
                  <a:pt x="114544" y="60000"/>
                </a:cubicBezTo>
                <a:cubicBezTo>
                  <a:pt x="114544" y="60000"/>
                  <a:pt x="114544" y="75000"/>
                  <a:pt x="114544" y="75000"/>
                </a:cubicBezTo>
                <a:close/>
                <a:moveTo>
                  <a:pt x="103638" y="105000"/>
                </a:moveTo>
                <a:cubicBezTo>
                  <a:pt x="103638" y="109138"/>
                  <a:pt x="101188" y="112500"/>
                  <a:pt x="98183" y="112500"/>
                </a:cubicBezTo>
                <a:lnTo>
                  <a:pt x="10911" y="112500"/>
                </a:lnTo>
                <a:cubicBezTo>
                  <a:pt x="7900" y="112500"/>
                  <a:pt x="5455" y="109138"/>
                  <a:pt x="5455" y="105000"/>
                </a:cubicBezTo>
                <a:lnTo>
                  <a:pt x="5455" y="30000"/>
                </a:lnTo>
                <a:cubicBezTo>
                  <a:pt x="5455" y="25861"/>
                  <a:pt x="7900" y="22500"/>
                  <a:pt x="10911" y="22500"/>
                </a:cubicBezTo>
                <a:lnTo>
                  <a:pt x="98183" y="22500"/>
                </a:lnTo>
                <a:cubicBezTo>
                  <a:pt x="101188" y="22500"/>
                  <a:pt x="103638" y="25861"/>
                  <a:pt x="103638" y="30000"/>
                </a:cubicBezTo>
                <a:lnTo>
                  <a:pt x="103638" y="45000"/>
                </a:lnTo>
                <a:lnTo>
                  <a:pt x="92727" y="45000"/>
                </a:lnTo>
                <a:cubicBezTo>
                  <a:pt x="86700" y="45000"/>
                  <a:pt x="81816" y="51716"/>
                  <a:pt x="81816" y="60000"/>
                </a:cubicBezTo>
                <a:lnTo>
                  <a:pt x="81816" y="75000"/>
                </a:lnTo>
                <a:cubicBezTo>
                  <a:pt x="81816" y="83283"/>
                  <a:pt x="86700" y="90000"/>
                  <a:pt x="92727" y="90000"/>
                </a:cubicBezTo>
                <a:lnTo>
                  <a:pt x="103638" y="90000"/>
                </a:lnTo>
                <a:cubicBezTo>
                  <a:pt x="103638" y="90000"/>
                  <a:pt x="103638" y="105000"/>
                  <a:pt x="103638" y="105000"/>
                </a:cubicBezTo>
                <a:close/>
                <a:moveTo>
                  <a:pt x="5455" y="15000"/>
                </a:moveTo>
                <a:cubicBezTo>
                  <a:pt x="5455" y="10861"/>
                  <a:pt x="7900" y="7500"/>
                  <a:pt x="10911" y="7500"/>
                </a:cubicBezTo>
                <a:lnTo>
                  <a:pt x="98183" y="7500"/>
                </a:lnTo>
                <a:cubicBezTo>
                  <a:pt x="101188" y="7500"/>
                  <a:pt x="103638" y="10861"/>
                  <a:pt x="103638" y="15000"/>
                </a:cubicBezTo>
                <a:lnTo>
                  <a:pt x="103638" y="17083"/>
                </a:lnTo>
                <a:cubicBezTo>
                  <a:pt x="102027" y="15788"/>
                  <a:pt x="100177" y="15000"/>
                  <a:pt x="98183" y="15000"/>
                </a:cubicBezTo>
                <a:lnTo>
                  <a:pt x="10911" y="15000"/>
                </a:lnTo>
                <a:cubicBezTo>
                  <a:pt x="8911" y="15000"/>
                  <a:pt x="7061" y="15788"/>
                  <a:pt x="5455" y="17083"/>
                </a:cubicBezTo>
                <a:cubicBezTo>
                  <a:pt x="5455" y="17083"/>
                  <a:pt x="5455" y="15000"/>
                  <a:pt x="5455" y="15000"/>
                </a:cubicBezTo>
                <a:close/>
                <a:moveTo>
                  <a:pt x="109088" y="45000"/>
                </a:moveTo>
                <a:lnTo>
                  <a:pt x="109088" y="15000"/>
                </a:lnTo>
                <a:cubicBezTo>
                  <a:pt x="109088" y="6716"/>
                  <a:pt x="104205" y="0"/>
                  <a:pt x="98183" y="0"/>
                </a:cubicBezTo>
                <a:lnTo>
                  <a:pt x="10911" y="0"/>
                </a:lnTo>
                <a:cubicBezTo>
                  <a:pt x="4883" y="0"/>
                  <a:pt x="0" y="6716"/>
                  <a:pt x="0" y="15000"/>
                </a:cubicBezTo>
                <a:lnTo>
                  <a:pt x="0" y="105000"/>
                </a:lnTo>
                <a:cubicBezTo>
                  <a:pt x="0" y="113283"/>
                  <a:pt x="4883" y="120000"/>
                  <a:pt x="10911" y="120000"/>
                </a:cubicBezTo>
                <a:lnTo>
                  <a:pt x="98183" y="120000"/>
                </a:lnTo>
                <a:cubicBezTo>
                  <a:pt x="104205" y="120000"/>
                  <a:pt x="109088" y="113283"/>
                  <a:pt x="109088" y="105000"/>
                </a:cubicBezTo>
                <a:lnTo>
                  <a:pt x="109088" y="90000"/>
                </a:lnTo>
                <a:cubicBezTo>
                  <a:pt x="115116" y="90000"/>
                  <a:pt x="120000" y="83283"/>
                  <a:pt x="120000" y="75000"/>
                </a:cubicBezTo>
                <a:lnTo>
                  <a:pt x="120000" y="60000"/>
                </a:lnTo>
                <a:cubicBezTo>
                  <a:pt x="120000" y="51716"/>
                  <a:pt x="115116" y="45000"/>
                  <a:pt x="109088" y="45000"/>
                </a:cubicBezTo>
                <a:moveTo>
                  <a:pt x="95455" y="63750"/>
                </a:moveTo>
                <a:cubicBezTo>
                  <a:pt x="93944" y="63750"/>
                  <a:pt x="92727" y="65427"/>
                  <a:pt x="92727" y="67500"/>
                </a:cubicBezTo>
                <a:cubicBezTo>
                  <a:pt x="92727" y="69572"/>
                  <a:pt x="93944" y="71250"/>
                  <a:pt x="95455" y="71250"/>
                </a:cubicBezTo>
                <a:cubicBezTo>
                  <a:pt x="96961" y="71250"/>
                  <a:pt x="98183" y="69572"/>
                  <a:pt x="98183" y="67500"/>
                </a:cubicBezTo>
                <a:cubicBezTo>
                  <a:pt x="98183" y="65427"/>
                  <a:pt x="96961" y="63750"/>
                  <a:pt x="95455" y="63750"/>
                </a:cubicBezTo>
                <a:moveTo>
                  <a:pt x="40911" y="97500"/>
                </a:moveTo>
                <a:lnTo>
                  <a:pt x="35455" y="97500"/>
                </a:lnTo>
                <a:cubicBezTo>
                  <a:pt x="33944" y="97500"/>
                  <a:pt x="32727" y="99183"/>
                  <a:pt x="32727" y="101250"/>
                </a:cubicBezTo>
                <a:cubicBezTo>
                  <a:pt x="32727" y="103322"/>
                  <a:pt x="33944" y="105000"/>
                  <a:pt x="35455" y="105000"/>
                </a:cubicBezTo>
                <a:lnTo>
                  <a:pt x="40911" y="105000"/>
                </a:lnTo>
                <a:cubicBezTo>
                  <a:pt x="42416" y="105000"/>
                  <a:pt x="43638" y="103322"/>
                  <a:pt x="43638" y="101250"/>
                </a:cubicBezTo>
                <a:cubicBezTo>
                  <a:pt x="43638" y="99183"/>
                  <a:pt x="42416" y="97500"/>
                  <a:pt x="40911" y="97500"/>
                </a:cubicBezTo>
                <a:moveTo>
                  <a:pt x="40911" y="30000"/>
                </a:moveTo>
                <a:lnTo>
                  <a:pt x="35455" y="30000"/>
                </a:lnTo>
                <a:cubicBezTo>
                  <a:pt x="33944" y="30000"/>
                  <a:pt x="32727" y="31677"/>
                  <a:pt x="32727" y="33750"/>
                </a:cubicBezTo>
                <a:cubicBezTo>
                  <a:pt x="32727" y="35822"/>
                  <a:pt x="33944" y="37500"/>
                  <a:pt x="35455" y="37500"/>
                </a:cubicBezTo>
                <a:lnTo>
                  <a:pt x="40911" y="37500"/>
                </a:lnTo>
                <a:cubicBezTo>
                  <a:pt x="42416" y="37500"/>
                  <a:pt x="43638" y="35822"/>
                  <a:pt x="43638" y="33750"/>
                </a:cubicBezTo>
                <a:cubicBezTo>
                  <a:pt x="43638" y="31677"/>
                  <a:pt x="42416" y="30000"/>
                  <a:pt x="40911" y="30000"/>
                </a:cubicBezTo>
                <a:moveTo>
                  <a:pt x="24544" y="30000"/>
                </a:moveTo>
                <a:lnTo>
                  <a:pt x="19088" y="30000"/>
                </a:lnTo>
                <a:cubicBezTo>
                  <a:pt x="17583" y="30000"/>
                  <a:pt x="16361" y="31677"/>
                  <a:pt x="16361" y="33750"/>
                </a:cubicBezTo>
                <a:cubicBezTo>
                  <a:pt x="16361" y="35822"/>
                  <a:pt x="17583" y="37500"/>
                  <a:pt x="19088" y="37500"/>
                </a:cubicBezTo>
                <a:lnTo>
                  <a:pt x="24544" y="37500"/>
                </a:lnTo>
                <a:cubicBezTo>
                  <a:pt x="26055" y="37500"/>
                  <a:pt x="27272" y="35822"/>
                  <a:pt x="27272" y="33750"/>
                </a:cubicBezTo>
                <a:cubicBezTo>
                  <a:pt x="27272" y="31677"/>
                  <a:pt x="26055" y="30000"/>
                  <a:pt x="24544" y="30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08" name="Shape 4795">
            <a:extLst>
              <a:ext uri="{FF2B5EF4-FFF2-40B4-BE49-F238E27FC236}">
                <a16:creationId xmlns:a16="http://schemas.microsoft.com/office/drawing/2014/main" id="{B5D267B2-2009-065C-3EF6-DBE8B257B564}"/>
              </a:ext>
            </a:extLst>
          </p:cNvPr>
          <p:cNvSpPr/>
          <p:nvPr/>
        </p:nvSpPr>
        <p:spPr>
          <a:xfrm>
            <a:off x="9247498" y="2345565"/>
            <a:ext cx="264098" cy="21629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7272" y="40077"/>
                </a:moveTo>
                <a:lnTo>
                  <a:pt x="51816" y="40077"/>
                </a:lnTo>
                <a:cubicBezTo>
                  <a:pt x="50311" y="40077"/>
                  <a:pt x="49088" y="41566"/>
                  <a:pt x="49088" y="43405"/>
                </a:cubicBezTo>
                <a:cubicBezTo>
                  <a:pt x="49088" y="45250"/>
                  <a:pt x="50311" y="46738"/>
                  <a:pt x="51816" y="46738"/>
                </a:cubicBezTo>
                <a:lnTo>
                  <a:pt x="57272" y="46738"/>
                </a:lnTo>
                <a:cubicBezTo>
                  <a:pt x="58777" y="46738"/>
                  <a:pt x="60000" y="45250"/>
                  <a:pt x="60000" y="43405"/>
                </a:cubicBezTo>
                <a:cubicBezTo>
                  <a:pt x="60000" y="41566"/>
                  <a:pt x="58777" y="40077"/>
                  <a:pt x="57272" y="40077"/>
                </a:cubicBezTo>
                <a:moveTo>
                  <a:pt x="40911" y="40077"/>
                </a:moveTo>
                <a:lnTo>
                  <a:pt x="35455" y="40077"/>
                </a:lnTo>
                <a:cubicBezTo>
                  <a:pt x="33944" y="40077"/>
                  <a:pt x="32727" y="41566"/>
                  <a:pt x="32727" y="43405"/>
                </a:cubicBezTo>
                <a:cubicBezTo>
                  <a:pt x="32727" y="45250"/>
                  <a:pt x="33944" y="46738"/>
                  <a:pt x="35455" y="46738"/>
                </a:cubicBezTo>
                <a:lnTo>
                  <a:pt x="40911" y="46738"/>
                </a:lnTo>
                <a:cubicBezTo>
                  <a:pt x="42416" y="46738"/>
                  <a:pt x="43638" y="45250"/>
                  <a:pt x="43638" y="43405"/>
                </a:cubicBezTo>
                <a:cubicBezTo>
                  <a:pt x="43638" y="41566"/>
                  <a:pt x="42416" y="40077"/>
                  <a:pt x="40911" y="40077"/>
                </a:cubicBezTo>
                <a:moveTo>
                  <a:pt x="57272" y="100022"/>
                </a:moveTo>
                <a:lnTo>
                  <a:pt x="51816" y="100022"/>
                </a:lnTo>
                <a:cubicBezTo>
                  <a:pt x="50311" y="100022"/>
                  <a:pt x="49088" y="101511"/>
                  <a:pt x="49088" y="103350"/>
                </a:cubicBezTo>
                <a:cubicBezTo>
                  <a:pt x="49088" y="105194"/>
                  <a:pt x="50311" y="106677"/>
                  <a:pt x="51816" y="106677"/>
                </a:cubicBezTo>
                <a:lnTo>
                  <a:pt x="57272" y="106677"/>
                </a:lnTo>
                <a:cubicBezTo>
                  <a:pt x="58777" y="106677"/>
                  <a:pt x="60000" y="105194"/>
                  <a:pt x="60000" y="103350"/>
                </a:cubicBezTo>
                <a:cubicBezTo>
                  <a:pt x="60000" y="101511"/>
                  <a:pt x="58777" y="100022"/>
                  <a:pt x="57272" y="100022"/>
                </a:cubicBezTo>
                <a:moveTo>
                  <a:pt x="73638" y="100022"/>
                </a:moveTo>
                <a:lnTo>
                  <a:pt x="68183" y="100022"/>
                </a:lnTo>
                <a:cubicBezTo>
                  <a:pt x="66672" y="100022"/>
                  <a:pt x="65455" y="101511"/>
                  <a:pt x="65455" y="103350"/>
                </a:cubicBezTo>
                <a:cubicBezTo>
                  <a:pt x="65455" y="105194"/>
                  <a:pt x="66672" y="106677"/>
                  <a:pt x="68183" y="106677"/>
                </a:cubicBezTo>
                <a:lnTo>
                  <a:pt x="73638" y="106677"/>
                </a:lnTo>
                <a:cubicBezTo>
                  <a:pt x="75144" y="106677"/>
                  <a:pt x="76361" y="105194"/>
                  <a:pt x="76361" y="103350"/>
                </a:cubicBezTo>
                <a:cubicBezTo>
                  <a:pt x="76361" y="101511"/>
                  <a:pt x="75144" y="100022"/>
                  <a:pt x="73638" y="100022"/>
                </a:cubicBezTo>
                <a:moveTo>
                  <a:pt x="114544" y="80038"/>
                </a:moveTo>
                <a:cubicBezTo>
                  <a:pt x="114544" y="83716"/>
                  <a:pt x="112100" y="86700"/>
                  <a:pt x="109088" y="86700"/>
                </a:cubicBezTo>
                <a:lnTo>
                  <a:pt x="92727" y="86700"/>
                </a:lnTo>
                <a:cubicBezTo>
                  <a:pt x="89711" y="86700"/>
                  <a:pt x="87272" y="83716"/>
                  <a:pt x="87272" y="80038"/>
                </a:cubicBezTo>
                <a:lnTo>
                  <a:pt x="87272" y="66716"/>
                </a:lnTo>
                <a:cubicBezTo>
                  <a:pt x="87272" y="63044"/>
                  <a:pt x="89711" y="60061"/>
                  <a:pt x="92727" y="60061"/>
                </a:cubicBezTo>
                <a:lnTo>
                  <a:pt x="109088" y="60061"/>
                </a:lnTo>
                <a:cubicBezTo>
                  <a:pt x="112100" y="60061"/>
                  <a:pt x="114544" y="63044"/>
                  <a:pt x="114544" y="66716"/>
                </a:cubicBezTo>
                <a:cubicBezTo>
                  <a:pt x="114544" y="66716"/>
                  <a:pt x="114544" y="80038"/>
                  <a:pt x="114544" y="80038"/>
                </a:cubicBezTo>
                <a:close/>
                <a:moveTo>
                  <a:pt x="103638" y="106677"/>
                </a:moveTo>
                <a:cubicBezTo>
                  <a:pt x="103638" y="110355"/>
                  <a:pt x="101188" y="113338"/>
                  <a:pt x="98183" y="113338"/>
                </a:cubicBezTo>
                <a:lnTo>
                  <a:pt x="10911" y="113338"/>
                </a:lnTo>
                <a:cubicBezTo>
                  <a:pt x="7894" y="113338"/>
                  <a:pt x="5455" y="110355"/>
                  <a:pt x="5455" y="106677"/>
                </a:cubicBezTo>
                <a:lnTo>
                  <a:pt x="5455" y="40077"/>
                </a:lnTo>
                <a:cubicBezTo>
                  <a:pt x="5455" y="36405"/>
                  <a:pt x="7894" y="33416"/>
                  <a:pt x="10911" y="33416"/>
                </a:cubicBezTo>
                <a:lnTo>
                  <a:pt x="98183" y="33416"/>
                </a:lnTo>
                <a:cubicBezTo>
                  <a:pt x="101188" y="33416"/>
                  <a:pt x="103638" y="36405"/>
                  <a:pt x="103638" y="40077"/>
                </a:cubicBezTo>
                <a:lnTo>
                  <a:pt x="103638" y="53400"/>
                </a:lnTo>
                <a:lnTo>
                  <a:pt x="92727" y="53400"/>
                </a:lnTo>
                <a:cubicBezTo>
                  <a:pt x="86700" y="53400"/>
                  <a:pt x="81816" y="59361"/>
                  <a:pt x="81816" y="66716"/>
                </a:cubicBezTo>
                <a:lnTo>
                  <a:pt x="81816" y="80038"/>
                </a:lnTo>
                <a:cubicBezTo>
                  <a:pt x="81816" y="87394"/>
                  <a:pt x="86700" y="93361"/>
                  <a:pt x="92727" y="93361"/>
                </a:cubicBezTo>
                <a:lnTo>
                  <a:pt x="103638" y="93361"/>
                </a:lnTo>
                <a:cubicBezTo>
                  <a:pt x="103638" y="93361"/>
                  <a:pt x="103638" y="106677"/>
                  <a:pt x="103638" y="106677"/>
                </a:cubicBezTo>
                <a:close/>
                <a:moveTo>
                  <a:pt x="5455" y="26755"/>
                </a:moveTo>
                <a:cubicBezTo>
                  <a:pt x="5455" y="23083"/>
                  <a:pt x="7888" y="20100"/>
                  <a:pt x="10905" y="20100"/>
                </a:cubicBezTo>
                <a:lnTo>
                  <a:pt x="9400" y="26944"/>
                </a:lnTo>
                <a:cubicBezTo>
                  <a:pt x="7977" y="27188"/>
                  <a:pt x="6650" y="27755"/>
                  <a:pt x="5455" y="28605"/>
                </a:cubicBezTo>
                <a:cubicBezTo>
                  <a:pt x="5455" y="28605"/>
                  <a:pt x="5455" y="26755"/>
                  <a:pt x="5455" y="26755"/>
                </a:cubicBezTo>
                <a:close/>
                <a:moveTo>
                  <a:pt x="19172" y="8155"/>
                </a:moveTo>
                <a:lnTo>
                  <a:pt x="76022" y="26755"/>
                </a:lnTo>
                <a:lnTo>
                  <a:pt x="15088" y="26755"/>
                </a:lnTo>
                <a:cubicBezTo>
                  <a:pt x="15088" y="26755"/>
                  <a:pt x="19172" y="8155"/>
                  <a:pt x="19172" y="8155"/>
                </a:cubicBezTo>
                <a:close/>
                <a:moveTo>
                  <a:pt x="93200" y="14344"/>
                </a:moveTo>
                <a:lnTo>
                  <a:pt x="94344" y="25855"/>
                </a:lnTo>
                <a:lnTo>
                  <a:pt x="69777" y="17822"/>
                </a:lnTo>
                <a:cubicBezTo>
                  <a:pt x="69777" y="17822"/>
                  <a:pt x="93200" y="14344"/>
                  <a:pt x="93200" y="14344"/>
                </a:cubicBezTo>
                <a:close/>
                <a:moveTo>
                  <a:pt x="103638" y="26755"/>
                </a:moveTo>
                <a:lnTo>
                  <a:pt x="103638" y="28605"/>
                </a:lnTo>
                <a:cubicBezTo>
                  <a:pt x="102516" y="27805"/>
                  <a:pt x="101283" y="27244"/>
                  <a:pt x="99955" y="26977"/>
                </a:cubicBezTo>
                <a:lnTo>
                  <a:pt x="99283" y="20233"/>
                </a:lnTo>
                <a:cubicBezTo>
                  <a:pt x="101766" y="20855"/>
                  <a:pt x="103638" y="23538"/>
                  <a:pt x="103638" y="26755"/>
                </a:cubicBezTo>
                <a:moveTo>
                  <a:pt x="109088" y="53400"/>
                </a:moveTo>
                <a:lnTo>
                  <a:pt x="109088" y="26755"/>
                </a:lnTo>
                <a:cubicBezTo>
                  <a:pt x="109088" y="19583"/>
                  <a:pt x="104433" y="13772"/>
                  <a:pt x="98611" y="13488"/>
                </a:cubicBezTo>
                <a:lnTo>
                  <a:pt x="97961" y="6927"/>
                </a:lnTo>
                <a:lnTo>
                  <a:pt x="55666" y="13205"/>
                </a:lnTo>
                <a:lnTo>
                  <a:pt x="15316" y="0"/>
                </a:lnTo>
                <a:lnTo>
                  <a:pt x="12366" y="13438"/>
                </a:lnTo>
                <a:lnTo>
                  <a:pt x="10911" y="13438"/>
                </a:lnTo>
                <a:cubicBezTo>
                  <a:pt x="4883" y="13438"/>
                  <a:pt x="0" y="19400"/>
                  <a:pt x="0" y="26755"/>
                </a:cubicBezTo>
                <a:lnTo>
                  <a:pt x="0" y="106677"/>
                </a:lnTo>
                <a:cubicBezTo>
                  <a:pt x="0" y="114033"/>
                  <a:pt x="4883" y="120000"/>
                  <a:pt x="10911" y="120000"/>
                </a:cubicBezTo>
                <a:lnTo>
                  <a:pt x="98183" y="120000"/>
                </a:lnTo>
                <a:cubicBezTo>
                  <a:pt x="104205" y="120000"/>
                  <a:pt x="109088" y="114033"/>
                  <a:pt x="109088" y="106677"/>
                </a:cubicBezTo>
                <a:lnTo>
                  <a:pt x="109088" y="93361"/>
                </a:lnTo>
                <a:cubicBezTo>
                  <a:pt x="115116" y="93361"/>
                  <a:pt x="120000" y="87394"/>
                  <a:pt x="120000" y="80038"/>
                </a:cubicBezTo>
                <a:lnTo>
                  <a:pt x="120000" y="66716"/>
                </a:lnTo>
                <a:cubicBezTo>
                  <a:pt x="120000" y="59361"/>
                  <a:pt x="115116" y="53400"/>
                  <a:pt x="109088" y="53400"/>
                </a:cubicBezTo>
                <a:moveTo>
                  <a:pt x="73638" y="40077"/>
                </a:moveTo>
                <a:lnTo>
                  <a:pt x="68183" y="40077"/>
                </a:lnTo>
                <a:cubicBezTo>
                  <a:pt x="66672" y="40077"/>
                  <a:pt x="65455" y="41566"/>
                  <a:pt x="65455" y="43405"/>
                </a:cubicBezTo>
                <a:cubicBezTo>
                  <a:pt x="65455" y="45250"/>
                  <a:pt x="66672" y="46738"/>
                  <a:pt x="68183" y="46738"/>
                </a:cubicBezTo>
                <a:lnTo>
                  <a:pt x="73638" y="46738"/>
                </a:lnTo>
                <a:cubicBezTo>
                  <a:pt x="75144" y="46738"/>
                  <a:pt x="76361" y="45250"/>
                  <a:pt x="76361" y="43405"/>
                </a:cubicBezTo>
                <a:cubicBezTo>
                  <a:pt x="76361" y="41566"/>
                  <a:pt x="75144" y="40077"/>
                  <a:pt x="73638" y="40077"/>
                </a:cubicBezTo>
                <a:moveTo>
                  <a:pt x="90000" y="100022"/>
                </a:moveTo>
                <a:lnTo>
                  <a:pt x="84544" y="100022"/>
                </a:lnTo>
                <a:cubicBezTo>
                  <a:pt x="83038" y="100022"/>
                  <a:pt x="81816" y="101511"/>
                  <a:pt x="81816" y="103350"/>
                </a:cubicBezTo>
                <a:cubicBezTo>
                  <a:pt x="81816" y="105194"/>
                  <a:pt x="83038" y="106677"/>
                  <a:pt x="84544" y="106677"/>
                </a:cubicBezTo>
                <a:lnTo>
                  <a:pt x="90000" y="106677"/>
                </a:lnTo>
                <a:cubicBezTo>
                  <a:pt x="91505" y="106677"/>
                  <a:pt x="92727" y="105194"/>
                  <a:pt x="92727" y="103350"/>
                </a:cubicBezTo>
                <a:cubicBezTo>
                  <a:pt x="92727" y="101511"/>
                  <a:pt x="91505" y="100022"/>
                  <a:pt x="90000" y="100022"/>
                </a:cubicBezTo>
                <a:moveTo>
                  <a:pt x="95455" y="70050"/>
                </a:moveTo>
                <a:cubicBezTo>
                  <a:pt x="93944" y="70050"/>
                  <a:pt x="92727" y="71538"/>
                  <a:pt x="92727" y="73377"/>
                </a:cubicBezTo>
                <a:cubicBezTo>
                  <a:pt x="92727" y="75222"/>
                  <a:pt x="93944" y="76711"/>
                  <a:pt x="95455" y="76711"/>
                </a:cubicBezTo>
                <a:cubicBezTo>
                  <a:pt x="96961" y="76711"/>
                  <a:pt x="98183" y="75222"/>
                  <a:pt x="98183" y="73377"/>
                </a:cubicBezTo>
                <a:cubicBezTo>
                  <a:pt x="98183" y="71538"/>
                  <a:pt x="96961" y="70050"/>
                  <a:pt x="95455" y="70050"/>
                </a:cubicBezTo>
                <a:moveTo>
                  <a:pt x="24544" y="40077"/>
                </a:moveTo>
                <a:lnTo>
                  <a:pt x="19088" y="40077"/>
                </a:lnTo>
                <a:cubicBezTo>
                  <a:pt x="17583" y="40077"/>
                  <a:pt x="16361" y="41566"/>
                  <a:pt x="16361" y="43405"/>
                </a:cubicBezTo>
                <a:cubicBezTo>
                  <a:pt x="16361" y="45250"/>
                  <a:pt x="17583" y="46738"/>
                  <a:pt x="19088" y="46738"/>
                </a:cubicBezTo>
                <a:lnTo>
                  <a:pt x="24544" y="46738"/>
                </a:lnTo>
                <a:cubicBezTo>
                  <a:pt x="26055" y="46738"/>
                  <a:pt x="27272" y="45250"/>
                  <a:pt x="27272" y="43405"/>
                </a:cubicBezTo>
                <a:cubicBezTo>
                  <a:pt x="27272" y="41566"/>
                  <a:pt x="26055" y="40077"/>
                  <a:pt x="24544" y="40077"/>
                </a:cubicBezTo>
                <a:moveTo>
                  <a:pt x="84544" y="46738"/>
                </a:moveTo>
                <a:lnTo>
                  <a:pt x="90000" y="46738"/>
                </a:lnTo>
                <a:cubicBezTo>
                  <a:pt x="91505" y="46738"/>
                  <a:pt x="92727" y="45250"/>
                  <a:pt x="92727" y="43405"/>
                </a:cubicBezTo>
                <a:cubicBezTo>
                  <a:pt x="92727" y="41566"/>
                  <a:pt x="91505" y="40077"/>
                  <a:pt x="90000" y="40077"/>
                </a:cubicBezTo>
                <a:lnTo>
                  <a:pt x="84544" y="40077"/>
                </a:lnTo>
                <a:cubicBezTo>
                  <a:pt x="83038" y="40077"/>
                  <a:pt x="81816" y="41566"/>
                  <a:pt x="81816" y="43405"/>
                </a:cubicBezTo>
                <a:cubicBezTo>
                  <a:pt x="81816" y="45250"/>
                  <a:pt x="83038" y="46738"/>
                  <a:pt x="84544" y="46738"/>
                </a:cubicBezTo>
                <a:moveTo>
                  <a:pt x="40911" y="100022"/>
                </a:moveTo>
                <a:lnTo>
                  <a:pt x="35455" y="100022"/>
                </a:lnTo>
                <a:cubicBezTo>
                  <a:pt x="33944" y="100022"/>
                  <a:pt x="32727" y="101511"/>
                  <a:pt x="32727" y="103350"/>
                </a:cubicBezTo>
                <a:cubicBezTo>
                  <a:pt x="32727" y="105194"/>
                  <a:pt x="33944" y="106677"/>
                  <a:pt x="35455" y="106677"/>
                </a:cubicBezTo>
                <a:lnTo>
                  <a:pt x="40911" y="106677"/>
                </a:lnTo>
                <a:cubicBezTo>
                  <a:pt x="42416" y="106677"/>
                  <a:pt x="43638" y="105194"/>
                  <a:pt x="43638" y="103350"/>
                </a:cubicBezTo>
                <a:cubicBezTo>
                  <a:pt x="43638" y="101511"/>
                  <a:pt x="42416" y="100022"/>
                  <a:pt x="40911" y="100022"/>
                </a:cubicBezTo>
                <a:moveTo>
                  <a:pt x="24544" y="100022"/>
                </a:moveTo>
                <a:lnTo>
                  <a:pt x="19088" y="100022"/>
                </a:lnTo>
                <a:cubicBezTo>
                  <a:pt x="17583" y="100022"/>
                  <a:pt x="16361" y="101511"/>
                  <a:pt x="16361" y="103350"/>
                </a:cubicBezTo>
                <a:cubicBezTo>
                  <a:pt x="16361" y="105194"/>
                  <a:pt x="17583" y="106677"/>
                  <a:pt x="19088" y="106677"/>
                </a:cubicBezTo>
                <a:lnTo>
                  <a:pt x="24544" y="106677"/>
                </a:lnTo>
                <a:cubicBezTo>
                  <a:pt x="26055" y="106677"/>
                  <a:pt x="27272" y="105194"/>
                  <a:pt x="27272" y="103350"/>
                </a:cubicBezTo>
                <a:cubicBezTo>
                  <a:pt x="27272" y="101511"/>
                  <a:pt x="26055" y="100022"/>
                  <a:pt x="24544" y="10002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10" name="Shape 4796">
            <a:extLst>
              <a:ext uri="{FF2B5EF4-FFF2-40B4-BE49-F238E27FC236}">
                <a16:creationId xmlns:a16="http://schemas.microsoft.com/office/drawing/2014/main" id="{45826F4F-884A-9AD9-7D60-93E700AED172}"/>
              </a:ext>
            </a:extLst>
          </p:cNvPr>
          <p:cNvSpPr/>
          <p:nvPr/>
        </p:nvSpPr>
        <p:spPr>
          <a:xfrm>
            <a:off x="9787696" y="2321557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5000" y="54544"/>
                </a:moveTo>
                <a:lnTo>
                  <a:pt x="15000" y="54544"/>
                </a:lnTo>
                <a:lnTo>
                  <a:pt x="15000" y="60000"/>
                </a:lnTo>
                <a:lnTo>
                  <a:pt x="75000" y="60000"/>
                </a:lnTo>
                <a:cubicBezTo>
                  <a:pt x="75000" y="60000"/>
                  <a:pt x="75000" y="54544"/>
                  <a:pt x="75000" y="54544"/>
                </a:cubicBezTo>
                <a:close/>
                <a:moveTo>
                  <a:pt x="105000" y="65455"/>
                </a:moveTo>
                <a:lnTo>
                  <a:pt x="15000" y="65455"/>
                </a:lnTo>
                <a:lnTo>
                  <a:pt x="15000" y="70911"/>
                </a:lnTo>
                <a:lnTo>
                  <a:pt x="105000" y="70911"/>
                </a:lnTo>
                <a:cubicBezTo>
                  <a:pt x="105000" y="70911"/>
                  <a:pt x="105000" y="65455"/>
                  <a:pt x="105000" y="65455"/>
                </a:cubicBezTo>
                <a:close/>
                <a:moveTo>
                  <a:pt x="22500" y="10911"/>
                </a:moveTo>
                <a:lnTo>
                  <a:pt x="15000" y="10911"/>
                </a:lnTo>
                <a:lnTo>
                  <a:pt x="15000" y="43638"/>
                </a:lnTo>
                <a:lnTo>
                  <a:pt x="22500" y="43638"/>
                </a:lnTo>
                <a:cubicBezTo>
                  <a:pt x="22500" y="43638"/>
                  <a:pt x="22500" y="10911"/>
                  <a:pt x="22500" y="10911"/>
                </a:cubicBezTo>
                <a:close/>
                <a:moveTo>
                  <a:pt x="105000" y="76361"/>
                </a:moveTo>
                <a:lnTo>
                  <a:pt x="15000" y="76361"/>
                </a:lnTo>
                <a:lnTo>
                  <a:pt x="15000" y="81816"/>
                </a:lnTo>
                <a:lnTo>
                  <a:pt x="105000" y="81816"/>
                </a:lnTo>
                <a:cubicBezTo>
                  <a:pt x="105000" y="81816"/>
                  <a:pt x="105000" y="76361"/>
                  <a:pt x="105000" y="76361"/>
                </a:cubicBezTo>
                <a:close/>
                <a:moveTo>
                  <a:pt x="90000" y="87272"/>
                </a:moveTo>
                <a:lnTo>
                  <a:pt x="15000" y="87272"/>
                </a:lnTo>
                <a:lnTo>
                  <a:pt x="15000" y="92727"/>
                </a:lnTo>
                <a:lnTo>
                  <a:pt x="90000" y="92727"/>
                </a:lnTo>
                <a:cubicBezTo>
                  <a:pt x="90000" y="92727"/>
                  <a:pt x="90000" y="87272"/>
                  <a:pt x="90000" y="87272"/>
                </a:cubicBezTo>
                <a:close/>
                <a:moveTo>
                  <a:pt x="112500" y="110688"/>
                </a:moveTo>
                <a:lnTo>
                  <a:pt x="103900" y="104433"/>
                </a:lnTo>
                <a:cubicBezTo>
                  <a:pt x="103222" y="103944"/>
                  <a:pt x="102288" y="103638"/>
                  <a:pt x="101250" y="103638"/>
                </a:cubicBezTo>
                <a:cubicBezTo>
                  <a:pt x="100216" y="103638"/>
                  <a:pt x="99277" y="103944"/>
                  <a:pt x="98600" y="104433"/>
                </a:cubicBezTo>
                <a:lnTo>
                  <a:pt x="86250" y="113416"/>
                </a:lnTo>
                <a:lnTo>
                  <a:pt x="73900" y="104433"/>
                </a:lnTo>
                <a:cubicBezTo>
                  <a:pt x="73222" y="103944"/>
                  <a:pt x="72288" y="103638"/>
                  <a:pt x="71250" y="103638"/>
                </a:cubicBezTo>
                <a:cubicBezTo>
                  <a:pt x="70022" y="103638"/>
                  <a:pt x="68988" y="104094"/>
                  <a:pt x="68300" y="104755"/>
                </a:cubicBezTo>
                <a:lnTo>
                  <a:pt x="68250" y="104727"/>
                </a:lnTo>
                <a:lnTo>
                  <a:pt x="60000" y="112727"/>
                </a:lnTo>
                <a:lnTo>
                  <a:pt x="51750" y="104727"/>
                </a:lnTo>
                <a:lnTo>
                  <a:pt x="51700" y="104755"/>
                </a:lnTo>
                <a:cubicBezTo>
                  <a:pt x="51011" y="104094"/>
                  <a:pt x="49977" y="103638"/>
                  <a:pt x="48750" y="103638"/>
                </a:cubicBezTo>
                <a:cubicBezTo>
                  <a:pt x="47716" y="103638"/>
                  <a:pt x="46777" y="103944"/>
                  <a:pt x="46100" y="104433"/>
                </a:cubicBezTo>
                <a:lnTo>
                  <a:pt x="33750" y="113416"/>
                </a:lnTo>
                <a:lnTo>
                  <a:pt x="21400" y="104433"/>
                </a:lnTo>
                <a:cubicBezTo>
                  <a:pt x="20722" y="103944"/>
                  <a:pt x="19788" y="103638"/>
                  <a:pt x="18750" y="103638"/>
                </a:cubicBezTo>
                <a:cubicBezTo>
                  <a:pt x="17711" y="103638"/>
                  <a:pt x="16777" y="103944"/>
                  <a:pt x="16100" y="104433"/>
                </a:cubicBezTo>
                <a:lnTo>
                  <a:pt x="7500" y="110688"/>
                </a:lnTo>
                <a:lnTo>
                  <a:pt x="7500" y="5455"/>
                </a:lnTo>
                <a:lnTo>
                  <a:pt x="112500" y="5455"/>
                </a:lnTo>
                <a:cubicBezTo>
                  <a:pt x="112500" y="5455"/>
                  <a:pt x="112500" y="110688"/>
                  <a:pt x="112500" y="110688"/>
                </a:cubicBezTo>
                <a:close/>
                <a:moveTo>
                  <a:pt x="116250" y="0"/>
                </a:moveTo>
                <a:lnTo>
                  <a:pt x="3750" y="0"/>
                </a:lnTo>
                <a:cubicBezTo>
                  <a:pt x="1677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677" y="120000"/>
                  <a:pt x="3750" y="120000"/>
                </a:cubicBezTo>
                <a:cubicBezTo>
                  <a:pt x="4788" y="120000"/>
                  <a:pt x="5727" y="119694"/>
                  <a:pt x="6400" y="119200"/>
                </a:cubicBezTo>
                <a:lnTo>
                  <a:pt x="18750" y="110222"/>
                </a:lnTo>
                <a:lnTo>
                  <a:pt x="31100" y="119200"/>
                </a:lnTo>
                <a:cubicBezTo>
                  <a:pt x="31777" y="119694"/>
                  <a:pt x="32711" y="120000"/>
                  <a:pt x="33750" y="120000"/>
                </a:cubicBezTo>
                <a:cubicBezTo>
                  <a:pt x="34788" y="120000"/>
                  <a:pt x="35727" y="119694"/>
                  <a:pt x="36400" y="119200"/>
                </a:cubicBezTo>
                <a:lnTo>
                  <a:pt x="48344" y="110516"/>
                </a:lnTo>
                <a:lnTo>
                  <a:pt x="57000" y="118911"/>
                </a:lnTo>
                <a:lnTo>
                  <a:pt x="57050" y="118883"/>
                </a:lnTo>
                <a:cubicBezTo>
                  <a:pt x="57738" y="119544"/>
                  <a:pt x="58772" y="120000"/>
                  <a:pt x="60000" y="120000"/>
                </a:cubicBezTo>
                <a:cubicBezTo>
                  <a:pt x="61227" y="120000"/>
                  <a:pt x="62261" y="119544"/>
                  <a:pt x="62950" y="118883"/>
                </a:cubicBezTo>
                <a:lnTo>
                  <a:pt x="63000" y="118911"/>
                </a:lnTo>
                <a:lnTo>
                  <a:pt x="71655" y="110516"/>
                </a:lnTo>
                <a:lnTo>
                  <a:pt x="83600" y="119200"/>
                </a:lnTo>
                <a:cubicBezTo>
                  <a:pt x="84277" y="119694"/>
                  <a:pt x="85211" y="120000"/>
                  <a:pt x="86250" y="120000"/>
                </a:cubicBezTo>
                <a:cubicBezTo>
                  <a:pt x="87288" y="120000"/>
                  <a:pt x="88227" y="119694"/>
                  <a:pt x="88900" y="119200"/>
                </a:cubicBezTo>
                <a:lnTo>
                  <a:pt x="101250" y="110222"/>
                </a:lnTo>
                <a:lnTo>
                  <a:pt x="113600" y="119200"/>
                </a:lnTo>
                <a:cubicBezTo>
                  <a:pt x="114277" y="119694"/>
                  <a:pt x="115211" y="120000"/>
                  <a:pt x="116250" y="120000"/>
                </a:cubicBezTo>
                <a:cubicBezTo>
                  <a:pt x="118322" y="120000"/>
                  <a:pt x="120000" y="118777"/>
                  <a:pt x="120000" y="117272"/>
                </a:cubicBezTo>
                <a:lnTo>
                  <a:pt x="120000" y="2727"/>
                </a:lnTo>
                <a:cubicBezTo>
                  <a:pt x="120000" y="1222"/>
                  <a:pt x="118322" y="0"/>
                  <a:pt x="116250" y="0"/>
                </a:cubicBezTo>
                <a:moveTo>
                  <a:pt x="90000" y="10911"/>
                </a:moveTo>
                <a:lnTo>
                  <a:pt x="82500" y="10911"/>
                </a:lnTo>
                <a:lnTo>
                  <a:pt x="82500" y="43638"/>
                </a:lnTo>
                <a:lnTo>
                  <a:pt x="90000" y="43638"/>
                </a:lnTo>
                <a:cubicBezTo>
                  <a:pt x="90000" y="43638"/>
                  <a:pt x="90000" y="10911"/>
                  <a:pt x="90000" y="10911"/>
                </a:cubicBezTo>
                <a:close/>
                <a:moveTo>
                  <a:pt x="105000" y="10911"/>
                </a:moveTo>
                <a:lnTo>
                  <a:pt x="97500" y="10911"/>
                </a:lnTo>
                <a:lnTo>
                  <a:pt x="97500" y="43638"/>
                </a:lnTo>
                <a:lnTo>
                  <a:pt x="105000" y="43638"/>
                </a:lnTo>
                <a:cubicBezTo>
                  <a:pt x="105000" y="43638"/>
                  <a:pt x="105000" y="10911"/>
                  <a:pt x="105000" y="10911"/>
                </a:cubicBezTo>
                <a:close/>
                <a:moveTo>
                  <a:pt x="60000" y="10911"/>
                </a:moveTo>
                <a:lnTo>
                  <a:pt x="52500" y="10911"/>
                </a:lnTo>
                <a:lnTo>
                  <a:pt x="52500" y="43638"/>
                </a:lnTo>
                <a:lnTo>
                  <a:pt x="60000" y="43638"/>
                </a:lnTo>
                <a:cubicBezTo>
                  <a:pt x="60000" y="43638"/>
                  <a:pt x="60000" y="10911"/>
                  <a:pt x="60000" y="10911"/>
                </a:cubicBezTo>
                <a:close/>
                <a:moveTo>
                  <a:pt x="45000" y="10911"/>
                </a:moveTo>
                <a:lnTo>
                  <a:pt x="30000" y="10911"/>
                </a:lnTo>
                <a:lnTo>
                  <a:pt x="30000" y="43638"/>
                </a:lnTo>
                <a:lnTo>
                  <a:pt x="45000" y="43638"/>
                </a:lnTo>
                <a:cubicBezTo>
                  <a:pt x="45000" y="43638"/>
                  <a:pt x="45000" y="10911"/>
                  <a:pt x="45000" y="10911"/>
                </a:cubicBezTo>
                <a:close/>
                <a:moveTo>
                  <a:pt x="75000" y="10911"/>
                </a:moveTo>
                <a:lnTo>
                  <a:pt x="67500" y="10911"/>
                </a:lnTo>
                <a:lnTo>
                  <a:pt x="67500" y="43638"/>
                </a:lnTo>
                <a:lnTo>
                  <a:pt x="75000" y="43638"/>
                </a:lnTo>
                <a:cubicBezTo>
                  <a:pt x="75000" y="43638"/>
                  <a:pt x="75000" y="10911"/>
                  <a:pt x="75000" y="1091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12" name="Shape 4797">
            <a:extLst>
              <a:ext uri="{FF2B5EF4-FFF2-40B4-BE49-F238E27FC236}">
                <a16:creationId xmlns:a16="http://schemas.microsoft.com/office/drawing/2014/main" id="{EB3AEAD9-E620-754A-EB8A-B291FB6FFB30}"/>
              </a:ext>
            </a:extLst>
          </p:cNvPr>
          <p:cNvSpPr/>
          <p:nvPr/>
        </p:nvSpPr>
        <p:spPr>
          <a:xfrm>
            <a:off x="10279878" y="2321557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0000" y="76361"/>
                </a:moveTo>
                <a:lnTo>
                  <a:pt x="13333" y="76361"/>
                </a:lnTo>
                <a:lnTo>
                  <a:pt x="13333" y="81816"/>
                </a:lnTo>
                <a:lnTo>
                  <a:pt x="80000" y="81816"/>
                </a:lnTo>
                <a:cubicBezTo>
                  <a:pt x="80000" y="81816"/>
                  <a:pt x="80000" y="76361"/>
                  <a:pt x="80000" y="76361"/>
                </a:cubicBezTo>
                <a:close/>
                <a:moveTo>
                  <a:pt x="86666" y="111622"/>
                </a:moveTo>
                <a:lnTo>
                  <a:pt x="75688" y="104433"/>
                </a:lnTo>
                <a:cubicBezTo>
                  <a:pt x="75083" y="103944"/>
                  <a:pt x="74255" y="103638"/>
                  <a:pt x="73333" y="103638"/>
                </a:cubicBezTo>
                <a:cubicBezTo>
                  <a:pt x="72416" y="103638"/>
                  <a:pt x="71583" y="103944"/>
                  <a:pt x="70977" y="104433"/>
                </a:cubicBezTo>
                <a:lnTo>
                  <a:pt x="60000" y="113416"/>
                </a:lnTo>
                <a:lnTo>
                  <a:pt x="49022" y="104433"/>
                </a:lnTo>
                <a:cubicBezTo>
                  <a:pt x="48422" y="103944"/>
                  <a:pt x="47588" y="103638"/>
                  <a:pt x="46666" y="103638"/>
                </a:cubicBezTo>
                <a:cubicBezTo>
                  <a:pt x="45750" y="103638"/>
                  <a:pt x="44916" y="103944"/>
                  <a:pt x="44311" y="104433"/>
                </a:cubicBezTo>
                <a:lnTo>
                  <a:pt x="33333" y="113416"/>
                </a:lnTo>
                <a:lnTo>
                  <a:pt x="22355" y="104433"/>
                </a:lnTo>
                <a:cubicBezTo>
                  <a:pt x="21750" y="103944"/>
                  <a:pt x="20922" y="103638"/>
                  <a:pt x="20000" y="103638"/>
                </a:cubicBezTo>
                <a:cubicBezTo>
                  <a:pt x="19083" y="103638"/>
                  <a:pt x="18250" y="103944"/>
                  <a:pt x="17644" y="104433"/>
                </a:cubicBezTo>
                <a:lnTo>
                  <a:pt x="6666" y="111622"/>
                </a:lnTo>
                <a:lnTo>
                  <a:pt x="6666" y="21816"/>
                </a:lnTo>
                <a:lnTo>
                  <a:pt x="86666" y="21816"/>
                </a:lnTo>
                <a:cubicBezTo>
                  <a:pt x="86666" y="21816"/>
                  <a:pt x="86666" y="111622"/>
                  <a:pt x="86666" y="111622"/>
                </a:cubicBezTo>
                <a:close/>
                <a:moveTo>
                  <a:pt x="90000" y="16361"/>
                </a:moveTo>
                <a:lnTo>
                  <a:pt x="3333" y="16361"/>
                </a:lnTo>
                <a:cubicBezTo>
                  <a:pt x="1488" y="16361"/>
                  <a:pt x="0" y="17583"/>
                  <a:pt x="0" y="19088"/>
                </a:cubicBezTo>
                <a:lnTo>
                  <a:pt x="0" y="117272"/>
                </a:lnTo>
                <a:cubicBezTo>
                  <a:pt x="0" y="118777"/>
                  <a:pt x="1488" y="120000"/>
                  <a:pt x="3333" y="120000"/>
                </a:cubicBezTo>
                <a:cubicBezTo>
                  <a:pt x="4255" y="120000"/>
                  <a:pt x="5088" y="119694"/>
                  <a:pt x="5688" y="119200"/>
                </a:cubicBezTo>
                <a:lnTo>
                  <a:pt x="19738" y="110005"/>
                </a:lnTo>
                <a:lnTo>
                  <a:pt x="30977" y="119200"/>
                </a:lnTo>
                <a:cubicBezTo>
                  <a:pt x="31577" y="119694"/>
                  <a:pt x="32411" y="120000"/>
                  <a:pt x="33333" y="120000"/>
                </a:cubicBezTo>
                <a:cubicBezTo>
                  <a:pt x="34255" y="120000"/>
                  <a:pt x="35088" y="119694"/>
                  <a:pt x="35688" y="119200"/>
                </a:cubicBezTo>
                <a:lnTo>
                  <a:pt x="46666" y="110222"/>
                </a:lnTo>
                <a:lnTo>
                  <a:pt x="57644" y="119200"/>
                </a:lnTo>
                <a:cubicBezTo>
                  <a:pt x="58244" y="119694"/>
                  <a:pt x="59077" y="120000"/>
                  <a:pt x="60000" y="120000"/>
                </a:cubicBezTo>
                <a:cubicBezTo>
                  <a:pt x="60922" y="120000"/>
                  <a:pt x="61755" y="119694"/>
                  <a:pt x="62355" y="119200"/>
                </a:cubicBezTo>
                <a:lnTo>
                  <a:pt x="73594" y="110005"/>
                </a:lnTo>
                <a:lnTo>
                  <a:pt x="87644" y="119200"/>
                </a:lnTo>
                <a:cubicBezTo>
                  <a:pt x="88244" y="119694"/>
                  <a:pt x="89077" y="120000"/>
                  <a:pt x="90000" y="120000"/>
                </a:cubicBezTo>
                <a:cubicBezTo>
                  <a:pt x="91844" y="120000"/>
                  <a:pt x="93333" y="118777"/>
                  <a:pt x="93333" y="117272"/>
                </a:cubicBezTo>
                <a:lnTo>
                  <a:pt x="93333" y="19088"/>
                </a:lnTo>
                <a:cubicBezTo>
                  <a:pt x="93333" y="17583"/>
                  <a:pt x="91844" y="16361"/>
                  <a:pt x="90000" y="16361"/>
                </a:cubicBezTo>
                <a:moveTo>
                  <a:pt x="46666" y="65455"/>
                </a:moveTo>
                <a:lnTo>
                  <a:pt x="13333" y="65455"/>
                </a:lnTo>
                <a:lnTo>
                  <a:pt x="13333" y="70911"/>
                </a:lnTo>
                <a:lnTo>
                  <a:pt x="46666" y="70911"/>
                </a:lnTo>
                <a:cubicBezTo>
                  <a:pt x="46666" y="70911"/>
                  <a:pt x="46666" y="65455"/>
                  <a:pt x="46666" y="65455"/>
                </a:cubicBezTo>
                <a:close/>
                <a:moveTo>
                  <a:pt x="116666" y="0"/>
                </a:moveTo>
                <a:lnTo>
                  <a:pt x="30000" y="0"/>
                </a:lnTo>
                <a:cubicBezTo>
                  <a:pt x="28155" y="0"/>
                  <a:pt x="26666" y="1222"/>
                  <a:pt x="26666" y="2727"/>
                </a:cubicBezTo>
                <a:lnTo>
                  <a:pt x="26666" y="10911"/>
                </a:lnTo>
                <a:lnTo>
                  <a:pt x="33333" y="10911"/>
                </a:lnTo>
                <a:lnTo>
                  <a:pt x="33333" y="5455"/>
                </a:lnTo>
                <a:lnTo>
                  <a:pt x="113333" y="5455"/>
                </a:lnTo>
                <a:lnTo>
                  <a:pt x="113333" y="95255"/>
                </a:lnTo>
                <a:lnTo>
                  <a:pt x="102355" y="88072"/>
                </a:lnTo>
                <a:cubicBezTo>
                  <a:pt x="101755" y="87577"/>
                  <a:pt x="100922" y="87272"/>
                  <a:pt x="100000" y="87272"/>
                </a:cubicBezTo>
                <a:lnTo>
                  <a:pt x="100000" y="93855"/>
                </a:lnTo>
                <a:lnTo>
                  <a:pt x="100261" y="93644"/>
                </a:lnTo>
                <a:lnTo>
                  <a:pt x="114311" y="102838"/>
                </a:lnTo>
                <a:cubicBezTo>
                  <a:pt x="114911" y="103327"/>
                  <a:pt x="115744" y="103638"/>
                  <a:pt x="116666" y="103638"/>
                </a:cubicBezTo>
                <a:cubicBezTo>
                  <a:pt x="118511" y="103638"/>
                  <a:pt x="120000" y="102416"/>
                  <a:pt x="120000" y="100911"/>
                </a:cubicBezTo>
                <a:lnTo>
                  <a:pt x="120000" y="2727"/>
                </a:lnTo>
                <a:cubicBezTo>
                  <a:pt x="120000" y="1222"/>
                  <a:pt x="118511" y="0"/>
                  <a:pt x="116666" y="0"/>
                </a:cubicBezTo>
                <a:moveTo>
                  <a:pt x="60000" y="87272"/>
                </a:moveTo>
                <a:lnTo>
                  <a:pt x="13333" y="87272"/>
                </a:lnTo>
                <a:lnTo>
                  <a:pt x="13333" y="92727"/>
                </a:lnTo>
                <a:lnTo>
                  <a:pt x="60000" y="92727"/>
                </a:lnTo>
                <a:cubicBezTo>
                  <a:pt x="60000" y="92727"/>
                  <a:pt x="60000" y="87272"/>
                  <a:pt x="60000" y="87272"/>
                </a:cubicBezTo>
                <a:close/>
                <a:moveTo>
                  <a:pt x="66666" y="27272"/>
                </a:moveTo>
                <a:lnTo>
                  <a:pt x="60000" y="27272"/>
                </a:lnTo>
                <a:lnTo>
                  <a:pt x="60000" y="54544"/>
                </a:lnTo>
                <a:lnTo>
                  <a:pt x="66666" y="54544"/>
                </a:lnTo>
                <a:cubicBezTo>
                  <a:pt x="66666" y="54544"/>
                  <a:pt x="66666" y="27272"/>
                  <a:pt x="66666" y="27272"/>
                </a:cubicBezTo>
                <a:close/>
                <a:moveTo>
                  <a:pt x="80000" y="27272"/>
                </a:moveTo>
                <a:lnTo>
                  <a:pt x="73333" y="27272"/>
                </a:lnTo>
                <a:lnTo>
                  <a:pt x="73333" y="54544"/>
                </a:lnTo>
                <a:lnTo>
                  <a:pt x="80000" y="54544"/>
                </a:lnTo>
                <a:cubicBezTo>
                  <a:pt x="80000" y="54544"/>
                  <a:pt x="80000" y="27272"/>
                  <a:pt x="80000" y="27272"/>
                </a:cubicBezTo>
                <a:close/>
                <a:moveTo>
                  <a:pt x="40000" y="27272"/>
                </a:moveTo>
                <a:lnTo>
                  <a:pt x="26666" y="27272"/>
                </a:lnTo>
                <a:lnTo>
                  <a:pt x="26666" y="54544"/>
                </a:lnTo>
                <a:lnTo>
                  <a:pt x="40000" y="54544"/>
                </a:lnTo>
                <a:cubicBezTo>
                  <a:pt x="40000" y="54544"/>
                  <a:pt x="40000" y="27272"/>
                  <a:pt x="40000" y="27272"/>
                </a:cubicBezTo>
                <a:close/>
                <a:moveTo>
                  <a:pt x="20000" y="27272"/>
                </a:moveTo>
                <a:lnTo>
                  <a:pt x="13333" y="27272"/>
                </a:lnTo>
                <a:lnTo>
                  <a:pt x="13333" y="54544"/>
                </a:lnTo>
                <a:lnTo>
                  <a:pt x="20000" y="54544"/>
                </a:lnTo>
                <a:cubicBezTo>
                  <a:pt x="20000" y="54544"/>
                  <a:pt x="20000" y="27272"/>
                  <a:pt x="20000" y="27272"/>
                </a:cubicBezTo>
                <a:close/>
                <a:moveTo>
                  <a:pt x="53333" y="27272"/>
                </a:moveTo>
                <a:lnTo>
                  <a:pt x="46666" y="27272"/>
                </a:lnTo>
                <a:lnTo>
                  <a:pt x="46666" y="54544"/>
                </a:lnTo>
                <a:lnTo>
                  <a:pt x="53333" y="54544"/>
                </a:lnTo>
                <a:cubicBezTo>
                  <a:pt x="53333" y="54544"/>
                  <a:pt x="53333" y="27272"/>
                  <a:pt x="53333" y="2727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14" name="Shape 4798">
            <a:extLst>
              <a:ext uri="{FF2B5EF4-FFF2-40B4-BE49-F238E27FC236}">
                <a16:creationId xmlns:a16="http://schemas.microsoft.com/office/drawing/2014/main" id="{4389E62E-CF7A-1353-45BB-A77FAB2AFA0F}"/>
              </a:ext>
            </a:extLst>
          </p:cNvPr>
          <p:cNvSpPr/>
          <p:nvPr/>
        </p:nvSpPr>
        <p:spPr>
          <a:xfrm>
            <a:off x="10760055" y="2321557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70911"/>
                </a:moveTo>
                <a:cubicBezTo>
                  <a:pt x="58494" y="70911"/>
                  <a:pt x="57272" y="69688"/>
                  <a:pt x="57272" y="68183"/>
                </a:cubicBezTo>
                <a:cubicBezTo>
                  <a:pt x="57272" y="66672"/>
                  <a:pt x="58494" y="65455"/>
                  <a:pt x="60000" y="65455"/>
                </a:cubicBezTo>
                <a:cubicBezTo>
                  <a:pt x="61505" y="65455"/>
                  <a:pt x="62727" y="66672"/>
                  <a:pt x="62727" y="68183"/>
                </a:cubicBezTo>
                <a:cubicBezTo>
                  <a:pt x="62727" y="69688"/>
                  <a:pt x="61505" y="70911"/>
                  <a:pt x="60000" y="70911"/>
                </a:cubicBezTo>
                <a:moveTo>
                  <a:pt x="60000" y="60000"/>
                </a:moveTo>
                <a:cubicBezTo>
                  <a:pt x="55483" y="60000"/>
                  <a:pt x="51816" y="63666"/>
                  <a:pt x="51816" y="68183"/>
                </a:cubicBezTo>
                <a:cubicBezTo>
                  <a:pt x="51816" y="72700"/>
                  <a:pt x="55483" y="76361"/>
                  <a:pt x="60000" y="76361"/>
                </a:cubicBezTo>
                <a:cubicBezTo>
                  <a:pt x="64516" y="76361"/>
                  <a:pt x="68183" y="72700"/>
                  <a:pt x="68183" y="68183"/>
                </a:cubicBezTo>
                <a:cubicBezTo>
                  <a:pt x="68183" y="63666"/>
                  <a:pt x="64516" y="60000"/>
                  <a:pt x="60000" y="60000"/>
                </a:cubicBezTo>
                <a:moveTo>
                  <a:pt x="113716" y="64238"/>
                </a:moveTo>
                <a:lnTo>
                  <a:pt x="109694" y="76033"/>
                </a:lnTo>
                <a:cubicBezTo>
                  <a:pt x="97177" y="82950"/>
                  <a:pt x="80200" y="87272"/>
                  <a:pt x="61361" y="87272"/>
                </a:cubicBezTo>
                <a:cubicBezTo>
                  <a:pt x="40761" y="87272"/>
                  <a:pt x="22355" y="82127"/>
                  <a:pt x="9622" y="74033"/>
                </a:cubicBezTo>
                <a:lnTo>
                  <a:pt x="6288" y="64266"/>
                </a:lnTo>
                <a:cubicBezTo>
                  <a:pt x="6288" y="64266"/>
                  <a:pt x="5455" y="62061"/>
                  <a:pt x="5455" y="60000"/>
                </a:cubicBezTo>
                <a:cubicBezTo>
                  <a:pt x="5455" y="53988"/>
                  <a:pt x="10350" y="49088"/>
                  <a:pt x="16361" y="49088"/>
                </a:cubicBezTo>
                <a:lnTo>
                  <a:pt x="103638" y="49088"/>
                </a:lnTo>
                <a:cubicBezTo>
                  <a:pt x="109655" y="49088"/>
                  <a:pt x="114544" y="53988"/>
                  <a:pt x="114544" y="60000"/>
                </a:cubicBezTo>
                <a:cubicBezTo>
                  <a:pt x="114544" y="62072"/>
                  <a:pt x="113716" y="64238"/>
                  <a:pt x="113716" y="64238"/>
                </a:cubicBezTo>
                <a:moveTo>
                  <a:pt x="98000" y="110333"/>
                </a:moveTo>
                <a:cubicBezTo>
                  <a:pt x="97977" y="110338"/>
                  <a:pt x="96877" y="114544"/>
                  <a:pt x="92727" y="114544"/>
                </a:cubicBezTo>
                <a:lnTo>
                  <a:pt x="27272" y="114544"/>
                </a:lnTo>
                <a:cubicBezTo>
                  <a:pt x="23161" y="114544"/>
                  <a:pt x="22000" y="110333"/>
                  <a:pt x="22000" y="110333"/>
                </a:cubicBezTo>
                <a:lnTo>
                  <a:pt x="12200" y="81594"/>
                </a:lnTo>
                <a:cubicBezTo>
                  <a:pt x="25372" y="88488"/>
                  <a:pt x="42505" y="92727"/>
                  <a:pt x="61361" y="92727"/>
                </a:cubicBezTo>
                <a:cubicBezTo>
                  <a:pt x="78683" y="92727"/>
                  <a:pt x="94550" y="89144"/>
                  <a:pt x="107244" y="83227"/>
                </a:cubicBezTo>
                <a:cubicBezTo>
                  <a:pt x="107244" y="83227"/>
                  <a:pt x="98000" y="110333"/>
                  <a:pt x="98000" y="110333"/>
                </a:cubicBezTo>
                <a:close/>
                <a:moveTo>
                  <a:pt x="60000" y="5455"/>
                </a:moveTo>
                <a:cubicBezTo>
                  <a:pt x="74644" y="5455"/>
                  <a:pt x="86983" y="21527"/>
                  <a:pt x="91161" y="43638"/>
                </a:cubicBezTo>
                <a:lnTo>
                  <a:pt x="28838" y="43638"/>
                </a:lnTo>
                <a:cubicBezTo>
                  <a:pt x="33016" y="21527"/>
                  <a:pt x="45355" y="5455"/>
                  <a:pt x="60000" y="5455"/>
                </a:cubicBezTo>
                <a:moveTo>
                  <a:pt x="103638" y="43638"/>
                </a:moveTo>
                <a:lnTo>
                  <a:pt x="96672" y="43638"/>
                </a:lnTo>
                <a:cubicBezTo>
                  <a:pt x="92133" y="18472"/>
                  <a:pt x="77466" y="0"/>
                  <a:pt x="60000" y="0"/>
                </a:cubicBezTo>
                <a:cubicBezTo>
                  <a:pt x="42533" y="0"/>
                  <a:pt x="27866" y="18472"/>
                  <a:pt x="23333" y="43638"/>
                </a:cubicBezTo>
                <a:lnTo>
                  <a:pt x="16361" y="43638"/>
                </a:lnTo>
                <a:cubicBezTo>
                  <a:pt x="7327" y="43638"/>
                  <a:pt x="0" y="50966"/>
                  <a:pt x="0" y="60000"/>
                </a:cubicBezTo>
                <a:cubicBezTo>
                  <a:pt x="0" y="63044"/>
                  <a:pt x="838" y="65177"/>
                  <a:pt x="838" y="65177"/>
                </a:cubicBezTo>
                <a:lnTo>
                  <a:pt x="17322" y="113527"/>
                </a:lnTo>
                <a:cubicBezTo>
                  <a:pt x="17322" y="113527"/>
                  <a:pt x="19177" y="120000"/>
                  <a:pt x="27272" y="120000"/>
                </a:cubicBezTo>
                <a:lnTo>
                  <a:pt x="92727" y="120000"/>
                </a:lnTo>
                <a:cubicBezTo>
                  <a:pt x="100850" y="120000"/>
                  <a:pt x="103138" y="112188"/>
                  <a:pt x="103166" y="112094"/>
                </a:cubicBezTo>
                <a:lnTo>
                  <a:pt x="119094" y="65150"/>
                </a:lnTo>
                <a:cubicBezTo>
                  <a:pt x="119633" y="63522"/>
                  <a:pt x="120000" y="61811"/>
                  <a:pt x="120000" y="60000"/>
                </a:cubicBezTo>
                <a:cubicBezTo>
                  <a:pt x="120000" y="50966"/>
                  <a:pt x="112672" y="43638"/>
                  <a:pt x="103638" y="4363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16" name="Shape 4799">
            <a:extLst>
              <a:ext uri="{FF2B5EF4-FFF2-40B4-BE49-F238E27FC236}">
                <a16:creationId xmlns:a16="http://schemas.microsoft.com/office/drawing/2014/main" id="{7AB47B4B-8608-8E83-358A-77A5EC99DBA4}"/>
              </a:ext>
            </a:extLst>
          </p:cNvPr>
          <p:cNvSpPr/>
          <p:nvPr/>
        </p:nvSpPr>
        <p:spPr>
          <a:xfrm>
            <a:off x="1201739" y="2819741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250" y="38183"/>
                </a:moveTo>
                <a:lnTo>
                  <a:pt x="75000" y="38183"/>
                </a:lnTo>
                <a:cubicBezTo>
                  <a:pt x="72933" y="38183"/>
                  <a:pt x="71250" y="39405"/>
                  <a:pt x="71250" y="40911"/>
                </a:cubicBezTo>
                <a:cubicBezTo>
                  <a:pt x="71250" y="42416"/>
                  <a:pt x="72933" y="43638"/>
                  <a:pt x="75000" y="43638"/>
                </a:cubicBezTo>
                <a:lnTo>
                  <a:pt x="112500" y="43638"/>
                </a:lnTo>
                <a:lnTo>
                  <a:pt x="112500" y="114544"/>
                </a:lnTo>
                <a:lnTo>
                  <a:pt x="7500" y="114544"/>
                </a:lnTo>
                <a:lnTo>
                  <a:pt x="7500" y="43638"/>
                </a:lnTo>
                <a:lnTo>
                  <a:pt x="45000" y="43638"/>
                </a:lnTo>
                <a:cubicBezTo>
                  <a:pt x="47066" y="43638"/>
                  <a:pt x="48750" y="42416"/>
                  <a:pt x="48750" y="40911"/>
                </a:cubicBezTo>
                <a:cubicBezTo>
                  <a:pt x="48750" y="39405"/>
                  <a:pt x="47066" y="38183"/>
                  <a:pt x="45000" y="38183"/>
                </a:cubicBezTo>
                <a:lnTo>
                  <a:pt x="3750" y="38183"/>
                </a:lnTo>
                <a:cubicBezTo>
                  <a:pt x="1683" y="38183"/>
                  <a:pt x="0" y="39405"/>
                  <a:pt x="0" y="40911"/>
                </a:cubicBezTo>
                <a:lnTo>
                  <a:pt x="0" y="117272"/>
                </a:lnTo>
                <a:cubicBezTo>
                  <a:pt x="0" y="118783"/>
                  <a:pt x="1683" y="120000"/>
                  <a:pt x="3750" y="120000"/>
                </a:cubicBezTo>
                <a:lnTo>
                  <a:pt x="116250" y="120000"/>
                </a:lnTo>
                <a:cubicBezTo>
                  <a:pt x="118316" y="120000"/>
                  <a:pt x="120000" y="118783"/>
                  <a:pt x="120000" y="117272"/>
                </a:cubicBezTo>
                <a:lnTo>
                  <a:pt x="120000" y="40911"/>
                </a:lnTo>
                <a:cubicBezTo>
                  <a:pt x="120000" y="39405"/>
                  <a:pt x="118316" y="38183"/>
                  <a:pt x="116250" y="38183"/>
                </a:cubicBezTo>
                <a:moveTo>
                  <a:pt x="30000" y="70911"/>
                </a:moveTo>
                <a:cubicBezTo>
                  <a:pt x="27933" y="70911"/>
                  <a:pt x="26250" y="72127"/>
                  <a:pt x="26250" y="73638"/>
                </a:cubicBezTo>
                <a:cubicBezTo>
                  <a:pt x="26250" y="74388"/>
                  <a:pt x="26666" y="75072"/>
                  <a:pt x="27350" y="75566"/>
                </a:cubicBezTo>
                <a:lnTo>
                  <a:pt x="57350" y="97383"/>
                </a:lnTo>
                <a:cubicBezTo>
                  <a:pt x="58027" y="97877"/>
                  <a:pt x="58966" y="98183"/>
                  <a:pt x="60000" y="98183"/>
                </a:cubicBezTo>
                <a:cubicBezTo>
                  <a:pt x="61033" y="98183"/>
                  <a:pt x="61972" y="97877"/>
                  <a:pt x="62650" y="97383"/>
                </a:cubicBezTo>
                <a:lnTo>
                  <a:pt x="92650" y="75566"/>
                </a:lnTo>
                <a:cubicBezTo>
                  <a:pt x="93333" y="75072"/>
                  <a:pt x="93750" y="74388"/>
                  <a:pt x="93750" y="73638"/>
                </a:cubicBezTo>
                <a:cubicBezTo>
                  <a:pt x="93750" y="72127"/>
                  <a:pt x="92066" y="70911"/>
                  <a:pt x="90000" y="70911"/>
                </a:cubicBezTo>
                <a:cubicBezTo>
                  <a:pt x="88966" y="70911"/>
                  <a:pt x="88027" y="71216"/>
                  <a:pt x="87350" y="71705"/>
                </a:cubicBezTo>
                <a:lnTo>
                  <a:pt x="63750" y="88872"/>
                </a:lnTo>
                <a:lnTo>
                  <a:pt x="63750" y="2727"/>
                </a:lnTo>
                <a:cubicBezTo>
                  <a:pt x="63750" y="1222"/>
                  <a:pt x="62066" y="0"/>
                  <a:pt x="60000" y="0"/>
                </a:cubicBezTo>
                <a:cubicBezTo>
                  <a:pt x="57933" y="0"/>
                  <a:pt x="56250" y="1222"/>
                  <a:pt x="56250" y="2727"/>
                </a:cubicBezTo>
                <a:lnTo>
                  <a:pt x="56250" y="88872"/>
                </a:lnTo>
                <a:lnTo>
                  <a:pt x="32650" y="71705"/>
                </a:lnTo>
                <a:cubicBezTo>
                  <a:pt x="31972" y="71216"/>
                  <a:pt x="31033" y="70911"/>
                  <a:pt x="30000" y="7091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18" name="Shape 4800">
            <a:extLst>
              <a:ext uri="{FF2B5EF4-FFF2-40B4-BE49-F238E27FC236}">
                <a16:creationId xmlns:a16="http://schemas.microsoft.com/office/drawing/2014/main" id="{CEEAEF03-F5D9-24BE-4FB4-F6279D7B9988}"/>
              </a:ext>
            </a:extLst>
          </p:cNvPr>
          <p:cNvSpPr/>
          <p:nvPr/>
        </p:nvSpPr>
        <p:spPr>
          <a:xfrm>
            <a:off x="1705924" y="2819741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0000" y="27272"/>
                </a:moveTo>
                <a:cubicBezTo>
                  <a:pt x="31033" y="27272"/>
                  <a:pt x="31972" y="26972"/>
                  <a:pt x="32650" y="26472"/>
                </a:cubicBezTo>
                <a:lnTo>
                  <a:pt x="56250" y="9311"/>
                </a:lnTo>
                <a:lnTo>
                  <a:pt x="56250" y="95455"/>
                </a:lnTo>
                <a:cubicBezTo>
                  <a:pt x="56250" y="96961"/>
                  <a:pt x="57933" y="98183"/>
                  <a:pt x="60000" y="98183"/>
                </a:cubicBezTo>
                <a:cubicBezTo>
                  <a:pt x="62066" y="98183"/>
                  <a:pt x="63750" y="96961"/>
                  <a:pt x="63750" y="95455"/>
                </a:cubicBezTo>
                <a:lnTo>
                  <a:pt x="63750" y="9311"/>
                </a:lnTo>
                <a:lnTo>
                  <a:pt x="87350" y="26472"/>
                </a:lnTo>
                <a:cubicBezTo>
                  <a:pt x="88027" y="26972"/>
                  <a:pt x="88966" y="27272"/>
                  <a:pt x="90000" y="27272"/>
                </a:cubicBezTo>
                <a:cubicBezTo>
                  <a:pt x="92066" y="27272"/>
                  <a:pt x="93750" y="26055"/>
                  <a:pt x="93750" y="24544"/>
                </a:cubicBezTo>
                <a:cubicBezTo>
                  <a:pt x="93750" y="23794"/>
                  <a:pt x="93333" y="23116"/>
                  <a:pt x="92650" y="22616"/>
                </a:cubicBezTo>
                <a:lnTo>
                  <a:pt x="62650" y="800"/>
                </a:lnTo>
                <a:cubicBezTo>
                  <a:pt x="61972" y="305"/>
                  <a:pt x="61033" y="0"/>
                  <a:pt x="60000" y="0"/>
                </a:cubicBezTo>
                <a:cubicBezTo>
                  <a:pt x="58966" y="0"/>
                  <a:pt x="58027" y="305"/>
                  <a:pt x="57350" y="800"/>
                </a:cubicBezTo>
                <a:lnTo>
                  <a:pt x="27350" y="22616"/>
                </a:lnTo>
                <a:cubicBezTo>
                  <a:pt x="26666" y="23116"/>
                  <a:pt x="26250" y="23794"/>
                  <a:pt x="26250" y="24544"/>
                </a:cubicBezTo>
                <a:cubicBezTo>
                  <a:pt x="26250" y="26055"/>
                  <a:pt x="27933" y="27272"/>
                  <a:pt x="30000" y="27272"/>
                </a:cubicBezTo>
                <a:moveTo>
                  <a:pt x="116250" y="38183"/>
                </a:moveTo>
                <a:lnTo>
                  <a:pt x="75000" y="38183"/>
                </a:lnTo>
                <a:cubicBezTo>
                  <a:pt x="72933" y="38183"/>
                  <a:pt x="71250" y="39405"/>
                  <a:pt x="71250" y="40911"/>
                </a:cubicBezTo>
                <a:cubicBezTo>
                  <a:pt x="71250" y="42416"/>
                  <a:pt x="72933" y="43638"/>
                  <a:pt x="75000" y="43638"/>
                </a:cubicBezTo>
                <a:lnTo>
                  <a:pt x="112500" y="43638"/>
                </a:lnTo>
                <a:lnTo>
                  <a:pt x="112500" y="114544"/>
                </a:lnTo>
                <a:lnTo>
                  <a:pt x="7500" y="114544"/>
                </a:lnTo>
                <a:lnTo>
                  <a:pt x="7500" y="43638"/>
                </a:lnTo>
                <a:lnTo>
                  <a:pt x="45000" y="43638"/>
                </a:lnTo>
                <a:cubicBezTo>
                  <a:pt x="47066" y="43638"/>
                  <a:pt x="48750" y="42416"/>
                  <a:pt x="48750" y="40911"/>
                </a:cubicBezTo>
                <a:cubicBezTo>
                  <a:pt x="48750" y="39405"/>
                  <a:pt x="47066" y="38183"/>
                  <a:pt x="45000" y="38183"/>
                </a:cubicBezTo>
                <a:lnTo>
                  <a:pt x="3750" y="38183"/>
                </a:lnTo>
                <a:cubicBezTo>
                  <a:pt x="1683" y="38183"/>
                  <a:pt x="0" y="39405"/>
                  <a:pt x="0" y="40911"/>
                </a:cubicBezTo>
                <a:lnTo>
                  <a:pt x="0" y="117272"/>
                </a:lnTo>
                <a:cubicBezTo>
                  <a:pt x="0" y="118783"/>
                  <a:pt x="1683" y="120000"/>
                  <a:pt x="3750" y="120000"/>
                </a:cubicBezTo>
                <a:lnTo>
                  <a:pt x="116250" y="120000"/>
                </a:lnTo>
                <a:cubicBezTo>
                  <a:pt x="118316" y="120000"/>
                  <a:pt x="120000" y="118783"/>
                  <a:pt x="120000" y="117272"/>
                </a:cubicBezTo>
                <a:lnTo>
                  <a:pt x="120000" y="40911"/>
                </a:lnTo>
                <a:cubicBezTo>
                  <a:pt x="120000" y="39405"/>
                  <a:pt x="118316" y="38183"/>
                  <a:pt x="116250" y="3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20" name="Shape 4801">
            <a:extLst>
              <a:ext uri="{FF2B5EF4-FFF2-40B4-BE49-F238E27FC236}">
                <a16:creationId xmlns:a16="http://schemas.microsoft.com/office/drawing/2014/main" id="{3A8EC4D3-32FA-EFD4-1A6A-71D54067631E}"/>
              </a:ext>
            </a:extLst>
          </p:cNvPr>
          <p:cNvSpPr/>
          <p:nvPr/>
        </p:nvSpPr>
        <p:spPr>
          <a:xfrm>
            <a:off x="2174098" y="281974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5455" y="10911"/>
                </a:moveTo>
                <a:cubicBezTo>
                  <a:pt x="33950" y="10911"/>
                  <a:pt x="32727" y="12133"/>
                  <a:pt x="32727" y="13638"/>
                </a:cubicBezTo>
                <a:cubicBezTo>
                  <a:pt x="32727" y="15144"/>
                  <a:pt x="33950" y="16361"/>
                  <a:pt x="35455" y="16361"/>
                </a:cubicBezTo>
                <a:cubicBezTo>
                  <a:pt x="36961" y="16361"/>
                  <a:pt x="38183" y="15144"/>
                  <a:pt x="38183" y="13638"/>
                </a:cubicBezTo>
                <a:cubicBezTo>
                  <a:pt x="38183" y="12133"/>
                  <a:pt x="36961" y="10911"/>
                  <a:pt x="35455" y="10911"/>
                </a:cubicBezTo>
                <a:moveTo>
                  <a:pt x="24544" y="10911"/>
                </a:moveTo>
                <a:cubicBezTo>
                  <a:pt x="23038" y="10911"/>
                  <a:pt x="21816" y="12133"/>
                  <a:pt x="21816" y="13638"/>
                </a:cubicBezTo>
                <a:cubicBezTo>
                  <a:pt x="21816" y="15144"/>
                  <a:pt x="23038" y="16361"/>
                  <a:pt x="24544" y="16361"/>
                </a:cubicBezTo>
                <a:cubicBezTo>
                  <a:pt x="26050" y="16361"/>
                  <a:pt x="27272" y="15144"/>
                  <a:pt x="27272" y="13638"/>
                </a:cubicBezTo>
                <a:cubicBezTo>
                  <a:pt x="27272" y="12133"/>
                  <a:pt x="26050" y="10911"/>
                  <a:pt x="24544" y="10911"/>
                </a:cubicBezTo>
                <a:moveTo>
                  <a:pt x="106361" y="10911"/>
                </a:moveTo>
                <a:lnTo>
                  <a:pt x="46361" y="10911"/>
                </a:lnTo>
                <a:cubicBezTo>
                  <a:pt x="44861" y="10911"/>
                  <a:pt x="43638" y="12133"/>
                  <a:pt x="43638" y="13638"/>
                </a:cubicBezTo>
                <a:cubicBezTo>
                  <a:pt x="43638" y="15144"/>
                  <a:pt x="44861" y="16361"/>
                  <a:pt x="46361" y="16361"/>
                </a:cubicBezTo>
                <a:lnTo>
                  <a:pt x="106361" y="16361"/>
                </a:lnTo>
                <a:cubicBezTo>
                  <a:pt x="107866" y="16361"/>
                  <a:pt x="109088" y="15144"/>
                  <a:pt x="109088" y="13638"/>
                </a:cubicBezTo>
                <a:cubicBezTo>
                  <a:pt x="109088" y="12133"/>
                  <a:pt x="107866" y="10911"/>
                  <a:pt x="106361" y="10911"/>
                </a:cubicBezTo>
                <a:moveTo>
                  <a:pt x="114544" y="21816"/>
                </a:moveTo>
                <a:lnTo>
                  <a:pt x="5455" y="21816"/>
                </a:ln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21816"/>
                  <a:pt x="114544" y="21816"/>
                </a:cubicBezTo>
                <a:close/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27272"/>
                </a:lnTo>
                <a:lnTo>
                  <a:pt x="114544" y="27272"/>
                </a:lnTo>
                <a:cubicBezTo>
                  <a:pt x="114544" y="27272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13638" y="10911"/>
                </a:moveTo>
                <a:cubicBezTo>
                  <a:pt x="12133" y="10911"/>
                  <a:pt x="10911" y="12133"/>
                  <a:pt x="10911" y="13638"/>
                </a:cubicBezTo>
                <a:cubicBezTo>
                  <a:pt x="10911" y="15144"/>
                  <a:pt x="12133" y="16361"/>
                  <a:pt x="13638" y="16361"/>
                </a:cubicBezTo>
                <a:cubicBezTo>
                  <a:pt x="15138" y="16361"/>
                  <a:pt x="16361" y="15144"/>
                  <a:pt x="16361" y="13638"/>
                </a:cubicBezTo>
                <a:cubicBezTo>
                  <a:pt x="16361" y="12133"/>
                  <a:pt x="15138" y="10911"/>
                  <a:pt x="13638" y="10911"/>
                </a:cubicBezTo>
                <a:moveTo>
                  <a:pt x="39666" y="78783"/>
                </a:moveTo>
                <a:cubicBezTo>
                  <a:pt x="38722" y="76338"/>
                  <a:pt x="38183" y="73688"/>
                  <a:pt x="38183" y="70911"/>
                </a:cubicBezTo>
                <a:cubicBezTo>
                  <a:pt x="38183" y="58861"/>
                  <a:pt x="47950" y="49088"/>
                  <a:pt x="60000" y="49088"/>
                </a:cubicBezTo>
                <a:cubicBezTo>
                  <a:pt x="62777" y="49088"/>
                  <a:pt x="65427" y="49633"/>
                  <a:pt x="67872" y="50577"/>
                </a:cubicBezTo>
                <a:lnTo>
                  <a:pt x="73427" y="47188"/>
                </a:lnTo>
                <a:cubicBezTo>
                  <a:pt x="69461" y="44938"/>
                  <a:pt x="64888" y="43638"/>
                  <a:pt x="60000" y="43638"/>
                </a:cubicBezTo>
                <a:cubicBezTo>
                  <a:pt x="44938" y="43638"/>
                  <a:pt x="32727" y="55850"/>
                  <a:pt x="32727" y="70911"/>
                </a:cubicBezTo>
                <a:cubicBezTo>
                  <a:pt x="32727" y="75794"/>
                  <a:pt x="34027" y="80372"/>
                  <a:pt x="36277" y="84338"/>
                </a:cubicBezTo>
                <a:cubicBezTo>
                  <a:pt x="36277" y="84338"/>
                  <a:pt x="39666" y="78783"/>
                  <a:pt x="39666" y="78783"/>
                </a:cubicBezTo>
                <a:close/>
                <a:moveTo>
                  <a:pt x="80333" y="63038"/>
                </a:moveTo>
                <a:cubicBezTo>
                  <a:pt x="81277" y="65483"/>
                  <a:pt x="81816" y="68127"/>
                  <a:pt x="81816" y="70911"/>
                </a:cubicBezTo>
                <a:cubicBezTo>
                  <a:pt x="81816" y="82955"/>
                  <a:pt x="72050" y="92727"/>
                  <a:pt x="60000" y="92727"/>
                </a:cubicBezTo>
                <a:cubicBezTo>
                  <a:pt x="57222" y="92727"/>
                  <a:pt x="54572" y="92188"/>
                  <a:pt x="52127" y="91238"/>
                </a:cubicBezTo>
                <a:lnTo>
                  <a:pt x="46572" y="94633"/>
                </a:lnTo>
                <a:cubicBezTo>
                  <a:pt x="50538" y="96883"/>
                  <a:pt x="55111" y="98183"/>
                  <a:pt x="60000" y="98183"/>
                </a:cubicBezTo>
                <a:cubicBezTo>
                  <a:pt x="75061" y="98183"/>
                  <a:pt x="87272" y="85972"/>
                  <a:pt x="87272" y="70911"/>
                </a:cubicBezTo>
                <a:cubicBezTo>
                  <a:pt x="87272" y="66022"/>
                  <a:pt x="85972" y="61450"/>
                  <a:pt x="83722" y="57477"/>
                </a:cubicBezTo>
                <a:cubicBezTo>
                  <a:pt x="83722" y="57477"/>
                  <a:pt x="80333" y="63038"/>
                  <a:pt x="80333" y="63038"/>
                </a:cubicBezTo>
                <a:close/>
                <a:moveTo>
                  <a:pt x="58072" y="68983"/>
                </a:moveTo>
                <a:cubicBezTo>
                  <a:pt x="59138" y="67916"/>
                  <a:pt x="60861" y="67916"/>
                  <a:pt x="61927" y="68983"/>
                </a:cubicBezTo>
                <a:cubicBezTo>
                  <a:pt x="62994" y="70050"/>
                  <a:pt x="62994" y="71772"/>
                  <a:pt x="61927" y="72838"/>
                </a:cubicBezTo>
                <a:cubicBezTo>
                  <a:pt x="60861" y="73905"/>
                  <a:pt x="59138" y="73905"/>
                  <a:pt x="58072" y="72838"/>
                </a:cubicBezTo>
                <a:cubicBezTo>
                  <a:pt x="57005" y="71772"/>
                  <a:pt x="57005" y="70050"/>
                  <a:pt x="58072" y="68983"/>
                </a:cubicBezTo>
                <a:moveTo>
                  <a:pt x="34133" y="96777"/>
                </a:moveTo>
                <a:lnTo>
                  <a:pt x="65788" y="76694"/>
                </a:lnTo>
                <a:lnTo>
                  <a:pt x="85866" y="45038"/>
                </a:lnTo>
                <a:lnTo>
                  <a:pt x="54216" y="65122"/>
                </a:lnTo>
                <a:cubicBezTo>
                  <a:pt x="54216" y="65122"/>
                  <a:pt x="34133" y="96777"/>
                  <a:pt x="34133" y="9677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22" name="Shape 4802">
            <a:extLst>
              <a:ext uri="{FF2B5EF4-FFF2-40B4-BE49-F238E27FC236}">
                <a16:creationId xmlns:a16="http://schemas.microsoft.com/office/drawing/2014/main" id="{388CBDE9-C815-C5F8-E88A-996FA54D9DFF}"/>
              </a:ext>
            </a:extLst>
          </p:cNvPr>
          <p:cNvSpPr/>
          <p:nvPr/>
        </p:nvSpPr>
        <p:spPr>
          <a:xfrm>
            <a:off x="2678284" y="281974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361" y="10911"/>
                </a:moveTo>
                <a:lnTo>
                  <a:pt x="46361" y="10911"/>
                </a:lnTo>
                <a:cubicBezTo>
                  <a:pt x="44861" y="10911"/>
                  <a:pt x="43638" y="12133"/>
                  <a:pt x="43638" y="13638"/>
                </a:cubicBezTo>
                <a:cubicBezTo>
                  <a:pt x="43638" y="15144"/>
                  <a:pt x="44861" y="16361"/>
                  <a:pt x="46361" y="16361"/>
                </a:cubicBezTo>
                <a:lnTo>
                  <a:pt x="106361" y="16361"/>
                </a:lnTo>
                <a:cubicBezTo>
                  <a:pt x="107866" y="16361"/>
                  <a:pt x="109088" y="15144"/>
                  <a:pt x="109088" y="13638"/>
                </a:cubicBezTo>
                <a:cubicBezTo>
                  <a:pt x="109088" y="12133"/>
                  <a:pt x="107866" y="10911"/>
                  <a:pt x="106361" y="10911"/>
                </a:cubicBezTo>
                <a:moveTo>
                  <a:pt x="114544" y="21816"/>
                </a:moveTo>
                <a:lnTo>
                  <a:pt x="5455" y="21816"/>
                </a:ln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21816"/>
                  <a:pt x="114544" y="21816"/>
                </a:cubicBezTo>
                <a:close/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27272"/>
                </a:lnTo>
                <a:lnTo>
                  <a:pt x="114544" y="27272"/>
                </a:lnTo>
                <a:cubicBezTo>
                  <a:pt x="114544" y="27272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35455" y="10911"/>
                </a:moveTo>
                <a:cubicBezTo>
                  <a:pt x="33950" y="10911"/>
                  <a:pt x="32727" y="12133"/>
                  <a:pt x="32727" y="13638"/>
                </a:cubicBezTo>
                <a:cubicBezTo>
                  <a:pt x="32727" y="15144"/>
                  <a:pt x="33950" y="16361"/>
                  <a:pt x="35455" y="16361"/>
                </a:cubicBezTo>
                <a:cubicBezTo>
                  <a:pt x="36961" y="16361"/>
                  <a:pt x="38183" y="15144"/>
                  <a:pt x="38183" y="13638"/>
                </a:cubicBezTo>
                <a:cubicBezTo>
                  <a:pt x="38183" y="12133"/>
                  <a:pt x="36961" y="10911"/>
                  <a:pt x="35455" y="10911"/>
                </a:cubicBezTo>
                <a:moveTo>
                  <a:pt x="24544" y="10911"/>
                </a:moveTo>
                <a:cubicBezTo>
                  <a:pt x="23038" y="10911"/>
                  <a:pt x="21816" y="12133"/>
                  <a:pt x="21816" y="13638"/>
                </a:cubicBezTo>
                <a:cubicBezTo>
                  <a:pt x="21816" y="15144"/>
                  <a:pt x="23038" y="16361"/>
                  <a:pt x="24544" y="16361"/>
                </a:cubicBezTo>
                <a:cubicBezTo>
                  <a:pt x="26050" y="16361"/>
                  <a:pt x="27272" y="15144"/>
                  <a:pt x="27272" y="13638"/>
                </a:cubicBezTo>
                <a:cubicBezTo>
                  <a:pt x="27272" y="12133"/>
                  <a:pt x="26050" y="10911"/>
                  <a:pt x="24544" y="10911"/>
                </a:cubicBezTo>
                <a:moveTo>
                  <a:pt x="13638" y="10911"/>
                </a:moveTo>
                <a:cubicBezTo>
                  <a:pt x="12133" y="10911"/>
                  <a:pt x="10911" y="12133"/>
                  <a:pt x="10911" y="13638"/>
                </a:cubicBezTo>
                <a:cubicBezTo>
                  <a:pt x="10911" y="15144"/>
                  <a:pt x="12133" y="16361"/>
                  <a:pt x="13638" y="16361"/>
                </a:cubicBezTo>
                <a:cubicBezTo>
                  <a:pt x="15138" y="16361"/>
                  <a:pt x="16361" y="15144"/>
                  <a:pt x="16361" y="13638"/>
                </a:cubicBezTo>
                <a:cubicBezTo>
                  <a:pt x="16361" y="12133"/>
                  <a:pt x="15138" y="10911"/>
                  <a:pt x="13638" y="1091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24" name="Shape 4803">
            <a:extLst>
              <a:ext uri="{FF2B5EF4-FFF2-40B4-BE49-F238E27FC236}">
                <a16:creationId xmlns:a16="http://schemas.microsoft.com/office/drawing/2014/main" id="{013C165F-1D17-531C-A508-D77855B9B96F}"/>
              </a:ext>
            </a:extLst>
          </p:cNvPr>
          <p:cNvSpPr/>
          <p:nvPr/>
        </p:nvSpPr>
        <p:spPr>
          <a:xfrm>
            <a:off x="3182470" y="281974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4544" y="32727"/>
                </a:moveTo>
                <a:lnTo>
                  <a:pt x="46361" y="32727"/>
                </a:lnTo>
                <a:cubicBezTo>
                  <a:pt x="44861" y="32727"/>
                  <a:pt x="43638" y="33950"/>
                  <a:pt x="43638" y="35455"/>
                </a:cubicBezTo>
                <a:cubicBezTo>
                  <a:pt x="43638" y="36961"/>
                  <a:pt x="44861" y="38183"/>
                  <a:pt x="46361" y="38183"/>
                </a:cubicBezTo>
                <a:lnTo>
                  <a:pt x="84544" y="38183"/>
                </a:lnTo>
                <a:cubicBezTo>
                  <a:pt x="86050" y="38183"/>
                  <a:pt x="87272" y="36961"/>
                  <a:pt x="87272" y="35455"/>
                </a:cubicBezTo>
                <a:cubicBezTo>
                  <a:pt x="87272" y="33950"/>
                  <a:pt x="86050" y="32727"/>
                  <a:pt x="84544" y="32727"/>
                </a:cubicBezTo>
                <a:moveTo>
                  <a:pt x="35455" y="32727"/>
                </a:moveTo>
                <a:cubicBezTo>
                  <a:pt x="33950" y="32727"/>
                  <a:pt x="32727" y="33950"/>
                  <a:pt x="32727" y="35455"/>
                </a:cubicBezTo>
                <a:cubicBezTo>
                  <a:pt x="32727" y="36961"/>
                  <a:pt x="33950" y="38183"/>
                  <a:pt x="35455" y="38183"/>
                </a:cubicBezTo>
                <a:cubicBezTo>
                  <a:pt x="36961" y="38183"/>
                  <a:pt x="38183" y="36961"/>
                  <a:pt x="38183" y="35455"/>
                </a:cubicBezTo>
                <a:cubicBezTo>
                  <a:pt x="38183" y="33950"/>
                  <a:pt x="36961" y="32727"/>
                  <a:pt x="35455" y="32727"/>
                </a:cubicBezTo>
                <a:moveTo>
                  <a:pt x="109088" y="0"/>
                </a:moveTo>
                <a:lnTo>
                  <a:pt x="32727" y="0"/>
                </a:lnTo>
                <a:cubicBezTo>
                  <a:pt x="26700" y="0"/>
                  <a:pt x="21816" y="4883"/>
                  <a:pt x="21816" y="10911"/>
                </a:cubicBezTo>
                <a:lnTo>
                  <a:pt x="21816" y="13638"/>
                </a:lnTo>
                <a:cubicBezTo>
                  <a:pt x="21816" y="15144"/>
                  <a:pt x="23038" y="16361"/>
                  <a:pt x="24544" y="16361"/>
                </a:cubicBezTo>
                <a:cubicBezTo>
                  <a:pt x="26050" y="16361"/>
                  <a:pt x="27272" y="15144"/>
                  <a:pt x="27272" y="13638"/>
                </a:cubicBezTo>
                <a:lnTo>
                  <a:pt x="27272" y="10911"/>
                </a:lnTo>
                <a:cubicBezTo>
                  <a:pt x="27272" y="7900"/>
                  <a:pt x="29716" y="5455"/>
                  <a:pt x="32727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lnTo>
                  <a:pt x="114544" y="87272"/>
                </a:lnTo>
                <a:cubicBezTo>
                  <a:pt x="114544" y="90288"/>
                  <a:pt x="112100" y="92727"/>
                  <a:pt x="109088" y="92727"/>
                </a:cubicBezTo>
                <a:lnTo>
                  <a:pt x="106361" y="92727"/>
                </a:lnTo>
                <a:cubicBezTo>
                  <a:pt x="104861" y="92727"/>
                  <a:pt x="103638" y="93944"/>
                  <a:pt x="103638" y="95455"/>
                </a:cubicBezTo>
                <a:cubicBezTo>
                  <a:pt x="103638" y="96961"/>
                  <a:pt x="104861" y="98183"/>
                  <a:pt x="106361" y="98183"/>
                </a:cubicBezTo>
                <a:lnTo>
                  <a:pt x="109088" y="98183"/>
                </a:lnTo>
                <a:cubicBezTo>
                  <a:pt x="115116" y="98183"/>
                  <a:pt x="120000" y="93300"/>
                  <a:pt x="120000" y="87272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13638" y="32727"/>
                </a:moveTo>
                <a:cubicBezTo>
                  <a:pt x="12133" y="32727"/>
                  <a:pt x="10911" y="33950"/>
                  <a:pt x="10911" y="35455"/>
                </a:cubicBezTo>
                <a:cubicBezTo>
                  <a:pt x="10911" y="36961"/>
                  <a:pt x="12133" y="38183"/>
                  <a:pt x="13638" y="38183"/>
                </a:cubicBezTo>
                <a:cubicBezTo>
                  <a:pt x="15138" y="38183"/>
                  <a:pt x="16361" y="36961"/>
                  <a:pt x="16361" y="35455"/>
                </a:cubicBezTo>
                <a:cubicBezTo>
                  <a:pt x="16361" y="33950"/>
                  <a:pt x="15138" y="32727"/>
                  <a:pt x="13638" y="32727"/>
                </a:cubicBezTo>
                <a:moveTo>
                  <a:pt x="24544" y="32727"/>
                </a:moveTo>
                <a:cubicBezTo>
                  <a:pt x="23038" y="32727"/>
                  <a:pt x="21816" y="33950"/>
                  <a:pt x="21816" y="35455"/>
                </a:cubicBezTo>
                <a:cubicBezTo>
                  <a:pt x="21816" y="36961"/>
                  <a:pt x="23038" y="38183"/>
                  <a:pt x="24544" y="38183"/>
                </a:cubicBezTo>
                <a:cubicBezTo>
                  <a:pt x="26050" y="38183"/>
                  <a:pt x="27272" y="36961"/>
                  <a:pt x="27272" y="35455"/>
                </a:cubicBezTo>
                <a:cubicBezTo>
                  <a:pt x="27272" y="33950"/>
                  <a:pt x="26050" y="32727"/>
                  <a:pt x="24544" y="32727"/>
                </a:cubicBezTo>
                <a:moveTo>
                  <a:pt x="92727" y="43638"/>
                </a:moveTo>
                <a:lnTo>
                  <a:pt x="5455" y="43638"/>
                </a:lnTo>
                <a:lnTo>
                  <a:pt x="5455" y="32727"/>
                </a:lnTo>
                <a:cubicBezTo>
                  <a:pt x="5455" y="29716"/>
                  <a:pt x="7900" y="27272"/>
                  <a:pt x="10911" y="27272"/>
                </a:cubicBezTo>
                <a:lnTo>
                  <a:pt x="87272" y="27272"/>
                </a:lnTo>
                <a:cubicBezTo>
                  <a:pt x="90283" y="27272"/>
                  <a:pt x="92727" y="29716"/>
                  <a:pt x="92727" y="32727"/>
                </a:cubicBezTo>
                <a:cubicBezTo>
                  <a:pt x="92727" y="32727"/>
                  <a:pt x="92727" y="43638"/>
                  <a:pt x="92727" y="43638"/>
                </a:cubicBezTo>
                <a:close/>
                <a:moveTo>
                  <a:pt x="92727" y="109088"/>
                </a:moveTo>
                <a:cubicBezTo>
                  <a:pt x="92727" y="112100"/>
                  <a:pt x="90283" y="114544"/>
                  <a:pt x="87272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49088"/>
                </a:lnTo>
                <a:lnTo>
                  <a:pt x="92727" y="49088"/>
                </a:lnTo>
                <a:cubicBezTo>
                  <a:pt x="92727" y="49088"/>
                  <a:pt x="92727" y="109088"/>
                  <a:pt x="92727" y="109088"/>
                </a:cubicBezTo>
                <a:close/>
                <a:moveTo>
                  <a:pt x="87272" y="21816"/>
                </a:moveTo>
                <a:lnTo>
                  <a:pt x="10911" y="21816"/>
                </a:lnTo>
                <a:cubicBezTo>
                  <a:pt x="4883" y="21816"/>
                  <a:pt x="0" y="26700"/>
                  <a:pt x="0" y="32727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87272" y="120000"/>
                </a:lnTo>
                <a:cubicBezTo>
                  <a:pt x="93300" y="120000"/>
                  <a:pt x="98183" y="115116"/>
                  <a:pt x="98183" y="109088"/>
                </a:cubicBezTo>
                <a:lnTo>
                  <a:pt x="98183" y="32727"/>
                </a:lnTo>
                <a:cubicBezTo>
                  <a:pt x="98183" y="26700"/>
                  <a:pt x="93300" y="21816"/>
                  <a:pt x="87272" y="218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26" name="Shape 4804">
            <a:extLst>
              <a:ext uri="{FF2B5EF4-FFF2-40B4-BE49-F238E27FC236}">
                <a16:creationId xmlns:a16="http://schemas.microsoft.com/office/drawing/2014/main" id="{9115E163-CD9A-FCCC-E98E-D8A4D7F32895}"/>
              </a:ext>
            </a:extLst>
          </p:cNvPr>
          <p:cNvSpPr/>
          <p:nvPr/>
        </p:nvSpPr>
        <p:spPr>
          <a:xfrm>
            <a:off x="3686657" y="2855753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05000"/>
                </a:moveTo>
                <a:cubicBezTo>
                  <a:pt x="114544" y="105444"/>
                  <a:pt x="114505" y="105877"/>
                  <a:pt x="114450" y="106305"/>
                </a:cubicBezTo>
                <a:lnTo>
                  <a:pt x="80772" y="60000"/>
                </a:lnTo>
                <a:lnTo>
                  <a:pt x="114450" y="13694"/>
                </a:lnTo>
                <a:cubicBezTo>
                  <a:pt x="114505" y="14122"/>
                  <a:pt x="114544" y="14555"/>
                  <a:pt x="114544" y="15000"/>
                </a:cubicBezTo>
                <a:cubicBezTo>
                  <a:pt x="114544" y="15000"/>
                  <a:pt x="114544" y="105000"/>
                  <a:pt x="114544" y="105000"/>
                </a:cubicBezTo>
                <a:close/>
                <a:moveTo>
                  <a:pt x="109088" y="112500"/>
                </a:moveTo>
                <a:lnTo>
                  <a:pt x="10911" y="112500"/>
                </a:lnTo>
                <a:cubicBezTo>
                  <a:pt x="10272" y="112500"/>
                  <a:pt x="9661" y="112322"/>
                  <a:pt x="9094" y="112044"/>
                </a:cubicBezTo>
                <a:lnTo>
                  <a:pt x="43083" y="65300"/>
                </a:lnTo>
                <a:lnTo>
                  <a:pt x="52444" y="78177"/>
                </a:lnTo>
                <a:cubicBezTo>
                  <a:pt x="54533" y="81050"/>
                  <a:pt x="57266" y="82483"/>
                  <a:pt x="60000" y="82483"/>
                </a:cubicBezTo>
                <a:cubicBezTo>
                  <a:pt x="62733" y="82483"/>
                  <a:pt x="65466" y="81050"/>
                  <a:pt x="67550" y="78177"/>
                </a:cubicBezTo>
                <a:lnTo>
                  <a:pt x="76916" y="65300"/>
                </a:lnTo>
                <a:lnTo>
                  <a:pt x="110911" y="112044"/>
                </a:lnTo>
                <a:cubicBezTo>
                  <a:pt x="110338" y="112322"/>
                  <a:pt x="109733" y="112500"/>
                  <a:pt x="109088" y="112500"/>
                </a:cubicBezTo>
                <a:moveTo>
                  <a:pt x="5455" y="105000"/>
                </a:moveTo>
                <a:lnTo>
                  <a:pt x="5455" y="15000"/>
                </a:lnTo>
                <a:cubicBezTo>
                  <a:pt x="5455" y="14555"/>
                  <a:pt x="5494" y="14122"/>
                  <a:pt x="5550" y="13694"/>
                </a:cubicBezTo>
                <a:lnTo>
                  <a:pt x="39227" y="60000"/>
                </a:lnTo>
                <a:lnTo>
                  <a:pt x="5550" y="106305"/>
                </a:lnTo>
                <a:cubicBezTo>
                  <a:pt x="5494" y="105877"/>
                  <a:pt x="5455" y="105444"/>
                  <a:pt x="5455" y="105000"/>
                </a:cubicBezTo>
                <a:moveTo>
                  <a:pt x="10911" y="7500"/>
                </a:moveTo>
                <a:lnTo>
                  <a:pt x="109088" y="7500"/>
                </a:lnTo>
                <a:cubicBezTo>
                  <a:pt x="109733" y="7500"/>
                  <a:pt x="110338" y="7677"/>
                  <a:pt x="110911" y="7961"/>
                </a:cubicBezTo>
                <a:lnTo>
                  <a:pt x="63694" y="72877"/>
                </a:lnTo>
                <a:cubicBezTo>
                  <a:pt x="62711" y="74233"/>
                  <a:pt x="61394" y="74983"/>
                  <a:pt x="60000" y="74983"/>
                </a:cubicBezTo>
                <a:cubicBezTo>
                  <a:pt x="58605" y="74983"/>
                  <a:pt x="57288" y="74233"/>
                  <a:pt x="56300" y="72877"/>
                </a:cubicBezTo>
                <a:lnTo>
                  <a:pt x="9094" y="7961"/>
                </a:lnTo>
                <a:cubicBezTo>
                  <a:pt x="9661" y="7677"/>
                  <a:pt x="10272" y="7500"/>
                  <a:pt x="10911" y="7500"/>
                </a:cubicBezTo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6716"/>
                  <a:pt x="0" y="15000"/>
                </a:cubicBezTo>
                <a:lnTo>
                  <a:pt x="0" y="105000"/>
                </a:lnTo>
                <a:cubicBezTo>
                  <a:pt x="0" y="113283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3283"/>
                  <a:pt x="120000" y="105000"/>
                </a:cubicBezTo>
                <a:lnTo>
                  <a:pt x="120000" y="15000"/>
                </a:lnTo>
                <a:cubicBezTo>
                  <a:pt x="120000" y="6716"/>
                  <a:pt x="115116" y="0"/>
                  <a:pt x="109088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28" name="Shape 4805">
            <a:extLst>
              <a:ext uri="{FF2B5EF4-FFF2-40B4-BE49-F238E27FC236}">
                <a16:creationId xmlns:a16="http://schemas.microsoft.com/office/drawing/2014/main" id="{4A383918-6DD8-AE1A-19AE-6066E558795A}"/>
              </a:ext>
            </a:extLst>
          </p:cNvPr>
          <p:cNvSpPr/>
          <p:nvPr/>
        </p:nvSpPr>
        <p:spPr>
          <a:xfrm>
            <a:off x="4190843" y="2849751"/>
            <a:ext cx="264098" cy="2040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103705"/>
                </a:moveTo>
                <a:lnTo>
                  <a:pt x="69866" y="74116"/>
                </a:lnTo>
                <a:lnTo>
                  <a:pt x="92727" y="44533"/>
                </a:lnTo>
                <a:cubicBezTo>
                  <a:pt x="92727" y="44533"/>
                  <a:pt x="92727" y="103705"/>
                  <a:pt x="92727" y="103705"/>
                </a:cubicBezTo>
                <a:close/>
                <a:moveTo>
                  <a:pt x="87272" y="112938"/>
                </a:moveTo>
                <a:lnTo>
                  <a:pt x="10911" y="112938"/>
                </a:lnTo>
                <a:cubicBezTo>
                  <a:pt x="9550" y="112938"/>
                  <a:pt x="8322" y="112277"/>
                  <a:pt x="7366" y="111211"/>
                </a:cubicBezTo>
                <a:lnTo>
                  <a:pt x="32172" y="79111"/>
                </a:lnTo>
                <a:lnTo>
                  <a:pt x="41538" y="91227"/>
                </a:lnTo>
                <a:cubicBezTo>
                  <a:pt x="43627" y="93927"/>
                  <a:pt x="46355" y="95277"/>
                  <a:pt x="49088" y="95277"/>
                </a:cubicBezTo>
                <a:cubicBezTo>
                  <a:pt x="51827" y="95277"/>
                  <a:pt x="54561" y="93927"/>
                  <a:pt x="56638" y="91227"/>
                </a:cubicBezTo>
                <a:lnTo>
                  <a:pt x="66011" y="79111"/>
                </a:lnTo>
                <a:lnTo>
                  <a:pt x="90816" y="111211"/>
                </a:lnTo>
                <a:cubicBezTo>
                  <a:pt x="89861" y="112277"/>
                  <a:pt x="88633" y="112938"/>
                  <a:pt x="87272" y="112938"/>
                </a:cubicBezTo>
                <a:moveTo>
                  <a:pt x="5455" y="44533"/>
                </a:moveTo>
                <a:lnTo>
                  <a:pt x="28316" y="74116"/>
                </a:lnTo>
                <a:lnTo>
                  <a:pt x="5455" y="103705"/>
                </a:lnTo>
                <a:cubicBezTo>
                  <a:pt x="5455" y="103705"/>
                  <a:pt x="5455" y="44533"/>
                  <a:pt x="5455" y="44533"/>
                </a:cubicBezTo>
                <a:close/>
                <a:moveTo>
                  <a:pt x="10911" y="35294"/>
                </a:moveTo>
                <a:lnTo>
                  <a:pt x="87272" y="35294"/>
                </a:lnTo>
                <a:cubicBezTo>
                  <a:pt x="88633" y="35294"/>
                  <a:pt x="89861" y="35966"/>
                  <a:pt x="90816" y="37027"/>
                </a:cubicBezTo>
                <a:lnTo>
                  <a:pt x="52788" y="86238"/>
                </a:lnTo>
                <a:cubicBezTo>
                  <a:pt x="51800" y="87511"/>
                  <a:pt x="50488" y="88222"/>
                  <a:pt x="49088" y="88222"/>
                </a:cubicBezTo>
                <a:cubicBezTo>
                  <a:pt x="47694" y="88222"/>
                  <a:pt x="46383" y="87511"/>
                  <a:pt x="45388" y="86238"/>
                </a:cubicBezTo>
                <a:lnTo>
                  <a:pt x="7366" y="37022"/>
                </a:lnTo>
                <a:cubicBezTo>
                  <a:pt x="8322" y="35966"/>
                  <a:pt x="9550" y="35294"/>
                  <a:pt x="10911" y="35294"/>
                </a:cubicBezTo>
                <a:moveTo>
                  <a:pt x="87272" y="28233"/>
                </a:moveTo>
                <a:lnTo>
                  <a:pt x="10911" y="28233"/>
                </a:lnTo>
                <a:cubicBezTo>
                  <a:pt x="4883" y="28233"/>
                  <a:pt x="0" y="34555"/>
                  <a:pt x="0" y="42355"/>
                </a:cubicBezTo>
                <a:lnTo>
                  <a:pt x="0" y="105883"/>
                </a:lnTo>
                <a:cubicBezTo>
                  <a:pt x="0" y="113677"/>
                  <a:pt x="4883" y="120000"/>
                  <a:pt x="10911" y="120000"/>
                </a:cubicBezTo>
                <a:lnTo>
                  <a:pt x="87272" y="120000"/>
                </a:lnTo>
                <a:cubicBezTo>
                  <a:pt x="93300" y="120000"/>
                  <a:pt x="98183" y="113677"/>
                  <a:pt x="98183" y="105883"/>
                </a:cubicBezTo>
                <a:lnTo>
                  <a:pt x="98183" y="42355"/>
                </a:lnTo>
                <a:cubicBezTo>
                  <a:pt x="98183" y="34555"/>
                  <a:pt x="93300" y="28233"/>
                  <a:pt x="87272" y="28233"/>
                </a:cubicBezTo>
                <a:moveTo>
                  <a:pt x="109088" y="0"/>
                </a:moveTo>
                <a:lnTo>
                  <a:pt x="32727" y="0"/>
                </a:lnTo>
                <a:cubicBezTo>
                  <a:pt x="26700" y="0"/>
                  <a:pt x="21816" y="6322"/>
                  <a:pt x="21816" y="14116"/>
                </a:cubicBezTo>
                <a:lnTo>
                  <a:pt x="21816" y="17644"/>
                </a:lnTo>
                <a:cubicBezTo>
                  <a:pt x="21816" y="19600"/>
                  <a:pt x="23038" y="21177"/>
                  <a:pt x="24544" y="21177"/>
                </a:cubicBezTo>
                <a:cubicBezTo>
                  <a:pt x="26055" y="21177"/>
                  <a:pt x="27272" y="19600"/>
                  <a:pt x="27272" y="17644"/>
                </a:cubicBezTo>
                <a:lnTo>
                  <a:pt x="27272" y="14116"/>
                </a:lnTo>
                <a:cubicBezTo>
                  <a:pt x="27272" y="10222"/>
                  <a:pt x="29711" y="7061"/>
                  <a:pt x="32727" y="7061"/>
                </a:cubicBezTo>
                <a:lnTo>
                  <a:pt x="109088" y="7061"/>
                </a:lnTo>
                <a:cubicBezTo>
                  <a:pt x="112100" y="7061"/>
                  <a:pt x="114544" y="10222"/>
                  <a:pt x="114544" y="14116"/>
                </a:cubicBezTo>
                <a:lnTo>
                  <a:pt x="114544" y="77644"/>
                </a:lnTo>
                <a:cubicBezTo>
                  <a:pt x="114544" y="81544"/>
                  <a:pt x="112100" y="84705"/>
                  <a:pt x="109088" y="84705"/>
                </a:cubicBezTo>
                <a:lnTo>
                  <a:pt x="106361" y="84705"/>
                </a:lnTo>
                <a:cubicBezTo>
                  <a:pt x="104855" y="84705"/>
                  <a:pt x="103638" y="86288"/>
                  <a:pt x="103638" y="88233"/>
                </a:cubicBezTo>
                <a:cubicBezTo>
                  <a:pt x="103638" y="90188"/>
                  <a:pt x="104855" y="91766"/>
                  <a:pt x="106361" y="91766"/>
                </a:cubicBezTo>
                <a:lnTo>
                  <a:pt x="109088" y="91766"/>
                </a:lnTo>
                <a:cubicBezTo>
                  <a:pt x="115116" y="91766"/>
                  <a:pt x="120000" y="85444"/>
                  <a:pt x="120000" y="77644"/>
                </a:cubicBezTo>
                <a:lnTo>
                  <a:pt x="120000" y="14116"/>
                </a:lnTo>
                <a:cubicBezTo>
                  <a:pt x="120000" y="6322"/>
                  <a:pt x="115116" y="0"/>
                  <a:pt x="109088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30" name="Shape 4806">
            <a:extLst>
              <a:ext uri="{FF2B5EF4-FFF2-40B4-BE49-F238E27FC236}">
                <a16:creationId xmlns:a16="http://schemas.microsoft.com/office/drawing/2014/main" id="{F2216DC7-A312-8842-841F-EB643D536B94}"/>
              </a:ext>
            </a:extLst>
          </p:cNvPr>
          <p:cNvSpPr/>
          <p:nvPr/>
        </p:nvSpPr>
        <p:spPr>
          <a:xfrm>
            <a:off x="4695028" y="2843749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3333"/>
                </a:moveTo>
                <a:lnTo>
                  <a:pt x="5455" y="113333"/>
                </a:lnTo>
                <a:lnTo>
                  <a:pt x="5455" y="73333"/>
                </a:lnTo>
                <a:lnTo>
                  <a:pt x="38372" y="73333"/>
                </a:lnTo>
                <a:cubicBezTo>
                  <a:pt x="39716" y="86483"/>
                  <a:pt x="48877" y="96666"/>
                  <a:pt x="60000" y="96666"/>
                </a:cubicBezTo>
                <a:cubicBezTo>
                  <a:pt x="71122" y="96666"/>
                  <a:pt x="80283" y="86483"/>
                  <a:pt x="81633" y="73333"/>
                </a:cubicBezTo>
                <a:lnTo>
                  <a:pt x="114544" y="73333"/>
                </a:lnTo>
                <a:cubicBezTo>
                  <a:pt x="114544" y="73333"/>
                  <a:pt x="114544" y="113333"/>
                  <a:pt x="114544" y="113333"/>
                </a:cubicBezTo>
                <a:close/>
                <a:moveTo>
                  <a:pt x="31683" y="6666"/>
                </a:moveTo>
                <a:lnTo>
                  <a:pt x="88316" y="6666"/>
                </a:lnTo>
                <a:lnTo>
                  <a:pt x="112861" y="66666"/>
                </a:lnTo>
                <a:lnTo>
                  <a:pt x="79088" y="66666"/>
                </a:lnTo>
                <a:cubicBezTo>
                  <a:pt x="77583" y="66666"/>
                  <a:pt x="76361" y="68161"/>
                  <a:pt x="76361" y="70000"/>
                </a:cubicBezTo>
                <a:cubicBezTo>
                  <a:pt x="76361" y="81050"/>
                  <a:pt x="69033" y="90000"/>
                  <a:pt x="60000" y="90000"/>
                </a:cubicBezTo>
                <a:cubicBezTo>
                  <a:pt x="50961" y="90000"/>
                  <a:pt x="43638" y="81050"/>
                  <a:pt x="43638" y="70000"/>
                </a:cubicBezTo>
                <a:cubicBezTo>
                  <a:pt x="43638" y="68161"/>
                  <a:pt x="42416" y="66666"/>
                  <a:pt x="40911" y="66666"/>
                </a:cubicBezTo>
                <a:lnTo>
                  <a:pt x="7138" y="66666"/>
                </a:lnTo>
                <a:cubicBezTo>
                  <a:pt x="7138" y="66666"/>
                  <a:pt x="31683" y="6666"/>
                  <a:pt x="31683" y="6666"/>
                </a:cubicBezTo>
                <a:close/>
                <a:moveTo>
                  <a:pt x="119683" y="68527"/>
                </a:moveTo>
                <a:lnTo>
                  <a:pt x="119711" y="68511"/>
                </a:lnTo>
                <a:lnTo>
                  <a:pt x="92438" y="1844"/>
                </a:lnTo>
                <a:lnTo>
                  <a:pt x="92411" y="1861"/>
                </a:lnTo>
                <a:cubicBezTo>
                  <a:pt x="91966" y="766"/>
                  <a:pt x="91066" y="0"/>
                  <a:pt x="90000" y="0"/>
                </a:cubicBezTo>
                <a:lnTo>
                  <a:pt x="30000" y="0"/>
                </a:lnTo>
                <a:cubicBezTo>
                  <a:pt x="28933" y="0"/>
                  <a:pt x="28033" y="766"/>
                  <a:pt x="27588" y="1861"/>
                </a:cubicBezTo>
                <a:lnTo>
                  <a:pt x="27561" y="1844"/>
                </a:lnTo>
                <a:lnTo>
                  <a:pt x="288" y="68511"/>
                </a:lnTo>
                <a:lnTo>
                  <a:pt x="316" y="68527"/>
                </a:lnTo>
                <a:cubicBezTo>
                  <a:pt x="127" y="68972"/>
                  <a:pt x="0" y="69461"/>
                  <a:pt x="0" y="70000"/>
                </a:cubicBezTo>
                <a:lnTo>
                  <a:pt x="0" y="116666"/>
                </a:lnTo>
                <a:cubicBezTo>
                  <a:pt x="0" y="11851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511"/>
                  <a:pt x="120000" y="116666"/>
                </a:cubicBezTo>
                <a:lnTo>
                  <a:pt x="120000" y="70000"/>
                </a:lnTo>
                <a:cubicBezTo>
                  <a:pt x="120000" y="69461"/>
                  <a:pt x="119872" y="68972"/>
                  <a:pt x="119683" y="68527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32" name="Shape 4807">
            <a:extLst>
              <a:ext uri="{FF2B5EF4-FFF2-40B4-BE49-F238E27FC236}">
                <a16:creationId xmlns:a16="http://schemas.microsoft.com/office/drawing/2014/main" id="{50FB08B1-C884-62FA-8F6E-6BA9946AC6E1}"/>
              </a:ext>
            </a:extLst>
          </p:cNvPr>
          <p:cNvSpPr/>
          <p:nvPr/>
        </p:nvSpPr>
        <p:spPr>
          <a:xfrm>
            <a:off x="5199213" y="283174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4000"/>
                </a:moveTo>
                <a:lnTo>
                  <a:pt x="5455" y="114000"/>
                </a:lnTo>
                <a:lnTo>
                  <a:pt x="5455" y="78000"/>
                </a:lnTo>
                <a:lnTo>
                  <a:pt x="38372" y="78000"/>
                </a:lnTo>
                <a:cubicBezTo>
                  <a:pt x="39716" y="89833"/>
                  <a:pt x="48877" y="99000"/>
                  <a:pt x="60000" y="99000"/>
                </a:cubicBezTo>
                <a:cubicBezTo>
                  <a:pt x="71122" y="99000"/>
                  <a:pt x="80283" y="89833"/>
                  <a:pt x="81633" y="78000"/>
                </a:cubicBezTo>
                <a:lnTo>
                  <a:pt x="114544" y="78000"/>
                </a:lnTo>
                <a:cubicBezTo>
                  <a:pt x="114544" y="78000"/>
                  <a:pt x="114544" y="114000"/>
                  <a:pt x="114544" y="114000"/>
                </a:cubicBezTo>
                <a:close/>
                <a:moveTo>
                  <a:pt x="119683" y="73672"/>
                </a:moveTo>
                <a:lnTo>
                  <a:pt x="119711" y="73661"/>
                </a:lnTo>
                <a:lnTo>
                  <a:pt x="92438" y="13661"/>
                </a:lnTo>
                <a:lnTo>
                  <a:pt x="92411" y="13672"/>
                </a:lnTo>
                <a:cubicBezTo>
                  <a:pt x="91966" y="12688"/>
                  <a:pt x="91066" y="12000"/>
                  <a:pt x="90000" y="12000"/>
                </a:cubicBezTo>
                <a:lnTo>
                  <a:pt x="70911" y="12000"/>
                </a:lnTo>
                <a:cubicBezTo>
                  <a:pt x="69400" y="12000"/>
                  <a:pt x="68183" y="13344"/>
                  <a:pt x="68183" y="15000"/>
                </a:cubicBezTo>
                <a:cubicBezTo>
                  <a:pt x="68183" y="16661"/>
                  <a:pt x="69400" y="18000"/>
                  <a:pt x="70911" y="18000"/>
                </a:cubicBezTo>
                <a:lnTo>
                  <a:pt x="88316" y="18000"/>
                </a:lnTo>
                <a:lnTo>
                  <a:pt x="112861" y="72000"/>
                </a:lnTo>
                <a:lnTo>
                  <a:pt x="79088" y="72000"/>
                </a:lnTo>
                <a:cubicBezTo>
                  <a:pt x="77583" y="72000"/>
                  <a:pt x="76361" y="73344"/>
                  <a:pt x="76361" y="75000"/>
                </a:cubicBezTo>
                <a:cubicBezTo>
                  <a:pt x="76361" y="84944"/>
                  <a:pt x="69033" y="93000"/>
                  <a:pt x="60000" y="93000"/>
                </a:cubicBezTo>
                <a:cubicBezTo>
                  <a:pt x="50961" y="93000"/>
                  <a:pt x="43638" y="84944"/>
                  <a:pt x="43638" y="75000"/>
                </a:cubicBezTo>
                <a:cubicBezTo>
                  <a:pt x="43638" y="73344"/>
                  <a:pt x="42416" y="72000"/>
                  <a:pt x="40911" y="72000"/>
                </a:cubicBezTo>
                <a:lnTo>
                  <a:pt x="7138" y="72000"/>
                </a:lnTo>
                <a:lnTo>
                  <a:pt x="31683" y="18000"/>
                </a:lnTo>
                <a:lnTo>
                  <a:pt x="49088" y="18000"/>
                </a:lnTo>
                <a:cubicBezTo>
                  <a:pt x="50600" y="18000"/>
                  <a:pt x="51816" y="16661"/>
                  <a:pt x="51816" y="15000"/>
                </a:cubicBezTo>
                <a:cubicBezTo>
                  <a:pt x="51816" y="13344"/>
                  <a:pt x="50600" y="12000"/>
                  <a:pt x="49088" y="12000"/>
                </a:cubicBezTo>
                <a:lnTo>
                  <a:pt x="30000" y="12000"/>
                </a:lnTo>
                <a:cubicBezTo>
                  <a:pt x="28933" y="12000"/>
                  <a:pt x="28033" y="12688"/>
                  <a:pt x="27588" y="13672"/>
                </a:cubicBezTo>
                <a:lnTo>
                  <a:pt x="27561" y="13661"/>
                </a:lnTo>
                <a:lnTo>
                  <a:pt x="288" y="73661"/>
                </a:lnTo>
                <a:lnTo>
                  <a:pt x="316" y="73672"/>
                </a:lnTo>
                <a:cubicBezTo>
                  <a:pt x="127" y="74077"/>
                  <a:pt x="0" y="74516"/>
                  <a:pt x="0" y="75000"/>
                </a:cubicBezTo>
                <a:lnTo>
                  <a:pt x="0" y="117000"/>
                </a:lnTo>
                <a:cubicBezTo>
                  <a:pt x="0" y="11866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661"/>
                  <a:pt x="120000" y="117000"/>
                </a:cubicBezTo>
                <a:lnTo>
                  <a:pt x="120000" y="75000"/>
                </a:lnTo>
                <a:cubicBezTo>
                  <a:pt x="120000" y="74516"/>
                  <a:pt x="119872" y="74077"/>
                  <a:pt x="119683" y="73672"/>
                </a:cubicBezTo>
                <a:moveTo>
                  <a:pt x="43638" y="48000"/>
                </a:moveTo>
                <a:cubicBezTo>
                  <a:pt x="42127" y="48000"/>
                  <a:pt x="40911" y="49344"/>
                  <a:pt x="40911" y="51000"/>
                </a:cubicBezTo>
                <a:cubicBezTo>
                  <a:pt x="40911" y="51827"/>
                  <a:pt x="41211" y="52577"/>
                  <a:pt x="41705" y="53122"/>
                </a:cubicBezTo>
                <a:lnTo>
                  <a:pt x="58072" y="71122"/>
                </a:lnTo>
                <a:cubicBezTo>
                  <a:pt x="58566" y="71666"/>
                  <a:pt x="59250" y="72000"/>
                  <a:pt x="60000" y="72000"/>
                </a:cubicBezTo>
                <a:cubicBezTo>
                  <a:pt x="60755" y="72000"/>
                  <a:pt x="61433" y="71666"/>
                  <a:pt x="61927" y="71122"/>
                </a:cubicBezTo>
                <a:lnTo>
                  <a:pt x="78294" y="53122"/>
                </a:lnTo>
                <a:cubicBezTo>
                  <a:pt x="78788" y="52577"/>
                  <a:pt x="79088" y="51827"/>
                  <a:pt x="79088" y="51000"/>
                </a:cubicBezTo>
                <a:cubicBezTo>
                  <a:pt x="79088" y="49344"/>
                  <a:pt x="77872" y="48000"/>
                  <a:pt x="76361" y="48000"/>
                </a:cubicBezTo>
                <a:cubicBezTo>
                  <a:pt x="75611" y="48000"/>
                  <a:pt x="74927" y="48338"/>
                  <a:pt x="74433" y="48877"/>
                </a:cubicBezTo>
                <a:lnTo>
                  <a:pt x="62727" y="61755"/>
                </a:lnTo>
                <a:lnTo>
                  <a:pt x="62727" y="3000"/>
                </a:lnTo>
                <a:cubicBezTo>
                  <a:pt x="62727" y="1344"/>
                  <a:pt x="61505" y="0"/>
                  <a:pt x="60000" y="0"/>
                </a:cubicBezTo>
                <a:cubicBezTo>
                  <a:pt x="58494" y="0"/>
                  <a:pt x="57272" y="1344"/>
                  <a:pt x="57272" y="3000"/>
                </a:cubicBezTo>
                <a:lnTo>
                  <a:pt x="57272" y="61755"/>
                </a:lnTo>
                <a:lnTo>
                  <a:pt x="45566" y="48877"/>
                </a:lnTo>
                <a:cubicBezTo>
                  <a:pt x="45072" y="48338"/>
                  <a:pt x="44388" y="48000"/>
                  <a:pt x="43638" y="48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35" name="Shape 4808">
            <a:extLst>
              <a:ext uri="{FF2B5EF4-FFF2-40B4-BE49-F238E27FC236}">
                <a16:creationId xmlns:a16="http://schemas.microsoft.com/office/drawing/2014/main" id="{E8E4D445-8ECF-E763-717E-67B0454E90EC}"/>
              </a:ext>
            </a:extLst>
          </p:cNvPr>
          <p:cNvSpPr/>
          <p:nvPr/>
        </p:nvSpPr>
        <p:spPr>
          <a:xfrm>
            <a:off x="5703399" y="283174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4000"/>
                </a:moveTo>
                <a:lnTo>
                  <a:pt x="5455" y="114000"/>
                </a:lnTo>
                <a:lnTo>
                  <a:pt x="5455" y="78000"/>
                </a:lnTo>
                <a:lnTo>
                  <a:pt x="38372" y="78000"/>
                </a:lnTo>
                <a:cubicBezTo>
                  <a:pt x="39716" y="89833"/>
                  <a:pt x="48877" y="99000"/>
                  <a:pt x="60000" y="99000"/>
                </a:cubicBezTo>
                <a:cubicBezTo>
                  <a:pt x="71122" y="99000"/>
                  <a:pt x="80283" y="89833"/>
                  <a:pt x="81627" y="78000"/>
                </a:cubicBezTo>
                <a:lnTo>
                  <a:pt x="114544" y="78000"/>
                </a:lnTo>
                <a:cubicBezTo>
                  <a:pt x="114544" y="78000"/>
                  <a:pt x="114544" y="114000"/>
                  <a:pt x="114544" y="114000"/>
                </a:cubicBezTo>
                <a:close/>
                <a:moveTo>
                  <a:pt x="119688" y="73672"/>
                </a:moveTo>
                <a:lnTo>
                  <a:pt x="119711" y="73661"/>
                </a:lnTo>
                <a:lnTo>
                  <a:pt x="92438" y="13661"/>
                </a:lnTo>
                <a:lnTo>
                  <a:pt x="92416" y="13672"/>
                </a:lnTo>
                <a:cubicBezTo>
                  <a:pt x="91966" y="12688"/>
                  <a:pt x="91066" y="12000"/>
                  <a:pt x="90000" y="12000"/>
                </a:cubicBezTo>
                <a:lnTo>
                  <a:pt x="87272" y="12000"/>
                </a:lnTo>
                <a:cubicBezTo>
                  <a:pt x="85766" y="12000"/>
                  <a:pt x="84544" y="13344"/>
                  <a:pt x="84544" y="15000"/>
                </a:cubicBezTo>
                <a:cubicBezTo>
                  <a:pt x="84544" y="16661"/>
                  <a:pt x="85766" y="18000"/>
                  <a:pt x="87272" y="18000"/>
                </a:cubicBezTo>
                <a:lnTo>
                  <a:pt x="88316" y="18000"/>
                </a:lnTo>
                <a:lnTo>
                  <a:pt x="112861" y="72000"/>
                </a:lnTo>
                <a:lnTo>
                  <a:pt x="79088" y="72000"/>
                </a:lnTo>
                <a:cubicBezTo>
                  <a:pt x="77583" y="72000"/>
                  <a:pt x="76361" y="73344"/>
                  <a:pt x="76361" y="75000"/>
                </a:cubicBezTo>
                <a:cubicBezTo>
                  <a:pt x="76361" y="84944"/>
                  <a:pt x="69033" y="93000"/>
                  <a:pt x="60000" y="93000"/>
                </a:cubicBezTo>
                <a:cubicBezTo>
                  <a:pt x="50961" y="93000"/>
                  <a:pt x="43638" y="84944"/>
                  <a:pt x="43638" y="75000"/>
                </a:cubicBezTo>
                <a:cubicBezTo>
                  <a:pt x="43638" y="73344"/>
                  <a:pt x="42416" y="72000"/>
                  <a:pt x="40911" y="72000"/>
                </a:cubicBezTo>
                <a:lnTo>
                  <a:pt x="7138" y="72000"/>
                </a:lnTo>
                <a:lnTo>
                  <a:pt x="31683" y="18000"/>
                </a:lnTo>
                <a:lnTo>
                  <a:pt x="32727" y="18000"/>
                </a:lnTo>
                <a:cubicBezTo>
                  <a:pt x="34233" y="18000"/>
                  <a:pt x="35455" y="16661"/>
                  <a:pt x="35455" y="15000"/>
                </a:cubicBezTo>
                <a:cubicBezTo>
                  <a:pt x="35455" y="13344"/>
                  <a:pt x="34233" y="12000"/>
                  <a:pt x="32727" y="12000"/>
                </a:cubicBezTo>
                <a:lnTo>
                  <a:pt x="30000" y="12000"/>
                </a:lnTo>
                <a:cubicBezTo>
                  <a:pt x="28933" y="12000"/>
                  <a:pt x="28033" y="12688"/>
                  <a:pt x="27588" y="13672"/>
                </a:cubicBezTo>
                <a:lnTo>
                  <a:pt x="27561" y="13661"/>
                </a:lnTo>
                <a:lnTo>
                  <a:pt x="288" y="73661"/>
                </a:lnTo>
                <a:lnTo>
                  <a:pt x="316" y="73672"/>
                </a:lnTo>
                <a:cubicBezTo>
                  <a:pt x="127" y="74077"/>
                  <a:pt x="0" y="74516"/>
                  <a:pt x="0" y="75000"/>
                </a:cubicBezTo>
                <a:lnTo>
                  <a:pt x="0" y="117000"/>
                </a:lnTo>
                <a:cubicBezTo>
                  <a:pt x="0" y="11866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661"/>
                  <a:pt x="120000" y="117000"/>
                </a:cubicBezTo>
                <a:lnTo>
                  <a:pt x="120000" y="75000"/>
                </a:lnTo>
                <a:cubicBezTo>
                  <a:pt x="120000" y="74516"/>
                  <a:pt x="119872" y="74077"/>
                  <a:pt x="119688" y="73672"/>
                </a:cubicBezTo>
                <a:moveTo>
                  <a:pt x="43638" y="24000"/>
                </a:moveTo>
                <a:cubicBezTo>
                  <a:pt x="44388" y="24000"/>
                  <a:pt x="45072" y="23666"/>
                  <a:pt x="45566" y="23122"/>
                </a:cubicBezTo>
                <a:lnTo>
                  <a:pt x="57272" y="10244"/>
                </a:lnTo>
                <a:lnTo>
                  <a:pt x="57272" y="69000"/>
                </a:lnTo>
                <a:cubicBezTo>
                  <a:pt x="57272" y="70661"/>
                  <a:pt x="58494" y="72000"/>
                  <a:pt x="60000" y="72000"/>
                </a:cubicBezTo>
                <a:cubicBezTo>
                  <a:pt x="61505" y="72000"/>
                  <a:pt x="62727" y="70661"/>
                  <a:pt x="62727" y="69000"/>
                </a:cubicBezTo>
                <a:lnTo>
                  <a:pt x="62727" y="10244"/>
                </a:lnTo>
                <a:lnTo>
                  <a:pt x="74433" y="23122"/>
                </a:lnTo>
                <a:cubicBezTo>
                  <a:pt x="74927" y="23666"/>
                  <a:pt x="75611" y="24000"/>
                  <a:pt x="76361" y="24000"/>
                </a:cubicBezTo>
                <a:cubicBezTo>
                  <a:pt x="77872" y="24000"/>
                  <a:pt x="79088" y="22661"/>
                  <a:pt x="79088" y="21000"/>
                </a:cubicBezTo>
                <a:cubicBezTo>
                  <a:pt x="79088" y="20172"/>
                  <a:pt x="78783" y="19427"/>
                  <a:pt x="78294" y="18877"/>
                </a:cubicBezTo>
                <a:lnTo>
                  <a:pt x="61927" y="877"/>
                </a:lnTo>
                <a:cubicBezTo>
                  <a:pt x="61433" y="338"/>
                  <a:pt x="60755" y="0"/>
                  <a:pt x="60000" y="0"/>
                </a:cubicBezTo>
                <a:cubicBezTo>
                  <a:pt x="59244" y="0"/>
                  <a:pt x="58566" y="338"/>
                  <a:pt x="58072" y="877"/>
                </a:cubicBezTo>
                <a:lnTo>
                  <a:pt x="41705" y="18877"/>
                </a:lnTo>
                <a:cubicBezTo>
                  <a:pt x="41216" y="19427"/>
                  <a:pt x="40911" y="20172"/>
                  <a:pt x="40911" y="21000"/>
                </a:cubicBezTo>
                <a:cubicBezTo>
                  <a:pt x="40911" y="22661"/>
                  <a:pt x="42127" y="24000"/>
                  <a:pt x="43638" y="24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37" name="Shape 4809">
            <a:extLst>
              <a:ext uri="{FF2B5EF4-FFF2-40B4-BE49-F238E27FC236}">
                <a16:creationId xmlns:a16="http://schemas.microsoft.com/office/drawing/2014/main" id="{B0D208E7-DB39-7F2F-CE07-E36E6703A8FC}"/>
              </a:ext>
            </a:extLst>
          </p:cNvPr>
          <p:cNvSpPr/>
          <p:nvPr/>
        </p:nvSpPr>
        <p:spPr>
          <a:xfrm>
            <a:off x="1165726" y="1876927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3333"/>
                </a:moveTo>
                <a:lnTo>
                  <a:pt x="5455" y="113333"/>
                </a:lnTo>
                <a:lnTo>
                  <a:pt x="5455" y="73333"/>
                </a:lnTo>
                <a:lnTo>
                  <a:pt x="38372" y="73333"/>
                </a:lnTo>
                <a:cubicBezTo>
                  <a:pt x="39716" y="86483"/>
                  <a:pt x="48877" y="96666"/>
                  <a:pt x="60000" y="96666"/>
                </a:cubicBezTo>
                <a:cubicBezTo>
                  <a:pt x="71122" y="96666"/>
                  <a:pt x="80283" y="86483"/>
                  <a:pt x="81627" y="73333"/>
                </a:cubicBezTo>
                <a:lnTo>
                  <a:pt x="114544" y="73333"/>
                </a:lnTo>
                <a:cubicBezTo>
                  <a:pt x="114544" y="73333"/>
                  <a:pt x="114544" y="113333"/>
                  <a:pt x="114544" y="113333"/>
                </a:cubicBezTo>
                <a:close/>
                <a:moveTo>
                  <a:pt x="31683" y="6666"/>
                </a:moveTo>
                <a:lnTo>
                  <a:pt x="88316" y="6666"/>
                </a:lnTo>
                <a:lnTo>
                  <a:pt x="112861" y="66666"/>
                </a:lnTo>
                <a:lnTo>
                  <a:pt x="79088" y="66666"/>
                </a:lnTo>
                <a:cubicBezTo>
                  <a:pt x="77588" y="66666"/>
                  <a:pt x="76361" y="68161"/>
                  <a:pt x="76361" y="70000"/>
                </a:cubicBezTo>
                <a:cubicBezTo>
                  <a:pt x="76361" y="81044"/>
                  <a:pt x="69038" y="90000"/>
                  <a:pt x="60000" y="90000"/>
                </a:cubicBezTo>
                <a:cubicBezTo>
                  <a:pt x="50961" y="90000"/>
                  <a:pt x="43638" y="81044"/>
                  <a:pt x="43638" y="70000"/>
                </a:cubicBezTo>
                <a:cubicBezTo>
                  <a:pt x="43638" y="68161"/>
                  <a:pt x="42411" y="66666"/>
                  <a:pt x="40911" y="66666"/>
                </a:cubicBezTo>
                <a:lnTo>
                  <a:pt x="7138" y="66666"/>
                </a:lnTo>
                <a:cubicBezTo>
                  <a:pt x="7138" y="66666"/>
                  <a:pt x="31683" y="6666"/>
                  <a:pt x="31683" y="6666"/>
                </a:cubicBezTo>
                <a:close/>
                <a:moveTo>
                  <a:pt x="119683" y="68522"/>
                </a:moveTo>
                <a:lnTo>
                  <a:pt x="119711" y="68511"/>
                </a:lnTo>
                <a:lnTo>
                  <a:pt x="92438" y="1844"/>
                </a:lnTo>
                <a:lnTo>
                  <a:pt x="92411" y="1861"/>
                </a:lnTo>
                <a:cubicBezTo>
                  <a:pt x="91966" y="766"/>
                  <a:pt x="91066" y="0"/>
                  <a:pt x="90000" y="0"/>
                </a:cubicBezTo>
                <a:lnTo>
                  <a:pt x="30000" y="0"/>
                </a:lnTo>
                <a:cubicBezTo>
                  <a:pt x="28933" y="0"/>
                  <a:pt x="28033" y="766"/>
                  <a:pt x="27588" y="1861"/>
                </a:cubicBezTo>
                <a:lnTo>
                  <a:pt x="27561" y="1844"/>
                </a:lnTo>
                <a:lnTo>
                  <a:pt x="288" y="68511"/>
                </a:lnTo>
                <a:lnTo>
                  <a:pt x="316" y="68522"/>
                </a:lnTo>
                <a:cubicBezTo>
                  <a:pt x="127" y="68977"/>
                  <a:pt x="0" y="69461"/>
                  <a:pt x="0" y="70000"/>
                </a:cubicBezTo>
                <a:lnTo>
                  <a:pt x="0" y="116666"/>
                </a:lnTo>
                <a:cubicBezTo>
                  <a:pt x="0" y="11851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511"/>
                  <a:pt x="120000" y="116666"/>
                </a:cubicBezTo>
                <a:lnTo>
                  <a:pt x="120000" y="70000"/>
                </a:lnTo>
                <a:cubicBezTo>
                  <a:pt x="120000" y="69461"/>
                  <a:pt x="119872" y="68977"/>
                  <a:pt x="119683" y="68522"/>
                </a:cubicBezTo>
                <a:moveTo>
                  <a:pt x="92727" y="50000"/>
                </a:moveTo>
                <a:cubicBezTo>
                  <a:pt x="92727" y="48161"/>
                  <a:pt x="91505" y="46666"/>
                  <a:pt x="90000" y="46666"/>
                </a:cubicBezTo>
                <a:lnTo>
                  <a:pt x="30000" y="46666"/>
                </a:lnTo>
                <a:cubicBezTo>
                  <a:pt x="28494" y="46666"/>
                  <a:pt x="27272" y="48161"/>
                  <a:pt x="27272" y="50000"/>
                </a:cubicBezTo>
                <a:cubicBezTo>
                  <a:pt x="27272" y="51844"/>
                  <a:pt x="28494" y="53333"/>
                  <a:pt x="30000" y="53333"/>
                </a:cubicBezTo>
                <a:lnTo>
                  <a:pt x="90000" y="53333"/>
                </a:lnTo>
                <a:cubicBezTo>
                  <a:pt x="91505" y="53333"/>
                  <a:pt x="92727" y="51844"/>
                  <a:pt x="92727" y="50000"/>
                </a:cubicBezTo>
                <a:moveTo>
                  <a:pt x="35455" y="40000"/>
                </a:moveTo>
                <a:lnTo>
                  <a:pt x="84544" y="40000"/>
                </a:lnTo>
                <a:cubicBezTo>
                  <a:pt x="86050" y="40000"/>
                  <a:pt x="87272" y="38511"/>
                  <a:pt x="87272" y="36666"/>
                </a:cubicBezTo>
                <a:cubicBezTo>
                  <a:pt x="87272" y="34827"/>
                  <a:pt x="86050" y="33333"/>
                  <a:pt x="84544" y="33333"/>
                </a:cubicBezTo>
                <a:lnTo>
                  <a:pt x="35455" y="33333"/>
                </a:lnTo>
                <a:cubicBezTo>
                  <a:pt x="33950" y="33333"/>
                  <a:pt x="32727" y="34827"/>
                  <a:pt x="32727" y="36666"/>
                </a:cubicBezTo>
                <a:cubicBezTo>
                  <a:pt x="32727" y="38511"/>
                  <a:pt x="33950" y="40000"/>
                  <a:pt x="35455" y="40000"/>
                </a:cubicBezTo>
                <a:moveTo>
                  <a:pt x="40911" y="26666"/>
                </a:moveTo>
                <a:lnTo>
                  <a:pt x="79088" y="26666"/>
                </a:lnTo>
                <a:cubicBezTo>
                  <a:pt x="80594" y="26666"/>
                  <a:pt x="81816" y="25177"/>
                  <a:pt x="81816" y="23333"/>
                </a:cubicBezTo>
                <a:cubicBezTo>
                  <a:pt x="81816" y="21494"/>
                  <a:pt x="80594" y="20000"/>
                  <a:pt x="79088" y="20000"/>
                </a:cubicBezTo>
                <a:lnTo>
                  <a:pt x="40911" y="20000"/>
                </a:lnTo>
                <a:cubicBezTo>
                  <a:pt x="39405" y="20000"/>
                  <a:pt x="38183" y="21494"/>
                  <a:pt x="38183" y="23333"/>
                </a:cubicBezTo>
                <a:cubicBezTo>
                  <a:pt x="38183" y="25177"/>
                  <a:pt x="39405" y="26666"/>
                  <a:pt x="40911" y="2666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39" name="Shape 4810">
            <a:extLst>
              <a:ext uri="{FF2B5EF4-FFF2-40B4-BE49-F238E27FC236}">
                <a16:creationId xmlns:a16="http://schemas.microsoft.com/office/drawing/2014/main" id="{8E084B40-2981-3F18-6D6B-3BC29F59C4B4}"/>
              </a:ext>
            </a:extLst>
          </p:cNvPr>
          <p:cNvSpPr/>
          <p:nvPr/>
        </p:nvSpPr>
        <p:spPr>
          <a:xfrm>
            <a:off x="1669912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65455"/>
                </a:moveTo>
                <a:lnTo>
                  <a:pt x="5455" y="65455"/>
                </a:lnTo>
                <a:lnTo>
                  <a:pt x="5455" y="38183"/>
                </a:lnTo>
                <a:lnTo>
                  <a:pt x="38372" y="38183"/>
                </a:lnTo>
                <a:cubicBezTo>
                  <a:pt x="39716" y="48944"/>
                  <a:pt x="48877" y="57272"/>
                  <a:pt x="60000" y="57272"/>
                </a:cubicBezTo>
                <a:cubicBezTo>
                  <a:pt x="71122" y="57272"/>
                  <a:pt x="80283" y="48944"/>
                  <a:pt x="81627" y="38183"/>
                </a:cubicBezTo>
                <a:lnTo>
                  <a:pt x="114544" y="38183"/>
                </a:lnTo>
                <a:cubicBezTo>
                  <a:pt x="114544" y="38183"/>
                  <a:pt x="114544" y="65455"/>
                  <a:pt x="114544" y="65455"/>
                </a:cubicBezTo>
                <a:close/>
                <a:moveTo>
                  <a:pt x="112577" y="81816"/>
                </a:moveTo>
                <a:lnTo>
                  <a:pt x="79088" y="81816"/>
                </a:lnTo>
                <a:cubicBezTo>
                  <a:pt x="77588" y="81816"/>
                  <a:pt x="76361" y="83038"/>
                  <a:pt x="76361" y="84544"/>
                </a:cubicBezTo>
                <a:cubicBezTo>
                  <a:pt x="76361" y="93583"/>
                  <a:pt x="69038" y="100911"/>
                  <a:pt x="60000" y="100911"/>
                </a:cubicBezTo>
                <a:cubicBezTo>
                  <a:pt x="50961" y="100911"/>
                  <a:pt x="43638" y="93583"/>
                  <a:pt x="43638" y="84544"/>
                </a:cubicBezTo>
                <a:cubicBezTo>
                  <a:pt x="43638" y="83038"/>
                  <a:pt x="42411" y="81816"/>
                  <a:pt x="40911" y="81816"/>
                </a:cubicBezTo>
                <a:lnTo>
                  <a:pt x="7422" y="81816"/>
                </a:lnTo>
                <a:lnTo>
                  <a:pt x="14900" y="70911"/>
                </a:lnTo>
                <a:lnTo>
                  <a:pt x="105100" y="70911"/>
                </a:lnTo>
                <a:cubicBezTo>
                  <a:pt x="105100" y="70911"/>
                  <a:pt x="112577" y="81816"/>
                  <a:pt x="112577" y="81816"/>
                </a:cubicBezTo>
                <a:close/>
                <a:moveTo>
                  <a:pt x="114544" y="114544"/>
                </a:moveTo>
                <a:lnTo>
                  <a:pt x="5455" y="114544"/>
                </a:lnTo>
                <a:lnTo>
                  <a:pt x="5455" y="87272"/>
                </a:lnTo>
                <a:lnTo>
                  <a:pt x="38372" y="87272"/>
                </a:lnTo>
                <a:cubicBezTo>
                  <a:pt x="39716" y="98033"/>
                  <a:pt x="48877" y="106361"/>
                  <a:pt x="60000" y="106361"/>
                </a:cubicBezTo>
                <a:cubicBezTo>
                  <a:pt x="71122" y="106361"/>
                  <a:pt x="80283" y="98033"/>
                  <a:pt x="81627" y="87272"/>
                </a:cubicBezTo>
                <a:lnTo>
                  <a:pt x="114544" y="87272"/>
                </a:lnTo>
                <a:cubicBezTo>
                  <a:pt x="114544" y="87272"/>
                  <a:pt x="114544" y="114544"/>
                  <a:pt x="114544" y="114544"/>
                </a:cubicBezTo>
                <a:close/>
                <a:moveTo>
                  <a:pt x="26122" y="5455"/>
                </a:moveTo>
                <a:lnTo>
                  <a:pt x="93877" y="5455"/>
                </a:lnTo>
                <a:lnTo>
                  <a:pt x="112577" y="32727"/>
                </a:lnTo>
                <a:lnTo>
                  <a:pt x="79088" y="32727"/>
                </a:lnTo>
                <a:cubicBezTo>
                  <a:pt x="77588" y="32727"/>
                  <a:pt x="76361" y="33950"/>
                  <a:pt x="76361" y="35455"/>
                </a:cubicBezTo>
                <a:cubicBezTo>
                  <a:pt x="76361" y="44494"/>
                  <a:pt x="69038" y="51816"/>
                  <a:pt x="60000" y="51816"/>
                </a:cubicBezTo>
                <a:cubicBezTo>
                  <a:pt x="50961" y="51816"/>
                  <a:pt x="43638" y="44494"/>
                  <a:pt x="43638" y="35455"/>
                </a:cubicBezTo>
                <a:cubicBezTo>
                  <a:pt x="43638" y="33950"/>
                  <a:pt x="42411" y="32727"/>
                  <a:pt x="40911" y="32727"/>
                </a:cubicBezTo>
                <a:lnTo>
                  <a:pt x="7422" y="32727"/>
                </a:lnTo>
                <a:cubicBezTo>
                  <a:pt x="7422" y="32727"/>
                  <a:pt x="26122" y="5455"/>
                  <a:pt x="26122" y="5455"/>
                </a:cubicBezTo>
                <a:close/>
                <a:moveTo>
                  <a:pt x="120000" y="68183"/>
                </a:moveTo>
                <a:lnTo>
                  <a:pt x="120000" y="35455"/>
                </a:lnTo>
                <a:cubicBezTo>
                  <a:pt x="120000" y="35016"/>
                  <a:pt x="119872" y="34616"/>
                  <a:pt x="119683" y="34250"/>
                </a:cubicBezTo>
                <a:lnTo>
                  <a:pt x="119711" y="34233"/>
                </a:lnTo>
                <a:lnTo>
                  <a:pt x="97894" y="1511"/>
                </a:lnTo>
                <a:lnTo>
                  <a:pt x="97866" y="1522"/>
                </a:lnTo>
                <a:cubicBezTo>
                  <a:pt x="97422" y="627"/>
                  <a:pt x="96522" y="0"/>
                  <a:pt x="95455" y="0"/>
                </a:cubicBezTo>
                <a:lnTo>
                  <a:pt x="24544" y="0"/>
                </a:lnTo>
                <a:cubicBezTo>
                  <a:pt x="23477" y="0"/>
                  <a:pt x="22577" y="627"/>
                  <a:pt x="22133" y="1522"/>
                </a:cubicBezTo>
                <a:lnTo>
                  <a:pt x="22105" y="1511"/>
                </a:lnTo>
                <a:lnTo>
                  <a:pt x="288" y="34233"/>
                </a:lnTo>
                <a:lnTo>
                  <a:pt x="316" y="34250"/>
                </a:lnTo>
                <a:cubicBezTo>
                  <a:pt x="127" y="34616"/>
                  <a:pt x="0" y="35016"/>
                  <a:pt x="0" y="35455"/>
                </a:cubicBezTo>
                <a:lnTo>
                  <a:pt x="0" y="68183"/>
                </a:lnTo>
                <a:cubicBezTo>
                  <a:pt x="0" y="69688"/>
                  <a:pt x="1222" y="70911"/>
                  <a:pt x="2727" y="70911"/>
                </a:cubicBezTo>
                <a:lnTo>
                  <a:pt x="8566" y="70911"/>
                </a:lnTo>
                <a:lnTo>
                  <a:pt x="288" y="83327"/>
                </a:lnTo>
                <a:lnTo>
                  <a:pt x="316" y="83338"/>
                </a:lnTo>
                <a:cubicBezTo>
                  <a:pt x="127" y="83705"/>
                  <a:pt x="0" y="84105"/>
                  <a:pt x="0" y="84544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777"/>
                  <a:pt x="120000" y="117272"/>
                </a:cubicBezTo>
                <a:lnTo>
                  <a:pt x="120000" y="84544"/>
                </a:lnTo>
                <a:cubicBezTo>
                  <a:pt x="120000" y="84105"/>
                  <a:pt x="119872" y="83705"/>
                  <a:pt x="119683" y="83338"/>
                </a:cubicBezTo>
                <a:lnTo>
                  <a:pt x="119711" y="83327"/>
                </a:lnTo>
                <a:lnTo>
                  <a:pt x="111433" y="70911"/>
                </a:lnTo>
                <a:lnTo>
                  <a:pt x="117272" y="70911"/>
                </a:lnTo>
                <a:cubicBezTo>
                  <a:pt x="118777" y="70911"/>
                  <a:pt x="120000" y="69688"/>
                  <a:pt x="120000" y="6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41" name="Shape 4811">
            <a:extLst>
              <a:ext uri="{FF2B5EF4-FFF2-40B4-BE49-F238E27FC236}">
                <a16:creationId xmlns:a16="http://schemas.microsoft.com/office/drawing/2014/main" id="{8009E769-8066-1022-7EA4-12B896DCF658}"/>
              </a:ext>
            </a:extLst>
          </p:cNvPr>
          <p:cNvSpPr/>
          <p:nvPr/>
        </p:nvSpPr>
        <p:spPr>
          <a:xfrm>
            <a:off x="2174098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57272"/>
                </a:moveTo>
                <a:cubicBezTo>
                  <a:pt x="115766" y="57272"/>
                  <a:pt x="114544" y="58494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77844" y="5455"/>
                  <a:pt x="93666" y="14033"/>
                  <a:pt x="103622" y="27272"/>
                </a:cubicBezTo>
                <a:lnTo>
                  <a:pt x="81816" y="27272"/>
                </a:lnTo>
                <a:cubicBezTo>
                  <a:pt x="80311" y="27272"/>
                  <a:pt x="79088" y="28494"/>
                  <a:pt x="79088" y="30000"/>
                </a:cubicBezTo>
                <a:cubicBezTo>
                  <a:pt x="79088" y="31511"/>
                  <a:pt x="80311" y="32727"/>
                  <a:pt x="81816" y="32727"/>
                </a:cubicBezTo>
                <a:lnTo>
                  <a:pt x="109088" y="32727"/>
                </a:lnTo>
                <a:cubicBezTo>
                  <a:pt x="110594" y="32727"/>
                  <a:pt x="111816" y="31511"/>
                  <a:pt x="111816" y="30000"/>
                </a:cubicBezTo>
                <a:lnTo>
                  <a:pt x="111816" y="2727"/>
                </a:lnTo>
                <a:cubicBezTo>
                  <a:pt x="111816" y="1222"/>
                  <a:pt x="110594" y="0"/>
                  <a:pt x="109088" y="0"/>
                </a:cubicBezTo>
                <a:cubicBezTo>
                  <a:pt x="107588" y="0"/>
                  <a:pt x="106361" y="1222"/>
                  <a:pt x="106361" y="2727"/>
                </a:cubicBezTo>
                <a:lnTo>
                  <a:pt x="106361" y="22011"/>
                </a:lnTo>
                <a:cubicBezTo>
                  <a:pt x="95366" y="8588"/>
                  <a:pt x="78705" y="0"/>
                  <a:pt x="60000" y="0"/>
                </a:cubicBezTo>
                <a:cubicBezTo>
                  <a:pt x="26866" y="0"/>
                  <a:pt x="0" y="26866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43" name="Shape 4812">
            <a:extLst>
              <a:ext uri="{FF2B5EF4-FFF2-40B4-BE49-F238E27FC236}">
                <a16:creationId xmlns:a16="http://schemas.microsoft.com/office/drawing/2014/main" id="{C1F15E2D-D417-7475-5C38-C500C58F54C5}"/>
              </a:ext>
            </a:extLst>
          </p:cNvPr>
          <p:cNvSpPr/>
          <p:nvPr/>
        </p:nvSpPr>
        <p:spPr>
          <a:xfrm>
            <a:off x="2678284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5455"/>
                </a:moveTo>
                <a:cubicBezTo>
                  <a:pt x="77844" y="5455"/>
                  <a:pt x="93666" y="14033"/>
                  <a:pt x="103622" y="27272"/>
                </a:cubicBezTo>
                <a:lnTo>
                  <a:pt x="81816" y="27272"/>
                </a:lnTo>
                <a:cubicBezTo>
                  <a:pt x="80311" y="27272"/>
                  <a:pt x="79088" y="28494"/>
                  <a:pt x="79088" y="30000"/>
                </a:cubicBezTo>
                <a:cubicBezTo>
                  <a:pt x="79088" y="31511"/>
                  <a:pt x="80311" y="32727"/>
                  <a:pt x="81816" y="32727"/>
                </a:cubicBezTo>
                <a:lnTo>
                  <a:pt x="109088" y="32727"/>
                </a:lnTo>
                <a:cubicBezTo>
                  <a:pt x="110594" y="32727"/>
                  <a:pt x="111816" y="31511"/>
                  <a:pt x="111816" y="30000"/>
                </a:cubicBezTo>
                <a:lnTo>
                  <a:pt x="111816" y="2727"/>
                </a:lnTo>
                <a:cubicBezTo>
                  <a:pt x="111816" y="1222"/>
                  <a:pt x="110594" y="0"/>
                  <a:pt x="109088" y="0"/>
                </a:cubicBezTo>
                <a:cubicBezTo>
                  <a:pt x="107588" y="0"/>
                  <a:pt x="106361" y="1222"/>
                  <a:pt x="106361" y="2727"/>
                </a:cubicBezTo>
                <a:lnTo>
                  <a:pt x="106361" y="22011"/>
                </a:lnTo>
                <a:cubicBezTo>
                  <a:pt x="95366" y="8588"/>
                  <a:pt x="78705" y="0"/>
                  <a:pt x="60000" y="0"/>
                </a:cubicBezTo>
                <a:cubicBezTo>
                  <a:pt x="26866" y="0"/>
                  <a:pt x="0" y="26866"/>
                  <a:pt x="0" y="60000"/>
                </a:cubicBezTo>
                <a:cubicBezTo>
                  <a:pt x="0" y="61505"/>
                  <a:pt x="1222" y="62727"/>
                  <a:pt x="2727" y="62727"/>
                </a:cubicBezTo>
                <a:cubicBezTo>
                  <a:pt x="4233" y="62727"/>
                  <a:pt x="5455" y="61505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moveTo>
                  <a:pt x="117272" y="57272"/>
                </a:moveTo>
                <a:cubicBezTo>
                  <a:pt x="115766" y="57272"/>
                  <a:pt x="114544" y="58494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cubicBezTo>
                  <a:pt x="42155" y="114544"/>
                  <a:pt x="26333" y="105972"/>
                  <a:pt x="16377" y="92727"/>
                </a:cubicBezTo>
                <a:lnTo>
                  <a:pt x="38183" y="92727"/>
                </a:lnTo>
                <a:cubicBezTo>
                  <a:pt x="39688" y="92727"/>
                  <a:pt x="40911" y="91505"/>
                  <a:pt x="40911" y="90000"/>
                </a:cubicBezTo>
                <a:cubicBezTo>
                  <a:pt x="40911" y="88494"/>
                  <a:pt x="39688" y="87272"/>
                  <a:pt x="38183" y="87272"/>
                </a:cubicBezTo>
                <a:lnTo>
                  <a:pt x="10911" y="87272"/>
                </a:lnTo>
                <a:cubicBezTo>
                  <a:pt x="9405" y="87272"/>
                  <a:pt x="8183" y="88494"/>
                  <a:pt x="8183" y="90000"/>
                </a:cubicBezTo>
                <a:lnTo>
                  <a:pt x="8183" y="117272"/>
                </a:lnTo>
                <a:cubicBezTo>
                  <a:pt x="8183" y="118777"/>
                  <a:pt x="9405" y="120000"/>
                  <a:pt x="10911" y="120000"/>
                </a:cubicBezTo>
                <a:cubicBezTo>
                  <a:pt x="12411" y="120000"/>
                  <a:pt x="13638" y="118777"/>
                  <a:pt x="13638" y="117272"/>
                </a:cubicBezTo>
                <a:lnTo>
                  <a:pt x="13638" y="97994"/>
                </a:lnTo>
                <a:cubicBezTo>
                  <a:pt x="24633" y="111411"/>
                  <a:pt x="41294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45" name="Shape 4813">
            <a:extLst>
              <a:ext uri="{FF2B5EF4-FFF2-40B4-BE49-F238E27FC236}">
                <a16:creationId xmlns:a16="http://schemas.microsoft.com/office/drawing/2014/main" id="{CAC40328-7B94-132A-0AA5-255F36A170B3}"/>
              </a:ext>
            </a:extLst>
          </p:cNvPr>
          <p:cNvSpPr/>
          <p:nvPr/>
        </p:nvSpPr>
        <p:spPr>
          <a:xfrm>
            <a:off x="3206479" y="185291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6666" y="7822"/>
                </a:moveTo>
                <a:lnTo>
                  <a:pt x="97322" y="24544"/>
                </a:lnTo>
                <a:lnTo>
                  <a:pt x="66666" y="41272"/>
                </a:lnTo>
                <a:cubicBezTo>
                  <a:pt x="66666" y="41272"/>
                  <a:pt x="66666" y="7822"/>
                  <a:pt x="66666" y="7822"/>
                </a:cubicBezTo>
                <a:close/>
                <a:moveTo>
                  <a:pt x="116666" y="68183"/>
                </a:moveTo>
                <a:cubicBezTo>
                  <a:pt x="114827" y="68183"/>
                  <a:pt x="113333" y="69400"/>
                  <a:pt x="113333" y="70911"/>
                </a:cubicBezTo>
                <a:cubicBezTo>
                  <a:pt x="113333" y="95011"/>
                  <a:pt x="89455" y="114544"/>
                  <a:pt x="60000" y="114544"/>
                </a:cubicBezTo>
                <a:cubicBezTo>
                  <a:pt x="30544" y="114544"/>
                  <a:pt x="6666" y="95011"/>
                  <a:pt x="6666" y="70911"/>
                </a:cubicBezTo>
                <a:cubicBezTo>
                  <a:pt x="6666" y="46811"/>
                  <a:pt x="30544" y="27272"/>
                  <a:pt x="60000" y="27272"/>
                </a:cubicBezTo>
                <a:lnTo>
                  <a:pt x="60000" y="46361"/>
                </a:lnTo>
                <a:cubicBezTo>
                  <a:pt x="60000" y="47872"/>
                  <a:pt x="61494" y="49088"/>
                  <a:pt x="63333" y="49088"/>
                </a:cubicBezTo>
                <a:cubicBezTo>
                  <a:pt x="64022" y="49088"/>
                  <a:pt x="64616" y="48883"/>
                  <a:pt x="65144" y="48594"/>
                </a:cubicBezTo>
                <a:lnTo>
                  <a:pt x="65183" y="48633"/>
                </a:lnTo>
                <a:lnTo>
                  <a:pt x="105183" y="26816"/>
                </a:lnTo>
                <a:lnTo>
                  <a:pt x="105144" y="26772"/>
                </a:lnTo>
                <a:cubicBezTo>
                  <a:pt x="106038" y="26283"/>
                  <a:pt x="106666" y="25494"/>
                  <a:pt x="106666" y="24544"/>
                </a:cubicBezTo>
                <a:cubicBezTo>
                  <a:pt x="106666" y="23600"/>
                  <a:pt x="106038" y="22811"/>
                  <a:pt x="105144" y="22316"/>
                </a:cubicBezTo>
                <a:lnTo>
                  <a:pt x="105183" y="22277"/>
                </a:lnTo>
                <a:lnTo>
                  <a:pt x="65183" y="455"/>
                </a:lnTo>
                <a:lnTo>
                  <a:pt x="65144" y="500"/>
                </a:lnTo>
                <a:cubicBezTo>
                  <a:pt x="64616" y="211"/>
                  <a:pt x="64022" y="0"/>
                  <a:pt x="63333" y="0"/>
                </a:cubicBezTo>
                <a:cubicBezTo>
                  <a:pt x="61494" y="0"/>
                  <a:pt x="60000" y="1222"/>
                  <a:pt x="60000" y="2727"/>
                </a:cubicBezTo>
                <a:lnTo>
                  <a:pt x="60000" y="21816"/>
                </a:lnTo>
                <a:cubicBezTo>
                  <a:pt x="26861" y="21816"/>
                  <a:pt x="0" y="43794"/>
                  <a:pt x="0" y="70911"/>
                </a:cubicBezTo>
                <a:cubicBezTo>
                  <a:pt x="0" y="98022"/>
                  <a:pt x="26861" y="120000"/>
                  <a:pt x="60000" y="120000"/>
                </a:cubicBezTo>
                <a:cubicBezTo>
                  <a:pt x="93138" y="120000"/>
                  <a:pt x="120000" y="98022"/>
                  <a:pt x="120000" y="70911"/>
                </a:cubicBezTo>
                <a:cubicBezTo>
                  <a:pt x="120000" y="69400"/>
                  <a:pt x="118505" y="68183"/>
                  <a:pt x="116666" y="6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47" name="Shape 4814">
            <a:extLst>
              <a:ext uri="{FF2B5EF4-FFF2-40B4-BE49-F238E27FC236}">
                <a16:creationId xmlns:a16="http://schemas.microsoft.com/office/drawing/2014/main" id="{81930AFA-72B7-EEAF-8253-3DEB03A4F847}"/>
              </a:ext>
            </a:extLst>
          </p:cNvPr>
          <p:cNvSpPr/>
          <p:nvPr/>
        </p:nvSpPr>
        <p:spPr>
          <a:xfrm>
            <a:off x="3710665" y="185291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666" y="68183"/>
                </a:moveTo>
                <a:cubicBezTo>
                  <a:pt x="114822" y="68183"/>
                  <a:pt x="113333" y="69400"/>
                  <a:pt x="113333" y="70911"/>
                </a:cubicBezTo>
                <a:cubicBezTo>
                  <a:pt x="113333" y="95011"/>
                  <a:pt x="89455" y="114544"/>
                  <a:pt x="60000" y="114544"/>
                </a:cubicBezTo>
                <a:cubicBezTo>
                  <a:pt x="30544" y="114544"/>
                  <a:pt x="6666" y="95011"/>
                  <a:pt x="6666" y="70911"/>
                </a:cubicBezTo>
                <a:cubicBezTo>
                  <a:pt x="6666" y="46811"/>
                  <a:pt x="30544" y="27272"/>
                  <a:pt x="60000" y="27272"/>
                </a:cubicBezTo>
                <a:lnTo>
                  <a:pt x="82044" y="27272"/>
                </a:lnTo>
                <a:lnTo>
                  <a:pt x="61483" y="44094"/>
                </a:lnTo>
                <a:lnTo>
                  <a:pt x="61516" y="44138"/>
                </a:lnTo>
                <a:cubicBezTo>
                  <a:pt x="60622" y="44627"/>
                  <a:pt x="60000" y="45416"/>
                  <a:pt x="60000" y="46361"/>
                </a:cubicBezTo>
                <a:cubicBezTo>
                  <a:pt x="60000" y="47872"/>
                  <a:pt x="61488" y="49088"/>
                  <a:pt x="63333" y="49088"/>
                </a:cubicBezTo>
                <a:cubicBezTo>
                  <a:pt x="64016" y="49088"/>
                  <a:pt x="64616" y="48877"/>
                  <a:pt x="65150" y="48594"/>
                </a:cubicBezTo>
                <a:lnTo>
                  <a:pt x="65183" y="48633"/>
                </a:lnTo>
                <a:lnTo>
                  <a:pt x="65411" y="48450"/>
                </a:lnTo>
                <a:cubicBezTo>
                  <a:pt x="65583" y="48333"/>
                  <a:pt x="65733" y="48205"/>
                  <a:pt x="65877" y="48061"/>
                </a:cubicBezTo>
                <a:lnTo>
                  <a:pt x="91850" y="26816"/>
                </a:lnTo>
                <a:lnTo>
                  <a:pt x="91816" y="26772"/>
                </a:lnTo>
                <a:cubicBezTo>
                  <a:pt x="92711" y="26283"/>
                  <a:pt x="93333" y="25494"/>
                  <a:pt x="93333" y="24544"/>
                </a:cubicBezTo>
                <a:cubicBezTo>
                  <a:pt x="93333" y="23600"/>
                  <a:pt x="92711" y="22811"/>
                  <a:pt x="91816" y="22322"/>
                </a:cubicBezTo>
                <a:lnTo>
                  <a:pt x="91850" y="22277"/>
                </a:lnTo>
                <a:lnTo>
                  <a:pt x="65877" y="1027"/>
                </a:lnTo>
                <a:cubicBezTo>
                  <a:pt x="65733" y="883"/>
                  <a:pt x="65583" y="761"/>
                  <a:pt x="65411" y="644"/>
                </a:cubicBezTo>
                <a:lnTo>
                  <a:pt x="65183" y="455"/>
                </a:lnTo>
                <a:lnTo>
                  <a:pt x="65150" y="500"/>
                </a:lnTo>
                <a:cubicBezTo>
                  <a:pt x="64616" y="211"/>
                  <a:pt x="64016" y="0"/>
                  <a:pt x="63333" y="0"/>
                </a:cubicBezTo>
                <a:cubicBezTo>
                  <a:pt x="61488" y="0"/>
                  <a:pt x="60000" y="1222"/>
                  <a:pt x="60000" y="2727"/>
                </a:cubicBezTo>
                <a:cubicBezTo>
                  <a:pt x="60000" y="3677"/>
                  <a:pt x="60622" y="4466"/>
                  <a:pt x="61516" y="4955"/>
                </a:cubicBezTo>
                <a:lnTo>
                  <a:pt x="61483" y="4994"/>
                </a:lnTo>
                <a:lnTo>
                  <a:pt x="82044" y="21816"/>
                </a:lnTo>
                <a:lnTo>
                  <a:pt x="60000" y="21816"/>
                </a:lnTo>
                <a:cubicBezTo>
                  <a:pt x="26861" y="21816"/>
                  <a:pt x="0" y="43800"/>
                  <a:pt x="0" y="70911"/>
                </a:cubicBezTo>
                <a:cubicBezTo>
                  <a:pt x="0" y="98022"/>
                  <a:pt x="26861" y="120000"/>
                  <a:pt x="60000" y="120000"/>
                </a:cubicBezTo>
                <a:cubicBezTo>
                  <a:pt x="93138" y="120000"/>
                  <a:pt x="120000" y="98022"/>
                  <a:pt x="120000" y="70911"/>
                </a:cubicBezTo>
                <a:cubicBezTo>
                  <a:pt x="120000" y="69400"/>
                  <a:pt x="118511" y="68183"/>
                  <a:pt x="116666" y="6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49" name="Shape 4815">
            <a:extLst>
              <a:ext uri="{FF2B5EF4-FFF2-40B4-BE49-F238E27FC236}">
                <a16:creationId xmlns:a16="http://schemas.microsoft.com/office/drawing/2014/main" id="{25E1E0D8-E9D6-B307-03B9-DE8DFCD1B1E4}"/>
              </a:ext>
            </a:extLst>
          </p:cNvPr>
          <p:cNvSpPr/>
          <p:nvPr/>
        </p:nvSpPr>
        <p:spPr>
          <a:xfrm>
            <a:off x="4190843" y="1852919"/>
            <a:ext cx="264098" cy="26409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3522" y="34955"/>
                </a:moveTo>
                <a:cubicBezTo>
                  <a:pt x="103572" y="34216"/>
                  <a:pt x="103638" y="33477"/>
                  <a:pt x="103638" y="32727"/>
                </a:cubicBezTo>
                <a:cubicBezTo>
                  <a:pt x="103638" y="14655"/>
                  <a:pt x="88983" y="0"/>
                  <a:pt x="70911" y="0"/>
                </a:cubicBezTo>
                <a:cubicBezTo>
                  <a:pt x="58327" y="0"/>
                  <a:pt x="47422" y="7105"/>
                  <a:pt x="41944" y="17516"/>
                </a:cubicBezTo>
                <a:cubicBezTo>
                  <a:pt x="39916" y="16783"/>
                  <a:pt x="37738" y="16361"/>
                  <a:pt x="35455" y="16361"/>
                </a:cubicBezTo>
                <a:cubicBezTo>
                  <a:pt x="24911" y="16361"/>
                  <a:pt x="16361" y="24911"/>
                  <a:pt x="16361" y="35455"/>
                </a:cubicBezTo>
                <a:cubicBezTo>
                  <a:pt x="16361" y="36827"/>
                  <a:pt x="16516" y="38161"/>
                  <a:pt x="16788" y="39450"/>
                </a:cubicBezTo>
                <a:cubicBezTo>
                  <a:pt x="7038" y="42700"/>
                  <a:pt x="0" y="51883"/>
                  <a:pt x="0" y="62727"/>
                </a:cubicBezTo>
                <a:cubicBezTo>
                  <a:pt x="0" y="76283"/>
                  <a:pt x="10988" y="87272"/>
                  <a:pt x="24544" y="87272"/>
                </a:cubicBezTo>
                <a:lnTo>
                  <a:pt x="49088" y="87272"/>
                </a:lnTo>
                <a:cubicBezTo>
                  <a:pt x="50600" y="87272"/>
                  <a:pt x="51816" y="86050"/>
                  <a:pt x="51816" y="84544"/>
                </a:cubicBezTo>
                <a:cubicBezTo>
                  <a:pt x="51816" y="83038"/>
                  <a:pt x="50600" y="81816"/>
                  <a:pt x="49088" y="81816"/>
                </a:cubicBezTo>
                <a:lnTo>
                  <a:pt x="24544" y="81816"/>
                </a:lnTo>
                <a:cubicBezTo>
                  <a:pt x="14022" y="81816"/>
                  <a:pt x="5455" y="73250"/>
                  <a:pt x="5455" y="62727"/>
                </a:cubicBezTo>
                <a:cubicBezTo>
                  <a:pt x="5455" y="54500"/>
                  <a:pt x="10700" y="47233"/>
                  <a:pt x="18516" y="44627"/>
                </a:cubicBezTo>
                <a:lnTo>
                  <a:pt x="23138" y="43088"/>
                </a:lnTo>
                <a:lnTo>
                  <a:pt x="22122" y="38316"/>
                </a:lnTo>
                <a:cubicBezTo>
                  <a:pt x="21922" y="37361"/>
                  <a:pt x="21816" y="36394"/>
                  <a:pt x="21816" y="35455"/>
                </a:cubicBezTo>
                <a:cubicBezTo>
                  <a:pt x="21816" y="27933"/>
                  <a:pt x="27933" y="21816"/>
                  <a:pt x="35455" y="21816"/>
                </a:cubicBezTo>
                <a:cubicBezTo>
                  <a:pt x="37011" y="21816"/>
                  <a:pt x="38566" y="22094"/>
                  <a:pt x="40083" y="22650"/>
                </a:cubicBezTo>
                <a:lnTo>
                  <a:pt x="44550" y="24266"/>
                </a:lnTo>
                <a:lnTo>
                  <a:pt x="46766" y="20061"/>
                </a:lnTo>
                <a:cubicBezTo>
                  <a:pt x="51511" y="11050"/>
                  <a:pt x="60761" y="5455"/>
                  <a:pt x="70911" y="5455"/>
                </a:cubicBezTo>
                <a:cubicBezTo>
                  <a:pt x="85944" y="5455"/>
                  <a:pt x="98183" y="17688"/>
                  <a:pt x="98183" y="32727"/>
                </a:cubicBezTo>
                <a:cubicBezTo>
                  <a:pt x="98183" y="33205"/>
                  <a:pt x="98144" y="33666"/>
                  <a:pt x="98111" y="34138"/>
                </a:cubicBezTo>
                <a:lnTo>
                  <a:pt x="98083" y="34605"/>
                </a:lnTo>
                <a:lnTo>
                  <a:pt x="97833" y="38444"/>
                </a:lnTo>
                <a:lnTo>
                  <a:pt x="101361" y="39966"/>
                </a:lnTo>
                <a:cubicBezTo>
                  <a:pt x="109366" y="43422"/>
                  <a:pt x="114544" y="51288"/>
                  <a:pt x="114544" y="60000"/>
                </a:cubicBezTo>
                <a:cubicBezTo>
                  <a:pt x="114544" y="72027"/>
                  <a:pt x="104755" y="81816"/>
                  <a:pt x="92727" y="81816"/>
                </a:cubicBezTo>
                <a:lnTo>
                  <a:pt x="70911" y="81816"/>
                </a:lnTo>
                <a:cubicBezTo>
                  <a:pt x="69400" y="81816"/>
                  <a:pt x="68183" y="83038"/>
                  <a:pt x="68183" y="84544"/>
                </a:cubicBezTo>
                <a:cubicBezTo>
                  <a:pt x="68183" y="86050"/>
                  <a:pt x="69400" y="87272"/>
                  <a:pt x="70911" y="87272"/>
                </a:cubicBezTo>
                <a:lnTo>
                  <a:pt x="92727" y="87272"/>
                </a:lnTo>
                <a:cubicBezTo>
                  <a:pt x="107783" y="87272"/>
                  <a:pt x="120000" y="75061"/>
                  <a:pt x="120000" y="60000"/>
                </a:cubicBezTo>
                <a:cubicBezTo>
                  <a:pt x="120000" y="48777"/>
                  <a:pt x="113211" y="39138"/>
                  <a:pt x="103522" y="34955"/>
                </a:cubicBezTo>
                <a:moveTo>
                  <a:pt x="76361" y="98183"/>
                </a:moveTo>
                <a:cubicBezTo>
                  <a:pt x="75611" y="98183"/>
                  <a:pt x="74933" y="98488"/>
                  <a:pt x="74433" y="98983"/>
                </a:cubicBezTo>
                <a:lnTo>
                  <a:pt x="62727" y="110688"/>
                </a:lnTo>
                <a:lnTo>
                  <a:pt x="62727" y="46366"/>
                </a:lnTo>
                <a:cubicBezTo>
                  <a:pt x="62727" y="44855"/>
                  <a:pt x="61505" y="43638"/>
                  <a:pt x="60000" y="43638"/>
                </a:cubicBezTo>
                <a:cubicBezTo>
                  <a:pt x="58494" y="43638"/>
                  <a:pt x="57272" y="44855"/>
                  <a:pt x="57272" y="46366"/>
                </a:cubicBezTo>
                <a:lnTo>
                  <a:pt x="57272" y="110688"/>
                </a:lnTo>
                <a:lnTo>
                  <a:pt x="45566" y="98983"/>
                </a:lnTo>
                <a:cubicBezTo>
                  <a:pt x="45072" y="98488"/>
                  <a:pt x="44388" y="98183"/>
                  <a:pt x="43638" y="98183"/>
                </a:cubicBezTo>
                <a:cubicBezTo>
                  <a:pt x="42127" y="98183"/>
                  <a:pt x="40911" y="99405"/>
                  <a:pt x="40911" y="100911"/>
                </a:cubicBezTo>
                <a:cubicBezTo>
                  <a:pt x="40911" y="101666"/>
                  <a:pt x="41216" y="102344"/>
                  <a:pt x="41705" y="102838"/>
                </a:cubicBezTo>
                <a:lnTo>
                  <a:pt x="58072" y="119200"/>
                </a:lnTo>
                <a:cubicBezTo>
                  <a:pt x="58566" y="119694"/>
                  <a:pt x="59244" y="120000"/>
                  <a:pt x="60000" y="120000"/>
                </a:cubicBezTo>
                <a:cubicBezTo>
                  <a:pt x="60755" y="120000"/>
                  <a:pt x="61433" y="119694"/>
                  <a:pt x="61927" y="119200"/>
                </a:cubicBezTo>
                <a:lnTo>
                  <a:pt x="78294" y="102838"/>
                </a:lnTo>
                <a:cubicBezTo>
                  <a:pt x="78788" y="102344"/>
                  <a:pt x="79088" y="101666"/>
                  <a:pt x="79088" y="100911"/>
                </a:cubicBezTo>
                <a:cubicBezTo>
                  <a:pt x="79088" y="99405"/>
                  <a:pt x="77872" y="98183"/>
                  <a:pt x="76361" y="9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51" name="Shape 4816">
            <a:extLst>
              <a:ext uri="{FF2B5EF4-FFF2-40B4-BE49-F238E27FC236}">
                <a16:creationId xmlns:a16="http://schemas.microsoft.com/office/drawing/2014/main" id="{B2B32F7C-D859-E375-DDDA-F31B910AD662}"/>
              </a:ext>
            </a:extLst>
          </p:cNvPr>
          <p:cNvSpPr/>
          <p:nvPr/>
        </p:nvSpPr>
        <p:spPr>
          <a:xfrm>
            <a:off x="4695028" y="1852919"/>
            <a:ext cx="264098" cy="26409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3522" y="34955"/>
                </a:moveTo>
                <a:cubicBezTo>
                  <a:pt x="103572" y="34216"/>
                  <a:pt x="103638" y="33477"/>
                  <a:pt x="103638" y="32727"/>
                </a:cubicBezTo>
                <a:cubicBezTo>
                  <a:pt x="103638" y="14655"/>
                  <a:pt x="88983" y="0"/>
                  <a:pt x="70911" y="0"/>
                </a:cubicBezTo>
                <a:cubicBezTo>
                  <a:pt x="58327" y="0"/>
                  <a:pt x="47422" y="7105"/>
                  <a:pt x="41944" y="17516"/>
                </a:cubicBezTo>
                <a:cubicBezTo>
                  <a:pt x="39916" y="16783"/>
                  <a:pt x="37738" y="16361"/>
                  <a:pt x="35455" y="16361"/>
                </a:cubicBezTo>
                <a:cubicBezTo>
                  <a:pt x="24911" y="16361"/>
                  <a:pt x="16361" y="24911"/>
                  <a:pt x="16361" y="35455"/>
                </a:cubicBezTo>
                <a:cubicBezTo>
                  <a:pt x="16361" y="36827"/>
                  <a:pt x="16516" y="38161"/>
                  <a:pt x="16788" y="39450"/>
                </a:cubicBezTo>
                <a:cubicBezTo>
                  <a:pt x="7038" y="42700"/>
                  <a:pt x="0" y="51883"/>
                  <a:pt x="0" y="62727"/>
                </a:cubicBezTo>
                <a:cubicBezTo>
                  <a:pt x="0" y="76283"/>
                  <a:pt x="10988" y="87272"/>
                  <a:pt x="24544" y="87272"/>
                </a:cubicBezTo>
                <a:lnTo>
                  <a:pt x="49088" y="87272"/>
                </a:lnTo>
                <a:cubicBezTo>
                  <a:pt x="50600" y="87272"/>
                  <a:pt x="51816" y="86050"/>
                  <a:pt x="51816" y="84544"/>
                </a:cubicBezTo>
                <a:cubicBezTo>
                  <a:pt x="51816" y="83038"/>
                  <a:pt x="50600" y="81816"/>
                  <a:pt x="49088" y="81816"/>
                </a:cubicBezTo>
                <a:lnTo>
                  <a:pt x="24544" y="81816"/>
                </a:lnTo>
                <a:cubicBezTo>
                  <a:pt x="14022" y="81816"/>
                  <a:pt x="5455" y="73250"/>
                  <a:pt x="5455" y="62727"/>
                </a:cubicBezTo>
                <a:cubicBezTo>
                  <a:pt x="5455" y="54500"/>
                  <a:pt x="10700" y="47233"/>
                  <a:pt x="18516" y="44627"/>
                </a:cubicBezTo>
                <a:lnTo>
                  <a:pt x="23138" y="43088"/>
                </a:lnTo>
                <a:lnTo>
                  <a:pt x="22122" y="38316"/>
                </a:lnTo>
                <a:cubicBezTo>
                  <a:pt x="21922" y="37361"/>
                  <a:pt x="21816" y="36394"/>
                  <a:pt x="21816" y="35455"/>
                </a:cubicBezTo>
                <a:cubicBezTo>
                  <a:pt x="21816" y="27933"/>
                  <a:pt x="27933" y="21816"/>
                  <a:pt x="35455" y="21816"/>
                </a:cubicBezTo>
                <a:cubicBezTo>
                  <a:pt x="37011" y="21816"/>
                  <a:pt x="38566" y="22094"/>
                  <a:pt x="40083" y="22650"/>
                </a:cubicBezTo>
                <a:lnTo>
                  <a:pt x="44550" y="24266"/>
                </a:lnTo>
                <a:lnTo>
                  <a:pt x="46766" y="20061"/>
                </a:lnTo>
                <a:cubicBezTo>
                  <a:pt x="51511" y="11050"/>
                  <a:pt x="60761" y="5455"/>
                  <a:pt x="70911" y="5455"/>
                </a:cubicBezTo>
                <a:cubicBezTo>
                  <a:pt x="85944" y="5455"/>
                  <a:pt x="98183" y="17688"/>
                  <a:pt x="98183" y="32727"/>
                </a:cubicBezTo>
                <a:cubicBezTo>
                  <a:pt x="98183" y="33205"/>
                  <a:pt x="98144" y="33666"/>
                  <a:pt x="98111" y="34138"/>
                </a:cubicBezTo>
                <a:lnTo>
                  <a:pt x="98083" y="34605"/>
                </a:lnTo>
                <a:lnTo>
                  <a:pt x="97833" y="38444"/>
                </a:lnTo>
                <a:lnTo>
                  <a:pt x="101361" y="39966"/>
                </a:lnTo>
                <a:cubicBezTo>
                  <a:pt x="109372" y="43422"/>
                  <a:pt x="114544" y="51288"/>
                  <a:pt x="114544" y="60000"/>
                </a:cubicBezTo>
                <a:cubicBezTo>
                  <a:pt x="114544" y="72027"/>
                  <a:pt x="104755" y="81816"/>
                  <a:pt x="92727" y="81816"/>
                </a:cubicBezTo>
                <a:lnTo>
                  <a:pt x="70911" y="81816"/>
                </a:lnTo>
                <a:cubicBezTo>
                  <a:pt x="69400" y="81816"/>
                  <a:pt x="68183" y="83038"/>
                  <a:pt x="68183" y="84544"/>
                </a:cubicBezTo>
                <a:cubicBezTo>
                  <a:pt x="68183" y="86050"/>
                  <a:pt x="69400" y="87272"/>
                  <a:pt x="70911" y="87272"/>
                </a:cubicBezTo>
                <a:lnTo>
                  <a:pt x="92727" y="87272"/>
                </a:lnTo>
                <a:cubicBezTo>
                  <a:pt x="107783" y="87272"/>
                  <a:pt x="120000" y="75061"/>
                  <a:pt x="120000" y="60000"/>
                </a:cubicBezTo>
                <a:cubicBezTo>
                  <a:pt x="120000" y="48777"/>
                  <a:pt x="113211" y="39138"/>
                  <a:pt x="103522" y="34955"/>
                </a:cubicBezTo>
                <a:moveTo>
                  <a:pt x="76361" y="65455"/>
                </a:moveTo>
                <a:cubicBezTo>
                  <a:pt x="77872" y="65455"/>
                  <a:pt x="79088" y="64233"/>
                  <a:pt x="79088" y="62727"/>
                </a:cubicBezTo>
                <a:cubicBezTo>
                  <a:pt x="79088" y="61977"/>
                  <a:pt x="78788" y="61294"/>
                  <a:pt x="78294" y="60800"/>
                </a:cubicBezTo>
                <a:lnTo>
                  <a:pt x="61927" y="44433"/>
                </a:lnTo>
                <a:cubicBezTo>
                  <a:pt x="61433" y="43944"/>
                  <a:pt x="60755" y="43638"/>
                  <a:pt x="60000" y="43638"/>
                </a:cubicBezTo>
                <a:cubicBezTo>
                  <a:pt x="59250" y="43638"/>
                  <a:pt x="58566" y="43944"/>
                  <a:pt x="58072" y="44433"/>
                </a:cubicBezTo>
                <a:lnTo>
                  <a:pt x="41705" y="60800"/>
                </a:lnTo>
                <a:cubicBezTo>
                  <a:pt x="41216" y="61294"/>
                  <a:pt x="40911" y="61977"/>
                  <a:pt x="40911" y="62727"/>
                </a:cubicBezTo>
                <a:cubicBezTo>
                  <a:pt x="40911" y="64233"/>
                  <a:pt x="42127" y="65455"/>
                  <a:pt x="43638" y="65455"/>
                </a:cubicBezTo>
                <a:cubicBezTo>
                  <a:pt x="44388" y="65455"/>
                  <a:pt x="45072" y="65150"/>
                  <a:pt x="45566" y="64655"/>
                </a:cubicBezTo>
                <a:lnTo>
                  <a:pt x="57272" y="52950"/>
                </a:lnTo>
                <a:lnTo>
                  <a:pt x="57272" y="117272"/>
                </a:lnTo>
                <a:cubicBezTo>
                  <a:pt x="57272" y="118777"/>
                  <a:pt x="58494" y="120000"/>
                  <a:pt x="60000" y="120000"/>
                </a:cubicBezTo>
                <a:cubicBezTo>
                  <a:pt x="61505" y="120000"/>
                  <a:pt x="62727" y="118777"/>
                  <a:pt x="62727" y="117272"/>
                </a:cubicBezTo>
                <a:lnTo>
                  <a:pt x="62727" y="52950"/>
                </a:lnTo>
                <a:lnTo>
                  <a:pt x="74433" y="64655"/>
                </a:lnTo>
                <a:cubicBezTo>
                  <a:pt x="74933" y="65150"/>
                  <a:pt x="75611" y="65455"/>
                  <a:pt x="76361" y="654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53" name="Shape 4817">
            <a:extLst>
              <a:ext uri="{FF2B5EF4-FFF2-40B4-BE49-F238E27FC236}">
                <a16:creationId xmlns:a16="http://schemas.microsoft.com/office/drawing/2014/main" id="{A2DC9347-1B59-AC0A-03FE-803BC9F1F0BF}"/>
              </a:ext>
            </a:extLst>
          </p:cNvPr>
          <p:cNvSpPr/>
          <p:nvPr/>
        </p:nvSpPr>
        <p:spPr>
          <a:xfrm>
            <a:off x="5199213" y="1870924"/>
            <a:ext cx="264098" cy="2283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561" y="113794"/>
                </a:moveTo>
                <a:lnTo>
                  <a:pt x="70166" y="112432"/>
                </a:lnTo>
                <a:cubicBezTo>
                  <a:pt x="73916" y="109001"/>
                  <a:pt x="76361" y="103775"/>
                  <a:pt x="76361" y="97798"/>
                </a:cubicBezTo>
                <a:cubicBezTo>
                  <a:pt x="76361" y="90013"/>
                  <a:pt x="72294" y="83336"/>
                  <a:pt x="66483" y="80428"/>
                </a:cubicBezTo>
                <a:lnTo>
                  <a:pt x="65011" y="86655"/>
                </a:lnTo>
                <a:cubicBezTo>
                  <a:pt x="68500" y="88762"/>
                  <a:pt x="70911" y="92938"/>
                  <a:pt x="70911" y="97798"/>
                </a:cubicBezTo>
                <a:cubicBezTo>
                  <a:pt x="70911" y="101745"/>
                  <a:pt x="69316" y="105215"/>
                  <a:pt x="66861" y="107511"/>
                </a:cubicBezTo>
                <a:lnTo>
                  <a:pt x="68311" y="101267"/>
                </a:lnTo>
                <a:cubicBezTo>
                  <a:pt x="68483" y="100489"/>
                  <a:pt x="68411" y="99627"/>
                  <a:pt x="68033" y="98871"/>
                </a:cubicBezTo>
                <a:cubicBezTo>
                  <a:pt x="67283" y="97364"/>
                  <a:pt x="65616" y="96847"/>
                  <a:pt x="64311" y="97714"/>
                </a:cubicBezTo>
                <a:cubicBezTo>
                  <a:pt x="63661" y="98154"/>
                  <a:pt x="63222" y="98854"/>
                  <a:pt x="63038" y="99638"/>
                </a:cubicBezTo>
                <a:lnTo>
                  <a:pt x="60044" y="112560"/>
                </a:lnTo>
                <a:cubicBezTo>
                  <a:pt x="59866" y="113338"/>
                  <a:pt x="59938" y="114200"/>
                  <a:pt x="60316" y="114956"/>
                </a:cubicBezTo>
                <a:cubicBezTo>
                  <a:pt x="60666" y="115663"/>
                  <a:pt x="61227" y="116124"/>
                  <a:pt x="61850" y="116358"/>
                </a:cubicBezTo>
                <a:lnTo>
                  <a:pt x="61811" y="116519"/>
                </a:lnTo>
                <a:cubicBezTo>
                  <a:pt x="61900" y="116508"/>
                  <a:pt x="61988" y="116474"/>
                  <a:pt x="62072" y="116458"/>
                </a:cubicBezTo>
                <a:lnTo>
                  <a:pt x="73144" y="119888"/>
                </a:lnTo>
                <a:cubicBezTo>
                  <a:pt x="73822" y="120100"/>
                  <a:pt x="74566" y="120011"/>
                  <a:pt x="75216" y="119577"/>
                </a:cubicBezTo>
                <a:cubicBezTo>
                  <a:pt x="76522" y="118710"/>
                  <a:pt x="76972" y="116775"/>
                  <a:pt x="76216" y="115262"/>
                </a:cubicBezTo>
                <a:cubicBezTo>
                  <a:pt x="75838" y="114512"/>
                  <a:pt x="75233" y="114000"/>
                  <a:pt x="74561" y="113794"/>
                </a:cubicBezTo>
                <a:moveTo>
                  <a:pt x="103522" y="40439"/>
                </a:moveTo>
                <a:cubicBezTo>
                  <a:pt x="103572" y="39582"/>
                  <a:pt x="103638" y="38732"/>
                  <a:pt x="103638" y="37859"/>
                </a:cubicBezTo>
                <a:cubicBezTo>
                  <a:pt x="103638" y="16953"/>
                  <a:pt x="88983" y="0"/>
                  <a:pt x="70911" y="0"/>
                </a:cubicBezTo>
                <a:cubicBezTo>
                  <a:pt x="58327" y="0"/>
                  <a:pt x="47422" y="8223"/>
                  <a:pt x="41944" y="20266"/>
                </a:cubicBezTo>
                <a:cubicBezTo>
                  <a:pt x="39916" y="19416"/>
                  <a:pt x="37738" y="18926"/>
                  <a:pt x="35455" y="18926"/>
                </a:cubicBezTo>
                <a:cubicBezTo>
                  <a:pt x="24911" y="18926"/>
                  <a:pt x="16361" y="28818"/>
                  <a:pt x="16361" y="41011"/>
                </a:cubicBezTo>
                <a:cubicBezTo>
                  <a:pt x="16361" y="42602"/>
                  <a:pt x="16516" y="44147"/>
                  <a:pt x="16788" y="45638"/>
                </a:cubicBezTo>
                <a:cubicBezTo>
                  <a:pt x="7038" y="49396"/>
                  <a:pt x="0" y="60016"/>
                  <a:pt x="0" y="72560"/>
                </a:cubicBezTo>
                <a:cubicBezTo>
                  <a:pt x="0" y="88245"/>
                  <a:pt x="10988" y="100956"/>
                  <a:pt x="24544" y="100956"/>
                </a:cubicBezTo>
                <a:lnTo>
                  <a:pt x="35455" y="100956"/>
                </a:lnTo>
                <a:cubicBezTo>
                  <a:pt x="36961" y="100956"/>
                  <a:pt x="38183" y="99544"/>
                  <a:pt x="38183" y="97798"/>
                </a:cubicBezTo>
                <a:cubicBezTo>
                  <a:pt x="38183" y="96057"/>
                  <a:pt x="36961" y="94645"/>
                  <a:pt x="35455" y="94645"/>
                </a:cubicBezTo>
                <a:lnTo>
                  <a:pt x="24544" y="94645"/>
                </a:lnTo>
                <a:cubicBezTo>
                  <a:pt x="14022" y="94645"/>
                  <a:pt x="5455" y="84737"/>
                  <a:pt x="5455" y="72560"/>
                </a:cubicBezTo>
                <a:cubicBezTo>
                  <a:pt x="5455" y="63046"/>
                  <a:pt x="10700" y="54634"/>
                  <a:pt x="18516" y="51620"/>
                </a:cubicBezTo>
                <a:lnTo>
                  <a:pt x="23138" y="49841"/>
                </a:lnTo>
                <a:lnTo>
                  <a:pt x="22122" y="44320"/>
                </a:lnTo>
                <a:cubicBezTo>
                  <a:pt x="21922" y="43219"/>
                  <a:pt x="21816" y="42101"/>
                  <a:pt x="21816" y="41011"/>
                </a:cubicBezTo>
                <a:cubicBezTo>
                  <a:pt x="21816" y="32315"/>
                  <a:pt x="27933" y="25237"/>
                  <a:pt x="35455" y="25237"/>
                </a:cubicBezTo>
                <a:cubicBezTo>
                  <a:pt x="37005" y="25237"/>
                  <a:pt x="38566" y="25560"/>
                  <a:pt x="40083" y="26199"/>
                </a:cubicBezTo>
                <a:lnTo>
                  <a:pt x="44550" y="28073"/>
                </a:lnTo>
                <a:lnTo>
                  <a:pt x="46766" y="23202"/>
                </a:lnTo>
                <a:cubicBezTo>
                  <a:pt x="51511" y="12782"/>
                  <a:pt x="60761" y="6310"/>
                  <a:pt x="70911" y="6310"/>
                </a:cubicBezTo>
                <a:cubicBezTo>
                  <a:pt x="85944" y="6310"/>
                  <a:pt x="98183" y="20461"/>
                  <a:pt x="98183" y="37859"/>
                </a:cubicBezTo>
                <a:cubicBezTo>
                  <a:pt x="98183" y="38409"/>
                  <a:pt x="98144" y="38949"/>
                  <a:pt x="98111" y="39488"/>
                </a:cubicBezTo>
                <a:lnTo>
                  <a:pt x="98083" y="40027"/>
                </a:lnTo>
                <a:lnTo>
                  <a:pt x="97833" y="44470"/>
                </a:lnTo>
                <a:lnTo>
                  <a:pt x="101361" y="46232"/>
                </a:lnTo>
                <a:cubicBezTo>
                  <a:pt x="109372" y="50230"/>
                  <a:pt x="114544" y="59327"/>
                  <a:pt x="114544" y="69407"/>
                </a:cubicBezTo>
                <a:cubicBezTo>
                  <a:pt x="114544" y="83324"/>
                  <a:pt x="104755" y="94645"/>
                  <a:pt x="92727" y="94645"/>
                </a:cubicBezTo>
                <a:lnTo>
                  <a:pt x="84544" y="94645"/>
                </a:lnTo>
                <a:cubicBezTo>
                  <a:pt x="83038" y="94645"/>
                  <a:pt x="81816" y="96057"/>
                  <a:pt x="81816" y="97798"/>
                </a:cubicBezTo>
                <a:cubicBezTo>
                  <a:pt x="81816" y="99544"/>
                  <a:pt x="83038" y="100956"/>
                  <a:pt x="84544" y="100956"/>
                </a:cubicBezTo>
                <a:lnTo>
                  <a:pt x="92727" y="100956"/>
                </a:lnTo>
                <a:cubicBezTo>
                  <a:pt x="107788" y="100956"/>
                  <a:pt x="120000" y="86833"/>
                  <a:pt x="120000" y="69407"/>
                </a:cubicBezTo>
                <a:cubicBezTo>
                  <a:pt x="120000" y="56419"/>
                  <a:pt x="113211" y="45276"/>
                  <a:pt x="103522" y="40439"/>
                </a:cubicBezTo>
                <a:moveTo>
                  <a:pt x="59850" y="80745"/>
                </a:moveTo>
                <a:cubicBezTo>
                  <a:pt x="59505" y="80055"/>
                  <a:pt x="58961" y="79599"/>
                  <a:pt x="58355" y="79366"/>
                </a:cubicBezTo>
                <a:lnTo>
                  <a:pt x="58427" y="79054"/>
                </a:lnTo>
                <a:cubicBezTo>
                  <a:pt x="58244" y="79071"/>
                  <a:pt x="58061" y="79127"/>
                  <a:pt x="57877" y="79177"/>
                </a:cubicBezTo>
                <a:lnTo>
                  <a:pt x="47016" y="75807"/>
                </a:lnTo>
                <a:lnTo>
                  <a:pt x="47016" y="75813"/>
                </a:lnTo>
                <a:cubicBezTo>
                  <a:pt x="46350" y="75607"/>
                  <a:pt x="45605" y="75690"/>
                  <a:pt x="44950" y="76130"/>
                </a:cubicBezTo>
                <a:cubicBezTo>
                  <a:pt x="43644" y="76997"/>
                  <a:pt x="43200" y="78926"/>
                  <a:pt x="43950" y="80433"/>
                </a:cubicBezTo>
                <a:cubicBezTo>
                  <a:pt x="44327" y="81189"/>
                  <a:pt x="44933" y="81695"/>
                  <a:pt x="45611" y="81907"/>
                </a:cubicBezTo>
                <a:lnTo>
                  <a:pt x="49805" y="83202"/>
                </a:lnTo>
                <a:cubicBezTo>
                  <a:pt x="46066" y="86627"/>
                  <a:pt x="43638" y="91843"/>
                  <a:pt x="43638" y="97798"/>
                </a:cubicBezTo>
                <a:cubicBezTo>
                  <a:pt x="43638" y="105682"/>
                  <a:pt x="47800" y="112427"/>
                  <a:pt x="53727" y="115273"/>
                </a:cubicBezTo>
                <a:lnTo>
                  <a:pt x="55188" y="109074"/>
                </a:lnTo>
                <a:cubicBezTo>
                  <a:pt x="51588" y="107011"/>
                  <a:pt x="49088" y="102763"/>
                  <a:pt x="49088" y="97798"/>
                </a:cubicBezTo>
                <a:cubicBezTo>
                  <a:pt x="49088" y="93728"/>
                  <a:pt x="50788" y="90158"/>
                  <a:pt x="53383" y="87862"/>
                </a:cubicBezTo>
                <a:lnTo>
                  <a:pt x="51861" y="94434"/>
                </a:lnTo>
                <a:cubicBezTo>
                  <a:pt x="51683" y="95212"/>
                  <a:pt x="51761" y="96074"/>
                  <a:pt x="52133" y="96830"/>
                </a:cubicBezTo>
                <a:cubicBezTo>
                  <a:pt x="52888" y="98337"/>
                  <a:pt x="54555" y="98854"/>
                  <a:pt x="55861" y="97987"/>
                </a:cubicBezTo>
                <a:cubicBezTo>
                  <a:pt x="56511" y="97547"/>
                  <a:pt x="56950" y="96847"/>
                  <a:pt x="57127" y="96068"/>
                </a:cubicBezTo>
                <a:lnTo>
                  <a:pt x="60127" y="83135"/>
                </a:lnTo>
                <a:cubicBezTo>
                  <a:pt x="60305" y="82357"/>
                  <a:pt x="60227" y="81501"/>
                  <a:pt x="59850" y="8074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55" name="Shape 4818">
            <a:extLst>
              <a:ext uri="{FF2B5EF4-FFF2-40B4-BE49-F238E27FC236}">
                <a16:creationId xmlns:a16="http://schemas.microsoft.com/office/drawing/2014/main" id="{3B821303-FF63-FA1F-B5E2-ED07D86B3C9F}"/>
              </a:ext>
            </a:extLst>
          </p:cNvPr>
          <p:cNvSpPr/>
          <p:nvPr/>
        </p:nvSpPr>
        <p:spPr>
          <a:xfrm>
            <a:off x="5703399" y="185291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727" y="0"/>
                </a:moveTo>
                <a:cubicBezTo>
                  <a:pt x="1222" y="0"/>
                  <a:pt x="0" y="1222"/>
                  <a:pt x="0" y="2727"/>
                </a:cubicBezTo>
                <a:cubicBezTo>
                  <a:pt x="0" y="4233"/>
                  <a:pt x="1222" y="5455"/>
                  <a:pt x="2727" y="5455"/>
                </a:cubicBezTo>
                <a:cubicBezTo>
                  <a:pt x="64483" y="5455"/>
                  <a:pt x="114544" y="55516"/>
                  <a:pt x="114544" y="117272"/>
                </a:cubicBezTo>
                <a:cubicBezTo>
                  <a:pt x="114544" y="118777"/>
                  <a:pt x="115766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52505"/>
                  <a:pt x="67494" y="0"/>
                  <a:pt x="2727" y="0"/>
                </a:cubicBezTo>
                <a:moveTo>
                  <a:pt x="2727" y="54544"/>
                </a:moveTo>
                <a:cubicBezTo>
                  <a:pt x="1222" y="54544"/>
                  <a:pt x="0" y="55766"/>
                  <a:pt x="0" y="57272"/>
                </a:cubicBezTo>
                <a:cubicBezTo>
                  <a:pt x="0" y="58783"/>
                  <a:pt x="1222" y="60000"/>
                  <a:pt x="2727" y="60000"/>
                </a:cubicBezTo>
                <a:cubicBezTo>
                  <a:pt x="34355" y="60000"/>
                  <a:pt x="60000" y="85644"/>
                  <a:pt x="60000" y="117272"/>
                </a:cubicBezTo>
                <a:cubicBezTo>
                  <a:pt x="60000" y="118777"/>
                  <a:pt x="61222" y="120000"/>
                  <a:pt x="62727" y="120000"/>
                </a:cubicBezTo>
                <a:cubicBezTo>
                  <a:pt x="64233" y="120000"/>
                  <a:pt x="65455" y="118777"/>
                  <a:pt x="65455" y="117272"/>
                </a:cubicBezTo>
                <a:cubicBezTo>
                  <a:pt x="65455" y="82627"/>
                  <a:pt x="37372" y="54544"/>
                  <a:pt x="2727" y="54544"/>
                </a:cubicBezTo>
                <a:moveTo>
                  <a:pt x="2727" y="27272"/>
                </a:moveTo>
                <a:cubicBezTo>
                  <a:pt x="1222" y="27272"/>
                  <a:pt x="0" y="28494"/>
                  <a:pt x="0" y="30000"/>
                </a:cubicBezTo>
                <a:cubicBezTo>
                  <a:pt x="0" y="31511"/>
                  <a:pt x="1222" y="32727"/>
                  <a:pt x="2727" y="32727"/>
                </a:cubicBezTo>
                <a:cubicBezTo>
                  <a:pt x="49422" y="32727"/>
                  <a:pt x="87272" y="70583"/>
                  <a:pt x="87272" y="117272"/>
                </a:cubicBezTo>
                <a:cubicBezTo>
                  <a:pt x="87272" y="118777"/>
                  <a:pt x="88494" y="120000"/>
                  <a:pt x="90000" y="120000"/>
                </a:cubicBezTo>
                <a:cubicBezTo>
                  <a:pt x="91505" y="120000"/>
                  <a:pt x="92727" y="118777"/>
                  <a:pt x="92727" y="117272"/>
                </a:cubicBezTo>
                <a:cubicBezTo>
                  <a:pt x="92727" y="67566"/>
                  <a:pt x="52433" y="27272"/>
                  <a:pt x="2727" y="27272"/>
                </a:cubicBezTo>
                <a:moveTo>
                  <a:pt x="16361" y="114544"/>
                </a:moveTo>
                <a:cubicBezTo>
                  <a:pt x="10338" y="114544"/>
                  <a:pt x="5455" y="109661"/>
                  <a:pt x="5455" y="103638"/>
                </a:cubicBezTo>
                <a:cubicBezTo>
                  <a:pt x="5455" y="97611"/>
                  <a:pt x="10338" y="92727"/>
                  <a:pt x="16361" y="92727"/>
                </a:cubicBezTo>
                <a:cubicBezTo>
                  <a:pt x="22388" y="92727"/>
                  <a:pt x="27272" y="97611"/>
                  <a:pt x="27272" y="103638"/>
                </a:cubicBezTo>
                <a:cubicBezTo>
                  <a:pt x="27272" y="109661"/>
                  <a:pt x="22388" y="114544"/>
                  <a:pt x="16361" y="114544"/>
                </a:cubicBezTo>
                <a:moveTo>
                  <a:pt x="16361" y="87272"/>
                </a:moveTo>
                <a:cubicBezTo>
                  <a:pt x="7327" y="87272"/>
                  <a:pt x="0" y="94600"/>
                  <a:pt x="0" y="103638"/>
                </a:cubicBezTo>
                <a:cubicBezTo>
                  <a:pt x="0" y="112672"/>
                  <a:pt x="7327" y="120000"/>
                  <a:pt x="16361" y="120000"/>
                </a:cubicBezTo>
                <a:cubicBezTo>
                  <a:pt x="25405" y="120000"/>
                  <a:pt x="32727" y="112672"/>
                  <a:pt x="32727" y="103638"/>
                </a:cubicBezTo>
                <a:cubicBezTo>
                  <a:pt x="32727" y="94600"/>
                  <a:pt x="25405" y="87272"/>
                  <a:pt x="16361" y="872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57" name="Shape 4819">
            <a:extLst>
              <a:ext uri="{FF2B5EF4-FFF2-40B4-BE49-F238E27FC236}">
                <a16:creationId xmlns:a16="http://schemas.microsoft.com/office/drawing/2014/main" id="{6162E7AA-580D-7981-16D3-D588C723B89A}"/>
              </a:ext>
            </a:extLst>
          </p:cNvPr>
          <p:cNvSpPr/>
          <p:nvPr/>
        </p:nvSpPr>
        <p:spPr>
          <a:xfrm>
            <a:off x="1165726" y="382811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727" y="57272"/>
                </a:moveTo>
                <a:lnTo>
                  <a:pt x="27272" y="57272"/>
                </a:lnTo>
                <a:cubicBezTo>
                  <a:pt x="25766" y="57272"/>
                  <a:pt x="24544" y="58494"/>
                  <a:pt x="24544" y="60000"/>
                </a:cubicBezTo>
                <a:cubicBezTo>
                  <a:pt x="24544" y="61505"/>
                  <a:pt x="25766" y="62727"/>
                  <a:pt x="27272" y="62727"/>
                </a:cubicBezTo>
                <a:lnTo>
                  <a:pt x="32727" y="62727"/>
                </a:lnTo>
                <a:cubicBezTo>
                  <a:pt x="46283" y="62727"/>
                  <a:pt x="57272" y="73716"/>
                  <a:pt x="57272" y="87272"/>
                </a:cubicBezTo>
                <a:lnTo>
                  <a:pt x="57272" y="92727"/>
                </a:lnTo>
                <a:cubicBezTo>
                  <a:pt x="57272" y="94233"/>
                  <a:pt x="58494" y="95455"/>
                  <a:pt x="60000" y="95455"/>
                </a:cubicBezTo>
                <a:cubicBezTo>
                  <a:pt x="61505" y="95455"/>
                  <a:pt x="62727" y="94233"/>
                  <a:pt x="62727" y="92727"/>
                </a:cubicBezTo>
                <a:lnTo>
                  <a:pt x="62727" y="87272"/>
                </a:lnTo>
                <a:cubicBezTo>
                  <a:pt x="62727" y="70705"/>
                  <a:pt x="49294" y="57272"/>
                  <a:pt x="32727" y="57272"/>
                </a:cubicBezTo>
                <a:moveTo>
                  <a:pt x="32727" y="40911"/>
                </a:moveTo>
                <a:lnTo>
                  <a:pt x="27272" y="40911"/>
                </a:lnTo>
                <a:cubicBezTo>
                  <a:pt x="25766" y="40911"/>
                  <a:pt x="24544" y="42127"/>
                  <a:pt x="24544" y="43638"/>
                </a:cubicBezTo>
                <a:cubicBezTo>
                  <a:pt x="24544" y="45144"/>
                  <a:pt x="25766" y="46361"/>
                  <a:pt x="27272" y="46361"/>
                </a:cubicBezTo>
                <a:lnTo>
                  <a:pt x="32727" y="46361"/>
                </a:lnTo>
                <a:cubicBezTo>
                  <a:pt x="55322" y="46361"/>
                  <a:pt x="73638" y="64677"/>
                  <a:pt x="73638" y="87272"/>
                </a:cubicBezTo>
                <a:lnTo>
                  <a:pt x="73638" y="92727"/>
                </a:lnTo>
                <a:cubicBezTo>
                  <a:pt x="73638" y="94233"/>
                  <a:pt x="74861" y="95455"/>
                  <a:pt x="76361" y="95455"/>
                </a:cubicBezTo>
                <a:cubicBezTo>
                  <a:pt x="77866" y="95455"/>
                  <a:pt x="79088" y="94233"/>
                  <a:pt x="79088" y="92727"/>
                </a:cubicBezTo>
                <a:lnTo>
                  <a:pt x="79088" y="87272"/>
                </a:lnTo>
                <a:cubicBezTo>
                  <a:pt x="79088" y="61666"/>
                  <a:pt x="58333" y="40911"/>
                  <a:pt x="32727" y="40911"/>
                </a:cubicBezTo>
                <a:moveTo>
                  <a:pt x="35455" y="90000"/>
                </a:moveTo>
                <a:cubicBezTo>
                  <a:pt x="32444" y="90000"/>
                  <a:pt x="30000" y="87561"/>
                  <a:pt x="30000" y="84544"/>
                </a:cubicBezTo>
                <a:cubicBezTo>
                  <a:pt x="30000" y="81533"/>
                  <a:pt x="32444" y="79088"/>
                  <a:pt x="35455" y="79088"/>
                </a:cubicBezTo>
                <a:cubicBezTo>
                  <a:pt x="38466" y="79088"/>
                  <a:pt x="40911" y="81533"/>
                  <a:pt x="40911" y="84544"/>
                </a:cubicBezTo>
                <a:cubicBezTo>
                  <a:pt x="40911" y="87561"/>
                  <a:pt x="38466" y="90000"/>
                  <a:pt x="35455" y="90000"/>
                </a:cubicBezTo>
                <a:moveTo>
                  <a:pt x="35455" y="73638"/>
                </a:moveTo>
                <a:cubicBezTo>
                  <a:pt x="29427" y="73638"/>
                  <a:pt x="24544" y="78522"/>
                  <a:pt x="24544" y="84544"/>
                </a:cubicBezTo>
                <a:cubicBezTo>
                  <a:pt x="24544" y="90572"/>
                  <a:pt x="29427" y="95455"/>
                  <a:pt x="35455" y="95455"/>
                </a:cubicBezTo>
                <a:cubicBezTo>
                  <a:pt x="41477" y="95455"/>
                  <a:pt x="46361" y="90572"/>
                  <a:pt x="46361" y="84544"/>
                </a:cubicBezTo>
                <a:cubicBezTo>
                  <a:pt x="46361" y="78522"/>
                  <a:pt x="41477" y="73638"/>
                  <a:pt x="35455" y="73638"/>
                </a:cubicBezTo>
                <a:moveTo>
                  <a:pt x="32727" y="24544"/>
                </a:moveTo>
                <a:lnTo>
                  <a:pt x="27272" y="24544"/>
                </a:lnTo>
                <a:cubicBezTo>
                  <a:pt x="25766" y="24544"/>
                  <a:pt x="24544" y="25766"/>
                  <a:pt x="24544" y="27272"/>
                </a:cubicBezTo>
                <a:cubicBezTo>
                  <a:pt x="24544" y="28777"/>
                  <a:pt x="25766" y="30000"/>
                  <a:pt x="27272" y="30000"/>
                </a:cubicBezTo>
                <a:lnTo>
                  <a:pt x="32727" y="30000"/>
                </a:lnTo>
                <a:cubicBezTo>
                  <a:pt x="64361" y="30000"/>
                  <a:pt x="90000" y="55644"/>
                  <a:pt x="90000" y="87272"/>
                </a:cubicBezTo>
                <a:lnTo>
                  <a:pt x="90000" y="92727"/>
                </a:lnTo>
                <a:cubicBezTo>
                  <a:pt x="90000" y="94233"/>
                  <a:pt x="91222" y="95455"/>
                  <a:pt x="92727" y="95455"/>
                </a:cubicBezTo>
                <a:cubicBezTo>
                  <a:pt x="94233" y="95455"/>
                  <a:pt x="95455" y="94233"/>
                  <a:pt x="95455" y="92727"/>
                </a:cubicBezTo>
                <a:lnTo>
                  <a:pt x="95455" y="87272"/>
                </a:lnTo>
                <a:cubicBezTo>
                  <a:pt x="95455" y="52627"/>
                  <a:pt x="67372" y="24544"/>
                  <a:pt x="32727" y="24544"/>
                </a:cubicBezTo>
                <a:moveTo>
                  <a:pt x="114544" y="109088"/>
                </a:moveTo>
                <a:cubicBezTo>
                  <a:pt x="114544" y="112105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5"/>
                  <a:pt x="5455" y="109088"/>
                </a:cubicBez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59" name="Shape 4820">
            <a:extLst>
              <a:ext uri="{FF2B5EF4-FFF2-40B4-BE49-F238E27FC236}">
                <a16:creationId xmlns:a16="http://schemas.microsoft.com/office/drawing/2014/main" id="{70BC3D5C-6804-E6B1-CD64-813A91BE2044}"/>
              </a:ext>
            </a:extLst>
          </p:cNvPr>
          <p:cNvSpPr/>
          <p:nvPr/>
        </p:nvSpPr>
        <p:spPr>
          <a:xfrm>
            <a:off x="1681916" y="3828112"/>
            <a:ext cx="24008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9133" y="70094"/>
                </a:moveTo>
                <a:cubicBezTo>
                  <a:pt x="80327" y="71511"/>
                  <a:pt x="81300" y="73127"/>
                  <a:pt x="82061" y="74916"/>
                </a:cubicBezTo>
                <a:cubicBezTo>
                  <a:pt x="90527" y="68927"/>
                  <a:pt x="96000" y="59600"/>
                  <a:pt x="96000" y="49088"/>
                </a:cubicBezTo>
                <a:cubicBezTo>
                  <a:pt x="96000" y="31016"/>
                  <a:pt x="79883" y="16361"/>
                  <a:pt x="60000" y="16361"/>
                </a:cubicBezTo>
                <a:cubicBezTo>
                  <a:pt x="40116" y="16361"/>
                  <a:pt x="24000" y="31016"/>
                  <a:pt x="24000" y="49088"/>
                </a:cubicBezTo>
                <a:cubicBezTo>
                  <a:pt x="24000" y="59522"/>
                  <a:pt x="29383" y="68788"/>
                  <a:pt x="37744" y="74783"/>
                </a:cubicBezTo>
                <a:cubicBezTo>
                  <a:pt x="38488" y="72972"/>
                  <a:pt x="39477" y="71361"/>
                  <a:pt x="40683" y="69944"/>
                </a:cubicBezTo>
                <a:cubicBezTo>
                  <a:pt x="34155" y="64938"/>
                  <a:pt x="30000" y="57461"/>
                  <a:pt x="30000" y="49088"/>
                </a:cubicBezTo>
                <a:cubicBezTo>
                  <a:pt x="30000" y="34027"/>
                  <a:pt x="43433" y="21816"/>
                  <a:pt x="60000" y="21816"/>
                </a:cubicBezTo>
                <a:cubicBezTo>
                  <a:pt x="76566" y="21816"/>
                  <a:pt x="90000" y="34027"/>
                  <a:pt x="90000" y="49088"/>
                </a:cubicBezTo>
                <a:cubicBezTo>
                  <a:pt x="90000" y="57544"/>
                  <a:pt x="85772" y="65094"/>
                  <a:pt x="79133" y="70094"/>
                </a:cubicBezTo>
                <a:moveTo>
                  <a:pt x="60000" y="0"/>
                </a:moveTo>
                <a:cubicBezTo>
                  <a:pt x="26866" y="0"/>
                  <a:pt x="0" y="24422"/>
                  <a:pt x="0" y="54544"/>
                </a:cubicBezTo>
                <a:cubicBezTo>
                  <a:pt x="0" y="77816"/>
                  <a:pt x="16061" y="97627"/>
                  <a:pt x="38627" y="105461"/>
                </a:cubicBezTo>
                <a:cubicBezTo>
                  <a:pt x="38188" y="103383"/>
                  <a:pt x="37794" y="101238"/>
                  <a:pt x="37450" y="99111"/>
                </a:cubicBezTo>
                <a:cubicBezTo>
                  <a:pt x="18900" y="91338"/>
                  <a:pt x="6000" y="74327"/>
                  <a:pt x="6000" y="54544"/>
                </a:cubicBezTo>
                <a:cubicBezTo>
                  <a:pt x="6000" y="27433"/>
                  <a:pt x="30177" y="5455"/>
                  <a:pt x="60000" y="5455"/>
                </a:cubicBezTo>
                <a:cubicBezTo>
                  <a:pt x="89822" y="5455"/>
                  <a:pt x="114000" y="27433"/>
                  <a:pt x="114000" y="54544"/>
                </a:cubicBezTo>
                <a:cubicBezTo>
                  <a:pt x="114000" y="74300"/>
                  <a:pt x="101133" y="91283"/>
                  <a:pt x="82633" y="99072"/>
                </a:cubicBezTo>
                <a:cubicBezTo>
                  <a:pt x="82288" y="101200"/>
                  <a:pt x="81888" y="103350"/>
                  <a:pt x="81444" y="105438"/>
                </a:cubicBezTo>
                <a:cubicBezTo>
                  <a:pt x="103977" y="97583"/>
                  <a:pt x="120000" y="77788"/>
                  <a:pt x="120000" y="54544"/>
                </a:cubicBezTo>
                <a:cubicBezTo>
                  <a:pt x="120000" y="24422"/>
                  <a:pt x="93138" y="0"/>
                  <a:pt x="60000" y="0"/>
                </a:cubicBezTo>
                <a:moveTo>
                  <a:pt x="60000" y="40911"/>
                </a:moveTo>
                <a:cubicBezTo>
                  <a:pt x="64972" y="40911"/>
                  <a:pt x="69000" y="44572"/>
                  <a:pt x="69000" y="49088"/>
                </a:cubicBezTo>
                <a:cubicBezTo>
                  <a:pt x="69000" y="53605"/>
                  <a:pt x="64972" y="57272"/>
                  <a:pt x="60000" y="57272"/>
                </a:cubicBezTo>
                <a:cubicBezTo>
                  <a:pt x="55027" y="57272"/>
                  <a:pt x="51000" y="53605"/>
                  <a:pt x="51000" y="49088"/>
                </a:cubicBezTo>
                <a:cubicBezTo>
                  <a:pt x="51000" y="44572"/>
                  <a:pt x="55027" y="40911"/>
                  <a:pt x="60000" y="40911"/>
                </a:cubicBezTo>
                <a:moveTo>
                  <a:pt x="60000" y="62727"/>
                </a:moveTo>
                <a:cubicBezTo>
                  <a:pt x="68288" y="62727"/>
                  <a:pt x="75000" y="56622"/>
                  <a:pt x="75000" y="49088"/>
                </a:cubicBezTo>
                <a:cubicBezTo>
                  <a:pt x="75000" y="41561"/>
                  <a:pt x="68288" y="35455"/>
                  <a:pt x="60000" y="35455"/>
                </a:cubicBezTo>
                <a:cubicBezTo>
                  <a:pt x="51716" y="35455"/>
                  <a:pt x="45000" y="41561"/>
                  <a:pt x="45000" y="49088"/>
                </a:cubicBezTo>
                <a:cubicBezTo>
                  <a:pt x="45000" y="56622"/>
                  <a:pt x="51716" y="62727"/>
                  <a:pt x="60000" y="62727"/>
                </a:cubicBezTo>
                <a:moveTo>
                  <a:pt x="66633" y="112105"/>
                </a:moveTo>
                <a:cubicBezTo>
                  <a:pt x="65861" y="113516"/>
                  <a:pt x="65205" y="114222"/>
                  <a:pt x="64850" y="114544"/>
                </a:cubicBezTo>
                <a:lnTo>
                  <a:pt x="55150" y="114544"/>
                </a:lnTo>
                <a:cubicBezTo>
                  <a:pt x="54788" y="114222"/>
                  <a:pt x="54138" y="113516"/>
                  <a:pt x="53366" y="112105"/>
                </a:cubicBezTo>
                <a:cubicBezTo>
                  <a:pt x="51011" y="107822"/>
                  <a:pt x="48000" y="92366"/>
                  <a:pt x="48000" y="84544"/>
                </a:cubicBezTo>
                <a:cubicBezTo>
                  <a:pt x="48000" y="76488"/>
                  <a:pt x="51138" y="73638"/>
                  <a:pt x="60000" y="73638"/>
                </a:cubicBezTo>
                <a:cubicBezTo>
                  <a:pt x="68861" y="73638"/>
                  <a:pt x="72000" y="76488"/>
                  <a:pt x="72000" y="84544"/>
                </a:cubicBezTo>
                <a:cubicBezTo>
                  <a:pt x="72000" y="92366"/>
                  <a:pt x="68988" y="107822"/>
                  <a:pt x="66633" y="112105"/>
                </a:cubicBezTo>
                <a:moveTo>
                  <a:pt x="60000" y="68183"/>
                </a:moveTo>
                <a:cubicBezTo>
                  <a:pt x="45000" y="68183"/>
                  <a:pt x="42000" y="76361"/>
                  <a:pt x="42000" y="84544"/>
                </a:cubicBezTo>
                <a:cubicBezTo>
                  <a:pt x="42000" y="92727"/>
                  <a:pt x="45000" y="109088"/>
                  <a:pt x="48000" y="114544"/>
                </a:cubicBezTo>
                <a:cubicBezTo>
                  <a:pt x="51000" y="120000"/>
                  <a:pt x="54000" y="120000"/>
                  <a:pt x="54000" y="120000"/>
                </a:cubicBezTo>
                <a:lnTo>
                  <a:pt x="66000" y="120000"/>
                </a:lnTo>
                <a:cubicBezTo>
                  <a:pt x="66000" y="120000"/>
                  <a:pt x="69000" y="120000"/>
                  <a:pt x="72000" y="114544"/>
                </a:cubicBezTo>
                <a:cubicBezTo>
                  <a:pt x="75000" y="109088"/>
                  <a:pt x="78000" y="92727"/>
                  <a:pt x="78000" y="84544"/>
                </a:cubicBezTo>
                <a:cubicBezTo>
                  <a:pt x="78000" y="76361"/>
                  <a:pt x="75000" y="68183"/>
                  <a:pt x="60000" y="6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61" name="Shape 4821">
            <a:extLst>
              <a:ext uri="{FF2B5EF4-FFF2-40B4-BE49-F238E27FC236}">
                <a16:creationId xmlns:a16="http://schemas.microsoft.com/office/drawing/2014/main" id="{FFF59C77-9FCC-8997-A983-D83B9614EB77}"/>
              </a:ext>
            </a:extLst>
          </p:cNvPr>
          <p:cNvSpPr/>
          <p:nvPr/>
        </p:nvSpPr>
        <p:spPr>
          <a:xfrm>
            <a:off x="2198107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333" y="49088"/>
                </a:moveTo>
                <a:cubicBezTo>
                  <a:pt x="53333" y="46083"/>
                  <a:pt x="56322" y="43638"/>
                  <a:pt x="60000" y="43638"/>
                </a:cubicBezTo>
                <a:cubicBezTo>
                  <a:pt x="63677" y="43638"/>
                  <a:pt x="66666" y="46083"/>
                  <a:pt x="66666" y="49088"/>
                </a:cubicBezTo>
                <a:cubicBezTo>
                  <a:pt x="66666" y="52100"/>
                  <a:pt x="63677" y="54544"/>
                  <a:pt x="60000" y="54544"/>
                </a:cubicBezTo>
                <a:cubicBezTo>
                  <a:pt x="56322" y="54544"/>
                  <a:pt x="53333" y="52100"/>
                  <a:pt x="53333" y="49088"/>
                </a:cubicBezTo>
                <a:moveTo>
                  <a:pt x="73333" y="49088"/>
                </a:moveTo>
                <a:cubicBezTo>
                  <a:pt x="73333" y="43066"/>
                  <a:pt x="67361" y="38183"/>
                  <a:pt x="60000" y="38183"/>
                </a:cubicBezTo>
                <a:cubicBezTo>
                  <a:pt x="52638" y="38183"/>
                  <a:pt x="46666" y="43066"/>
                  <a:pt x="46666" y="49088"/>
                </a:cubicBezTo>
                <a:cubicBezTo>
                  <a:pt x="46666" y="55116"/>
                  <a:pt x="52638" y="60000"/>
                  <a:pt x="60000" y="60000"/>
                </a:cubicBezTo>
                <a:cubicBezTo>
                  <a:pt x="67361" y="60000"/>
                  <a:pt x="73333" y="55116"/>
                  <a:pt x="73333" y="49088"/>
                </a:cubicBezTo>
                <a:moveTo>
                  <a:pt x="96666" y="49088"/>
                </a:moveTo>
                <a:cubicBezTo>
                  <a:pt x="96666" y="32522"/>
                  <a:pt x="80250" y="19088"/>
                  <a:pt x="60000" y="19088"/>
                </a:cubicBezTo>
                <a:cubicBezTo>
                  <a:pt x="39750" y="19088"/>
                  <a:pt x="23333" y="32522"/>
                  <a:pt x="23333" y="49088"/>
                </a:cubicBezTo>
                <a:cubicBezTo>
                  <a:pt x="23333" y="57983"/>
                  <a:pt x="28088" y="65944"/>
                  <a:pt x="35600" y="71444"/>
                </a:cubicBezTo>
                <a:cubicBezTo>
                  <a:pt x="36500" y="69650"/>
                  <a:pt x="37655" y="68050"/>
                  <a:pt x="39083" y="66666"/>
                </a:cubicBezTo>
                <a:cubicBezTo>
                  <a:pt x="33488" y="62211"/>
                  <a:pt x="30000" y="55988"/>
                  <a:pt x="30000" y="49088"/>
                </a:cubicBezTo>
                <a:cubicBezTo>
                  <a:pt x="30000" y="35533"/>
                  <a:pt x="43433" y="24544"/>
                  <a:pt x="60000" y="24544"/>
                </a:cubicBezTo>
                <a:cubicBezTo>
                  <a:pt x="76572" y="24544"/>
                  <a:pt x="90000" y="35533"/>
                  <a:pt x="90000" y="49088"/>
                </a:cubicBezTo>
                <a:cubicBezTo>
                  <a:pt x="90000" y="56077"/>
                  <a:pt x="86416" y="62366"/>
                  <a:pt x="80688" y="66833"/>
                </a:cubicBezTo>
                <a:cubicBezTo>
                  <a:pt x="82111" y="68222"/>
                  <a:pt x="83272" y="69822"/>
                  <a:pt x="84188" y="71594"/>
                </a:cubicBezTo>
                <a:cubicBezTo>
                  <a:pt x="91822" y="66100"/>
                  <a:pt x="96666" y="58066"/>
                  <a:pt x="96666" y="49088"/>
                </a:cubicBezTo>
                <a:moveTo>
                  <a:pt x="60000" y="0"/>
                </a:moveTo>
                <a:cubicBezTo>
                  <a:pt x="26861" y="0"/>
                  <a:pt x="0" y="21983"/>
                  <a:pt x="0" y="49088"/>
                </a:cubicBezTo>
                <a:cubicBezTo>
                  <a:pt x="0" y="68683"/>
                  <a:pt x="14061" y="85538"/>
                  <a:pt x="34338" y="93416"/>
                </a:cubicBezTo>
                <a:cubicBezTo>
                  <a:pt x="34027" y="91116"/>
                  <a:pt x="33777" y="88938"/>
                  <a:pt x="33605" y="86977"/>
                </a:cubicBezTo>
                <a:cubicBezTo>
                  <a:pt x="17527" y="79461"/>
                  <a:pt x="6666" y="65327"/>
                  <a:pt x="6666" y="49088"/>
                </a:cubicBezTo>
                <a:cubicBezTo>
                  <a:pt x="6666" y="24994"/>
                  <a:pt x="30544" y="5455"/>
                  <a:pt x="60000" y="5455"/>
                </a:cubicBezTo>
                <a:cubicBezTo>
                  <a:pt x="89455" y="5455"/>
                  <a:pt x="113333" y="24994"/>
                  <a:pt x="113333" y="49088"/>
                </a:cubicBezTo>
                <a:cubicBezTo>
                  <a:pt x="113333" y="65311"/>
                  <a:pt x="102494" y="79433"/>
                  <a:pt x="86444" y="86955"/>
                </a:cubicBezTo>
                <a:cubicBezTo>
                  <a:pt x="86288" y="88888"/>
                  <a:pt x="86055" y="91066"/>
                  <a:pt x="85738" y="93383"/>
                </a:cubicBezTo>
                <a:cubicBezTo>
                  <a:pt x="105977" y="85500"/>
                  <a:pt x="120000" y="68655"/>
                  <a:pt x="120000" y="49088"/>
                </a:cubicBezTo>
                <a:cubicBezTo>
                  <a:pt x="120000" y="21983"/>
                  <a:pt x="93138" y="0"/>
                  <a:pt x="60000" y="0"/>
                </a:cubicBezTo>
                <a:moveTo>
                  <a:pt x="67372" y="112105"/>
                </a:moveTo>
                <a:cubicBezTo>
                  <a:pt x="66511" y="113511"/>
                  <a:pt x="65788" y="114222"/>
                  <a:pt x="65388" y="114544"/>
                </a:cubicBezTo>
                <a:lnTo>
                  <a:pt x="54611" y="114544"/>
                </a:lnTo>
                <a:cubicBezTo>
                  <a:pt x="54211" y="114222"/>
                  <a:pt x="53488" y="113511"/>
                  <a:pt x="52627" y="112105"/>
                </a:cubicBezTo>
                <a:cubicBezTo>
                  <a:pt x="50177" y="108094"/>
                  <a:pt x="46666" y="90261"/>
                  <a:pt x="46666" y="81816"/>
                </a:cubicBezTo>
                <a:cubicBezTo>
                  <a:pt x="46666" y="73766"/>
                  <a:pt x="50155" y="70911"/>
                  <a:pt x="60000" y="70911"/>
                </a:cubicBezTo>
                <a:cubicBezTo>
                  <a:pt x="69844" y="70911"/>
                  <a:pt x="73333" y="73766"/>
                  <a:pt x="73333" y="81816"/>
                </a:cubicBezTo>
                <a:cubicBezTo>
                  <a:pt x="73333" y="90261"/>
                  <a:pt x="69822" y="108094"/>
                  <a:pt x="67372" y="112105"/>
                </a:cubicBezTo>
                <a:moveTo>
                  <a:pt x="60000" y="65455"/>
                </a:moveTo>
                <a:cubicBezTo>
                  <a:pt x="43333" y="65455"/>
                  <a:pt x="40000" y="73638"/>
                  <a:pt x="40000" y="81816"/>
                </a:cubicBezTo>
                <a:cubicBezTo>
                  <a:pt x="40000" y="90000"/>
                  <a:pt x="43333" y="109088"/>
                  <a:pt x="46666" y="114544"/>
                </a:cubicBezTo>
                <a:cubicBezTo>
                  <a:pt x="50000" y="120000"/>
                  <a:pt x="53333" y="120000"/>
                  <a:pt x="53333" y="120000"/>
                </a:cubicBezTo>
                <a:lnTo>
                  <a:pt x="66666" y="120000"/>
                </a:lnTo>
                <a:cubicBezTo>
                  <a:pt x="66666" y="120000"/>
                  <a:pt x="70000" y="120000"/>
                  <a:pt x="73333" y="114544"/>
                </a:cubicBezTo>
                <a:cubicBezTo>
                  <a:pt x="76666" y="109088"/>
                  <a:pt x="80000" y="90000"/>
                  <a:pt x="80000" y="81816"/>
                </a:cubicBezTo>
                <a:cubicBezTo>
                  <a:pt x="80000" y="73638"/>
                  <a:pt x="76666" y="65455"/>
                  <a:pt x="60000" y="654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63" name="Shape 4822">
            <a:extLst>
              <a:ext uri="{FF2B5EF4-FFF2-40B4-BE49-F238E27FC236}">
                <a16:creationId xmlns:a16="http://schemas.microsoft.com/office/drawing/2014/main" id="{2828991A-4060-3A8C-7B63-3EE289B35684}"/>
              </a:ext>
            </a:extLst>
          </p:cNvPr>
          <p:cNvSpPr/>
          <p:nvPr/>
        </p:nvSpPr>
        <p:spPr>
          <a:xfrm>
            <a:off x="2678284" y="3828112"/>
            <a:ext cx="264037" cy="2640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400" y="21783"/>
                </a:moveTo>
                <a:cubicBezTo>
                  <a:pt x="101877" y="21783"/>
                  <a:pt x="98216" y="18122"/>
                  <a:pt x="98216" y="13600"/>
                </a:cubicBezTo>
                <a:cubicBezTo>
                  <a:pt x="98216" y="9077"/>
                  <a:pt x="101877" y="5416"/>
                  <a:pt x="106400" y="5416"/>
                </a:cubicBezTo>
                <a:cubicBezTo>
                  <a:pt x="110922" y="5416"/>
                  <a:pt x="114583" y="9077"/>
                  <a:pt x="114583" y="13600"/>
                </a:cubicBezTo>
                <a:cubicBezTo>
                  <a:pt x="114583" y="18122"/>
                  <a:pt x="110922" y="21783"/>
                  <a:pt x="106400" y="21783"/>
                </a:cubicBezTo>
                <a:moveTo>
                  <a:pt x="60022" y="68161"/>
                </a:moveTo>
                <a:cubicBezTo>
                  <a:pt x="55505" y="68161"/>
                  <a:pt x="51838" y="64494"/>
                  <a:pt x="51838" y="59972"/>
                </a:cubicBezTo>
                <a:cubicBezTo>
                  <a:pt x="51838" y="55450"/>
                  <a:pt x="55505" y="51788"/>
                  <a:pt x="60022" y="51788"/>
                </a:cubicBezTo>
                <a:cubicBezTo>
                  <a:pt x="64544" y="51788"/>
                  <a:pt x="68211" y="55450"/>
                  <a:pt x="68211" y="59972"/>
                </a:cubicBezTo>
                <a:cubicBezTo>
                  <a:pt x="68211" y="64494"/>
                  <a:pt x="64544" y="68161"/>
                  <a:pt x="60022" y="68161"/>
                </a:cubicBezTo>
                <a:moveTo>
                  <a:pt x="21833" y="106350"/>
                </a:moveTo>
                <a:cubicBezTo>
                  <a:pt x="21833" y="110866"/>
                  <a:pt x="18172" y="114533"/>
                  <a:pt x="13650" y="114533"/>
                </a:cubicBezTo>
                <a:cubicBezTo>
                  <a:pt x="9127" y="114533"/>
                  <a:pt x="5466" y="110866"/>
                  <a:pt x="5466" y="106350"/>
                </a:cubicBezTo>
                <a:cubicBezTo>
                  <a:pt x="5466" y="101827"/>
                  <a:pt x="9127" y="98161"/>
                  <a:pt x="13650" y="98161"/>
                </a:cubicBezTo>
                <a:cubicBezTo>
                  <a:pt x="18172" y="98161"/>
                  <a:pt x="21833" y="101827"/>
                  <a:pt x="21833" y="106350"/>
                </a:cubicBezTo>
                <a:moveTo>
                  <a:pt x="106377" y="0"/>
                </a:moveTo>
                <a:cubicBezTo>
                  <a:pt x="98850" y="0"/>
                  <a:pt x="92750" y="6100"/>
                  <a:pt x="92750" y="13622"/>
                </a:cubicBezTo>
                <a:cubicBezTo>
                  <a:pt x="92750" y="20222"/>
                  <a:pt x="97438" y="25722"/>
                  <a:pt x="103666" y="26977"/>
                </a:cubicBezTo>
                <a:lnTo>
                  <a:pt x="103666" y="57255"/>
                </a:lnTo>
                <a:lnTo>
                  <a:pt x="73350" y="57255"/>
                </a:lnTo>
                <a:cubicBezTo>
                  <a:pt x="72077" y="51038"/>
                  <a:pt x="66583" y="46372"/>
                  <a:pt x="60000" y="46372"/>
                </a:cubicBezTo>
                <a:cubicBezTo>
                  <a:pt x="53416" y="46372"/>
                  <a:pt x="47922" y="51038"/>
                  <a:pt x="46655" y="57255"/>
                </a:cubicBezTo>
                <a:lnTo>
                  <a:pt x="13644" y="57255"/>
                </a:lnTo>
                <a:cubicBezTo>
                  <a:pt x="12133" y="57255"/>
                  <a:pt x="10916" y="58472"/>
                  <a:pt x="10916" y="59977"/>
                </a:cubicBezTo>
                <a:lnTo>
                  <a:pt x="10916" y="93022"/>
                </a:lnTo>
                <a:cubicBezTo>
                  <a:pt x="4688" y="94277"/>
                  <a:pt x="0" y="99777"/>
                  <a:pt x="0" y="106372"/>
                </a:cubicBezTo>
                <a:cubicBezTo>
                  <a:pt x="0" y="113900"/>
                  <a:pt x="6100" y="120000"/>
                  <a:pt x="13627" y="120000"/>
                </a:cubicBezTo>
                <a:cubicBezTo>
                  <a:pt x="21150" y="120000"/>
                  <a:pt x="27250" y="113900"/>
                  <a:pt x="27250" y="106372"/>
                </a:cubicBezTo>
                <a:cubicBezTo>
                  <a:pt x="27250" y="99783"/>
                  <a:pt x="22583" y="94294"/>
                  <a:pt x="16372" y="93022"/>
                </a:cubicBezTo>
                <a:lnTo>
                  <a:pt x="16372" y="62705"/>
                </a:lnTo>
                <a:lnTo>
                  <a:pt x="46650" y="62705"/>
                </a:lnTo>
                <a:cubicBezTo>
                  <a:pt x="47905" y="68933"/>
                  <a:pt x="53405" y="73627"/>
                  <a:pt x="60000" y="73627"/>
                </a:cubicBezTo>
                <a:cubicBezTo>
                  <a:pt x="66600" y="73627"/>
                  <a:pt x="72100" y="68933"/>
                  <a:pt x="73350" y="62705"/>
                </a:cubicBezTo>
                <a:lnTo>
                  <a:pt x="106394" y="62705"/>
                </a:lnTo>
                <a:cubicBezTo>
                  <a:pt x="107900" y="62705"/>
                  <a:pt x="109122" y="61488"/>
                  <a:pt x="109122" y="59977"/>
                </a:cubicBezTo>
                <a:lnTo>
                  <a:pt x="109122" y="26972"/>
                </a:lnTo>
                <a:cubicBezTo>
                  <a:pt x="115327" y="25700"/>
                  <a:pt x="120000" y="20211"/>
                  <a:pt x="120000" y="13622"/>
                </a:cubicBezTo>
                <a:cubicBezTo>
                  <a:pt x="120000" y="6100"/>
                  <a:pt x="113900" y="0"/>
                  <a:pt x="106377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65" name="Shape 4823">
            <a:extLst>
              <a:ext uri="{FF2B5EF4-FFF2-40B4-BE49-F238E27FC236}">
                <a16:creationId xmlns:a16="http://schemas.microsoft.com/office/drawing/2014/main" id="{F37D963E-E4EA-585B-4C46-43DDB0A6349D}"/>
              </a:ext>
            </a:extLst>
          </p:cNvPr>
          <p:cNvSpPr/>
          <p:nvPr/>
        </p:nvSpPr>
        <p:spPr>
          <a:xfrm>
            <a:off x="3194474" y="3828112"/>
            <a:ext cx="240027" cy="2640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5038" y="114533"/>
                </a:moveTo>
                <a:cubicBezTo>
                  <a:pt x="100066" y="114533"/>
                  <a:pt x="96038" y="110866"/>
                  <a:pt x="96038" y="106350"/>
                </a:cubicBezTo>
                <a:cubicBezTo>
                  <a:pt x="96038" y="101827"/>
                  <a:pt x="100066" y="98161"/>
                  <a:pt x="105038" y="98161"/>
                </a:cubicBezTo>
                <a:cubicBezTo>
                  <a:pt x="110011" y="98161"/>
                  <a:pt x="114038" y="101827"/>
                  <a:pt x="114038" y="106350"/>
                </a:cubicBezTo>
                <a:cubicBezTo>
                  <a:pt x="114038" y="110866"/>
                  <a:pt x="110011" y="114533"/>
                  <a:pt x="105038" y="114533"/>
                </a:cubicBezTo>
                <a:moveTo>
                  <a:pt x="15016" y="68161"/>
                </a:moveTo>
                <a:cubicBezTo>
                  <a:pt x="10044" y="68161"/>
                  <a:pt x="6011" y="64494"/>
                  <a:pt x="6011" y="59972"/>
                </a:cubicBezTo>
                <a:cubicBezTo>
                  <a:pt x="6011" y="55450"/>
                  <a:pt x="10044" y="51788"/>
                  <a:pt x="15016" y="51788"/>
                </a:cubicBezTo>
                <a:cubicBezTo>
                  <a:pt x="19988" y="51788"/>
                  <a:pt x="24016" y="55450"/>
                  <a:pt x="24016" y="59972"/>
                </a:cubicBezTo>
                <a:cubicBezTo>
                  <a:pt x="24016" y="64494"/>
                  <a:pt x="19988" y="68161"/>
                  <a:pt x="15016" y="68161"/>
                </a:cubicBezTo>
                <a:moveTo>
                  <a:pt x="105038" y="5416"/>
                </a:moveTo>
                <a:cubicBezTo>
                  <a:pt x="110011" y="5416"/>
                  <a:pt x="114038" y="9077"/>
                  <a:pt x="114038" y="13600"/>
                </a:cubicBezTo>
                <a:cubicBezTo>
                  <a:pt x="114038" y="18122"/>
                  <a:pt x="110011" y="21783"/>
                  <a:pt x="105038" y="21783"/>
                </a:cubicBezTo>
                <a:cubicBezTo>
                  <a:pt x="100066" y="21783"/>
                  <a:pt x="96038" y="18122"/>
                  <a:pt x="96038" y="13600"/>
                </a:cubicBezTo>
                <a:cubicBezTo>
                  <a:pt x="96038" y="9077"/>
                  <a:pt x="100066" y="5416"/>
                  <a:pt x="105038" y="5416"/>
                </a:cubicBezTo>
                <a:moveTo>
                  <a:pt x="105011" y="92750"/>
                </a:moveTo>
                <a:cubicBezTo>
                  <a:pt x="100511" y="92750"/>
                  <a:pt x="96522" y="94588"/>
                  <a:pt x="93772" y="97444"/>
                </a:cubicBezTo>
                <a:lnTo>
                  <a:pt x="29183" y="64172"/>
                </a:lnTo>
                <a:cubicBezTo>
                  <a:pt x="29655" y="62855"/>
                  <a:pt x="29977" y="61466"/>
                  <a:pt x="29977" y="60000"/>
                </a:cubicBezTo>
                <a:cubicBezTo>
                  <a:pt x="29977" y="58533"/>
                  <a:pt x="29655" y="57144"/>
                  <a:pt x="29183" y="55822"/>
                </a:cubicBezTo>
                <a:lnTo>
                  <a:pt x="93772" y="22550"/>
                </a:lnTo>
                <a:cubicBezTo>
                  <a:pt x="96516" y="25411"/>
                  <a:pt x="100511" y="27250"/>
                  <a:pt x="105011" y="27250"/>
                </a:cubicBezTo>
                <a:cubicBezTo>
                  <a:pt x="113288" y="27250"/>
                  <a:pt x="120000" y="21150"/>
                  <a:pt x="120000" y="13622"/>
                </a:cubicBezTo>
                <a:cubicBezTo>
                  <a:pt x="120000" y="6100"/>
                  <a:pt x="113288" y="0"/>
                  <a:pt x="105011" y="0"/>
                </a:cubicBezTo>
                <a:cubicBezTo>
                  <a:pt x="96733" y="0"/>
                  <a:pt x="90022" y="6100"/>
                  <a:pt x="90022" y="13622"/>
                </a:cubicBezTo>
                <a:cubicBezTo>
                  <a:pt x="90022" y="15088"/>
                  <a:pt x="90344" y="16477"/>
                  <a:pt x="90816" y="17800"/>
                </a:cubicBezTo>
                <a:lnTo>
                  <a:pt x="26233" y="51072"/>
                </a:lnTo>
                <a:cubicBezTo>
                  <a:pt x="23483" y="48216"/>
                  <a:pt x="19494" y="46372"/>
                  <a:pt x="14988" y="46372"/>
                </a:cubicBezTo>
                <a:cubicBezTo>
                  <a:pt x="6711" y="46372"/>
                  <a:pt x="0" y="52472"/>
                  <a:pt x="0" y="60000"/>
                </a:cubicBezTo>
                <a:cubicBezTo>
                  <a:pt x="0" y="67527"/>
                  <a:pt x="6711" y="73627"/>
                  <a:pt x="14988" y="73627"/>
                </a:cubicBezTo>
                <a:cubicBezTo>
                  <a:pt x="19494" y="73627"/>
                  <a:pt x="23483" y="71783"/>
                  <a:pt x="26233" y="68922"/>
                </a:cubicBezTo>
                <a:lnTo>
                  <a:pt x="90816" y="102194"/>
                </a:lnTo>
                <a:cubicBezTo>
                  <a:pt x="90344" y="103516"/>
                  <a:pt x="90022" y="104905"/>
                  <a:pt x="90022" y="106372"/>
                </a:cubicBezTo>
                <a:cubicBezTo>
                  <a:pt x="90022" y="113900"/>
                  <a:pt x="96733" y="120000"/>
                  <a:pt x="105011" y="120000"/>
                </a:cubicBezTo>
                <a:cubicBezTo>
                  <a:pt x="113288" y="120000"/>
                  <a:pt x="120000" y="113900"/>
                  <a:pt x="120000" y="106372"/>
                </a:cubicBezTo>
                <a:cubicBezTo>
                  <a:pt x="120000" y="98844"/>
                  <a:pt x="113288" y="92750"/>
                  <a:pt x="105011" y="9275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67" name="Shape 4824">
            <a:extLst>
              <a:ext uri="{FF2B5EF4-FFF2-40B4-BE49-F238E27FC236}">
                <a16:creationId xmlns:a16="http://schemas.microsoft.com/office/drawing/2014/main" id="{354DB82A-03E1-A6E7-BC2D-2E2E5C7C39BE}"/>
              </a:ext>
            </a:extLst>
          </p:cNvPr>
          <p:cNvSpPr/>
          <p:nvPr/>
        </p:nvSpPr>
        <p:spPr>
          <a:xfrm>
            <a:off x="3686656" y="3828112"/>
            <a:ext cx="264227" cy="26412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8750" y="81861"/>
                </a:moveTo>
                <a:cubicBezTo>
                  <a:pt x="66711" y="84322"/>
                  <a:pt x="64561" y="86283"/>
                  <a:pt x="62366" y="87683"/>
                </a:cubicBezTo>
                <a:cubicBezTo>
                  <a:pt x="60188" y="89083"/>
                  <a:pt x="57894" y="90050"/>
                  <a:pt x="55566" y="90566"/>
                </a:cubicBezTo>
                <a:cubicBezTo>
                  <a:pt x="50150" y="91761"/>
                  <a:pt x="45027" y="91627"/>
                  <a:pt x="40788" y="89883"/>
                </a:cubicBezTo>
                <a:cubicBezTo>
                  <a:pt x="38400" y="88905"/>
                  <a:pt x="36316" y="87527"/>
                  <a:pt x="34594" y="85788"/>
                </a:cubicBezTo>
                <a:cubicBezTo>
                  <a:pt x="32861" y="84050"/>
                  <a:pt x="31494" y="81988"/>
                  <a:pt x="30516" y="79666"/>
                </a:cubicBezTo>
                <a:cubicBezTo>
                  <a:pt x="29538" y="77355"/>
                  <a:pt x="29044" y="74772"/>
                  <a:pt x="29044" y="71988"/>
                </a:cubicBezTo>
                <a:cubicBezTo>
                  <a:pt x="29044" y="67561"/>
                  <a:pt x="29922" y="62788"/>
                  <a:pt x="31655" y="57811"/>
                </a:cubicBezTo>
                <a:cubicBezTo>
                  <a:pt x="33388" y="52827"/>
                  <a:pt x="35855" y="48138"/>
                  <a:pt x="38988" y="43888"/>
                </a:cubicBezTo>
                <a:cubicBezTo>
                  <a:pt x="42105" y="39666"/>
                  <a:pt x="45916" y="36100"/>
                  <a:pt x="50322" y="33294"/>
                </a:cubicBezTo>
                <a:cubicBezTo>
                  <a:pt x="54661" y="30533"/>
                  <a:pt x="59477" y="29138"/>
                  <a:pt x="64644" y="29138"/>
                </a:cubicBezTo>
                <a:cubicBezTo>
                  <a:pt x="66744" y="29138"/>
                  <a:pt x="68961" y="29377"/>
                  <a:pt x="71227" y="29850"/>
                </a:cubicBezTo>
                <a:cubicBezTo>
                  <a:pt x="73466" y="30316"/>
                  <a:pt x="75627" y="31105"/>
                  <a:pt x="77655" y="32194"/>
                </a:cubicBezTo>
                <a:cubicBezTo>
                  <a:pt x="79650" y="33272"/>
                  <a:pt x="81433" y="34700"/>
                  <a:pt x="82950" y="36450"/>
                </a:cubicBezTo>
                <a:cubicBezTo>
                  <a:pt x="84383" y="38100"/>
                  <a:pt x="85494" y="40211"/>
                  <a:pt x="86255" y="42733"/>
                </a:cubicBezTo>
                <a:lnTo>
                  <a:pt x="74183" y="72416"/>
                </a:lnTo>
                <a:cubicBezTo>
                  <a:pt x="72622" y="76222"/>
                  <a:pt x="70794" y="79400"/>
                  <a:pt x="68750" y="81861"/>
                </a:cubicBezTo>
                <a:moveTo>
                  <a:pt x="112305" y="89488"/>
                </a:moveTo>
                <a:cubicBezTo>
                  <a:pt x="109716" y="93005"/>
                  <a:pt x="106644" y="96355"/>
                  <a:pt x="103161" y="99444"/>
                </a:cubicBezTo>
                <a:cubicBezTo>
                  <a:pt x="99683" y="102533"/>
                  <a:pt x="95788" y="105255"/>
                  <a:pt x="91577" y="107550"/>
                </a:cubicBezTo>
                <a:cubicBezTo>
                  <a:pt x="87383" y="109833"/>
                  <a:pt x="82855" y="111644"/>
                  <a:pt x="78133" y="112927"/>
                </a:cubicBezTo>
                <a:cubicBezTo>
                  <a:pt x="73427" y="114200"/>
                  <a:pt x="68422" y="114850"/>
                  <a:pt x="63266" y="114850"/>
                </a:cubicBezTo>
                <a:cubicBezTo>
                  <a:pt x="55505" y="114850"/>
                  <a:pt x="48038" y="113655"/>
                  <a:pt x="41072" y="111311"/>
                </a:cubicBezTo>
                <a:cubicBezTo>
                  <a:pt x="34127" y="108972"/>
                  <a:pt x="27938" y="105450"/>
                  <a:pt x="22683" y="100827"/>
                </a:cubicBezTo>
                <a:cubicBezTo>
                  <a:pt x="17433" y="96222"/>
                  <a:pt x="13211" y="90411"/>
                  <a:pt x="10127" y="83561"/>
                </a:cubicBezTo>
                <a:cubicBezTo>
                  <a:pt x="7050" y="76716"/>
                  <a:pt x="5494" y="68650"/>
                  <a:pt x="5494" y="59594"/>
                </a:cubicBezTo>
                <a:cubicBezTo>
                  <a:pt x="5494" y="52055"/>
                  <a:pt x="6966" y="44922"/>
                  <a:pt x="9872" y="38394"/>
                </a:cubicBezTo>
                <a:cubicBezTo>
                  <a:pt x="12783" y="31866"/>
                  <a:pt x="16872" y="26072"/>
                  <a:pt x="22022" y="21188"/>
                </a:cubicBezTo>
                <a:cubicBezTo>
                  <a:pt x="27177" y="16294"/>
                  <a:pt x="33344" y="12388"/>
                  <a:pt x="40355" y="9566"/>
                </a:cubicBezTo>
                <a:cubicBezTo>
                  <a:pt x="47366" y="6750"/>
                  <a:pt x="55077" y="5322"/>
                  <a:pt x="63266" y="5322"/>
                </a:cubicBezTo>
                <a:cubicBezTo>
                  <a:pt x="70555" y="5322"/>
                  <a:pt x="77444" y="6422"/>
                  <a:pt x="83733" y="8605"/>
                </a:cubicBezTo>
                <a:cubicBezTo>
                  <a:pt x="90000" y="10788"/>
                  <a:pt x="95472" y="13872"/>
                  <a:pt x="99988" y="17794"/>
                </a:cubicBezTo>
                <a:cubicBezTo>
                  <a:pt x="104494" y="21700"/>
                  <a:pt x="108083" y="26472"/>
                  <a:pt x="110650" y="31966"/>
                </a:cubicBezTo>
                <a:cubicBezTo>
                  <a:pt x="113205" y="37461"/>
                  <a:pt x="114505" y="43572"/>
                  <a:pt x="114505" y="50127"/>
                </a:cubicBezTo>
                <a:cubicBezTo>
                  <a:pt x="114505" y="55944"/>
                  <a:pt x="113433" y="61438"/>
                  <a:pt x="111322" y="66455"/>
                </a:cubicBezTo>
                <a:cubicBezTo>
                  <a:pt x="109200" y="71494"/>
                  <a:pt x="106505" y="75905"/>
                  <a:pt x="103322" y="79555"/>
                </a:cubicBezTo>
                <a:cubicBezTo>
                  <a:pt x="100155" y="83200"/>
                  <a:pt x="96627" y="86122"/>
                  <a:pt x="92855" y="88222"/>
                </a:cubicBezTo>
                <a:cubicBezTo>
                  <a:pt x="89133" y="90305"/>
                  <a:pt x="85544" y="91355"/>
                  <a:pt x="82177" y="91355"/>
                </a:cubicBezTo>
                <a:cubicBezTo>
                  <a:pt x="80133" y="91355"/>
                  <a:pt x="78616" y="90966"/>
                  <a:pt x="77666" y="90194"/>
                </a:cubicBezTo>
                <a:cubicBezTo>
                  <a:pt x="76722" y="89433"/>
                  <a:pt x="76166" y="88422"/>
                  <a:pt x="75972" y="87094"/>
                </a:cubicBezTo>
                <a:cubicBezTo>
                  <a:pt x="75766" y="85666"/>
                  <a:pt x="75927" y="83938"/>
                  <a:pt x="76466" y="81966"/>
                </a:cubicBezTo>
                <a:cubicBezTo>
                  <a:pt x="77022" y="79916"/>
                  <a:pt x="77816" y="77683"/>
                  <a:pt x="78833" y="75311"/>
                </a:cubicBezTo>
                <a:lnTo>
                  <a:pt x="98494" y="26916"/>
                </a:lnTo>
                <a:lnTo>
                  <a:pt x="92650" y="26916"/>
                </a:lnTo>
                <a:lnTo>
                  <a:pt x="89033" y="36355"/>
                </a:lnTo>
                <a:cubicBezTo>
                  <a:pt x="87305" y="32722"/>
                  <a:pt x="84483" y="29794"/>
                  <a:pt x="80622" y="27622"/>
                </a:cubicBezTo>
                <a:cubicBezTo>
                  <a:pt x="76127" y="25094"/>
                  <a:pt x="70983" y="23816"/>
                  <a:pt x="65327" y="23816"/>
                </a:cubicBezTo>
                <a:cubicBezTo>
                  <a:pt x="59094" y="23816"/>
                  <a:pt x="53311" y="25377"/>
                  <a:pt x="48127" y="28450"/>
                </a:cubicBezTo>
                <a:cubicBezTo>
                  <a:pt x="42994" y="31494"/>
                  <a:pt x="38555" y="35450"/>
                  <a:pt x="34938" y="40211"/>
                </a:cubicBezTo>
                <a:cubicBezTo>
                  <a:pt x="31338" y="44950"/>
                  <a:pt x="28511" y="50177"/>
                  <a:pt x="26538" y="55744"/>
                </a:cubicBezTo>
                <a:cubicBezTo>
                  <a:pt x="24555" y="61316"/>
                  <a:pt x="23555" y="66783"/>
                  <a:pt x="23555" y="71988"/>
                </a:cubicBezTo>
                <a:cubicBezTo>
                  <a:pt x="23555" y="75377"/>
                  <a:pt x="24188" y="78616"/>
                  <a:pt x="25438" y="81605"/>
                </a:cubicBezTo>
                <a:cubicBezTo>
                  <a:pt x="26688" y="84594"/>
                  <a:pt x="28405" y="87227"/>
                  <a:pt x="30550" y="89427"/>
                </a:cubicBezTo>
                <a:cubicBezTo>
                  <a:pt x="32705" y="91638"/>
                  <a:pt x="35300" y="93416"/>
                  <a:pt x="38272" y="94711"/>
                </a:cubicBezTo>
                <a:cubicBezTo>
                  <a:pt x="44794" y="97561"/>
                  <a:pt x="52716" y="97133"/>
                  <a:pt x="60577" y="94583"/>
                </a:cubicBezTo>
                <a:cubicBezTo>
                  <a:pt x="64233" y="93394"/>
                  <a:pt x="67555" y="91177"/>
                  <a:pt x="70494" y="87972"/>
                </a:cubicBezTo>
                <a:cubicBezTo>
                  <a:pt x="70638" y="90144"/>
                  <a:pt x="71522" y="92005"/>
                  <a:pt x="73133" y="93538"/>
                </a:cubicBezTo>
                <a:cubicBezTo>
                  <a:pt x="75327" y="95616"/>
                  <a:pt x="78255" y="96677"/>
                  <a:pt x="81838" y="96677"/>
                </a:cubicBezTo>
                <a:cubicBezTo>
                  <a:pt x="86116" y="96677"/>
                  <a:pt x="90594" y="95422"/>
                  <a:pt x="95133" y="92961"/>
                </a:cubicBezTo>
                <a:cubicBezTo>
                  <a:pt x="99633" y="90522"/>
                  <a:pt x="103777" y="87150"/>
                  <a:pt x="107455" y="82944"/>
                </a:cubicBezTo>
                <a:cubicBezTo>
                  <a:pt x="111116" y="78755"/>
                  <a:pt x="114155" y="73800"/>
                  <a:pt x="116483" y="68227"/>
                </a:cubicBezTo>
                <a:cubicBezTo>
                  <a:pt x="118816" y="62633"/>
                  <a:pt x="120000" y="56544"/>
                  <a:pt x="120000" y="50127"/>
                </a:cubicBezTo>
                <a:cubicBezTo>
                  <a:pt x="120000" y="42505"/>
                  <a:pt x="118488" y="35494"/>
                  <a:pt x="115516" y="29300"/>
                </a:cubicBezTo>
                <a:cubicBezTo>
                  <a:pt x="112544" y="23100"/>
                  <a:pt x="108433" y="17772"/>
                  <a:pt x="103300" y="13455"/>
                </a:cubicBezTo>
                <a:cubicBezTo>
                  <a:pt x="98177" y="9150"/>
                  <a:pt x="92105" y="5794"/>
                  <a:pt x="85255" y="3483"/>
                </a:cubicBezTo>
                <a:cubicBezTo>
                  <a:pt x="78422" y="1172"/>
                  <a:pt x="71022" y="0"/>
                  <a:pt x="63266" y="0"/>
                </a:cubicBezTo>
                <a:cubicBezTo>
                  <a:pt x="54694" y="0"/>
                  <a:pt x="46472" y="1505"/>
                  <a:pt x="38827" y="4472"/>
                </a:cubicBezTo>
                <a:cubicBezTo>
                  <a:pt x="31177" y="7444"/>
                  <a:pt x="24383" y="11627"/>
                  <a:pt x="18644" y="16916"/>
                </a:cubicBezTo>
                <a:cubicBezTo>
                  <a:pt x="12894" y="22200"/>
                  <a:pt x="8305" y="28538"/>
                  <a:pt x="4994" y="35755"/>
                </a:cubicBezTo>
                <a:cubicBezTo>
                  <a:pt x="1677" y="42983"/>
                  <a:pt x="0" y="51005"/>
                  <a:pt x="0" y="59594"/>
                </a:cubicBezTo>
                <a:cubicBezTo>
                  <a:pt x="0" y="70027"/>
                  <a:pt x="1855" y="79177"/>
                  <a:pt x="5516" y="86788"/>
                </a:cubicBezTo>
                <a:cubicBezTo>
                  <a:pt x="9177" y="94400"/>
                  <a:pt x="14044" y="100744"/>
                  <a:pt x="19972" y="105655"/>
                </a:cubicBezTo>
                <a:cubicBezTo>
                  <a:pt x="25894" y="110555"/>
                  <a:pt x="32722" y="114216"/>
                  <a:pt x="40272" y="116527"/>
                </a:cubicBezTo>
                <a:cubicBezTo>
                  <a:pt x="47783" y="118833"/>
                  <a:pt x="55522" y="120000"/>
                  <a:pt x="63266" y="120000"/>
                </a:cubicBezTo>
                <a:cubicBezTo>
                  <a:pt x="68600" y="120000"/>
                  <a:pt x="73983" y="119300"/>
                  <a:pt x="79261" y="117933"/>
                </a:cubicBezTo>
                <a:cubicBezTo>
                  <a:pt x="84522" y="116561"/>
                  <a:pt x="89600" y="114577"/>
                  <a:pt x="94350" y="112050"/>
                </a:cubicBezTo>
                <a:cubicBezTo>
                  <a:pt x="99105" y="109516"/>
                  <a:pt x="103566" y="106400"/>
                  <a:pt x="107622" y="102772"/>
                </a:cubicBezTo>
                <a:cubicBezTo>
                  <a:pt x="111688" y="99138"/>
                  <a:pt x="115161" y="95055"/>
                  <a:pt x="117955" y="90644"/>
                </a:cubicBezTo>
                <a:lnTo>
                  <a:pt x="118950" y="89072"/>
                </a:lnTo>
                <a:lnTo>
                  <a:pt x="112611" y="89072"/>
                </a:lnTo>
                <a:cubicBezTo>
                  <a:pt x="112611" y="89072"/>
                  <a:pt x="112305" y="89488"/>
                  <a:pt x="112305" y="8948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69" name="Shape 4825">
            <a:extLst>
              <a:ext uri="{FF2B5EF4-FFF2-40B4-BE49-F238E27FC236}">
                <a16:creationId xmlns:a16="http://schemas.microsoft.com/office/drawing/2014/main" id="{E00FF91A-19F6-64AE-865B-299FD3BCD714}"/>
              </a:ext>
            </a:extLst>
          </p:cNvPr>
          <p:cNvSpPr/>
          <p:nvPr/>
        </p:nvSpPr>
        <p:spPr>
          <a:xfrm>
            <a:off x="4190843" y="382811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383" y="78488"/>
                </a:moveTo>
                <a:cubicBezTo>
                  <a:pt x="94672" y="74611"/>
                  <a:pt x="87650" y="69572"/>
                  <a:pt x="81577" y="63555"/>
                </a:cubicBezTo>
                <a:cubicBezTo>
                  <a:pt x="84522" y="58988"/>
                  <a:pt x="87022" y="54105"/>
                  <a:pt x="89077" y="49000"/>
                </a:cubicBezTo>
                <a:cubicBezTo>
                  <a:pt x="89383" y="49033"/>
                  <a:pt x="89683" y="49088"/>
                  <a:pt x="90000" y="49088"/>
                </a:cubicBezTo>
                <a:cubicBezTo>
                  <a:pt x="94516" y="49088"/>
                  <a:pt x="98183" y="45427"/>
                  <a:pt x="98183" y="40911"/>
                </a:cubicBezTo>
                <a:cubicBezTo>
                  <a:pt x="98183" y="37705"/>
                  <a:pt x="96327" y="34966"/>
                  <a:pt x="93644" y="33622"/>
                </a:cubicBezTo>
                <a:cubicBezTo>
                  <a:pt x="94627" y="28722"/>
                  <a:pt x="95244" y="23688"/>
                  <a:pt x="95372" y="18533"/>
                </a:cubicBezTo>
                <a:cubicBezTo>
                  <a:pt x="107094" y="28533"/>
                  <a:pt x="114544" y="43383"/>
                  <a:pt x="114544" y="60000"/>
                </a:cubicBezTo>
                <a:cubicBezTo>
                  <a:pt x="114544" y="65355"/>
                  <a:pt x="113716" y="70494"/>
                  <a:pt x="112272" y="75377"/>
                </a:cubicBezTo>
                <a:cubicBezTo>
                  <a:pt x="109044" y="76572"/>
                  <a:pt x="105744" y="77616"/>
                  <a:pt x="102383" y="78488"/>
                </a:cubicBezTo>
                <a:moveTo>
                  <a:pt x="60000" y="114544"/>
                </a:moveTo>
                <a:cubicBezTo>
                  <a:pt x="46700" y="114544"/>
                  <a:pt x="34516" y="109772"/>
                  <a:pt x="25050" y="101861"/>
                </a:cubicBezTo>
                <a:cubicBezTo>
                  <a:pt x="36400" y="99633"/>
                  <a:pt x="46944" y="95194"/>
                  <a:pt x="56266" y="89061"/>
                </a:cubicBezTo>
                <a:cubicBezTo>
                  <a:pt x="57388" y="89638"/>
                  <a:pt x="58644" y="90000"/>
                  <a:pt x="60000" y="90000"/>
                </a:cubicBezTo>
                <a:cubicBezTo>
                  <a:pt x="62627" y="90000"/>
                  <a:pt x="64938" y="88738"/>
                  <a:pt x="66438" y="86816"/>
                </a:cubicBezTo>
                <a:cubicBezTo>
                  <a:pt x="69705" y="87111"/>
                  <a:pt x="73011" y="87272"/>
                  <a:pt x="76361" y="87272"/>
                </a:cubicBezTo>
                <a:cubicBezTo>
                  <a:pt x="85127" y="87272"/>
                  <a:pt x="93622" y="86155"/>
                  <a:pt x="101788" y="84200"/>
                </a:cubicBezTo>
                <a:cubicBezTo>
                  <a:pt x="103666" y="85094"/>
                  <a:pt x="105544" y="86000"/>
                  <a:pt x="107500" y="86766"/>
                </a:cubicBezTo>
                <a:cubicBezTo>
                  <a:pt x="98138" y="103338"/>
                  <a:pt x="80388" y="114544"/>
                  <a:pt x="60000" y="114544"/>
                </a:cubicBezTo>
                <a:moveTo>
                  <a:pt x="19661" y="96622"/>
                </a:moveTo>
                <a:cubicBezTo>
                  <a:pt x="19311" y="93555"/>
                  <a:pt x="19088" y="90438"/>
                  <a:pt x="19088" y="87272"/>
                </a:cubicBezTo>
                <a:cubicBezTo>
                  <a:pt x="19088" y="82016"/>
                  <a:pt x="19644" y="76900"/>
                  <a:pt x="20594" y="71922"/>
                </a:cubicBezTo>
                <a:cubicBezTo>
                  <a:pt x="30305" y="77711"/>
                  <a:pt x="40983" y="82038"/>
                  <a:pt x="52338" y="84588"/>
                </a:cubicBezTo>
                <a:cubicBezTo>
                  <a:pt x="52394" y="84738"/>
                  <a:pt x="52422" y="84900"/>
                  <a:pt x="52483" y="85044"/>
                </a:cubicBezTo>
                <a:cubicBezTo>
                  <a:pt x="42911" y="91227"/>
                  <a:pt x="32005" y="95516"/>
                  <a:pt x="20238" y="97255"/>
                </a:cubicBezTo>
                <a:cubicBezTo>
                  <a:pt x="20044" y="97050"/>
                  <a:pt x="19850" y="96833"/>
                  <a:pt x="19661" y="96622"/>
                </a:cubicBezTo>
                <a:moveTo>
                  <a:pt x="17083" y="63161"/>
                </a:moveTo>
                <a:cubicBezTo>
                  <a:pt x="13116" y="60383"/>
                  <a:pt x="9350" y="57338"/>
                  <a:pt x="5811" y="54050"/>
                </a:cubicBezTo>
                <a:cubicBezTo>
                  <a:pt x="8488" y="29438"/>
                  <a:pt x="27527" y="9788"/>
                  <a:pt x="51838" y="6133"/>
                </a:cubicBezTo>
                <a:cubicBezTo>
                  <a:pt x="51861" y="9050"/>
                  <a:pt x="52016" y="11933"/>
                  <a:pt x="52316" y="14777"/>
                </a:cubicBezTo>
                <a:cubicBezTo>
                  <a:pt x="47622" y="17927"/>
                  <a:pt x="43261" y="21550"/>
                  <a:pt x="39272" y="25533"/>
                </a:cubicBezTo>
                <a:cubicBezTo>
                  <a:pt x="38127" y="24922"/>
                  <a:pt x="36844" y="24544"/>
                  <a:pt x="35455" y="24544"/>
                </a:cubicBezTo>
                <a:cubicBezTo>
                  <a:pt x="30938" y="24544"/>
                  <a:pt x="27272" y="28211"/>
                  <a:pt x="27272" y="32727"/>
                </a:cubicBezTo>
                <a:cubicBezTo>
                  <a:pt x="27272" y="34644"/>
                  <a:pt x="27961" y="36383"/>
                  <a:pt x="29061" y="37777"/>
                </a:cubicBezTo>
                <a:cubicBezTo>
                  <a:pt x="23772" y="45438"/>
                  <a:pt x="19722" y="53994"/>
                  <a:pt x="17083" y="63161"/>
                </a:cubicBezTo>
                <a:moveTo>
                  <a:pt x="13700" y="88738"/>
                </a:moveTo>
                <a:cubicBezTo>
                  <a:pt x="8683" y="80672"/>
                  <a:pt x="5694" y="71227"/>
                  <a:pt x="5494" y="61083"/>
                </a:cubicBezTo>
                <a:cubicBezTo>
                  <a:pt x="8722" y="63844"/>
                  <a:pt x="12111" y="66416"/>
                  <a:pt x="15650" y="68794"/>
                </a:cubicBezTo>
                <a:cubicBezTo>
                  <a:pt x="14361" y="74755"/>
                  <a:pt x="13638" y="80927"/>
                  <a:pt x="13638" y="87272"/>
                </a:cubicBezTo>
                <a:cubicBezTo>
                  <a:pt x="13638" y="87766"/>
                  <a:pt x="13688" y="88250"/>
                  <a:pt x="13700" y="88738"/>
                </a:cubicBezTo>
                <a:moveTo>
                  <a:pt x="74600" y="64111"/>
                </a:moveTo>
                <a:cubicBezTo>
                  <a:pt x="71705" y="68133"/>
                  <a:pt x="68416" y="71838"/>
                  <a:pt x="64855" y="75266"/>
                </a:cubicBezTo>
                <a:cubicBezTo>
                  <a:pt x="63494" y="74255"/>
                  <a:pt x="61827" y="73638"/>
                  <a:pt x="60000" y="73638"/>
                </a:cubicBezTo>
                <a:cubicBezTo>
                  <a:pt x="56477" y="73638"/>
                  <a:pt x="53505" y="75872"/>
                  <a:pt x="52350" y="78988"/>
                </a:cubicBezTo>
                <a:cubicBezTo>
                  <a:pt x="41416" y="76394"/>
                  <a:pt x="31150" y="72072"/>
                  <a:pt x="21866" y="66316"/>
                </a:cubicBezTo>
                <a:cubicBezTo>
                  <a:pt x="24327" y="57033"/>
                  <a:pt x="28333" y="48377"/>
                  <a:pt x="33666" y="40700"/>
                </a:cubicBezTo>
                <a:cubicBezTo>
                  <a:pt x="34244" y="40827"/>
                  <a:pt x="34838" y="40911"/>
                  <a:pt x="35455" y="40911"/>
                </a:cubicBezTo>
                <a:cubicBezTo>
                  <a:pt x="39972" y="40911"/>
                  <a:pt x="43638" y="37244"/>
                  <a:pt x="43638" y="32727"/>
                </a:cubicBezTo>
                <a:cubicBezTo>
                  <a:pt x="43638" y="31600"/>
                  <a:pt x="43405" y="30516"/>
                  <a:pt x="42994" y="29538"/>
                </a:cubicBezTo>
                <a:cubicBezTo>
                  <a:pt x="46150" y="26372"/>
                  <a:pt x="49555" y="23450"/>
                  <a:pt x="53194" y="20827"/>
                </a:cubicBezTo>
                <a:cubicBezTo>
                  <a:pt x="56133" y="37350"/>
                  <a:pt x="63772" y="52205"/>
                  <a:pt x="74600" y="64111"/>
                </a:cubicBezTo>
                <a:moveTo>
                  <a:pt x="60000" y="5455"/>
                </a:moveTo>
                <a:cubicBezTo>
                  <a:pt x="63038" y="5455"/>
                  <a:pt x="66005" y="5766"/>
                  <a:pt x="68905" y="6250"/>
                </a:cubicBezTo>
                <a:cubicBezTo>
                  <a:pt x="64977" y="7777"/>
                  <a:pt x="61138" y="9483"/>
                  <a:pt x="57522" y="11561"/>
                </a:cubicBezTo>
                <a:cubicBezTo>
                  <a:pt x="57377" y="9588"/>
                  <a:pt x="57283" y="7600"/>
                  <a:pt x="57277" y="5594"/>
                </a:cubicBezTo>
                <a:cubicBezTo>
                  <a:pt x="58188" y="5550"/>
                  <a:pt x="59083" y="5455"/>
                  <a:pt x="60000" y="5455"/>
                </a:cubicBezTo>
                <a:moveTo>
                  <a:pt x="78444" y="68122"/>
                </a:moveTo>
                <a:cubicBezTo>
                  <a:pt x="83233" y="72761"/>
                  <a:pt x="88611" y="76772"/>
                  <a:pt x="94366" y="80222"/>
                </a:cubicBezTo>
                <a:cubicBezTo>
                  <a:pt x="88516" y="81255"/>
                  <a:pt x="82511" y="81816"/>
                  <a:pt x="76361" y="81816"/>
                </a:cubicBezTo>
                <a:cubicBezTo>
                  <a:pt x="73588" y="81816"/>
                  <a:pt x="70855" y="81677"/>
                  <a:pt x="68138" y="81466"/>
                </a:cubicBezTo>
                <a:cubicBezTo>
                  <a:pt x="68105" y="80938"/>
                  <a:pt x="68055" y="80416"/>
                  <a:pt x="67938" y="79916"/>
                </a:cubicBezTo>
                <a:cubicBezTo>
                  <a:pt x="71783" y="76316"/>
                  <a:pt x="75305" y="72372"/>
                  <a:pt x="78444" y="68122"/>
                </a:cubicBezTo>
                <a:moveTo>
                  <a:pt x="89933" y="14427"/>
                </a:moveTo>
                <a:cubicBezTo>
                  <a:pt x="89950" y="15072"/>
                  <a:pt x="90000" y="15711"/>
                  <a:pt x="90000" y="16361"/>
                </a:cubicBezTo>
                <a:cubicBezTo>
                  <a:pt x="90000" y="22038"/>
                  <a:pt x="89400" y="27566"/>
                  <a:pt x="88300" y="32911"/>
                </a:cubicBezTo>
                <a:cubicBezTo>
                  <a:pt x="84594" y="33694"/>
                  <a:pt x="81816" y="36977"/>
                  <a:pt x="81816" y="40911"/>
                </a:cubicBezTo>
                <a:cubicBezTo>
                  <a:pt x="81816" y="43138"/>
                  <a:pt x="82711" y="45150"/>
                  <a:pt x="84161" y="46627"/>
                </a:cubicBezTo>
                <a:cubicBezTo>
                  <a:pt x="82372" y="51105"/>
                  <a:pt x="80238" y="55405"/>
                  <a:pt x="77727" y="59450"/>
                </a:cubicBezTo>
                <a:cubicBezTo>
                  <a:pt x="67550" y="47888"/>
                  <a:pt x="60522" y="33472"/>
                  <a:pt x="58161" y="17511"/>
                </a:cubicBezTo>
                <a:cubicBezTo>
                  <a:pt x="64388" y="13683"/>
                  <a:pt x="71183" y="10744"/>
                  <a:pt x="78366" y="8694"/>
                </a:cubicBezTo>
                <a:cubicBezTo>
                  <a:pt x="82466" y="10161"/>
                  <a:pt x="86355" y="12072"/>
                  <a:pt x="89933" y="14427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71" name="Shape 4826">
            <a:extLst>
              <a:ext uri="{FF2B5EF4-FFF2-40B4-BE49-F238E27FC236}">
                <a16:creationId xmlns:a16="http://schemas.microsoft.com/office/drawing/2014/main" id="{DD84103E-8623-402F-EA9E-C9768CA578C2}"/>
              </a:ext>
            </a:extLst>
          </p:cNvPr>
          <p:cNvSpPr/>
          <p:nvPr/>
        </p:nvSpPr>
        <p:spPr>
          <a:xfrm>
            <a:off x="4719036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27272"/>
                </a:moveTo>
                <a:cubicBezTo>
                  <a:pt x="30544" y="27272"/>
                  <a:pt x="6666" y="22388"/>
                  <a:pt x="6666" y="16361"/>
                </a:cubicBezTo>
                <a:cubicBezTo>
                  <a:pt x="6666" y="10338"/>
                  <a:pt x="30544" y="5455"/>
                  <a:pt x="60000" y="5455"/>
                </a:cubicBezTo>
                <a:cubicBezTo>
                  <a:pt x="89455" y="5455"/>
                  <a:pt x="113333" y="10338"/>
                  <a:pt x="113333" y="16361"/>
                </a:cubicBezTo>
                <a:cubicBezTo>
                  <a:pt x="113333" y="22388"/>
                  <a:pt x="89455" y="27272"/>
                  <a:pt x="60000" y="27272"/>
                </a:cubicBezTo>
                <a:moveTo>
                  <a:pt x="113333" y="38183"/>
                </a:moveTo>
                <a:cubicBezTo>
                  <a:pt x="113333" y="44205"/>
                  <a:pt x="89455" y="49088"/>
                  <a:pt x="60000" y="49088"/>
                </a:cubicBezTo>
                <a:cubicBezTo>
                  <a:pt x="30544" y="49088"/>
                  <a:pt x="6666" y="44205"/>
                  <a:pt x="6666" y="38183"/>
                </a:cubicBezTo>
                <a:lnTo>
                  <a:pt x="6666" y="23838"/>
                </a:lnTo>
                <a:cubicBezTo>
                  <a:pt x="16627" y="29111"/>
                  <a:pt x="36750" y="32727"/>
                  <a:pt x="60000" y="32727"/>
                </a:cubicBezTo>
                <a:cubicBezTo>
                  <a:pt x="83255" y="32727"/>
                  <a:pt x="103372" y="29111"/>
                  <a:pt x="113333" y="23838"/>
                </a:cubicBezTo>
                <a:cubicBezTo>
                  <a:pt x="113333" y="23838"/>
                  <a:pt x="113333" y="38183"/>
                  <a:pt x="113333" y="38183"/>
                </a:cubicBezTo>
                <a:close/>
                <a:moveTo>
                  <a:pt x="60000" y="60000"/>
                </a:moveTo>
                <a:cubicBezTo>
                  <a:pt x="30544" y="60000"/>
                  <a:pt x="6666" y="55116"/>
                  <a:pt x="6666" y="49088"/>
                </a:cubicBezTo>
                <a:cubicBezTo>
                  <a:pt x="6666" y="48177"/>
                  <a:pt x="7272" y="47300"/>
                  <a:pt x="8300" y="46455"/>
                </a:cubicBezTo>
                <a:cubicBezTo>
                  <a:pt x="18722" y="51288"/>
                  <a:pt x="37944" y="54544"/>
                  <a:pt x="60000" y="54544"/>
                </a:cubicBezTo>
                <a:cubicBezTo>
                  <a:pt x="82055" y="54544"/>
                  <a:pt x="101277" y="51288"/>
                  <a:pt x="111700" y="46455"/>
                </a:cubicBezTo>
                <a:cubicBezTo>
                  <a:pt x="112727" y="47300"/>
                  <a:pt x="113333" y="48177"/>
                  <a:pt x="113333" y="49088"/>
                </a:cubicBezTo>
                <a:cubicBezTo>
                  <a:pt x="113333" y="55116"/>
                  <a:pt x="89455" y="60000"/>
                  <a:pt x="60000" y="60000"/>
                </a:cubicBezTo>
                <a:moveTo>
                  <a:pt x="113333" y="70911"/>
                </a:moveTo>
                <a:cubicBezTo>
                  <a:pt x="113333" y="76933"/>
                  <a:pt x="89455" y="81816"/>
                  <a:pt x="60000" y="81816"/>
                </a:cubicBezTo>
                <a:cubicBezTo>
                  <a:pt x="30544" y="81816"/>
                  <a:pt x="6666" y="76933"/>
                  <a:pt x="6666" y="70911"/>
                </a:cubicBezTo>
                <a:lnTo>
                  <a:pt x="6666" y="56566"/>
                </a:lnTo>
                <a:cubicBezTo>
                  <a:pt x="16627" y="61838"/>
                  <a:pt x="36750" y="65455"/>
                  <a:pt x="60000" y="65455"/>
                </a:cubicBezTo>
                <a:cubicBezTo>
                  <a:pt x="83255" y="65455"/>
                  <a:pt x="103372" y="61838"/>
                  <a:pt x="113333" y="56566"/>
                </a:cubicBezTo>
                <a:cubicBezTo>
                  <a:pt x="113333" y="56566"/>
                  <a:pt x="113333" y="70911"/>
                  <a:pt x="113333" y="70911"/>
                </a:cubicBezTo>
                <a:close/>
                <a:moveTo>
                  <a:pt x="60000" y="92727"/>
                </a:moveTo>
                <a:cubicBezTo>
                  <a:pt x="30544" y="92727"/>
                  <a:pt x="6666" y="87844"/>
                  <a:pt x="6666" y="81816"/>
                </a:cubicBezTo>
                <a:cubicBezTo>
                  <a:pt x="6666" y="80905"/>
                  <a:pt x="7272" y="80027"/>
                  <a:pt x="8300" y="79183"/>
                </a:cubicBezTo>
                <a:cubicBezTo>
                  <a:pt x="18722" y="84016"/>
                  <a:pt x="37944" y="87272"/>
                  <a:pt x="60000" y="87272"/>
                </a:cubicBezTo>
                <a:cubicBezTo>
                  <a:pt x="82055" y="87272"/>
                  <a:pt x="101277" y="84016"/>
                  <a:pt x="111700" y="79183"/>
                </a:cubicBezTo>
                <a:cubicBezTo>
                  <a:pt x="112727" y="80027"/>
                  <a:pt x="113333" y="80905"/>
                  <a:pt x="113333" y="81816"/>
                </a:cubicBezTo>
                <a:cubicBezTo>
                  <a:pt x="113333" y="87844"/>
                  <a:pt x="89455" y="92727"/>
                  <a:pt x="60000" y="92727"/>
                </a:cubicBezTo>
                <a:moveTo>
                  <a:pt x="113333" y="103638"/>
                </a:moveTo>
                <a:cubicBezTo>
                  <a:pt x="113333" y="109661"/>
                  <a:pt x="89455" y="114544"/>
                  <a:pt x="60000" y="114544"/>
                </a:cubicBezTo>
                <a:cubicBezTo>
                  <a:pt x="30544" y="114544"/>
                  <a:pt x="6666" y="109661"/>
                  <a:pt x="6666" y="103638"/>
                </a:cubicBezTo>
                <a:lnTo>
                  <a:pt x="6666" y="89294"/>
                </a:lnTo>
                <a:cubicBezTo>
                  <a:pt x="16627" y="94566"/>
                  <a:pt x="36750" y="98183"/>
                  <a:pt x="60000" y="98183"/>
                </a:cubicBezTo>
                <a:cubicBezTo>
                  <a:pt x="83255" y="98183"/>
                  <a:pt x="103372" y="94566"/>
                  <a:pt x="113333" y="89294"/>
                </a:cubicBezTo>
                <a:cubicBezTo>
                  <a:pt x="113333" y="89294"/>
                  <a:pt x="113333" y="103638"/>
                  <a:pt x="113333" y="103638"/>
                </a:cubicBezTo>
                <a:close/>
                <a:moveTo>
                  <a:pt x="120000" y="16361"/>
                </a:moveTo>
                <a:cubicBezTo>
                  <a:pt x="120000" y="7327"/>
                  <a:pt x="93138" y="0"/>
                  <a:pt x="60000" y="0"/>
                </a:cubicBezTo>
                <a:cubicBezTo>
                  <a:pt x="26861" y="0"/>
                  <a:pt x="0" y="7327"/>
                  <a:pt x="0" y="16361"/>
                </a:cubicBezTo>
                <a:lnTo>
                  <a:pt x="0" y="38183"/>
                </a:lnTo>
                <a:cubicBezTo>
                  <a:pt x="0" y="40100"/>
                  <a:pt x="1272" y="41927"/>
                  <a:pt x="3488" y="43638"/>
                </a:cubicBezTo>
                <a:cubicBezTo>
                  <a:pt x="1272" y="45344"/>
                  <a:pt x="0" y="47177"/>
                  <a:pt x="0" y="49088"/>
                </a:cubicBezTo>
                <a:lnTo>
                  <a:pt x="0" y="70911"/>
                </a:lnTo>
                <a:cubicBezTo>
                  <a:pt x="0" y="72827"/>
                  <a:pt x="1272" y="74655"/>
                  <a:pt x="3488" y="76361"/>
                </a:cubicBezTo>
                <a:cubicBezTo>
                  <a:pt x="1272" y="78072"/>
                  <a:pt x="0" y="79905"/>
                  <a:pt x="0" y="81816"/>
                </a:cubicBezTo>
                <a:lnTo>
                  <a:pt x="0" y="103638"/>
                </a:lnTo>
                <a:cubicBezTo>
                  <a:pt x="0" y="112672"/>
                  <a:pt x="26861" y="120000"/>
                  <a:pt x="60000" y="120000"/>
                </a:cubicBezTo>
                <a:cubicBezTo>
                  <a:pt x="93138" y="120000"/>
                  <a:pt x="120000" y="112672"/>
                  <a:pt x="120000" y="103638"/>
                </a:cubicBezTo>
                <a:lnTo>
                  <a:pt x="120000" y="81816"/>
                </a:lnTo>
                <a:cubicBezTo>
                  <a:pt x="120000" y="79905"/>
                  <a:pt x="118727" y="78072"/>
                  <a:pt x="116511" y="76361"/>
                </a:cubicBezTo>
                <a:cubicBezTo>
                  <a:pt x="118727" y="74655"/>
                  <a:pt x="120000" y="72827"/>
                  <a:pt x="120000" y="70911"/>
                </a:cubicBezTo>
                <a:lnTo>
                  <a:pt x="120000" y="49088"/>
                </a:lnTo>
                <a:cubicBezTo>
                  <a:pt x="120000" y="47177"/>
                  <a:pt x="118727" y="45344"/>
                  <a:pt x="116511" y="43638"/>
                </a:cubicBezTo>
                <a:cubicBezTo>
                  <a:pt x="118727" y="41927"/>
                  <a:pt x="120000" y="40100"/>
                  <a:pt x="120000" y="38183"/>
                </a:cubicBezTo>
                <a:cubicBezTo>
                  <a:pt x="120000" y="38183"/>
                  <a:pt x="120000" y="16361"/>
                  <a:pt x="120000" y="1636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73" name="Shape 4853">
            <a:extLst>
              <a:ext uri="{FF2B5EF4-FFF2-40B4-BE49-F238E27FC236}">
                <a16:creationId xmlns:a16="http://schemas.microsoft.com/office/drawing/2014/main" id="{9C843230-9795-3FD9-C3BD-6E712ABA2E83}"/>
              </a:ext>
            </a:extLst>
          </p:cNvPr>
          <p:cNvSpPr/>
          <p:nvPr/>
        </p:nvSpPr>
        <p:spPr>
          <a:xfrm>
            <a:off x="8284352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6111" y="76100"/>
                </a:moveTo>
                <a:cubicBezTo>
                  <a:pt x="86111" y="81272"/>
                  <a:pt x="82811" y="83705"/>
                  <a:pt x="77755" y="83672"/>
                </a:cubicBezTo>
                <a:cubicBezTo>
                  <a:pt x="77055" y="83672"/>
                  <a:pt x="76283" y="83672"/>
                  <a:pt x="75811" y="83577"/>
                </a:cubicBezTo>
                <a:lnTo>
                  <a:pt x="75811" y="69427"/>
                </a:lnTo>
                <a:cubicBezTo>
                  <a:pt x="76283" y="69333"/>
                  <a:pt x="77094" y="69238"/>
                  <a:pt x="78338" y="69238"/>
                </a:cubicBezTo>
                <a:cubicBezTo>
                  <a:pt x="83144" y="69238"/>
                  <a:pt x="86150" y="71611"/>
                  <a:pt x="86111" y="76100"/>
                </a:cubicBezTo>
                <a:moveTo>
                  <a:pt x="70200" y="65933"/>
                </a:moveTo>
                <a:lnTo>
                  <a:pt x="70200" y="87172"/>
                </a:lnTo>
                <a:cubicBezTo>
                  <a:pt x="71588" y="87333"/>
                  <a:pt x="73644" y="87488"/>
                  <a:pt x="76544" y="87488"/>
                </a:cubicBezTo>
                <a:cubicBezTo>
                  <a:pt x="81383" y="87488"/>
                  <a:pt x="85344" y="86594"/>
                  <a:pt x="87944" y="84700"/>
                </a:cubicBezTo>
                <a:cubicBezTo>
                  <a:pt x="90333" y="82938"/>
                  <a:pt x="92055" y="80083"/>
                  <a:pt x="92055" y="75944"/>
                </a:cubicBezTo>
                <a:cubicBezTo>
                  <a:pt x="92055" y="72122"/>
                  <a:pt x="90438" y="69461"/>
                  <a:pt x="87872" y="67794"/>
                </a:cubicBezTo>
                <a:cubicBezTo>
                  <a:pt x="85488" y="66216"/>
                  <a:pt x="82444" y="65483"/>
                  <a:pt x="77755" y="65483"/>
                </a:cubicBezTo>
                <a:cubicBezTo>
                  <a:pt x="74927" y="65483"/>
                  <a:pt x="72250" y="65638"/>
                  <a:pt x="70200" y="65933"/>
                </a:cubicBezTo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3"/>
                </a:moveTo>
                <a:cubicBezTo>
                  <a:pt x="113333" y="112100"/>
                  <a:pt x="110350" y="114538"/>
                  <a:pt x="106666" y="114538"/>
                </a:cubicBezTo>
                <a:lnTo>
                  <a:pt x="13333" y="114538"/>
                </a:lnTo>
                <a:cubicBezTo>
                  <a:pt x="9655" y="114538"/>
                  <a:pt x="6666" y="112100"/>
                  <a:pt x="6666" y="109083"/>
                </a:cubicBezTo>
                <a:lnTo>
                  <a:pt x="6666" y="10911"/>
                </a:lnTo>
                <a:cubicBezTo>
                  <a:pt x="6666" y="7894"/>
                  <a:pt x="9655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22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3"/>
                  <a:pt x="113333" y="109083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77"/>
                  <a:pt x="0" y="10911"/>
                </a:cubicBezTo>
                <a:lnTo>
                  <a:pt x="0" y="109083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3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37605" y="75877"/>
                </a:moveTo>
                <a:cubicBezTo>
                  <a:pt x="36800" y="75877"/>
                  <a:pt x="36216" y="75844"/>
                  <a:pt x="35738" y="75750"/>
                </a:cubicBezTo>
                <a:lnTo>
                  <a:pt x="35738" y="69366"/>
                </a:lnTo>
                <a:cubicBezTo>
                  <a:pt x="36138" y="69266"/>
                  <a:pt x="36911" y="69172"/>
                  <a:pt x="38044" y="69172"/>
                </a:cubicBezTo>
                <a:cubicBezTo>
                  <a:pt x="40833" y="69172"/>
                  <a:pt x="42411" y="70361"/>
                  <a:pt x="42411" y="72350"/>
                </a:cubicBezTo>
                <a:cubicBezTo>
                  <a:pt x="42411" y="74561"/>
                  <a:pt x="40577" y="75877"/>
                  <a:pt x="37605" y="75877"/>
                </a:cubicBezTo>
                <a:moveTo>
                  <a:pt x="37755" y="65483"/>
                </a:moveTo>
                <a:cubicBezTo>
                  <a:pt x="34344" y="65483"/>
                  <a:pt x="31922" y="65672"/>
                  <a:pt x="30200" y="65933"/>
                </a:cubicBezTo>
                <a:lnTo>
                  <a:pt x="30200" y="87266"/>
                </a:lnTo>
                <a:lnTo>
                  <a:pt x="35738" y="87266"/>
                </a:lnTo>
                <a:lnTo>
                  <a:pt x="35738" y="79533"/>
                </a:lnTo>
                <a:cubicBezTo>
                  <a:pt x="36244" y="79600"/>
                  <a:pt x="36911" y="79633"/>
                  <a:pt x="37644" y="79633"/>
                </a:cubicBezTo>
                <a:cubicBezTo>
                  <a:pt x="40944" y="79633"/>
                  <a:pt x="43766" y="78927"/>
                  <a:pt x="45672" y="77355"/>
                </a:cubicBezTo>
                <a:cubicBezTo>
                  <a:pt x="47138" y="76133"/>
                  <a:pt x="47944" y="74338"/>
                  <a:pt x="47944" y="72222"/>
                </a:cubicBezTo>
                <a:cubicBezTo>
                  <a:pt x="47944" y="70100"/>
                  <a:pt x="46883" y="68311"/>
                  <a:pt x="45305" y="67216"/>
                </a:cubicBezTo>
                <a:cubicBezTo>
                  <a:pt x="43655" y="66061"/>
                  <a:pt x="41200" y="65483"/>
                  <a:pt x="37755" y="65483"/>
                </a:cubicBezTo>
                <a:moveTo>
                  <a:pt x="59805" y="74433"/>
                </a:moveTo>
                <a:cubicBezTo>
                  <a:pt x="56616" y="73377"/>
                  <a:pt x="55222" y="72766"/>
                  <a:pt x="55222" y="71388"/>
                </a:cubicBezTo>
                <a:cubicBezTo>
                  <a:pt x="55222" y="70266"/>
                  <a:pt x="56394" y="69300"/>
                  <a:pt x="58816" y="69300"/>
                </a:cubicBezTo>
                <a:cubicBezTo>
                  <a:pt x="61238" y="69300"/>
                  <a:pt x="62994" y="69905"/>
                  <a:pt x="63983" y="70327"/>
                </a:cubicBezTo>
                <a:lnTo>
                  <a:pt x="65233" y="66383"/>
                </a:lnTo>
                <a:cubicBezTo>
                  <a:pt x="63766" y="65805"/>
                  <a:pt x="61711" y="65288"/>
                  <a:pt x="58927" y="65288"/>
                </a:cubicBezTo>
                <a:cubicBezTo>
                  <a:pt x="53100" y="65288"/>
                  <a:pt x="49577" y="68111"/>
                  <a:pt x="49577" y="71800"/>
                </a:cubicBezTo>
                <a:cubicBezTo>
                  <a:pt x="49577" y="74944"/>
                  <a:pt x="52250" y="76938"/>
                  <a:pt x="56361" y="78188"/>
                </a:cubicBezTo>
                <a:cubicBezTo>
                  <a:pt x="59327" y="79116"/>
                  <a:pt x="60505" y="79888"/>
                  <a:pt x="60505" y="81238"/>
                </a:cubicBezTo>
                <a:cubicBezTo>
                  <a:pt x="60505" y="82650"/>
                  <a:pt x="59144" y="83577"/>
                  <a:pt x="56577" y="83577"/>
                </a:cubicBezTo>
                <a:cubicBezTo>
                  <a:pt x="54194" y="83577"/>
                  <a:pt x="51883" y="82905"/>
                  <a:pt x="50383" y="82233"/>
                </a:cubicBezTo>
                <a:lnTo>
                  <a:pt x="49244" y="86272"/>
                </a:lnTo>
                <a:cubicBezTo>
                  <a:pt x="50638" y="86950"/>
                  <a:pt x="53422" y="87588"/>
                  <a:pt x="56244" y="87588"/>
                </a:cubicBezTo>
                <a:cubicBezTo>
                  <a:pt x="63033" y="87588"/>
                  <a:pt x="66222" y="84505"/>
                  <a:pt x="66222" y="80883"/>
                </a:cubicBezTo>
                <a:cubicBezTo>
                  <a:pt x="66222" y="77833"/>
                  <a:pt x="64172" y="75844"/>
                  <a:pt x="59805" y="7443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75" name="Shape 4854">
            <a:extLst>
              <a:ext uri="{FF2B5EF4-FFF2-40B4-BE49-F238E27FC236}">
                <a16:creationId xmlns:a16="http://schemas.microsoft.com/office/drawing/2014/main" id="{ECF9AFE9-97F3-5B3D-521F-E3D1CD2117F7}"/>
              </a:ext>
            </a:extLst>
          </p:cNvPr>
          <p:cNvSpPr/>
          <p:nvPr/>
        </p:nvSpPr>
        <p:spPr>
          <a:xfrm>
            <a:off x="8788538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0200" y="87272"/>
                </a:moveTo>
                <a:lnTo>
                  <a:pt x="75811" y="87272"/>
                </a:lnTo>
                <a:lnTo>
                  <a:pt x="75811" y="65644"/>
                </a:lnTo>
                <a:lnTo>
                  <a:pt x="70200" y="65644"/>
                </a:lnTo>
                <a:cubicBezTo>
                  <a:pt x="70200" y="65644"/>
                  <a:pt x="70200" y="87272"/>
                  <a:pt x="70200" y="87272"/>
                </a:cubicBezTo>
                <a:close/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44" y="114544"/>
                  <a:pt x="106666" y="114544"/>
                </a:cubicBezTo>
                <a:lnTo>
                  <a:pt x="13333" y="114544"/>
                </a:lnTo>
                <a:cubicBezTo>
                  <a:pt x="9655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5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22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53433" y="78061"/>
                </a:moveTo>
                <a:lnTo>
                  <a:pt x="54894" y="73472"/>
                </a:lnTo>
                <a:cubicBezTo>
                  <a:pt x="55300" y="72222"/>
                  <a:pt x="55666" y="70588"/>
                  <a:pt x="56033" y="69305"/>
                </a:cubicBezTo>
                <a:lnTo>
                  <a:pt x="56105" y="69305"/>
                </a:lnTo>
                <a:cubicBezTo>
                  <a:pt x="56472" y="70588"/>
                  <a:pt x="56916" y="72188"/>
                  <a:pt x="57355" y="73472"/>
                </a:cubicBezTo>
                <a:lnTo>
                  <a:pt x="58894" y="78061"/>
                </a:lnTo>
                <a:cubicBezTo>
                  <a:pt x="58894" y="78061"/>
                  <a:pt x="53433" y="78061"/>
                  <a:pt x="53433" y="78061"/>
                </a:cubicBezTo>
                <a:close/>
                <a:moveTo>
                  <a:pt x="52622" y="65644"/>
                </a:moveTo>
                <a:lnTo>
                  <a:pt x="45072" y="87272"/>
                </a:lnTo>
                <a:lnTo>
                  <a:pt x="50861" y="87272"/>
                </a:lnTo>
                <a:lnTo>
                  <a:pt x="52622" y="81722"/>
                </a:lnTo>
                <a:lnTo>
                  <a:pt x="59700" y="81722"/>
                </a:lnTo>
                <a:lnTo>
                  <a:pt x="61605" y="87272"/>
                </a:lnTo>
                <a:lnTo>
                  <a:pt x="67622" y="87272"/>
                </a:lnTo>
                <a:lnTo>
                  <a:pt x="59955" y="65644"/>
                </a:lnTo>
                <a:cubicBezTo>
                  <a:pt x="59955" y="65644"/>
                  <a:pt x="52622" y="65644"/>
                  <a:pt x="52622" y="6564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77" name="Shape 4855">
            <a:extLst>
              <a:ext uri="{FF2B5EF4-FFF2-40B4-BE49-F238E27FC236}">
                <a16:creationId xmlns:a16="http://schemas.microsoft.com/office/drawing/2014/main" id="{85CD9FF7-64F5-B5F0-94C9-EC4CB316E613}"/>
              </a:ext>
            </a:extLst>
          </p:cNvPr>
          <p:cNvSpPr/>
          <p:nvPr/>
        </p:nvSpPr>
        <p:spPr>
          <a:xfrm>
            <a:off x="9292724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6866" y="87272"/>
                </a:moveTo>
                <a:lnTo>
                  <a:pt x="82472" y="87272"/>
                </a:lnTo>
                <a:lnTo>
                  <a:pt x="82472" y="78577"/>
                </a:lnTo>
                <a:lnTo>
                  <a:pt x="91350" y="78577"/>
                </a:lnTo>
                <a:lnTo>
                  <a:pt x="91350" y="74600"/>
                </a:lnTo>
                <a:lnTo>
                  <a:pt x="82472" y="74600"/>
                </a:lnTo>
                <a:lnTo>
                  <a:pt x="82472" y="69655"/>
                </a:lnTo>
                <a:lnTo>
                  <a:pt x="91972" y="69655"/>
                </a:lnTo>
                <a:lnTo>
                  <a:pt x="91972" y="65644"/>
                </a:lnTo>
                <a:lnTo>
                  <a:pt x="76866" y="65644"/>
                </a:lnTo>
                <a:cubicBezTo>
                  <a:pt x="76866" y="65644"/>
                  <a:pt x="76866" y="87272"/>
                  <a:pt x="76866" y="87272"/>
                </a:cubicBezTo>
                <a:close/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50" y="114544"/>
                  <a:pt x="106666" y="114544"/>
                </a:cubicBezTo>
                <a:lnTo>
                  <a:pt x="13333" y="114544"/>
                </a:lnTo>
                <a:cubicBezTo>
                  <a:pt x="9650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0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16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57755" y="83677"/>
                </a:moveTo>
                <a:cubicBezTo>
                  <a:pt x="57055" y="83677"/>
                  <a:pt x="56283" y="83677"/>
                  <a:pt x="55805" y="83583"/>
                </a:cubicBezTo>
                <a:lnTo>
                  <a:pt x="55805" y="69433"/>
                </a:lnTo>
                <a:cubicBezTo>
                  <a:pt x="56283" y="69333"/>
                  <a:pt x="57094" y="69238"/>
                  <a:pt x="58338" y="69238"/>
                </a:cubicBezTo>
                <a:cubicBezTo>
                  <a:pt x="63144" y="69238"/>
                  <a:pt x="66150" y="71616"/>
                  <a:pt x="66111" y="76105"/>
                </a:cubicBezTo>
                <a:cubicBezTo>
                  <a:pt x="66111" y="81272"/>
                  <a:pt x="62811" y="83711"/>
                  <a:pt x="57755" y="83677"/>
                </a:cubicBezTo>
                <a:moveTo>
                  <a:pt x="57755" y="65483"/>
                </a:moveTo>
                <a:cubicBezTo>
                  <a:pt x="54927" y="65483"/>
                  <a:pt x="52250" y="65644"/>
                  <a:pt x="50200" y="65933"/>
                </a:cubicBezTo>
                <a:lnTo>
                  <a:pt x="50200" y="87172"/>
                </a:lnTo>
                <a:cubicBezTo>
                  <a:pt x="51594" y="87333"/>
                  <a:pt x="53644" y="87494"/>
                  <a:pt x="56544" y="87494"/>
                </a:cubicBezTo>
                <a:cubicBezTo>
                  <a:pt x="61377" y="87494"/>
                  <a:pt x="65344" y="86594"/>
                  <a:pt x="67950" y="84700"/>
                </a:cubicBezTo>
                <a:cubicBezTo>
                  <a:pt x="70333" y="82938"/>
                  <a:pt x="72055" y="80083"/>
                  <a:pt x="72055" y="75944"/>
                </a:cubicBezTo>
                <a:cubicBezTo>
                  <a:pt x="72055" y="72127"/>
                  <a:pt x="70444" y="69461"/>
                  <a:pt x="67872" y="67794"/>
                </a:cubicBezTo>
                <a:cubicBezTo>
                  <a:pt x="65488" y="66222"/>
                  <a:pt x="62450" y="65483"/>
                  <a:pt x="57755" y="65483"/>
                </a:cubicBezTo>
                <a:moveTo>
                  <a:pt x="37605" y="75883"/>
                </a:moveTo>
                <a:cubicBezTo>
                  <a:pt x="36794" y="75883"/>
                  <a:pt x="36211" y="75850"/>
                  <a:pt x="35733" y="75755"/>
                </a:cubicBezTo>
                <a:lnTo>
                  <a:pt x="35733" y="69366"/>
                </a:lnTo>
                <a:cubicBezTo>
                  <a:pt x="36138" y="69272"/>
                  <a:pt x="36905" y="69177"/>
                  <a:pt x="38044" y="69177"/>
                </a:cubicBezTo>
                <a:cubicBezTo>
                  <a:pt x="40833" y="69177"/>
                  <a:pt x="42411" y="70361"/>
                  <a:pt x="42411" y="72350"/>
                </a:cubicBezTo>
                <a:cubicBezTo>
                  <a:pt x="42411" y="74566"/>
                  <a:pt x="40577" y="75883"/>
                  <a:pt x="37605" y="75883"/>
                </a:cubicBezTo>
                <a:moveTo>
                  <a:pt x="37755" y="65483"/>
                </a:moveTo>
                <a:cubicBezTo>
                  <a:pt x="34344" y="65483"/>
                  <a:pt x="31922" y="65677"/>
                  <a:pt x="30200" y="65933"/>
                </a:cubicBezTo>
                <a:lnTo>
                  <a:pt x="30200" y="87272"/>
                </a:lnTo>
                <a:lnTo>
                  <a:pt x="35733" y="87272"/>
                </a:lnTo>
                <a:lnTo>
                  <a:pt x="35733" y="79538"/>
                </a:lnTo>
                <a:cubicBezTo>
                  <a:pt x="36250" y="79600"/>
                  <a:pt x="36905" y="79633"/>
                  <a:pt x="37644" y="79633"/>
                </a:cubicBezTo>
                <a:cubicBezTo>
                  <a:pt x="40944" y="79633"/>
                  <a:pt x="43766" y="78927"/>
                  <a:pt x="45672" y="77355"/>
                </a:cubicBezTo>
                <a:cubicBezTo>
                  <a:pt x="47144" y="76138"/>
                  <a:pt x="47950" y="74338"/>
                  <a:pt x="47950" y="72222"/>
                </a:cubicBezTo>
                <a:cubicBezTo>
                  <a:pt x="47950" y="70105"/>
                  <a:pt x="46883" y="68311"/>
                  <a:pt x="45305" y="67216"/>
                </a:cubicBezTo>
                <a:cubicBezTo>
                  <a:pt x="43661" y="66066"/>
                  <a:pt x="41200" y="65483"/>
                  <a:pt x="37755" y="654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79" name="Shape 4856">
            <a:extLst>
              <a:ext uri="{FF2B5EF4-FFF2-40B4-BE49-F238E27FC236}">
                <a16:creationId xmlns:a16="http://schemas.microsoft.com/office/drawing/2014/main" id="{E601CE63-0CBE-3B1E-8CDB-AEEC631562D4}"/>
              </a:ext>
            </a:extLst>
          </p:cNvPr>
          <p:cNvSpPr/>
          <p:nvPr/>
        </p:nvSpPr>
        <p:spPr>
          <a:xfrm>
            <a:off x="9796910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1866" y="87272"/>
                </a:moveTo>
                <a:lnTo>
                  <a:pt x="77472" y="87272"/>
                </a:lnTo>
                <a:lnTo>
                  <a:pt x="77472" y="78577"/>
                </a:lnTo>
                <a:lnTo>
                  <a:pt x="86350" y="78577"/>
                </a:lnTo>
                <a:lnTo>
                  <a:pt x="86350" y="74600"/>
                </a:lnTo>
                <a:lnTo>
                  <a:pt x="77472" y="74600"/>
                </a:lnTo>
                <a:lnTo>
                  <a:pt x="77472" y="69655"/>
                </a:lnTo>
                <a:lnTo>
                  <a:pt x="86972" y="69655"/>
                </a:lnTo>
                <a:lnTo>
                  <a:pt x="86972" y="65644"/>
                </a:lnTo>
                <a:lnTo>
                  <a:pt x="71866" y="65644"/>
                </a:lnTo>
                <a:cubicBezTo>
                  <a:pt x="71866" y="65644"/>
                  <a:pt x="71866" y="87272"/>
                  <a:pt x="71866" y="87272"/>
                </a:cubicBezTo>
                <a:close/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50" y="114544"/>
                  <a:pt x="106666" y="114544"/>
                </a:cubicBezTo>
                <a:lnTo>
                  <a:pt x="13333" y="114544"/>
                </a:lnTo>
                <a:cubicBezTo>
                  <a:pt x="9650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0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16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61866" y="87272"/>
                </a:moveTo>
                <a:lnTo>
                  <a:pt x="67472" y="87272"/>
                </a:lnTo>
                <a:lnTo>
                  <a:pt x="67472" y="65644"/>
                </a:lnTo>
                <a:lnTo>
                  <a:pt x="61866" y="65644"/>
                </a:lnTo>
                <a:cubicBezTo>
                  <a:pt x="61866" y="65644"/>
                  <a:pt x="61866" y="87272"/>
                  <a:pt x="61866" y="87272"/>
                </a:cubicBezTo>
                <a:close/>
                <a:moveTo>
                  <a:pt x="46638" y="78705"/>
                </a:moveTo>
                <a:lnTo>
                  <a:pt x="50455" y="78705"/>
                </a:lnTo>
                <a:lnTo>
                  <a:pt x="50455" y="83227"/>
                </a:lnTo>
                <a:cubicBezTo>
                  <a:pt x="50011" y="83416"/>
                  <a:pt x="48988" y="83550"/>
                  <a:pt x="47700" y="83550"/>
                </a:cubicBezTo>
                <a:cubicBezTo>
                  <a:pt x="43116" y="83550"/>
                  <a:pt x="39927" y="80916"/>
                  <a:pt x="39927" y="76455"/>
                </a:cubicBezTo>
                <a:cubicBezTo>
                  <a:pt x="39927" y="71772"/>
                  <a:pt x="43450" y="69461"/>
                  <a:pt x="48105" y="69461"/>
                </a:cubicBezTo>
                <a:cubicBezTo>
                  <a:pt x="50822" y="69461"/>
                  <a:pt x="52505" y="69883"/>
                  <a:pt x="53866" y="70400"/>
                </a:cubicBezTo>
                <a:lnTo>
                  <a:pt x="55038" y="66477"/>
                </a:lnTo>
                <a:cubicBezTo>
                  <a:pt x="53827" y="65966"/>
                  <a:pt x="51372" y="65422"/>
                  <a:pt x="48177" y="65422"/>
                </a:cubicBezTo>
                <a:cubicBezTo>
                  <a:pt x="40072" y="65422"/>
                  <a:pt x="34100" y="69527"/>
                  <a:pt x="34061" y="76716"/>
                </a:cubicBezTo>
                <a:cubicBezTo>
                  <a:pt x="34022" y="79894"/>
                  <a:pt x="35272" y="82711"/>
                  <a:pt x="37544" y="84572"/>
                </a:cubicBezTo>
                <a:cubicBezTo>
                  <a:pt x="39816" y="86500"/>
                  <a:pt x="43083" y="87494"/>
                  <a:pt x="47588" y="87494"/>
                </a:cubicBezTo>
                <a:cubicBezTo>
                  <a:pt x="50861" y="87494"/>
                  <a:pt x="54122" y="86788"/>
                  <a:pt x="55844" y="86277"/>
                </a:cubicBezTo>
                <a:lnTo>
                  <a:pt x="55844" y="74883"/>
                </a:lnTo>
                <a:lnTo>
                  <a:pt x="46638" y="74883"/>
                </a:lnTo>
                <a:cubicBezTo>
                  <a:pt x="46638" y="74883"/>
                  <a:pt x="46638" y="78705"/>
                  <a:pt x="46638" y="7870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81" name="Shape 4857">
            <a:extLst>
              <a:ext uri="{FF2B5EF4-FFF2-40B4-BE49-F238E27FC236}">
                <a16:creationId xmlns:a16="http://schemas.microsoft.com/office/drawing/2014/main" id="{5F52A971-0671-C4EB-8F86-44C31AE9EBDF}"/>
              </a:ext>
            </a:extLst>
          </p:cNvPr>
          <p:cNvSpPr/>
          <p:nvPr/>
        </p:nvSpPr>
        <p:spPr>
          <a:xfrm>
            <a:off x="10301096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938" y="75883"/>
                </a:moveTo>
                <a:cubicBezTo>
                  <a:pt x="55127" y="75883"/>
                  <a:pt x="54544" y="75850"/>
                  <a:pt x="54066" y="75755"/>
                </a:cubicBezTo>
                <a:lnTo>
                  <a:pt x="54066" y="69366"/>
                </a:lnTo>
                <a:cubicBezTo>
                  <a:pt x="54472" y="69272"/>
                  <a:pt x="55238" y="69177"/>
                  <a:pt x="56377" y="69177"/>
                </a:cubicBezTo>
                <a:cubicBezTo>
                  <a:pt x="59166" y="69177"/>
                  <a:pt x="60744" y="70361"/>
                  <a:pt x="60744" y="72350"/>
                </a:cubicBezTo>
                <a:cubicBezTo>
                  <a:pt x="60744" y="74566"/>
                  <a:pt x="58911" y="75883"/>
                  <a:pt x="55938" y="75883"/>
                </a:cubicBezTo>
                <a:moveTo>
                  <a:pt x="56088" y="65483"/>
                </a:moveTo>
                <a:cubicBezTo>
                  <a:pt x="52672" y="65483"/>
                  <a:pt x="50255" y="65677"/>
                  <a:pt x="48533" y="65938"/>
                </a:cubicBezTo>
                <a:lnTo>
                  <a:pt x="48533" y="87272"/>
                </a:lnTo>
                <a:lnTo>
                  <a:pt x="54066" y="87272"/>
                </a:lnTo>
                <a:lnTo>
                  <a:pt x="54066" y="79538"/>
                </a:lnTo>
                <a:cubicBezTo>
                  <a:pt x="54583" y="79600"/>
                  <a:pt x="55238" y="79633"/>
                  <a:pt x="55977" y="79633"/>
                </a:cubicBezTo>
                <a:cubicBezTo>
                  <a:pt x="59277" y="79633"/>
                  <a:pt x="62100" y="78927"/>
                  <a:pt x="64005" y="77355"/>
                </a:cubicBezTo>
                <a:cubicBezTo>
                  <a:pt x="65477" y="76138"/>
                  <a:pt x="66283" y="74344"/>
                  <a:pt x="66283" y="72222"/>
                </a:cubicBezTo>
                <a:cubicBezTo>
                  <a:pt x="66283" y="70105"/>
                  <a:pt x="65216" y="68311"/>
                  <a:pt x="63638" y="67216"/>
                </a:cubicBezTo>
                <a:cubicBezTo>
                  <a:pt x="61994" y="66061"/>
                  <a:pt x="59533" y="65483"/>
                  <a:pt x="56088" y="65483"/>
                </a:cubicBezTo>
                <a:moveTo>
                  <a:pt x="67394" y="76716"/>
                </a:moveTo>
                <a:cubicBezTo>
                  <a:pt x="67355" y="79894"/>
                  <a:pt x="68605" y="82711"/>
                  <a:pt x="70877" y="84577"/>
                </a:cubicBezTo>
                <a:cubicBezTo>
                  <a:pt x="73150" y="86505"/>
                  <a:pt x="76416" y="87494"/>
                  <a:pt x="80922" y="87494"/>
                </a:cubicBezTo>
                <a:cubicBezTo>
                  <a:pt x="84194" y="87494"/>
                  <a:pt x="87455" y="86788"/>
                  <a:pt x="89177" y="86277"/>
                </a:cubicBezTo>
                <a:lnTo>
                  <a:pt x="89177" y="74883"/>
                </a:lnTo>
                <a:lnTo>
                  <a:pt x="79972" y="74883"/>
                </a:lnTo>
                <a:lnTo>
                  <a:pt x="79972" y="78705"/>
                </a:lnTo>
                <a:lnTo>
                  <a:pt x="83783" y="78705"/>
                </a:lnTo>
                <a:lnTo>
                  <a:pt x="83783" y="83227"/>
                </a:lnTo>
                <a:cubicBezTo>
                  <a:pt x="83344" y="83416"/>
                  <a:pt x="82322" y="83550"/>
                  <a:pt x="81033" y="83550"/>
                </a:cubicBezTo>
                <a:cubicBezTo>
                  <a:pt x="76450" y="83550"/>
                  <a:pt x="73261" y="80922"/>
                  <a:pt x="73261" y="76455"/>
                </a:cubicBezTo>
                <a:cubicBezTo>
                  <a:pt x="73261" y="71772"/>
                  <a:pt x="76783" y="69461"/>
                  <a:pt x="81438" y="69461"/>
                </a:cubicBezTo>
                <a:cubicBezTo>
                  <a:pt x="84155" y="69461"/>
                  <a:pt x="85838" y="69883"/>
                  <a:pt x="87200" y="70394"/>
                </a:cubicBezTo>
                <a:lnTo>
                  <a:pt x="88366" y="66477"/>
                </a:lnTo>
                <a:cubicBezTo>
                  <a:pt x="87161" y="65966"/>
                  <a:pt x="84705" y="65422"/>
                  <a:pt x="81511" y="65422"/>
                </a:cubicBezTo>
                <a:cubicBezTo>
                  <a:pt x="73405" y="65422"/>
                  <a:pt x="67433" y="69527"/>
                  <a:pt x="67394" y="76716"/>
                </a:cubicBezTo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50" y="114544"/>
                  <a:pt x="106666" y="114544"/>
                </a:cubicBezTo>
                <a:lnTo>
                  <a:pt x="13333" y="114544"/>
                </a:lnTo>
                <a:cubicBezTo>
                  <a:pt x="9650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894"/>
                  <a:pt x="9650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16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36700" y="79250"/>
                </a:moveTo>
                <a:cubicBezTo>
                  <a:pt x="36700" y="82622"/>
                  <a:pt x="35238" y="83550"/>
                  <a:pt x="32888" y="83550"/>
                </a:cubicBezTo>
                <a:cubicBezTo>
                  <a:pt x="31788" y="83550"/>
                  <a:pt x="30800" y="83388"/>
                  <a:pt x="30033" y="83161"/>
                </a:cubicBezTo>
                <a:lnTo>
                  <a:pt x="29405" y="87111"/>
                </a:lnTo>
                <a:cubicBezTo>
                  <a:pt x="30505" y="87433"/>
                  <a:pt x="32194" y="87627"/>
                  <a:pt x="33477" y="87627"/>
                </a:cubicBezTo>
                <a:cubicBezTo>
                  <a:pt x="38905" y="87627"/>
                  <a:pt x="42277" y="85472"/>
                  <a:pt x="42277" y="79311"/>
                </a:cubicBezTo>
                <a:lnTo>
                  <a:pt x="42277" y="65644"/>
                </a:lnTo>
                <a:lnTo>
                  <a:pt x="36700" y="65644"/>
                </a:lnTo>
                <a:cubicBezTo>
                  <a:pt x="36700" y="65644"/>
                  <a:pt x="36700" y="79250"/>
                  <a:pt x="36700" y="7925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83" name="Shape 4858">
            <a:extLst>
              <a:ext uri="{FF2B5EF4-FFF2-40B4-BE49-F238E27FC236}">
                <a16:creationId xmlns:a16="http://schemas.microsoft.com/office/drawing/2014/main" id="{423754D0-E364-7D12-5578-0CEB5E016921}"/>
              </a:ext>
            </a:extLst>
          </p:cNvPr>
          <p:cNvSpPr/>
          <p:nvPr/>
        </p:nvSpPr>
        <p:spPr>
          <a:xfrm>
            <a:off x="10805282" y="3828112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0000" y="32727"/>
                </a:moveTo>
                <a:lnTo>
                  <a:pt x="80000" y="5455"/>
                </a:lnTo>
                <a:lnTo>
                  <a:pt x="83333" y="5455"/>
                </a:lnTo>
                <a:lnTo>
                  <a:pt x="113333" y="32727"/>
                </a:lnTo>
                <a:cubicBezTo>
                  <a:pt x="113333" y="32727"/>
                  <a:pt x="80000" y="32727"/>
                  <a:pt x="80000" y="32727"/>
                </a:cubicBezTo>
                <a:close/>
                <a:moveTo>
                  <a:pt x="113333" y="109088"/>
                </a:moveTo>
                <a:cubicBezTo>
                  <a:pt x="113333" y="112105"/>
                  <a:pt x="110344" y="114544"/>
                  <a:pt x="106666" y="114544"/>
                </a:cubicBezTo>
                <a:lnTo>
                  <a:pt x="13333" y="114544"/>
                </a:lnTo>
                <a:cubicBezTo>
                  <a:pt x="9655" y="114544"/>
                  <a:pt x="6666" y="112105"/>
                  <a:pt x="6666" y="109088"/>
                </a:cubicBezTo>
                <a:lnTo>
                  <a:pt x="6666" y="10911"/>
                </a:lnTo>
                <a:cubicBezTo>
                  <a:pt x="6666" y="7900"/>
                  <a:pt x="9655" y="5455"/>
                  <a:pt x="13333" y="5455"/>
                </a:cubicBezTo>
                <a:lnTo>
                  <a:pt x="73333" y="5455"/>
                </a:lnTo>
                <a:lnTo>
                  <a:pt x="73333" y="32727"/>
                </a:lnTo>
                <a:cubicBezTo>
                  <a:pt x="73333" y="35738"/>
                  <a:pt x="76322" y="38177"/>
                  <a:pt x="80000" y="38177"/>
                </a:cubicBezTo>
                <a:lnTo>
                  <a:pt x="113333" y="38177"/>
                </a:lnTo>
                <a:cubicBezTo>
                  <a:pt x="113333" y="38177"/>
                  <a:pt x="113333" y="109088"/>
                  <a:pt x="113333" y="109088"/>
                </a:cubicBezTo>
                <a:close/>
                <a:moveTo>
                  <a:pt x="86666" y="0"/>
                </a:moveTo>
                <a:lnTo>
                  <a:pt x="13333" y="0"/>
                </a:lnTo>
                <a:cubicBezTo>
                  <a:pt x="5972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5972" y="120000"/>
                  <a:pt x="13333" y="120000"/>
                </a:cubicBezTo>
                <a:lnTo>
                  <a:pt x="106666" y="120000"/>
                </a:lnTo>
                <a:cubicBezTo>
                  <a:pt x="114027" y="120000"/>
                  <a:pt x="120000" y="115116"/>
                  <a:pt x="120000" y="109088"/>
                </a:cubicBezTo>
                <a:lnTo>
                  <a:pt x="120000" y="30000"/>
                </a:lnTo>
                <a:cubicBezTo>
                  <a:pt x="120000" y="30000"/>
                  <a:pt x="86666" y="0"/>
                  <a:pt x="86666" y="0"/>
                </a:cubicBezTo>
                <a:close/>
                <a:moveTo>
                  <a:pt x="72394" y="76716"/>
                </a:moveTo>
                <a:cubicBezTo>
                  <a:pt x="72355" y="79894"/>
                  <a:pt x="73605" y="82711"/>
                  <a:pt x="75877" y="84572"/>
                </a:cubicBezTo>
                <a:cubicBezTo>
                  <a:pt x="78150" y="86500"/>
                  <a:pt x="81416" y="87494"/>
                  <a:pt x="85927" y="87494"/>
                </a:cubicBezTo>
                <a:cubicBezTo>
                  <a:pt x="89188" y="87494"/>
                  <a:pt x="92455" y="86788"/>
                  <a:pt x="94177" y="86277"/>
                </a:cubicBezTo>
                <a:lnTo>
                  <a:pt x="94177" y="74883"/>
                </a:lnTo>
                <a:lnTo>
                  <a:pt x="84972" y="74883"/>
                </a:lnTo>
                <a:lnTo>
                  <a:pt x="84972" y="78705"/>
                </a:lnTo>
                <a:lnTo>
                  <a:pt x="88783" y="78705"/>
                </a:lnTo>
                <a:lnTo>
                  <a:pt x="88783" y="83227"/>
                </a:lnTo>
                <a:cubicBezTo>
                  <a:pt x="88344" y="83416"/>
                  <a:pt x="87322" y="83550"/>
                  <a:pt x="86033" y="83550"/>
                </a:cubicBezTo>
                <a:cubicBezTo>
                  <a:pt x="81450" y="83550"/>
                  <a:pt x="78261" y="80916"/>
                  <a:pt x="78261" y="76455"/>
                </a:cubicBezTo>
                <a:cubicBezTo>
                  <a:pt x="78261" y="71772"/>
                  <a:pt x="81783" y="69461"/>
                  <a:pt x="86438" y="69461"/>
                </a:cubicBezTo>
                <a:cubicBezTo>
                  <a:pt x="89155" y="69461"/>
                  <a:pt x="90838" y="69883"/>
                  <a:pt x="92200" y="70394"/>
                </a:cubicBezTo>
                <a:lnTo>
                  <a:pt x="93372" y="66477"/>
                </a:lnTo>
                <a:cubicBezTo>
                  <a:pt x="92161" y="65966"/>
                  <a:pt x="89705" y="65422"/>
                  <a:pt x="86511" y="65422"/>
                </a:cubicBezTo>
                <a:cubicBezTo>
                  <a:pt x="78405" y="65422"/>
                  <a:pt x="72427" y="69527"/>
                  <a:pt x="72394" y="76716"/>
                </a:cubicBezTo>
                <a:moveTo>
                  <a:pt x="34272" y="75883"/>
                </a:moveTo>
                <a:cubicBezTo>
                  <a:pt x="33461" y="75883"/>
                  <a:pt x="32877" y="75850"/>
                  <a:pt x="32400" y="75755"/>
                </a:cubicBezTo>
                <a:lnTo>
                  <a:pt x="32400" y="69366"/>
                </a:lnTo>
                <a:cubicBezTo>
                  <a:pt x="32805" y="69272"/>
                  <a:pt x="33572" y="69177"/>
                  <a:pt x="34711" y="69177"/>
                </a:cubicBezTo>
                <a:cubicBezTo>
                  <a:pt x="37500" y="69177"/>
                  <a:pt x="39077" y="70361"/>
                  <a:pt x="39077" y="72350"/>
                </a:cubicBezTo>
                <a:cubicBezTo>
                  <a:pt x="39077" y="74566"/>
                  <a:pt x="37244" y="75883"/>
                  <a:pt x="34272" y="75883"/>
                </a:cubicBezTo>
                <a:moveTo>
                  <a:pt x="34422" y="65483"/>
                </a:moveTo>
                <a:cubicBezTo>
                  <a:pt x="31011" y="65483"/>
                  <a:pt x="28588" y="65677"/>
                  <a:pt x="26866" y="65933"/>
                </a:cubicBezTo>
                <a:lnTo>
                  <a:pt x="26866" y="87272"/>
                </a:lnTo>
                <a:lnTo>
                  <a:pt x="32400" y="87272"/>
                </a:lnTo>
                <a:lnTo>
                  <a:pt x="32400" y="79538"/>
                </a:lnTo>
                <a:cubicBezTo>
                  <a:pt x="32916" y="79600"/>
                  <a:pt x="33572" y="79633"/>
                  <a:pt x="34311" y="79633"/>
                </a:cubicBezTo>
                <a:cubicBezTo>
                  <a:pt x="37611" y="79633"/>
                  <a:pt x="40433" y="78927"/>
                  <a:pt x="42338" y="77355"/>
                </a:cubicBezTo>
                <a:cubicBezTo>
                  <a:pt x="43811" y="76138"/>
                  <a:pt x="44616" y="74338"/>
                  <a:pt x="44616" y="72222"/>
                </a:cubicBezTo>
                <a:cubicBezTo>
                  <a:pt x="44616" y="70105"/>
                  <a:pt x="43550" y="68311"/>
                  <a:pt x="41972" y="67216"/>
                </a:cubicBezTo>
                <a:cubicBezTo>
                  <a:pt x="40327" y="66066"/>
                  <a:pt x="37866" y="65483"/>
                  <a:pt x="34422" y="65483"/>
                </a:cubicBezTo>
                <a:moveTo>
                  <a:pt x="62194" y="71966"/>
                </a:moveTo>
                <a:cubicBezTo>
                  <a:pt x="62194" y="75205"/>
                  <a:pt x="62305" y="78127"/>
                  <a:pt x="62666" y="80983"/>
                </a:cubicBezTo>
                <a:lnTo>
                  <a:pt x="62561" y="80983"/>
                </a:lnTo>
                <a:cubicBezTo>
                  <a:pt x="61455" y="78544"/>
                  <a:pt x="59994" y="75850"/>
                  <a:pt x="58527" y="73572"/>
                </a:cubicBezTo>
                <a:lnTo>
                  <a:pt x="53394" y="65644"/>
                </a:lnTo>
                <a:lnTo>
                  <a:pt x="46866" y="65644"/>
                </a:lnTo>
                <a:lnTo>
                  <a:pt x="46866" y="87272"/>
                </a:lnTo>
                <a:lnTo>
                  <a:pt x="52000" y="87272"/>
                </a:lnTo>
                <a:lnTo>
                  <a:pt x="52000" y="80755"/>
                </a:lnTo>
                <a:cubicBezTo>
                  <a:pt x="52000" y="77227"/>
                  <a:pt x="51927" y="74177"/>
                  <a:pt x="51777" y="71322"/>
                </a:cubicBezTo>
                <a:lnTo>
                  <a:pt x="51888" y="71294"/>
                </a:lnTo>
                <a:cubicBezTo>
                  <a:pt x="53100" y="73827"/>
                  <a:pt x="54711" y="76616"/>
                  <a:pt x="56177" y="78927"/>
                </a:cubicBezTo>
                <a:lnTo>
                  <a:pt x="61455" y="87272"/>
                </a:lnTo>
                <a:lnTo>
                  <a:pt x="67327" y="87272"/>
                </a:lnTo>
                <a:lnTo>
                  <a:pt x="67327" y="65644"/>
                </a:lnTo>
                <a:lnTo>
                  <a:pt x="62194" y="65644"/>
                </a:lnTo>
                <a:cubicBezTo>
                  <a:pt x="62194" y="65644"/>
                  <a:pt x="62194" y="71966"/>
                  <a:pt x="62194" y="7196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85" name="Shape 4865">
            <a:extLst>
              <a:ext uri="{FF2B5EF4-FFF2-40B4-BE49-F238E27FC236}">
                <a16:creationId xmlns:a16="http://schemas.microsoft.com/office/drawing/2014/main" id="{8DA13476-6F07-AD81-3A91-ED2BB34EDAC5}"/>
              </a:ext>
            </a:extLst>
          </p:cNvPr>
          <p:cNvSpPr/>
          <p:nvPr/>
        </p:nvSpPr>
        <p:spPr>
          <a:xfrm>
            <a:off x="9685592" y="4764826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1705" y="79888"/>
                </a:moveTo>
                <a:cubicBezTo>
                  <a:pt x="71216" y="80383"/>
                  <a:pt x="70911" y="81066"/>
                  <a:pt x="70911" y="81816"/>
                </a:cubicBezTo>
                <a:cubicBezTo>
                  <a:pt x="70911" y="83327"/>
                  <a:pt x="72133" y="84544"/>
                  <a:pt x="73638" y="84544"/>
                </a:cubicBezTo>
                <a:cubicBezTo>
                  <a:pt x="74388" y="84544"/>
                  <a:pt x="75072" y="84244"/>
                  <a:pt x="75566" y="83744"/>
                </a:cubicBezTo>
                <a:lnTo>
                  <a:pt x="97383" y="61927"/>
                </a:lnTo>
                <a:cubicBezTo>
                  <a:pt x="97877" y="61433"/>
                  <a:pt x="98183" y="60755"/>
                  <a:pt x="98183" y="60000"/>
                </a:cubicBezTo>
                <a:cubicBezTo>
                  <a:pt x="98183" y="59250"/>
                  <a:pt x="97877" y="58566"/>
                  <a:pt x="97383" y="58072"/>
                </a:cubicBezTo>
                <a:lnTo>
                  <a:pt x="75566" y="36255"/>
                </a:lnTo>
                <a:cubicBezTo>
                  <a:pt x="75072" y="35761"/>
                  <a:pt x="74388" y="35455"/>
                  <a:pt x="73638" y="35455"/>
                </a:cubicBezTo>
                <a:cubicBezTo>
                  <a:pt x="72133" y="35455"/>
                  <a:pt x="70911" y="36672"/>
                  <a:pt x="70911" y="38183"/>
                </a:cubicBezTo>
                <a:cubicBezTo>
                  <a:pt x="70911" y="38933"/>
                  <a:pt x="71216" y="39616"/>
                  <a:pt x="71705" y="40111"/>
                </a:cubicBezTo>
                <a:lnTo>
                  <a:pt x="88872" y="57272"/>
                </a:lnTo>
                <a:lnTo>
                  <a:pt x="2727" y="57272"/>
                </a:lnTo>
                <a:cubicBezTo>
                  <a:pt x="1222" y="57272"/>
                  <a:pt x="0" y="58494"/>
                  <a:pt x="0" y="60000"/>
                </a:cubicBezTo>
                <a:cubicBezTo>
                  <a:pt x="0" y="61505"/>
                  <a:pt x="1222" y="62727"/>
                  <a:pt x="2727" y="62727"/>
                </a:cubicBezTo>
                <a:lnTo>
                  <a:pt x="88872" y="62727"/>
                </a:lnTo>
                <a:cubicBezTo>
                  <a:pt x="88872" y="62727"/>
                  <a:pt x="71705" y="79888"/>
                  <a:pt x="71705" y="79888"/>
                </a:cubicBezTo>
                <a:close/>
                <a:moveTo>
                  <a:pt x="117272" y="0"/>
                </a:moveTo>
                <a:lnTo>
                  <a:pt x="19088" y="0"/>
                </a:lnTo>
                <a:cubicBezTo>
                  <a:pt x="17588" y="0"/>
                  <a:pt x="16361" y="1222"/>
                  <a:pt x="16361" y="2727"/>
                </a:cubicBezTo>
                <a:lnTo>
                  <a:pt x="16361" y="43638"/>
                </a:lnTo>
                <a:cubicBezTo>
                  <a:pt x="16361" y="45144"/>
                  <a:pt x="17588" y="46361"/>
                  <a:pt x="19088" y="46361"/>
                </a:cubicBezTo>
                <a:cubicBezTo>
                  <a:pt x="20594" y="46361"/>
                  <a:pt x="21816" y="45144"/>
                  <a:pt x="21816" y="43638"/>
                </a:cubicBezTo>
                <a:lnTo>
                  <a:pt x="21816" y="5455"/>
                </a:lnTo>
                <a:lnTo>
                  <a:pt x="114544" y="5455"/>
                </a:lnTo>
                <a:lnTo>
                  <a:pt x="114544" y="114544"/>
                </a:lnTo>
                <a:lnTo>
                  <a:pt x="21816" y="114544"/>
                </a:lnTo>
                <a:lnTo>
                  <a:pt x="21816" y="76361"/>
                </a:lnTo>
                <a:cubicBezTo>
                  <a:pt x="21816" y="74861"/>
                  <a:pt x="20594" y="73638"/>
                  <a:pt x="19088" y="73638"/>
                </a:cubicBezTo>
                <a:cubicBezTo>
                  <a:pt x="17588" y="73638"/>
                  <a:pt x="16361" y="74861"/>
                  <a:pt x="16361" y="76361"/>
                </a:cubicBezTo>
                <a:lnTo>
                  <a:pt x="16361" y="117272"/>
                </a:lnTo>
                <a:cubicBezTo>
                  <a:pt x="16361" y="118777"/>
                  <a:pt x="17588" y="120000"/>
                  <a:pt x="19088" y="120000"/>
                </a:cubicBezTo>
                <a:lnTo>
                  <a:pt x="117272" y="120000"/>
                </a:lnTo>
                <a:cubicBezTo>
                  <a:pt x="118777" y="120000"/>
                  <a:pt x="120000" y="118777"/>
                  <a:pt x="120000" y="117272"/>
                </a:cubicBezTo>
                <a:lnTo>
                  <a:pt x="120000" y="2727"/>
                </a:lnTo>
                <a:cubicBezTo>
                  <a:pt x="120000" y="1222"/>
                  <a:pt x="118777" y="0"/>
                  <a:pt x="117272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87" name="Shape 4866">
            <a:extLst>
              <a:ext uri="{FF2B5EF4-FFF2-40B4-BE49-F238E27FC236}">
                <a16:creationId xmlns:a16="http://schemas.microsoft.com/office/drawing/2014/main" id="{EE23AF42-06E0-029D-D43B-50D238E227C9}"/>
              </a:ext>
            </a:extLst>
          </p:cNvPr>
          <p:cNvSpPr/>
          <p:nvPr/>
        </p:nvSpPr>
        <p:spPr>
          <a:xfrm>
            <a:off x="10189778" y="4764826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57272"/>
                </a:moveTo>
                <a:lnTo>
                  <a:pt x="31133" y="57272"/>
                </a:lnTo>
                <a:lnTo>
                  <a:pt x="48294" y="40111"/>
                </a:lnTo>
                <a:cubicBezTo>
                  <a:pt x="48783" y="39616"/>
                  <a:pt x="49088" y="38933"/>
                  <a:pt x="49088" y="38183"/>
                </a:cubicBezTo>
                <a:cubicBezTo>
                  <a:pt x="49088" y="36672"/>
                  <a:pt x="47866" y="35455"/>
                  <a:pt x="46361" y="35455"/>
                </a:cubicBezTo>
                <a:cubicBezTo>
                  <a:pt x="45611" y="35455"/>
                  <a:pt x="44927" y="35761"/>
                  <a:pt x="44433" y="36255"/>
                </a:cubicBezTo>
                <a:lnTo>
                  <a:pt x="22616" y="58072"/>
                </a:lnTo>
                <a:cubicBezTo>
                  <a:pt x="22122" y="58566"/>
                  <a:pt x="21816" y="59250"/>
                  <a:pt x="21816" y="60000"/>
                </a:cubicBezTo>
                <a:cubicBezTo>
                  <a:pt x="21816" y="60755"/>
                  <a:pt x="22122" y="61433"/>
                  <a:pt x="22616" y="61927"/>
                </a:cubicBezTo>
                <a:lnTo>
                  <a:pt x="44433" y="83744"/>
                </a:lnTo>
                <a:cubicBezTo>
                  <a:pt x="44927" y="84244"/>
                  <a:pt x="45611" y="84544"/>
                  <a:pt x="46361" y="84544"/>
                </a:cubicBezTo>
                <a:cubicBezTo>
                  <a:pt x="47866" y="84544"/>
                  <a:pt x="49088" y="83327"/>
                  <a:pt x="49088" y="81816"/>
                </a:cubicBezTo>
                <a:cubicBezTo>
                  <a:pt x="49088" y="81066"/>
                  <a:pt x="48783" y="80383"/>
                  <a:pt x="48294" y="79888"/>
                </a:cubicBezTo>
                <a:lnTo>
                  <a:pt x="31133" y="62727"/>
                </a:lnTo>
                <a:lnTo>
                  <a:pt x="117272" y="62727"/>
                </a:lnTo>
                <a:cubicBezTo>
                  <a:pt x="118777" y="62727"/>
                  <a:pt x="120000" y="61505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  <a:moveTo>
                  <a:pt x="100911" y="73638"/>
                </a:moveTo>
                <a:cubicBezTo>
                  <a:pt x="99405" y="73638"/>
                  <a:pt x="98183" y="74861"/>
                  <a:pt x="98183" y="76361"/>
                </a:cubicBezTo>
                <a:lnTo>
                  <a:pt x="98183" y="114544"/>
                </a:lnTo>
                <a:lnTo>
                  <a:pt x="5455" y="114544"/>
                </a:lnTo>
                <a:lnTo>
                  <a:pt x="5455" y="5455"/>
                </a:lnTo>
                <a:lnTo>
                  <a:pt x="98183" y="5455"/>
                </a:lnTo>
                <a:lnTo>
                  <a:pt x="98183" y="43638"/>
                </a:lnTo>
                <a:cubicBezTo>
                  <a:pt x="98183" y="45144"/>
                  <a:pt x="99405" y="46361"/>
                  <a:pt x="100911" y="46361"/>
                </a:cubicBezTo>
                <a:cubicBezTo>
                  <a:pt x="102411" y="46361"/>
                  <a:pt x="103638" y="45144"/>
                  <a:pt x="103638" y="43638"/>
                </a:cubicBezTo>
                <a:lnTo>
                  <a:pt x="103638" y="2727"/>
                </a:lnTo>
                <a:cubicBezTo>
                  <a:pt x="103638" y="1222"/>
                  <a:pt x="102411" y="0"/>
                  <a:pt x="100911" y="0"/>
                </a:cubicBezTo>
                <a:lnTo>
                  <a:pt x="2727" y="0"/>
                </a:lnTo>
                <a:cubicBezTo>
                  <a:pt x="1222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100911" y="120000"/>
                </a:lnTo>
                <a:cubicBezTo>
                  <a:pt x="102411" y="120000"/>
                  <a:pt x="103638" y="118777"/>
                  <a:pt x="103638" y="117272"/>
                </a:cubicBezTo>
                <a:lnTo>
                  <a:pt x="103638" y="76361"/>
                </a:lnTo>
                <a:cubicBezTo>
                  <a:pt x="103638" y="74861"/>
                  <a:pt x="102411" y="73638"/>
                  <a:pt x="100911" y="7363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89" name="Shape 4867">
            <a:extLst>
              <a:ext uri="{FF2B5EF4-FFF2-40B4-BE49-F238E27FC236}">
                <a16:creationId xmlns:a16="http://schemas.microsoft.com/office/drawing/2014/main" id="{9F2BF4F6-A3A2-E7A6-9754-60C9283F5F0A}"/>
              </a:ext>
            </a:extLst>
          </p:cNvPr>
          <p:cNvSpPr/>
          <p:nvPr/>
        </p:nvSpPr>
        <p:spPr>
          <a:xfrm>
            <a:off x="3192623" y="5319185"/>
            <a:ext cx="13204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87272"/>
                </a:moveTo>
                <a:cubicBezTo>
                  <a:pt x="113038" y="87272"/>
                  <a:pt x="111677" y="87577"/>
                  <a:pt x="110688" y="88072"/>
                </a:cubicBezTo>
                <a:lnTo>
                  <a:pt x="65455" y="110688"/>
                </a:lnTo>
                <a:lnTo>
                  <a:pt x="65455" y="2727"/>
                </a:lnTo>
                <a:cubicBezTo>
                  <a:pt x="65455" y="1222"/>
                  <a:pt x="63011" y="0"/>
                  <a:pt x="60000" y="0"/>
                </a:cubicBezTo>
                <a:cubicBezTo>
                  <a:pt x="56988" y="0"/>
                  <a:pt x="54544" y="1222"/>
                  <a:pt x="54544" y="2727"/>
                </a:cubicBezTo>
                <a:lnTo>
                  <a:pt x="54544" y="110688"/>
                </a:lnTo>
                <a:lnTo>
                  <a:pt x="9311" y="88072"/>
                </a:lnTo>
                <a:cubicBezTo>
                  <a:pt x="8322" y="87577"/>
                  <a:pt x="6961" y="87272"/>
                  <a:pt x="5455" y="87272"/>
                </a:cubicBezTo>
                <a:cubicBezTo>
                  <a:pt x="2444" y="87272"/>
                  <a:pt x="0" y="88494"/>
                  <a:pt x="0" y="90000"/>
                </a:cubicBezTo>
                <a:cubicBezTo>
                  <a:pt x="0" y="90755"/>
                  <a:pt x="611" y="91433"/>
                  <a:pt x="1600" y="91927"/>
                </a:cubicBezTo>
                <a:lnTo>
                  <a:pt x="56144" y="119200"/>
                </a:lnTo>
                <a:cubicBezTo>
                  <a:pt x="57133" y="119694"/>
                  <a:pt x="58494" y="120000"/>
                  <a:pt x="60000" y="120000"/>
                </a:cubicBezTo>
                <a:cubicBezTo>
                  <a:pt x="61505" y="120000"/>
                  <a:pt x="62866" y="119694"/>
                  <a:pt x="63855" y="119200"/>
                </a:cubicBezTo>
                <a:lnTo>
                  <a:pt x="118400" y="91927"/>
                </a:lnTo>
                <a:cubicBezTo>
                  <a:pt x="119388" y="91433"/>
                  <a:pt x="120000" y="90755"/>
                  <a:pt x="120000" y="90000"/>
                </a:cubicBezTo>
                <a:cubicBezTo>
                  <a:pt x="120000" y="88494"/>
                  <a:pt x="117555" y="87272"/>
                  <a:pt x="114544" y="872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91" name="Shape 4868">
            <a:extLst>
              <a:ext uri="{FF2B5EF4-FFF2-40B4-BE49-F238E27FC236}">
                <a16:creationId xmlns:a16="http://schemas.microsoft.com/office/drawing/2014/main" id="{DBCC4702-DA9E-44E2-5044-CB28D903EFF1}"/>
              </a:ext>
            </a:extLst>
          </p:cNvPr>
          <p:cNvSpPr/>
          <p:nvPr/>
        </p:nvSpPr>
        <p:spPr>
          <a:xfrm>
            <a:off x="3722209" y="5319185"/>
            <a:ext cx="132049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8400" y="28072"/>
                </a:moveTo>
                <a:lnTo>
                  <a:pt x="63855" y="800"/>
                </a:lnTo>
                <a:cubicBezTo>
                  <a:pt x="62866" y="305"/>
                  <a:pt x="61505" y="0"/>
                  <a:pt x="60000" y="0"/>
                </a:cubicBezTo>
                <a:cubicBezTo>
                  <a:pt x="58494" y="0"/>
                  <a:pt x="57133" y="305"/>
                  <a:pt x="56144" y="800"/>
                </a:cubicBezTo>
                <a:lnTo>
                  <a:pt x="1600" y="28072"/>
                </a:lnTo>
                <a:cubicBezTo>
                  <a:pt x="611" y="28566"/>
                  <a:pt x="0" y="29244"/>
                  <a:pt x="0" y="30000"/>
                </a:cubicBezTo>
                <a:cubicBezTo>
                  <a:pt x="0" y="31505"/>
                  <a:pt x="2444" y="32727"/>
                  <a:pt x="5455" y="32727"/>
                </a:cubicBezTo>
                <a:cubicBezTo>
                  <a:pt x="6961" y="32727"/>
                  <a:pt x="8322" y="32422"/>
                  <a:pt x="9311" y="31927"/>
                </a:cubicBezTo>
                <a:lnTo>
                  <a:pt x="54544" y="9311"/>
                </a:lnTo>
                <a:lnTo>
                  <a:pt x="54544" y="117272"/>
                </a:lnTo>
                <a:cubicBezTo>
                  <a:pt x="54544" y="118777"/>
                  <a:pt x="56988" y="120000"/>
                  <a:pt x="60000" y="120000"/>
                </a:cubicBezTo>
                <a:cubicBezTo>
                  <a:pt x="63011" y="120000"/>
                  <a:pt x="65455" y="118777"/>
                  <a:pt x="65455" y="117272"/>
                </a:cubicBezTo>
                <a:lnTo>
                  <a:pt x="65455" y="9311"/>
                </a:lnTo>
                <a:lnTo>
                  <a:pt x="110688" y="31927"/>
                </a:lnTo>
                <a:cubicBezTo>
                  <a:pt x="111677" y="32422"/>
                  <a:pt x="113038" y="32727"/>
                  <a:pt x="114544" y="32727"/>
                </a:cubicBezTo>
                <a:cubicBezTo>
                  <a:pt x="117555" y="32727"/>
                  <a:pt x="120000" y="31505"/>
                  <a:pt x="120000" y="30000"/>
                </a:cubicBezTo>
                <a:cubicBezTo>
                  <a:pt x="120000" y="29244"/>
                  <a:pt x="119388" y="28566"/>
                  <a:pt x="118400" y="280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93" name="Shape 4869">
            <a:extLst>
              <a:ext uri="{FF2B5EF4-FFF2-40B4-BE49-F238E27FC236}">
                <a16:creationId xmlns:a16="http://schemas.microsoft.com/office/drawing/2014/main" id="{04A8ACA3-E78F-741D-1C17-22DDFDEC1295}"/>
              </a:ext>
            </a:extLst>
          </p:cNvPr>
          <p:cNvSpPr/>
          <p:nvPr/>
        </p:nvSpPr>
        <p:spPr>
          <a:xfrm>
            <a:off x="4160370" y="5385209"/>
            <a:ext cx="264098" cy="1320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54544"/>
                </a:moveTo>
                <a:lnTo>
                  <a:pt x="9311" y="54544"/>
                </a:lnTo>
                <a:lnTo>
                  <a:pt x="31927" y="9311"/>
                </a:lnTo>
                <a:cubicBezTo>
                  <a:pt x="32422" y="8327"/>
                  <a:pt x="32727" y="6961"/>
                  <a:pt x="32727" y="5455"/>
                </a:cubicBezTo>
                <a:cubicBezTo>
                  <a:pt x="32727" y="2438"/>
                  <a:pt x="31505" y="0"/>
                  <a:pt x="30000" y="0"/>
                </a:cubicBezTo>
                <a:cubicBezTo>
                  <a:pt x="29250" y="0"/>
                  <a:pt x="28566" y="611"/>
                  <a:pt x="28072" y="1600"/>
                </a:cubicBezTo>
                <a:lnTo>
                  <a:pt x="800" y="56144"/>
                </a:lnTo>
                <a:cubicBezTo>
                  <a:pt x="305" y="57133"/>
                  <a:pt x="0" y="58500"/>
                  <a:pt x="0" y="60000"/>
                </a:cubicBezTo>
                <a:cubicBezTo>
                  <a:pt x="0" y="61505"/>
                  <a:pt x="305" y="62872"/>
                  <a:pt x="800" y="63855"/>
                </a:cubicBezTo>
                <a:lnTo>
                  <a:pt x="28072" y="118400"/>
                </a:lnTo>
                <a:cubicBezTo>
                  <a:pt x="28566" y="119394"/>
                  <a:pt x="29250" y="120000"/>
                  <a:pt x="30000" y="120000"/>
                </a:cubicBezTo>
                <a:cubicBezTo>
                  <a:pt x="31505" y="120000"/>
                  <a:pt x="32727" y="117561"/>
                  <a:pt x="32727" y="114544"/>
                </a:cubicBezTo>
                <a:cubicBezTo>
                  <a:pt x="32727" y="113044"/>
                  <a:pt x="32422" y="111677"/>
                  <a:pt x="31927" y="110688"/>
                </a:cubicBezTo>
                <a:lnTo>
                  <a:pt x="9311" y="65455"/>
                </a:lnTo>
                <a:lnTo>
                  <a:pt x="117272" y="65455"/>
                </a:lnTo>
                <a:cubicBezTo>
                  <a:pt x="118777" y="65455"/>
                  <a:pt x="120000" y="63016"/>
                  <a:pt x="120000" y="60000"/>
                </a:cubicBezTo>
                <a:cubicBezTo>
                  <a:pt x="120000" y="56983"/>
                  <a:pt x="118777" y="54544"/>
                  <a:pt x="117272" y="545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95" name="Shape 4870">
            <a:extLst>
              <a:ext uri="{FF2B5EF4-FFF2-40B4-BE49-F238E27FC236}">
                <a16:creationId xmlns:a16="http://schemas.microsoft.com/office/drawing/2014/main" id="{F6366782-A24A-BA9E-AD43-670B101F13DC}"/>
              </a:ext>
            </a:extLst>
          </p:cNvPr>
          <p:cNvSpPr/>
          <p:nvPr/>
        </p:nvSpPr>
        <p:spPr>
          <a:xfrm>
            <a:off x="4639157" y="5385209"/>
            <a:ext cx="264098" cy="1320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200" y="56144"/>
                </a:moveTo>
                <a:lnTo>
                  <a:pt x="91927" y="1600"/>
                </a:lnTo>
                <a:cubicBezTo>
                  <a:pt x="91433" y="611"/>
                  <a:pt x="90755" y="0"/>
                  <a:pt x="90000" y="0"/>
                </a:cubicBezTo>
                <a:cubicBezTo>
                  <a:pt x="88494" y="0"/>
                  <a:pt x="87272" y="2438"/>
                  <a:pt x="87272" y="5455"/>
                </a:cubicBezTo>
                <a:cubicBezTo>
                  <a:pt x="87272" y="6961"/>
                  <a:pt x="87577" y="8327"/>
                  <a:pt x="88072" y="9311"/>
                </a:cubicBezTo>
                <a:lnTo>
                  <a:pt x="110688" y="54544"/>
                </a:lnTo>
                <a:lnTo>
                  <a:pt x="2727" y="54544"/>
                </a:lnTo>
                <a:cubicBezTo>
                  <a:pt x="1222" y="54544"/>
                  <a:pt x="0" y="56983"/>
                  <a:pt x="0" y="60000"/>
                </a:cubicBezTo>
                <a:cubicBezTo>
                  <a:pt x="0" y="63016"/>
                  <a:pt x="1222" y="65455"/>
                  <a:pt x="2727" y="65455"/>
                </a:cubicBezTo>
                <a:lnTo>
                  <a:pt x="110688" y="65455"/>
                </a:lnTo>
                <a:lnTo>
                  <a:pt x="88072" y="110688"/>
                </a:lnTo>
                <a:cubicBezTo>
                  <a:pt x="87577" y="111677"/>
                  <a:pt x="87272" y="113038"/>
                  <a:pt x="87272" y="114544"/>
                </a:cubicBezTo>
                <a:cubicBezTo>
                  <a:pt x="87272" y="117561"/>
                  <a:pt x="88494" y="120000"/>
                  <a:pt x="90000" y="120000"/>
                </a:cubicBezTo>
                <a:cubicBezTo>
                  <a:pt x="90755" y="120000"/>
                  <a:pt x="91433" y="119394"/>
                  <a:pt x="91927" y="118400"/>
                </a:cubicBezTo>
                <a:lnTo>
                  <a:pt x="119200" y="63855"/>
                </a:lnTo>
                <a:cubicBezTo>
                  <a:pt x="119694" y="62872"/>
                  <a:pt x="120000" y="61505"/>
                  <a:pt x="120000" y="60000"/>
                </a:cubicBezTo>
                <a:cubicBezTo>
                  <a:pt x="120000" y="58494"/>
                  <a:pt x="119694" y="57133"/>
                  <a:pt x="119200" y="561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97" name="Shape 4875">
            <a:extLst>
              <a:ext uri="{FF2B5EF4-FFF2-40B4-BE49-F238E27FC236}">
                <a16:creationId xmlns:a16="http://schemas.microsoft.com/office/drawing/2014/main" id="{68C32F72-F9DD-74B2-60EB-A9827E1724C6}"/>
              </a:ext>
            </a:extLst>
          </p:cNvPr>
          <p:cNvSpPr/>
          <p:nvPr/>
        </p:nvSpPr>
        <p:spPr>
          <a:xfrm>
            <a:off x="5204653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2" y="5455"/>
                  <a:pt x="114544" y="29872"/>
                  <a:pt x="114544" y="60000"/>
                </a:cubicBezTo>
                <a:cubicBezTo>
                  <a:pt x="114544" y="90127"/>
                  <a:pt x="90122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90000" y="49088"/>
                </a:moveTo>
                <a:cubicBezTo>
                  <a:pt x="89250" y="49088"/>
                  <a:pt x="88566" y="49394"/>
                  <a:pt x="88066" y="49888"/>
                </a:cubicBezTo>
                <a:lnTo>
                  <a:pt x="60000" y="75411"/>
                </a:lnTo>
                <a:lnTo>
                  <a:pt x="31927" y="49888"/>
                </a:lnTo>
                <a:cubicBezTo>
                  <a:pt x="31433" y="49394"/>
                  <a:pt x="30750" y="49088"/>
                  <a:pt x="30000" y="49088"/>
                </a:cubicBezTo>
                <a:cubicBezTo>
                  <a:pt x="28494" y="49088"/>
                  <a:pt x="27272" y="50311"/>
                  <a:pt x="27272" y="51816"/>
                </a:cubicBezTo>
                <a:cubicBezTo>
                  <a:pt x="27272" y="52572"/>
                  <a:pt x="27577" y="53255"/>
                  <a:pt x="28072" y="53744"/>
                </a:cubicBezTo>
                <a:lnTo>
                  <a:pt x="58072" y="81016"/>
                </a:lnTo>
                <a:cubicBezTo>
                  <a:pt x="58566" y="81516"/>
                  <a:pt x="59250" y="81816"/>
                  <a:pt x="60000" y="81816"/>
                </a:cubicBezTo>
                <a:cubicBezTo>
                  <a:pt x="60750" y="81816"/>
                  <a:pt x="61433" y="81516"/>
                  <a:pt x="61927" y="81016"/>
                </a:cubicBezTo>
                <a:lnTo>
                  <a:pt x="91927" y="53744"/>
                </a:lnTo>
                <a:cubicBezTo>
                  <a:pt x="92422" y="53255"/>
                  <a:pt x="92727" y="52572"/>
                  <a:pt x="92727" y="51816"/>
                </a:cubicBezTo>
                <a:cubicBezTo>
                  <a:pt x="92727" y="50311"/>
                  <a:pt x="91505" y="49088"/>
                  <a:pt x="90000" y="4908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299" name="Shape 4876">
            <a:extLst>
              <a:ext uri="{FF2B5EF4-FFF2-40B4-BE49-F238E27FC236}">
                <a16:creationId xmlns:a16="http://schemas.microsoft.com/office/drawing/2014/main" id="{4B148093-D2FA-DCF8-CD30-EAD2CF60FE5E}"/>
              </a:ext>
            </a:extLst>
          </p:cNvPr>
          <p:cNvSpPr/>
          <p:nvPr/>
        </p:nvSpPr>
        <p:spPr>
          <a:xfrm>
            <a:off x="5708839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1927" y="38983"/>
                </a:moveTo>
                <a:cubicBezTo>
                  <a:pt x="61433" y="38483"/>
                  <a:pt x="60750" y="38183"/>
                  <a:pt x="60000" y="38183"/>
                </a:cubicBezTo>
                <a:cubicBezTo>
                  <a:pt x="59250" y="38183"/>
                  <a:pt x="58566" y="38483"/>
                  <a:pt x="58072" y="38983"/>
                </a:cubicBezTo>
                <a:lnTo>
                  <a:pt x="28072" y="66255"/>
                </a:lnTo>
                <a:cubicBezTo>
                  <a:pt x="27577" y="66750"/>
                  <a:pt x="27272" y="67433"/>
                  <a:pt x="27272" y="68183"/>
                </a:cubicBezTo>
                <a:cubicBezTo>
                  <a:pt x="27272" y="69688"/>
                  <a:pt x="28494" y="70911"/>
                  <a:pt x="30000" y="70911"/>
                </a:cubicBezTo>
                <a:cubicBezTo>
                  <a:pt x="30750" y="70911"/>
                  <a:pt x="31433" y="70605"/>
                  <a:pt x="31927" y="70111"/>
                </a:cubicBezTo>
                <a:lnTo>
                  <a:pt x="60000" y="44588"/>
                </a:lnTo>
                <a:lnTo>
                  <a:pt x="88072" y="70111"/>
                </a:lnTo>
                <a:cubicBezTo>
                  <a:pt x="88566" y="70605"/>
                  <a:pt x="89250" y="70911"/>
                  <a:pt x="90000" y="70911"/>
                </a:cubicBezTo>
                <a:cubicBezTo>
                  <a:pt x="91505" y="70911"/>
                  <a:pt x="92727" y="69688"/>
                  <a:pt x="92727" y="68183"/>
                </a:cubicBezTo>
                <a:cubicBezTo>
                  <a:pt x="92727" y="67433"/>
                  <a:pt x="92422" y="66750"/>
                  <a:pt x="91927" y="66255"/>
                </a:cubicBezTo>
                <a:cubicBezTo>
                  <a:pt x="91927" y="66255"/>
                  <a:pt x="61927" y="38983"/>
                  <a:pt x="61927" y="38983"/>
                </a:cubicBezTo>
                <a:close/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2" y="5455"/>
                  <a:pt x="114544" y="29872"/>
                  <a:pt x="114544" y="60000"/>
                </a:cubicBezTo>
                <a:cubicBezTo>
                  <a:pt x="114544" y="90127"/>
                  <a:pt x="90122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01" name="Shape 4877">
            <a:extLst>
              <a:ext uri="{FF2B5EF4-FFF2-40B4-BE49-F238E27FC236}">
                <a16:creationId xmlns:a16="http://schemas.microsoft.com/office/drawing/2014/main" id="{E18E8CD8-4A17-06C4-D553-F51E9BBA53F4}"/>
              </a:ext>
            </a:extLst>
          </p:cNvPr>
          <p:cNvSpPr/>
          <p:nvPr/>
        </p:nvSpPr>
        <p:spPr>
          <a:xfrm>
            <a:off x="6213025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70911" y="30000"/>
                </a:moveTo>
                <a:cubicBezTo>
                  <a:pt x="70911" y="28494"/>
                  <a:pt x="69688" y="27272"/>
                  <a:pt x="68183" y="27272"/>
                </a:cubicBezTo>
                <a:cubicBezTo>
                  <a:pt x="67427" y="27272"/>
                  <a:pt x="66750" y="27577"/>
                  <a:pt x="66255" y="28072"/>
                </a:cubicBezTo>
                <a:lnTo>
                  <a:pt x="38983" y="58072"/>
                </a:lnTo>
                <a:cubicBezTo>
                  <a:pt x="38488" y="58566"/>
                  <a:pt x="38183" y="59250"/>
                  <a:pt x="38183" y="60000"/>
                </a:cubicBezTo>
                <a:cubicBezTo>
                  <a:pt x="38183" y="60755"/>
                  <a:pt x="38488" y="61433"/>
                  <a:pt x="38983" y="61927"/>
                </a:cubicBezTo>
                <a:lnTo>
                  <a:pt x="66255" y="91927"/>
                </a:lnTo>
                <a:cubicBezTo>
                  <a:pt x="66750" y="92422"/>
                  <a:pt x="67427" y="92727"/>
                  <a:pt x="68183" y="92727"/>
                </a:cubicBezTo>
                <a:cubicBezTo>
                  <a:pt x="69688" y="92727"/>
                  <a:pt x="70911" y="91505"/>
                  <a:pt x="70911" y="90000"/>
                </a:cubicBezTo>
                <a:cubicBezTo>
                  <a:pt x="70911" y="89250"/>
                  <a:pt x="70605" y="88566"/>
                  <a:pt x="70111" y="88072"/>
                </a:cubicBezTo>
                <a:lnTo>
                  <a:pt x="44588" y="60000"/>
                </a:lnTo>
                <a:lnTo>
                  <a:pt x="70111" y="31927"/>
                </a:lnTo>
                <a:cubicBezTo>
                  <a:pt x="70605" y="31433"/>
                  <a:pt x="70911" y="30755"/>
                  <a:pt x="70911" y="30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03" name="Shape 4878">
            <a:extLst>
              <a:ext uri="{FF2B5EF4-FFF2-40B4-BE49-F238E27FC236}">
                <a16:creationId xmlns:a16="http://schemas.microsoft.com/office/drawing/2014/main" id="{8033AA1B-1BCF-2B29-2AAE-371F8F0D526E}"/>
              </a:ext>
            </a:extLst>
          </p:cNvPr>
          <p:cNvSpPr/>
          <p:nvPr/>
        </p:nvSpPr>
        <p:spPr>
          <a:xfrm>
            <a:off x="6717211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53744" y="28072"/>
                </a:moveTo>
                <a:cubicBezTo>
                  <a:pt x="53250" y="27577"/>
                  <a:pt x="52572" y="27272"/>
                  <a:pt x="51816" y="27272"/>
                </a:cubicBezTo>
                <a:cubicBezTo>
                  <a:pt x="50311" y="27272"/>
                  <a:pt x="49088" y="28494"/>
                  <a:pt x="49088" y="30000"/>
                </a:cubicBezTo>
                <a:cubicBezTo>
                  <a:pt x="49088" y="30755"/>
                  <a:pt x="49394" y="31433"/>
                  <a:pt x="49888" y="31927"/>
                </a:cubicBezTo>
                <a:lnTo>
                  <a:pt x="75411" y="60000"/>
                </a:lnTo>
                <a:lnTo>
                  <a:pt x="49888" y="88072"/>
                </a:lnTo>
                <a:cubicBezTo>
                  <a:pt x="49394" y="88566"/>
                  <a:pt x="49088" y="89250"/>
                  <a:pt x="49088" y="90000"/>
                </a:cubicBezTo>
                <a:cubicBezTo>
                  <a:pt x="49088" y="91505"/>
                  <a:pt x="50311" y="92727"/>
                  <a:pt x="51816" y="92727"/>
                </a:cubicBezTo>
                <a:cubicBezTo>
                  <a:pt x="52572" y="92727"/>
                  <a:pt x="53250" y="92422"/>
                  <a:pt x="53744" y="91927"/>
                </a:cubicBezTo>
                <a:lnTo>
                  <a:pt x="81016" y="61927"/>
                </a:lnTo>
                <a:cubicBezTo>
                  <a:pt x="81511" y="61433"/>
                  <a:pt x="81816" y="60755"/>
                  <a:pt x="81816" y="60000"/>
                </a:cubicBezTo>
                <a:cubicBezTo>
                  <a:pt x="81816" y="59250"/>
                  <a:pt x="81511" y="58566"/>
                  <a:pt x="81016" y="58072"/>
                </a:cubicBezTo>
                <a:cubicBezTo>
                  <a:pt x="81016" y="58072"/>
                  <a:pt x="53744" y="28072"/>
                  <a:pt x="53744" y="2807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05" name="Shape 4879">
            <a:extLst>
              <a:ext uri="{FF2B5EF4-FFF2-40B4-BE49-F238E27FC236}">
                <a16:creationId xmlns:a16="http://schemas.microsoft.com/office/drawing/2014/main" id="{DFCFEE83-F3E1-6896-EC79-3D34CCB15189}"/>
              </a:ext>
            </a:extLst>
          </p:cNvPr>
          <p:cNvSpPr/>
          <p:nvPr/>
        </p:nvSpPr>
        <p:spPr>
          <a:xfrm>
            <a:off x="7221397" y="3793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2072" y="1305"/>
                </a:moveTo>
                <a:cubicBezTo>
                  <a:pt x="71716" y="1138"/>
                  <a:pt x="71333" y="1022"/>
                  <a:pt x="70911" y="1022"/>
                </a:cubicBezTo>
                <a:cubicBezTo>
                  <a:pt x="69405" y="1022"/>
                  <a:pt x="68183" y="2244"/>
                  <a:pt x="68183" y="3750"/>
                </a:cubicBezTo>
                <a:cubicBezTo>
                  <a:pt x="68183" y="5255"/>
                  <a:pt x="69405" y="6477"/>
                  <a:pt x="70911" y="6477"/>
                </a:cubicBezTo>
                <a:lnTo>
                  <a:pt x="70911" y="6550"/>
                </a:lnTo>
                <a:cubicBezTo>
                  <a:pt x="95805" y="11605"/>
                  <a:pt x="114544" y="33611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cubicBezTo>
                  <a:pt x="29872" y="114544"/>
                  <a:pt x="5455" y="90127"/>
                  <a:pt x="5455" y="60000"/>
                </a:cubicBezTo>
                <a:cubicBezTo>
                  <a:pt x="5455" y="33611"/>
                  <a:pt x="24194" y="11605"/>
                  <a:pt x="49088" y="6550"/>
                </a:cubicBezTo>
                <a:lnTo>
                  <a:pt x="49088" y="6477"/>
                </a:lnTo>
                <a:cubicBezTo>
                  <a:pt x="50594" y="6477"/>
                  <a:pt x="51816" y="5255"/>
                  <a:pt x="51816" y="3750"/>
                </a:cubicBezTo>
                <a:cubicBezTo>
                  <a:pt x="51816" y="2244"/>
                  <a:pt x="50594" y="1022"/>
                  <a:pt x="49088" y="1022"/>
                </a:cubicBezTo>
                <a:cubicBezTo>
                  <a:pt x="48672" y="1022"/>
                  <a:pt x="48283" y="1138"/>
                  <a:pt x="47927" y="1305"/>
                </a:cubicBezTo>
                <a:cubicBezTo>
                  <a:pt x="20588" y="6905"/>
                  <a:pt x="0" y="3101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31011"/>
                  <a:pt x="99405" y="6905"/>
                  <a:pt x="72072" y="1305"/>
                </a:cubicBezTo>
                <a:moveTo>
                  <a:pt x="38183" y="54544"/>
                </a:moveTo>
                <a:cubicBezTo>
                  <a:pt x="36677" y="54544"/>
                  <a:pt x="35455" y="55766"/>
                  <a:pt x="35455" y="57272"/>
                </a:cubicBezTo>
                <a:cubicBezTo>
                  <a:pt x="35455" y="58027"/>
                  <a:pt x="35761" y="58705"/>
                  <a:pt x="36255" y="59200"/>
                </a:cubicBezTo>
                <a:lnTo>
                  <a:pt x="58072" y="81016"/>
                </a:lnTo>
                <a:cubicBezTo>
                  <a:pt x="58566" y="81516"/>
                  <a:pt x="59244" y="81816"/>
                  <a:pt x="60000" y="81816"/>
                </a:cubicBezTo>
                <a:cubicBezTo>
                  <a:pt x="60755" y="81816"/>
                  <a:pt x="61438" y="81516"/>
                  <a:pt x="61927" y="81016"/>
                </a:cubicBezTo>
                <a:lnTo>
                  <a:pt x="83744" y="59200"/>
                </a:lnTo>
                <a:cubicBezTo>
                  <a:pt x="84238" y="58705"/>
                  <a:pt x="84544" y="58027"/>
                  <a:pt x="84544" y="57272"/>
                </a:cubicBezTo>
                <a:cubicBezTo>
                  <a:pt x="84544" y="55766"/>
                  <a:pt x="83322" y="54544"/>
                  <a:pt x="81816" y="54544"/>
                </a:cubicBezTo>
                <a:cubicBezTo>
                  <a:pt x="81066" y="54544"/>
                  <a:pt x="80383" y="54850"/>
                  <a:pt x="79888" y="55344"/>
                </a:cubicBezTo>
                <a:lnTo>
                  <a:pt x="62727" y="72505"/>
                </a:ln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72505"/>
                </a:lnTo>
                <a:lnTo>
                  <a:pt x="40111" y="55344"/>
                </a:lnTo>
                <a:cubicBezTo>
                  <a:pt x="39616" y="54850"/>
                  <a:pt x="38938" y="54544"/>
                  <a:pt x="38183" y="545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07" name="Shape 4880">
            <a:extLst>
              <a:ext uri="{FF2B5EF4-FFF2-40B4-BE49-F238E27FC236}">
                <a16:creationId xmlns:a16="http://schemas.microsoft.com/office/drawing/2014/main" id="{84FCDF1E-7FBB-DB83-B0EE-6AD8D40F0452}"/>
              </a:ext>
            </a:extLst>
          </p:cNvPr>
          <p:cNvSpPr/>
          <p:nvPr/>
        </p:nvSpPr>
        <p:spPr>
          <a:xfrm>
            <a:off x="3686657" y="4323489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07761"/>
                </a:moveTo>
                <a:lnTo>
                  <a:pt x="9100" y="10000"/>
                </a:lnTo>
                <a:lnTo>
                  <a:pt x="110900" y="10000"/>
                </a:lnTo>
                <a:cubicBezTo>
                  <a:pt x="110900" y="10000"/>
                  <a:pt x="60000" y="107761"/>
                  <a:pt x="60000" y="107761"/>
                </a:cubicBezTo>
                <a:close/>
                <a:moveTo>
                  <a:pt x="120000" y="5000"/>
                </a:moveTo>
                <a:cubicBezTo>
                  <a:pt x="120000" y="2238"/>
                  <a:pt x="118777" y="0"/>
                  <a:pt x="117272" y="0"/>
                </a:cubicBezTo>
                <a:lnTo>
                  <a:pt x="2727" y="0"/>
                </a:lnTo>
                <a:cubicBezTo>
                  <a:pt x="1222" y="0"/>
                  <a:pt x="0" y="2238"/>
                  <a:pt x="0" y="5000"/>
                </a:cubicBezTo>
                <a:cubicBezTo>
                  <a:pt x="0" y="6338"/>
                  <a:pt x="294" y="7538"/>
                  <a:pt x="761" y="8438"/>
                </a:cubicBezTo>
                <a:lnTo>
                  <a:pt x="755" y="8450"/>
                </a:lnTo>
                <a:lnTo>
                  <a:pt x="58027" y="118450"/>
                </a:lnTo>
                <a:lnTo>
                  <a:pt x="58033" y="118438"/>
                </a:lnTo>
                <a:cubicBezTo>
                  <a:pt x="58533" y="119394"/>
                  <a:pt x="59222" y="120000"/>
                  <a:pt x="60000" y="120000"/>
                </a:cubicBezTo>
                <a:cubicBezTo>
                  <a:pt x="60777" y="120000"/>
                  <a:pt x="61466" y="119394"/>
                  <a:pt x="61966" y="118438"/>
                </a:cubicBezTo>
                <a:lnTo>
                  <a:pt x="61972" y="118450"/>
                </a:lnTo>
                <a:lnTo>
                  <a:pt x="119244" y="8450"/>
                </a:lnTo>
                <a:lnTo>
                  <a:pt x="119238" y="8438"/>
                </a:lnTo>
                <a:cubicBezTo>
                  <a:pt x="119705" y="7538"/>
                  <a:pt x="120000" y="6338"/>
                  <a:pt x="120000" y="5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09" name="Shape 4881">
            <a:extLst>
              <a:ext uri="{FF2B5EF4-FFF2-40B4-BE49-F238E27FC236}">
                <a16:creationId xmlns:a16="http://schemas.microsoft.com/office/drawing/2014/main" id="{39C34545-CC1F-5258-0F0F-5D26A638E17C}"/>
              </a:ext>
            </a:extLst>
          </p:cNvPr>
          <p:cNvSpPr/>
          <p:nvPr/>
        </p:nvSpPr>
        <p:spPr>
          <a:xfrm>
            <a:off x="4190843" y="4323489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00" y="110000"/>
                </a:moveTo>
                <a:lnTo>
                  <a:pt x="60000" y="12238"/>
                </a:lnTo>
                <a:lnTo>
                  <a:pt x="110900" y="110000"/>
                </a:lnTo>
                <a:cubicBezTo>
                  <a:pt x="110900" y="110000"/>
                  <a:pt x="9100" y="110000"/>
                  <a:pt x="9100" y="110000"/>
                </a:cubicBezTo>
                <a:close/>
                <a:moveTo>
                  <a:pt x="119238" y="111561"/>
                </a:moveTo>
                <a:lnTo>
                  <a:pt x="119244" y="111550"/>
                </a:lnTo>
                <a:lnTo>
                  <a:pt x="61972" y="1550"/>
                </a:lnTo>
                <a:lnTo>
                  <a:pt x="61966" y="1566"/>
                </a:lnTo>
                <a:cubicBezTo>
                  <a:pt x="61466" y="605"/>
                  <a:pt x="60777" y="0"/>
                  <a:pt x="60000" y="0"/>
                </a:cubicBezTo>
                <a:cubicBezTo>
                  <a:pt x="59222" y="0"/>
                  <a:pt x="58533" y="605"/>
                  <a:pt x="58033" y="1566"/>
                </a:cubicBezTo>
                <a:lnTo>
                  <a:pt x="58027" y="1550"/>
                </a:lnTo>
                <a:lnTo>
                  <a:pt x="755" y="111550"/>
                </a:lnTo>
                <a:lnTo>
                  <a:pt x="761" y="111561"/>
                </a:lnTo>
                <a:cubicBezTo>
                  <a:pt x="300" y="112461"/>
                  <a:pt x="0" y="113661"/>
                  <a:pt x="0" y="115000"/>
                </a:cubicBezTo>
                <a:cubicBezTo>
                  <a:pt x="0" y="117761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7761"/>
                  <a:pt x="120000" y="115000"/>
                </a:cubicBezTo>
                <a:cubicBezTo>
                  <a:pt x="120000" y="113661"/>
                  <a:pt x="119705" y="112461"/>
                  <a:pt x="119238" y="11156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11" name="Shape 4882">
            <a:extLst>
              <a:ext uri="{FF2B5EF4-FFF2-40B4-BE49-F238E27FC236}">
                <a16:creationId xmlns:a16="http://schemas.microsoft.com/office/drawing/2014/main" id="{6FB6E931-C229-6F41-0A34-BCB6ECD546FE}"/>
              </a:ext>
            </a:extLst>
          </p:cNvPr>
          <p:cNvSpPr/>
          <p:nvPr/>
        </p:nvSpPr>
        <p:spPr>
          <a:xfrm>
            <a:off x="4755049" y="4263468"/>
            <a:ext cx="144054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0000" y="110900"/>
                </a:moveTo>
                <a:lnTo>
                  <a:pt x="12238" y="60000"/>
                </a:lnTo>
                <a:lnTo>
                  <a:pt x="110000" y="9100"/>
                </a:lnTo>
                <a:cubicBezTo>
                  <a:pt x="110000" y="9100"/>
                  <a:pt x="110000" y="110900"/>
                  <a:pt x="110000" y="110900"/>
                </a:cubicBezTo>
                <a:close/>
                <a:moveTo>
                  <a:pt x="115000" y="0"/>
                </a:moveTo>
                <a:cubicBezTo>
                  <a:pt x="113661" y="0"/>
                  <a:pt x="112461" y="294"/>
                  <a:pt x="111555" y="761"/>
                </a:cubicBezTo>
                <a:lnTo>
                  <a:pt x="111550" y="755"/>
                </a:lnTo>
                <a:lnTo>
                  <a:pt x="1550" y="58027"/>
                </a:lnTo>
                <a:lnTo>
                  <a:pt x="1561" y="58033"/>
                </a:lnTo>
                <a:cubicBezTo>
                  <a:pt x="605" y="58533"/>
                  <a:pt x="0" y="59222"/>
                  <a:pt x="0" y="60000"/>
                </a:cubicBezTo>
                <a:cubicBezTo>
                  <a:pt x="0" y="60777"/>
                  <a:pt x="605" y="61472"/>
                  <a:pt x="1561" y="61966"/>
                </a:cubicBezTo>
                <a:lnTo>
                  <a:pt x="1550" y="61972"/>
                </a:lnTo>
                <a:lnTo>
                  <a:pt x="111550" y="119250"/>
                </a:lnTo>
                <a:lnTo>
                  <a:pt x="111555" y="119238"/>
                </a:lnTo>
                <a:cubicBezTo>
                  <a:pt x="112461" y="119705"/>
                  <a:pt x="113661" y="120000"/>
                  <a:pt x="115000" y="120000"/>
                </a:cubicBezTo>
                <a:cubicBezTo>
                  <a:pt x="117761" y="120000"/>
                  <a:pt x="120000" y="118777"/>
                  <a:pt x="120000" y="117272"/>
                </a:cubicBezTo>
                <a:lnTo>
                  <a:pt x="120000" y="2727"/>
                </a:lnTo>
                <a:cubicBezTo>
                  <a:pt x="120000" y="1222"/>
                  <a:pt x="117761" y="0"/>
                  <a:pt x="115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13" name="Shape 4883">
            <a:extLst>
              <a:ext uri="{FF2B5EF4-FFF2-40B4-BE49-F238E27FC236}">
                <a16:creationId xmlns:a16="http://schemas.microsoft.com/office/drawing/2014/main" id="{61E00A7D-949D-B8B7-2760-2EFCCECB9A7D}"/>
              </a:ext>
            </a:extLst>
          </p:cNvPr>
          <p:cNvSpPr/>
          <p:nvPr/>
        </p:nvSpPr>
        <p:spPr>
          <a:xfrm>
            <a:off x="5259235" y="4263468"/>
            <a:ext cx="144054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00" y="110900"/>
                </a:moveTo>
                <a:lnTo>
                  <a:pt x="10000" y="9100"/>
                </a:lnTo>
                <a:lnTo>
                  <a:pt x="107761" y="60000"/>
                </a:lnTo>
                <a:cubicBezTo>
                  <a:pt x="107761" y="60000"/>
                  <a:pt x="10000" y="110900"/>
                  <a:pt x="10000" y="110900"/>
                </a:cubicBezTo>
                <a:close/>
                <a:moveTo>
                  <a:pt x="120000" y="60000"/>
                </a:moveTo>
                <a:cubicBezTo>
                  <a:pt x="120000" y="59222"/>
                  <a:pt x="119394" y="58533"/>
                  <a:pt x="118433" y="58033"/>
                </a:cubicBezTo>
                <a:lnTo>
                  <a:pt x="118450" y="58027"/>
                </a:lnTo>
                <a:lnTo>
                  <a:pt x="8450" y="755"/>
                </a:lnTo>
                <a:lnTo>
                  <a:pt x="8438" y="761"/>
                </a:lnTo>
                <a:cubicBezTo>
                  <a:pt x="7538" y="294"/>
                  <a:pt x="6338" y="0"/>
                  <a:pt x="5000" y="0"/>
                </a:cubicBezTo>
                <a:cubicBezTo>
                  <a:pt x="2238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2238" y="120000"/>
                  <a:pt x="5000" y="120000"/>
                </a:cubicBezTo>
                <a:cubicBezTo>
                  <a:pt x="6338" y="120000"/>
                  <a:pt x="7538" y="119705"/>
                  <a:pt x="8438" y="119238"/>
                </a:cubicBezTo>
                <a:lnTo>
                  <a:pt x="8450" y="119250"/>
                </a:lnTo>
                <a:lnTo>
                  <a:pt x="118450" y="61972"/>
                </a:lnTo>
                <a:lnTo>
                  <a:pt x="118433" y="61966"/>
                </a:lnTo>
                <a:cubicBezTo>
                  <a:pt x="119394" y="61472"/>
                  <a:pt x="120000" y="60777"/>
                  <a:pt x="120000" y="60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15" name="Shape 4884">
            <a:extLst>
              <a:ext uri="{FF2B5EF4-FFF2-40B4-BE49-F238E27FC236}">
                <a16:creationId xmlns:a16="http://schemas.microsoft.com/office/drawing/2014/main" id="{DB4D9A00-4F29-1E30-591F-A2B0AB25843B}"/>
              </a:ext>
            </a:extLst>
          </p:cNvPr>
          <p:cNvSpPr/>
          <p:nvPr/>
        </p:nvSpPr>
        <p:spPr>
          <a:xfrm>
            <a:off x="5703399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200" y="58072"/>
                </a:moveTo>
                <a:lnTo>
                  <a:pt x="102838" y="41705"/>
                </a:lnTo>
                <a:cubicBezTo>
                  <a:pt x="102344" y="41216"/>
                  <a:pt x="101661" y="40911"/>
                  <a:pt x="100911" y="40911"/>
                </a:cubicBezTo>
                <a:cubicBezTo>
                  <a:pt x="99400" y="40911"/>
                  <a:pt x="98183" y="42133"/>
                  <a:pt x="98183" y="43638"/>
                </a:cubicBezTo>
                <a:cubicBezTo>
                  <a:pt x="98183" y="44388"/>
                  <a:pt x="98488" y="45072"/>
                  <a:pt x="98983" y="45566"/>
                </a:cubicBezTo>
                <a:lnTo>
                  <a:pt x="110688" y="57272"/>
                </a:lnTo>
                <a:lnTo>
                  <a:pt x="62727" y="57272"/>
                </a:lnTo>
                <a:lnTo>
                  <a:pt x="62727" y="9311"/>
                </a:lnTo>
                <a:lnTo>
                  <a:pt x="74433" y="21016"/>
                </a:lnTo>
                <a:cubicBezTo>
                  <a:pt x="74927" y="21516"/>
                  <a:pt x="75611" y="21816"/>
                  <a:pt x="76361" y="21816"/>
                </a:cubicBezTo>
                <a:cubicBezTo>
                  <a:pt x="77872" y="21816"/>
                  <a:pt x="79088" y="20600"/>
                  <a:pt x="79088" y="19088"/>
                </a:cubicBezTo>
                <a:cubicBezTo>
                  <a:pt x="79088" y="18338"/>
                  <a:pt x="78783" y="17655"/>
                  <a:pt x="78294" y="17161"/>
                </a:cubicBezTo>
                <a:lnTo>
                  <a:pt x="61927" y="800"/>
                </a:lnTo>
                <a:cubicBezTo>
                  <a:pt x="61433" y="305"/>
                  <a:pt x="60755" y="0"/>
                  <a:pt x="60000" y="0"/>
                </a:cubicBezTo>
                <a:cubicBezTo>
                  <a:pt x="59250" y="0"/>
                  <a:pt x="58566" y="305"/>
                  <a:pt x="58072" y="800"/>
                </a:cubicBezTo>
                <a:lnTo>
                  <a:pt x="41705" y="17161"/>
                </a:lnTo>
                <a:cubicBezTo>
                  <a:pt x="41211" y="17655"/>
                  <a:pt x="40911" y="18338"/>
                  <a:pt x="40911" y="19088"/>
                </a:cubicBezTo>
                <a:cubicBezTo>
                  <a:pt x="40911" y="20600"/>
                  <a:pt x="42127" y="21816"/>
                  <a:pt x="43638" y="21816"/>
                </a:cubicBezTo>
                <a:cubicBezTo>
                  <a:pt x="44388" y="21816"/>
                  <a:pt x="45072" y="21516"/>
                  <a:pt x="45566" y="21016"/>
                </a:cubicBezTo>
                <a:lnTo>
                  <a:pt x="57272" y="9311"/>
                </a:lnTo>
                <a:lnTo>
                  <a:pt x="57272" y="57272"/>
                </a:lnTo>
                <a:lnTo>
                  <a:pt x="9311" y="57272"/>
                </a:lnTo>
                <a:lnTo>
                  <a:pt x="21016" y="45566"/>
                </a:lnTo>
                <a:cubicBezTo>
                  <a:pt x="21516" y="45072"/>
                  <a:pt x="21816" y="44388"/>
                  <a:pt x="21816" y="43638"/>
                </a:cubicBezTo>
                <a:cubicBezTo>
                  <a:pt x="21816" y="42133"/>
                  <a:pt x="20600" y="40911"/>
                  <a:pt x="19088" y="40911"/>
                </a:cubicBezTo>
                <a:cubicBezTo>
                  <a:pt x="18338" y="40911"/>
                  <a:pt x="17655" y="41216"/>
                  <a:pt x="17161" y="41705"/>
                </a:cubicBezTo>
                <a:lnTo>
                  <a:pt x="800" y="58072"/>
                </a:lnTo>
                <a:cubicBezTo>
                  <a:pt x="305" y="58566"/>
                  <a:pt x="0" y="59250"/>
                  <a:pt x="0" y="60000"/>
                </a:cubicBezTo>
                <a:cubicBezTo>
                  <a:pt x="0" y="60755"/>
                  <a:pt x="305" y="61433"/>
                  <a:pt x="800" y="61933"/>
                </a:cubicBezTo>
                <a:lnTo>
                  <a:pt x="17161" y="78294"/>
                </a:lnTo>
                <a:cubicBezTo>
                  <a:pt x="17655" y="78788"/>
                  <a:pt x="18338" y="79088"/>
                  <a:pt x="19088" y="79088"/>
                </a:cubicBezTo>
                <a:cubicBezTo>
                  <a:pt x="20600" y="79088"/>
                  <a:pt x="21816" y="77872"/>
                  <a:pt x="21816" y="76361"/>
                </a:cubicBezTo>
                <a:cubicBezTo>
                  <a:pt x="21816" y="75611"/>
                  <a:pt x="21516" y="74933"/>
                  <a:pt x="21016" y="74433"/>
                </a:cubicBezTo>
                <a:lnTo>
                  <a:pt x="9311" y="62727"/>
                </a:lnTo>
                <a:lnTo>
                  <a:pt x="57272" y="62727"/>
                </a:lnTo>
                <a:lnTo>
                  <a:pt x="57272" y="110688"/>
                </a:lnTo>
                <a:lnTo>
                  <a:pt x="45566" y="98983"/>
                </a:lnTo>
                <a:cubicBezTo>
                  <a:pt x="45072" y="98488"/>
                  <a:pt x="44388" y="98183"/>
                  <a:pt x="43638" y="98183"/>
                </a:cubicBezTo>
                <a:cubicBezTo>
                  <a:pt x="42127" y="98183"/>
                  <a:pt x="40911" y="99405"/>
                  <a:pt x="40911" y="100911"/>
                </a:cubicBezTo>
                <a:cubicBezTo>
                  <a:pt x="40911" y="101666"/>
                  <a:pt x="41211" y="102344"/>
                  <a:pt x="41705" y="102838"/>
                </a:cubicBezTo>
                <a:lnTo>
                  <a:pt x="58072" y="119200"/>
                </a:lnTo>
                <a:cubicBezTo>
                  <a:pt x="58566" y="119694"/>
                  <a:pt x="59250" y="120000"/>
                  <a:pt x="60000" y="120000"/>
                </a:cubicBezTo>
                <a:cubicBezTo>
                  <a:pt x="60755" y="120000"/>
                  <a:pt x="61433" y="119694"/>
                  <a:pt x="61927" y="119200"/>
                </a:cubicBezTo>
                <a:lnTo>
                  <a:pt x="78294" y="102838"/>
                </a:lnTo>
                <a:cubicBezTo>
                  <a:pt x="78788" y="102344"/>
                  <a:pt x="79088" y="101666"/>
                  <a:pt x="79088" y="100911"/>
                </a:cubicBezTo>
                <a:cubicBezTo>
                  <a:pt x="79088" y="99405"/>
                  <a:pt x="77872" y="98183"/>
                  <a:pt x="76361" y="98183"/>
                </a:cubicBezTo>
                <a:cubicBezTo>
                  <a:pt x="75611" y="98183"/>
                  <a:pt x="74927" y="98488"/>
                  <a:pt x="74433" y="98983"/>
                </a:cubicBezTo>
                <a:lnTo>
                  <a:pt x="62727" y="110688"/>
                </a:lnTo>
                <a:lnTo>
                  <a:pt x="62727" y="62727"/>
                </a:lnTo>
                <a:lnTo>
                  <a:pt x="110688" y="62727"/>
                </a:lnTo>
                <a:lnTo>
                  <a:pt x="98983" y="74433"/>
                </a:lnTo>
                <a:cubicBezTo>
                  <a:pt x="98488" y="74933"/>
                  <a:pt x="98183" y="75611"/>
                  <a:pt x="98183" y="76361"/>
                </a:cubicBezTo>
                <a:cubicBezTo>
                  <a:pt x="98183" y="77872"/>
                  <a:pt x="99400" y="79088"/>
                  <a:pt x="100911" y="79088"/>
                </a:cubicBezTo>
                <a:cubicBezTo>
                  <a:pt x="101661" y="79088"/>
                  <a:pt x="102344" y="78788"/>
                  <a:pt x="102838" y="78294"/>
                </a:cubicBezTo>
                <a:lnTo>
                  <a:pt x="119200" y="61933"/>
                </a:lnTo>
                <a:cubicBezTo>
                  <a:pt x="119694" y="61433"/>
                  <a:pt x="120000" y="60755"/>
                  <a:pt x="120000" y="60000"/>
                </a:cubicBezTo>
                <a:cubicBezTo>
                  <a:pt x="120000" y="59250"/>
                  <a:pt x="119694" y="58566"/>
                  <a:pt x="119200" y="580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17" name="Shape 4894">
            <a:extLst>
              <a:ext uri="{FF2B5EF4-FFF2-40B4-BE49-F238E27FC236}">
                <a16:creationId xmlns:a16="http://schemas.microsoft.com/office/drawing/2014/main" id="{1A4934D0-EAC6-A6A1-B3D3-8AED6DB58228}"/>
              </a:ext>
            </a:extLst>
          </p:cNvPr>
          <p:cNvSpPr/>
          <p:nvPr/>
        </p:nvSpPr>
        <p:spPr>
          <a:xfrm>
            <a:off x="5224591" y="5349197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69700"/>
                </a:moveTo>
                <a:lnTo>
                  <a:pt x="92727" y="12800"/>
                </a:lnTo>
                <a:lnTo>
                  <a:pt x="113416" y="41250"/>
                </a:lnTo>
                <a:cubicBezTo>
                  <a:pt x="113416" y="41250"/>
                  <a:pt x="92727" y="69700"/>
                  <a:pt x="92727" y="69700"/>
                </a:cubicBezTo>
                <a:close/>
                <a:moveTo>
                  <a:pt x="119200" y="38600"/>
                </a:moveTo>
                <a:lnTo>
                  <a:pt x="91933" y="1100"/>
                </a:lnTo>
                <a:cubicBezTo>
                  <a:pt x="91433" y="422"/>
                  <a:pt x="90755" y="0"/>
                  <a:pt x="90000" y="0"/>
                </a:cubicBezTo>
                <a:cubicBezTo>
                  <a:pt x="88494" y="0"/>
                  <a:pt x="87272" y="1677"/>
                  <a:pt x="87272" y="3750"/>
                </a:cubicBezTo>
                <a:lnTo>
                  <a:pt x="87272" y="37500"/>
                </a:lnTo>
                <a:lnTo>
                  <a:pt x="2727" y="37500"/>
                </a:lnTo>
                <a:cubicBezTo>
                  <a:pt x="1222" y="37500"/>
                  <a:pt x="0" y="39177"/>
                  <a:pt x="0" y="41250"/>
                </a:cubicBezTo>
                <a:lnTo>
                  <a:pt x="0" y="116250"/>
                </a:lnTo>
                <a:cubicBezTo>
                  <a:pt x="0" y="118322"/>
                  <a:pt x="1222" y="120000"/>
                  <a:pt x="2727" y="120000"/>
                </a:cubicBezTo>
                <a:cubicBezTo>
                  <a:pt x="4233" y="120000"/>
                  <a:pt x="5455" y="118322"/>
                  <a:pt x="5455" y="116250"/>
                </a:cubicBezTo>
                <a:lnTo>
                  <a:pt x="5455" y="45000"/>
                </a:lnTo>
                <a:lnTo>
                  <a:pt x="87272" y="45000"/>
                </a:lnTo>
                <a:lnTo>
                  <a:pt x="87272" y="78750"/>
                </a:lnTo>
                <a:cubicBezTo>
                  <a:pt x="87272" y="80822"/>
                  <a:pt x="88494" y="82500"/>
                  <a:pt x="90000" y="82500"/>
                </a:cubicBezTo>
                <a:cubicBezTo>
                  <a:pt x="90755" y="82500"/>
                  <a:pt x="91433" y="82083"/>
                  <a:pt x="91927" y="81400"/>
                </a:cubicBezTo>
                <a:lnTo>
                  <a:pt x="119200" y="43905"/>
                </a:lnTo>
                <a:cubicBezTo>
                  <a:pt x="119694" y="43227"/>
                  <a:pt x="120000" y="42288"/>
                  <a:pt x="120000" y="41250"/>
                </a:cubicBezTo>
                <a:cubicBezTo>
                  <a:pt x="120000" y="40211"/>
                  <a:pt x="119694" y="39277"/>
                  <a:pt x="119200" y="386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19" name="Shape 4895">
            <a:extLst>
              <a:ext uri="{FF2B5EF4-FFF2-40B4-BE49-F238E27FC236}">
                <a16:creationId xmlns:a16="http://schemas.microsoft.com/office/drawing/2014/main" id="{626B853E-3026-793D-F4B3-19F5C4B94925}"/>
              </a:ext>
            </a:extLst>
          </p:cNvPr>
          <p:cNvSpPr/>
          <p:nvPr/>
        </p:nvSpPr>
        <p:spPr>
          <a:xfrm>
            <a:off x="6207586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0"/>
                </a:moveTo>
                <a:lnTo>
                  <a:pt x="79088" y="0"/>
                </a:lnTo>
                <a:cubicBezTo>
                  <a:pt x="77588" y="0"/>
                  <a:pt x="76361" y="1222"/>
                  <a:pt x="76361" y="2727"/>
                </a:cubicBezTo>
                <a:cubicBezTo>
                  <a:pt x="76361" y="4233"/>
                  <a:pt x="77588" y="5455"/>
                  <a:pt x="79088" y="5455"/>
                </a:cubicBezTo>
                <a:lnTo>
                  <a:pt x="110688" y="5455"/>
                </a:lnTo>
                <a:lnTo>
                  <a:pt x="66255" y="49888"/>
                </a:lnTo>
                <a:cubicBezTo>
                  <a:pt x="65761" y="50383"/>
                  <a:pt x="65455" y="51066"/>
                  <a:pt x="65455" y="51816"/>
                </a:cubicBezTo>
                <a:cubicBezTo>
                  <a:pt x="65455" y="53327"/>
                  <a:pt x="66677" y="54544"/>
                  <a:pt x="68183" y="54544"/>
                </a:cubicBezTo>
                <a:cubicBezTo>
                  <a:pt x="68933" y="54544"/>
                  <a:pt x="69616" y="54244"/>
                  <a:pt x="70111" y="53744"/>
                </a:cubicBezTo>
                <a:lnTo>
                  <a:pt x="114544" y="9311"/>
                </a:lnTo>
                <a:lnTo>
                  <a:pt x="114544" y="40911"/>
                </a:lnTo>
                <a:cubicBezTo>
                  <a:pt x="114544" y="42416"/>
                  <a:pt x="115766" y="43638"/>
                  <a:pt x="117272" y="43638"/>
                </a:cubicBezTo>
                <a:cubicBezTo>
                  <a:pt x="118777" y="43638"/>
                  <a:pt x="120000" y="42416"/>
                  <a:pt x="120000" y="40911"/>
                </a:cubicBezTo>
                <a:lnTo>
                  <a:pt x="120000" y="2727"/>
                </a:lnTo>
                <a:cubicBezTo>
                  <a:pt x="120000" y="1222"/>
                  <a:pt x="118777" y="0"/>
                  <a:pt x="117272" y="0"/>
                </a:cubicBezTo>
                <a:moveTo>
                  <a:pt x="51816" y="65455"/>
                </a:moveTo>
                <a:cubicBezTo>
                  <a:pt x="51066" y="65455"/>
                  <a:pt x="50383" y="65761"/>
                  <a:pt x="49888" y="66255"/>
                </a:cubicBezTo>
                <a:lnTo>
                  <a:pt x="5455" y="110688"/>
                </a:lnTo>
                <a:lnTo>
                  <a:pt x="5455" y="79088"/>
                </a:lnTo>
                <a:cubicBezTo>
                  <a:pt x="5455" y="77588"/>
                  <a:pt x="4233" y="76361"/>
                  <a:pt x="2727" y="76361"/>
                </a:cubicBezTo>
                <a:cubicBezTo>
                  <a:pt x="1222" y="76361"/>
                  <a:pt x="0" y="77588"/>
                  <a:pt x="0" y="79088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40911" y="120000"/>
                </a:lnTo>
                <a:cubicBezTo>
                  <a:pt x="42411" y="120000"/>
                  <a:pt x="43638" y="118777"/>
                  <a:pt x="43638" y="117272"/>
                </a:cubicBezTo>
                <a:cubicBezTo>
                  <a:pt x="43638" y="115766"/>
                  <a:pt x="42411" y="114544"/>
                  <a:pt x="40911" y="114544"/>
                </a:cubicBezTo>
                <a:lnTo>
                  <a:pt x="9311" y="114544"/>
                </a:lnTo>
                <a:lnTo>
                  <a:pt x="53744" y="70111"/>
                </a:lnTo>
                <a:cubicBezTo>
                  <a:pt x="54238" y="69616"/>
                  <a:pt x="54544" y="68933"/>
                  <a:pt x="54544" y="68183"/>
                </a:cubicBezTo>
                <a:cubicBezTo>
                  <a:pt x="54544" y="66677"/>
                  <a:pt x="53322" y="65455"/>
                  <a:pt x="51816" y="654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21" name="Shape 4896">
            <a:extLst>
              <a:ext uri="{FF2B5EF4-FFF2-40B4-BE49-F238E27FC236}">
                <a16:creationId xmlns:a16="http://schemas.microsoft.com/office/drawing/2014/main" id="{85A06378-F9CD-A019-2084-7EBC903B0939}"/>
              </a:ext>
            </a:extLst>
          </p:cNvPr>
          <p:cNvSpPr/>
          <p:nvPr/>
        </p:nvSpPr>
        <p:spPr>
          <a:xfrm>
            <a:off x="6711772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2727"/>
                </a:moveTo>
                <a:cubicBezTo>
                  <a:pt x="120000" y="1222"/>
                  <a:pt x="118777" y="0"/>
                  <a:pt x="117272" y="0"/>
                </a:cubicBezTo>
                <a:cubicBezTo>
                  <a:pt x="116522" y="0"/>
                  <a:pt x="115838" y="305"/>
                  <a:pt x="115344" y="800"/>
                </a:cubicBezTo>
                <a:lnTo>
                  <a:pt x="70911" y="45233"/>
                </a:lnTo>
                <a:lnTo>
                  <a:pt x="70911" y="13638"/>
                </a:lnTo>
                <a:cubicBezTo>
                  <a:pt x="70911" y="12133"/>
                  <a:pt x="69688" y="10911"/>
                  <a:pt x="68183" y="10911"/>
                </a:cubicBezTo>
                <a:cubicBezTo>
                  <a:pt x="66677" y="10911"/>
                  <a:pt x="65455" y="12133"/>
                  <a:pt x="65455" y="13638"/>
                </a:cubicBezTo>
                <a:lnTo>
                  <a:pt x="65455" y="51816"/>
                </a:lnTo>
                <a:cubicBezTo>
                  <a:pt x="65455" y="53327"/>
                  <a:pt x="66677" y="54544"/>
                  <a:pt x="68183" y="54544"/>
                </a:cubicBezTo>
                <a:lnTo>
                  <a:pt x="106361" y="54544"/>
                </a:lnTo>
                <a:cubicBezTo>
                  <a:pt x="107866" y="54544"/>
                  <a:pt x="109088" y="53327"/>
                  <a:pt x="109088" y="51816"/>
                </a:cubicBezTo>
                <a:cubicBezTo>
                  <a:pt x="109088" y="50311"/>
                  <a:pt x="107866" y="49088"/>
                  <a:pt x="106361" y="49088"/>
                </a:cubicBezTo>
                <a:lnTo>
                  <a:pt x="74766" y="49088"/>
                </a:lnTo>
                <a:lnTo>
                  <a:pt x="119200" y="4655"/>
                </a:lnTo>
                <a:cubicBezTo>
                  <a:pt x="119694" y="4166"/>
                  <a:pt x="120000" y="3483"/>
                  <a:pt x="120000" y="2727"/>
                </a:cubicBezTo>
                <a:moveTo>
                  <a:pt x="51816" y="65455"/>
                </a:moveTo>
                <a:lnTo>
                  <a:pt x="13638" y="65455"/>
                </a:lnTo>
                <a:cubicBezTo>
                  <a:pt x="12133" y="65455"/>
                  <a:pt x="10911" y="66677"/>
                  <a:pt x="10911" y="68183"/>
                </a:cubicBezTo>
                <a:cubicBezTo>
                  <a:pt x="10911" y="69688"/>
                  <a:pt x="12133" y="70911"/>
                  <a:pt x="13638" y="70911"/>
                </a:cubicBezTo>
                <a:lnTo>
                  <a:pt x="45233" y="70911"/>
                </a:lnTo>
                <a:lnTo>
                  <a:pt x="800" y="115344"/>
                </a:lnTo>
                <a:cubicBezTo>
                  <a:pt x="305" y="115838"/>
                  <a:pt x="0" y="116516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cubicBezTo>
                  <a:pt x="3477" y="120000"/>
                  <a:pt x="4161" y="119694"/>
                  <a:pt x="4655" y="119200"/>
                </a:cubicBezTo>
                <a:lnTo>
                  <a:pt x="49088" y="74766"/>
                </a:lnTo>
                <a:lnTo>
                  <a:pt x="49088" y="106361"/>
                </a:lnTo>
                <a:cubicBezTo>
                  <a:pt x="49088" y="107872"/>
                  <a:pt x="50311" y="109088"/>
                  <a:pt x="51816" y="109088"/>
                </a:cubicBezTo>
                <a:cubicBezTo>
                  <a:pt x="53322" y="109088"/>
                  <a:pt x="54544" y="107872"/>
                  <a:pt x="54544" y="106361"/>
                </a:cubicBezTo>
                <a:lnTo>
                  <a:pt x="54544" y="68183"/>
                </a:lnTo>
                <a:cubicBezTo>
                  <a:pt x="54544" y="66677"/>
                  <a:pt x="53322" y="65455"/>
                  <a:pt x="51816" y="654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23" name="Shape 4897">
            <a:extLst>
              <a:ext uri="{FF2B5EF4-FFF2-40B4-BE49-F238E27FC236}">
                <a16:creationId xmlns:a16="http://schemas.microsoft.com/office/drawing/2014/main" id="{E781C032-B23D-8B6A-5887-4433DFBD0344}"/>
              </a:ext>
            </a:extLst>
          </p:cNvPr>
          <p:cNvSpPr/>
          <p:nvPr/>
        </p:nvSpPr>
        <p:spPr>
          <a:xfrm>
            <a:off x="7215958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72" y="0"/>
                </a:moveTo>
                <a:lnTo>
                  <a:pt x="90000" y="0"/>
                </a:lnTo>
                <a:cubicBezTo>
                  <a:pt x="88494" y="0"/>
                  <a:pt x="87272" y="1222"/>
                  <a:pt x="87272" y="2727"/>
                </a:cubicBezTo>
                <a:cubicBezTo>
                  <a:pt x="87272" y="4233"/>
                  <a:pt x="88494" y="5455"/>
                  <a:pt x="90000" y="5455"/>
                </a:cubicBezTo>
                <a:lnTo>
                  <a:pt x="110688" y="5455"/>
                </a:lnTo>
                <a:lnTo>
                  <a:pt x="33527" y="82616"/>
                </a:lnTo>
                <a:cubicBezTo>
                  <a:pt x="33033" y="83111"/>
                  <a:pt x="32727" y="83794"/>
                  <a:pt x="32727" y="84544"/>
                </a:cubicBezTo>
                <a:cubicBezTo>
                  <a:pt x="32727" y="86050"/>
                  <a:pt x="33950" y="87272"/>
                  <a:pt x="35455" y="87272"/>
                </a:cubicBezTo>
                <a:cubicBezTo>
                  <a:pt x="36205" y="87272"/>
                  <a:pt x="36888" y="86966"/>
                  <a:pt x="37383" y="86472"/>
                </a:cubicBezTo>
                <a:lnTo>
                  <a:pt x="114544" y="9311"/>
                </a:lnTo>
                <a:lnTo>
                  <a:pt x="114544" y="30000"/>
                </a:lnTo>
                <a:cubicBezTo>
                  <a:pt x="114544" y="31505"/>
                  <a:pt x="115766" y="32722"/>
                  <a:pt x="117272" y="32722"/>
                </a:cubicBezTo>
                <a:cubicBezTo>
                  <a:pt x="118777" y="32722"/>
                  <a:pt x="120000" y="31505"/>
                  <a:pt x="120000" y="30000"/>
                </a:cubicBezTo>
                <a:lnTo>
                  <a:pt x="120000" y="2727"/>
                </a:lnTo>
                <a:cubicBezTo>
                  <a:pt x="120000" y="1222"/>
                  <a:pt x="118777" y="0"/>
                  <a:pt x="117272" y="0"/>
                </a:cubicBezTo>
                <a:moveTo>
                  <a:pt x="95455" y="38183"/>
                </a:moveTo>
                <a:cubicBezTo>
                  <a:pt x="93950" y="38183"/>
                  <a:pt x="92727" y="39400"/>
                  <a:pt x="92727" y="40911"/>
                </a:cubicBezTo>
                <a:lnTo>
                  <a:pt x="92727" y="114544"/>
                </a:lnTo>
                <a:lnTo>
                  <a:pt x="5455" y="114544"/>
                </a:lnTo>
                <a:lnTo>
                  <a:pt x="5455" y="27272"/>
                </a:lnTo>
                <a:lnTo>
                  <a:pt x="79088" y="27272"/>
                </a:lnTo>
                <a:cubicBezTo>
                  <a:pt x="80594" y="27272"/>
                  <a:pt x="81816" y="26050"/>
                  <a:pt x="81816" y="24544"/>
                </a:cubicBezTo>
                <a:cubicBezTo>
                  <a:pt x="81816" y="23038"/>
                  <a:pt x="80594" y="21816"/>
                  <a:pt x="79088" y="21816"/>
                </a:cubicBezTo>
                <a:lnTo>
                  <a:pt x="2727" y="21816"/>
                </a:lnTo>
                <a:cubicBezTo>
                  <a:pt x="1222" y="21816"/>
                  <a:pt x="0" y="23038"/>
                  <a:pt x="0" y="24544"/>
                </a:cubicBezTo>
                <a:lnTo>
                  <a:pt x="0" y="117272"/>
                </a:lnTo>
                <a:cubicBezTo>
                  <a:pt x="0" y="118777"/>
                  <a:pt x="1222" y="120000"/>
                  <a:pt x="2727" y="120000"/>
                </a:cubicBezTo>
                <a:lnTo>
                  <a:pt x="95455" y="120000"/>
                </a:lnTo>
                <a:cubicBezTo>
                  <a:pt x="96961" y="120000"/>
                  <a:pt x="98183" y="118777"/>
                  <a:pt x="98183" y="117272"/>
                </a:cubicBezTo>
                <a:lnTo>
                  <a:pt x="98183" y="40911"/>
                </a:lnTo>
                <a:cubicBezTo>
                  <a:pt x="98183" y="39400"/>
                  <a:pt x="96961" y="38183"/>
                  <a:pt x="95455" y="3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25" name="Shape 4898">
            <a:extLst>
              <a:ext uri="{FF2B5EF4-FFF2-40B4-BE49-F238E27FC236}">
                <a16:creationId xmlns:a16="http://schemas.microsoft.com/office/drawing/2014/main" id="{7B200D7D-D4D0-8431-72EC-E9174EE235BD}"/>
              </a:ext>
            </a:extLst>
          </p:cNvPr>
          <p:cNvSpPr/>
          <p:nvPr/>
        </p:nvSpPr>
        <p:spPr>
          <a:xfrm>
            <a:off x="7720144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272" y="113238"/>
                </a:moveTo>
                <a:lnTo>
                  <a:pt x="63466" y="87272"/>
                </a:lnTo>
                <a:lnTo>
                  <a:pt x="73638" y="87272"/>
                </a:lnTo>
                <a:cubicBezTo>
                  <a:pt x="75138" y="87272"/>
                  <a:pt x="76361" y="86055"/>
                  <a:pt x="76361" y="84544"/>
                </a:cubicBezTo>
                <a:lnTo>
                  <a:pt x="76361" y="81816"/>
                </a:lnTo>
                <a:cubicBezTo>
                  <a:pt x="75750" y="70688"/>
                  <a:pt x="71355" y="31055"/>
                  <a:pt x="41377" y="10827"/>
                </a:cubicBezTo>
                <a:cubicBezTo>
                  <a:pt x="91150" y="26716"/>
                  <a:pt x="97422" y="69933"/>
                  <a:pt x="98183" y="81816"/>
                </a:cubicBezTo>
                <a:lnTo>
                  <a:pt x="98183" y="84544"/>
                </a:lnTo>
                <a:cubicBezTo>
                  <a:pt x="98183" y="86055"/>
                  <a:pt x="99405" y="87272"/>
                  <a:pt x="100911" y="87272"/>
                </a:cubicBezTo>
                <a:lnTo>
                  <a:pt x="111077" y="87272"/>
                </a:lnTo>
                <a:cubicBezTo>
                  <a:pt x="111077" y="87272"/>
                  <a:pt x="87272" y="113238"/>
                  <a:pt x="87272" y="113238"/>
                </a:cubicBezTo>
                <a:close/>
                <a:moveTo>
                  <a:pt x="117272" y="81816"/>
                </a:moveTo>
                <a:lnTo>
                  <a:pt x="103655" y="81816"/>
                </a:lnTo>
                <a:cubicBezTo>
                  <a:pt x="102500" y="67388"/>
                  <a:pt x="92277" y="0"/>
                  <a:pt x="2727" y="0"/>
                </a:cubicBezTo>
                <a:cubicBezTo>
                  <a:pt x="1216" y="0"/>
                  <a:pt x="0" y="1222"/>
                  <a:pt x="0" y="2727"/>
                </a:cubicBezTo>
                <a:cubicBezTo>
                  <a:pt x="0" y="4233"/>
                  <a:pt x="1216" y="5455"/>
                  <a:pt x="2727" y="5455"/>
                </a:cubicBezTo>
                <a:cubicBezTo>
                  <a:pt x="30877" y="5455"/>
                  <a:pt x="50888" y="18983"/>
                  <a:pt x="62200" y="45833"/>
                </a:cubicBezTo>
                <a:cubicBezTo>
                  <a:pt x="68855" y="61627"/>
                  <a:pt x="70316" y="76022"/>
                  <a:pt x="70638" y="81816"/>
                </a:cubicBezTo>
                <a:lnTo>
                  <a:pt x="57272" y="81816"/>
                </a:lnTo>
                <a:cubicBezTo>
                  <a:pt x="55766" y="81816"/>
                  <a:pt x="54544" y="83038"/>
                  <a:pt x="54544" y="84544"/>
                </a:cubicBezTo>
                <a:cubicBezTo>
                  <a:pt x="54544" y="85300"/>
                  <a:pt x="54850" y="85983"/>
                  <a:pt x="55344" y="86477"/>
                </a:cubicBezTo>
                <a:lnTo>
                  <a:pt x="85344" y="119200"/>
                </a:lnTo>
                <a:cubicBezTo>
                  <a:pt x="85833" y="119694"/>
                  <a:pt x="86522" y="120000"/>
                  <a:pt x="87272" y="120000"/>
                </a:cubicBezTo>
                <a:cubicBezTo>
                  <a:pt x="88027" y="120000"/>
                  <a:pt x="88705" y="119694"/>
                  <a:pt x="89200" y="119200"/>
                </a:cubicBezTo>
                <a:lnTo>
                  <a:pt x="119200" y="86477"/>
                </a:lnTo>
                <a:cubicBezTo>
                  <a:pt x="119694" y="85983"/>
                  <a:pt x="120000" y="85300"/>
                  <a:pt x="120000" y="84544"/>
                </a:cubicBezTo>
                <a:cubicBezTo>
                  <a:pt x="120000" y="83038"/>
                  <a:pt x="118777" y="81816"/>
                  <a:pt x="117272" y="818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27" name="Shape 4899">
            <a:extLst>
              <a:ext uri="{FF2B5EF4-FFF2-40B4-BE49-F238E27FC236}">
                <a16:creationId xmlns:a16="http://schemas.microsoft.com/office/drawing/2014/main" id="{2730B3DD-EBEB-5090-9EAC-04C36535AB1E}"/>
              </a:ext>
            </a:extLst>
          </p:cNvPr>
          <p:cNvSpPr/>
          <p:nvPr/>
        </p:nvSpPr>
        <p:spPr>
          <a:xfrm>
            <a:off x="8224330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1" y="32727"/>
                </a:moveTo>
                <a:cubicBezTo>
                  <a:pt x="99405" y="32727"/>
                  <a:pt x="98183" y="33950"/>
                  <a:pt x="98183" y="35455"/>
                </a:cubicBezTo>
                <a:lnTo>
                  <a:pt x="98183" y="38183"/>
                </a:lnTo>
                <a:cubicBezTo>
                  <a:pt x="97422" y="50066"/>
                  <a:pt x="91150" y="93283"/>
                  <a:pt x="41377" y="109172"/>
                </a:cubicBezTo>
                <a:cubicBezTo>
                  <a:pt x="71355" y="88944"/>
                  <a:pt x="75750" y="49311"/>
                  <a:pt x="76361" y="38183"/>
                </a:cubicBezTo>
                <a:lnTo>
                  <a:pt x="76361" y="35455"/>
                </a:lnTo>
                <a:cubicBezTo>
                  <a:pt x="76361" y="33950"/>
                  <a:pt x="75138" y="32727"/>
                  <a:pt x="73638" y="32727"/>
                </a:cubicBezTo>
                <a:lnTo>
                  <a:pt x="63466" y="32727"/>
                </a:lnTo>
                <a:lnTo>
                  <a:pt x="87272" y="6761"/>
                </a:lnTo>
                <a:lnTo>
                  <a:pt x="111077" y="32727"/>
                </a:lnTo>
                <a:cubicBezTo>
                  <a:pt x="111077" y="32727"/>
                  <a:pt x="100911" y="32727"/>
                  <a:pt x="100911" y="32727"/>
                </a:cubicBezTo>
                <a:close/>
                <a:moveTo>
                  <a:pt x="119200" y="33527"/>
                </a:moveTo>
                <a:lnTo>
                  <a:pt x="89200" y="800"/>
                </a:lnTo>
                <a:cubicBezTo>
                  <a:pt x="88705" y="305"/>
                  <a:pt x="88027" y="0"/>
                  <a:pt x="87272" y="0"/>
                </a:cubicBezTo>
                <a:cubicBezTo>
                  <a:pt x="86516" y="0"/>
                  <a:pt x="85833" y="305"/>
                  <a:pt x="85344" y="800"/>
                </a:cubicBezTo>
                <a:lnTo>
                  <a:pt x="55344" y="33527"/>
                </a:lnTo>
                <a:cubicBezTo>
                  <a:pt x="54850" y="34022"/>
                  <a:pt x="54544" y="34705"/>
                  <a:pt x="54544" y="35455"/>
                </a:cubicBezTo>
                <a:cubicBezTo>
                  <a:pt x="54544" y="36961"/>
                  <a:pt x="55766" y="38183"/>
                  <a:pt x="57272" y="38183"/>
                </a:cubicBezTo>
                <a:lnTo>
                  <a:pt x="70638" y="38183"/>
                </a:lnTo>
                <a:cubicBezTo>
                  <a:pt x="70316" y="43977"/>
                  <a:pt x="68855" y="58372"/>
                  <a:pt x="62200" y="74172"/>
                </a:cubicBezTo>
                <a:cubicBezTo>
                  <a:pt x="50888" y="101022"/>
                  <a:pt x="30877" y="114544"/>
                  <a:pt x="2727" y="114544"/>
                </a:cubicBezTo>
                <a:cubicBezTo>
                  <a:pt x="1216" y="114544"/>
                  <a:pt x="0" y="115766"/>
                  <a:pt x="0" y="117272"/>
                </a:cubicBezTo>
                <a:cubicBezTo>
                  <a:pt x="0" y="118777"/>
                  <a:pt x="1216" y="120000"/>
                  <a:pt x="2727" y="120000"/>
                </a:cubicBezTo>
                <a:cubicBezTo>
                  <a:pt x="92277" y="120000"/>
                  <a:pt x="102500" y="52611"/>
                  <a:pt x="103655" y="38183"/>
                </a:cubicBezTo>
                <a:lnTo>
                  <a:pt x="117272" y="38183"/>
                </a:lnTo>
                <a:cubicBezTo>
                  <a:pt x="118777" y="38183"/>
                  <a:pt x="120000" y="36961"/>
                  <a:pt x="120000" y="35455"/>
                </a:cubicBezTo>
                <a:cubicBezTo>
                  <a:pt x="120000" y="34705"/>
                  <a:pt x="119694" y="34022"/>
                  <a:pt x="119200" y="33527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29" name="Shape 4900">
            <a:extLst>
              <a:ext uri="{FF2B5EF4-FFF2-40B4-BE49-F238E27FC236}">
                <a16:creationId xmlns:a16="http://schemas.microsoft.com/office/drawing/2014/main" id="{5F492A7B-FB1A-7E85-E927-946D645A38B4}"/>
              </a:ext>
            </a:extLst>
          </p:cNvPr>
          <p:cNvSpPr/>
          <p:nvPr/>
        </p:nvSpPr>
        <p:spPr>
          <a:xfrm>
            <a:off x="8728516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8183" y="43638"/>
                </a:moveTo>
                <a:lnTo>
                  <a:pt x="35455" y="43638"/>
                </a:lnTo>
                <a:cubicBezTo>
                  <a:pt x="33944" y="43638"/>
                  <a:pt x="32727" y="44861"/>
                  <a:pt x="32727" y="46361"/>
                </a:cubicBezTo>
                <a:lnTo>
                  <a:pt x="32727" y="56533"/>
                </a:lnTo>
                <a:lnTo>
                  <a:pt x="6755" y="32727"/>
                </a:lnTo>
                <a:lnTo>
                  <a:pt x="32727" y="8922"/>
                </a:lnTo>
                <a:lnTo>
                  <a:pt x="32727" y="19088"/>
                </a:lnTo>
                <a:cubicBezTo>
                  <a:pt x="32727" y="20600"/>
                  <a:pt x="33944" y="21816"/>
                  <a:pt x="35455" y="21816"/>
                </a:cubicBezTo>
                <a:lnTo>
                  <a:pt x="38183" y="21816"/>
                </a:lnTo>
                <a:cubicBezTo>
                  <a:pt x="50066" y="22577"/>
                  <a:pt x="93283" y="28850"/>
                  <a:pt x="109172" y="78622"/>
                </a:cubicBezTo>
                <a:cubicBezTo>
                  <a:pt x="88944" y="48644"/>
                  <a:pt x="49311" y="44250"/>
                  <a:pt x="38183" y="43638"/>
                </a:cubicBezTo>
                <a:moveTo>
                  <a:pt x="38183" y="16344"/>
                </a:moveTo>
                <a:lnTo>
                  <a:pt x="38183" y="2727"/>
                </a:lnTo>
                <a:cubicBezTo>
                  <a:pt x="38183" y="1222"/>
                  <a:pt x="36961" y="0"/>
                  <a:pt x="35455" y="0"/>
                </a:cubicBezTo>
                <a:cubicBezTo>
                  <a:pt x="34700" y="0"/>
                  <a:pt x="34016" y="305"/>
                  <a:pt x="33527" y="800"/>
                </a:cubicBezTo>
                <a:lnTo>
                  <a:pt x="800" y="30800"/>
                </a:lnTo>
                <a:cubicBezTo>
                  <a:pt x="305" y="31294"/>
                  <a:pt x="0" y="31977"/>
                  <a:pt x="0" y="32727"/>
                </a:cubicBezTo>
                <a:cubicBezTo>
                  <a:pt x="0" y="33483"/>
                  <a:pt x="305" y="34166"/>
                  <a:pt x="800" y="34655"/>
                </a:cubicBezTo>
                <a:lnTo>
                  <a:pt x="33527" y="64655"/>
                </a:lnTo>
                <a:cubicBezTo>
                  <a:pt x="34016" y="65150"/>
                  <a:pt x="34700" y="65455"/>
                  <a:pt x="35455" y="65455"/>
                </a:cubicBezTo>
                <a:cubicBezTo>
                  <a:pt x="36961" y="65455"/>
                  <a:pt x="38183" y="64233"/>
                  <a:pt x="38183" y="62727"/>
                </a:cubicBezTo>
                <a:lnTo>
                  <a:pt x="38183" y="49355"/>
                </a:lnTo>
                <a:cubicBezTo>
                  <a:pt x="43977" y="49683"/>
                  <a:pt x="58372" y="51144"/>
                  <a:pt x="74166" y="57800"/>
                </a:cubicBezTo>
                <a:cubicBezTo>
                  <a:pt x="101016" y="69111"/>
                  <a:pt x="114544" y="89122"/>
                  <a:pt x="114544" y="117272"/>
                </a:cubicBezTo>
                <a:cubicBezTo>
                  <a:pt x="114544" y="118777"/>
                  <a:pt x="115766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27722"/>
                  <a:pt x="52611" y="17500"/>
                  <a:pt x="38183" y="163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31" name="Shape 4901">
            <a:extLst>
              <a:ext uri="{FF2B5EF4-FFF2-40B4-BE49-F238E27FC236}">
                <a16:creationId xmlns:a16="http://schemas.microsoft.com/office/drawing/2014/main" id="{21AD0AE6-778B-E309-5685-9EA8DAC58084}"/>
              </a:ext>
            </a:extLst>
          </p:cNvPr>
          <p:cNvSpPr/>
          <p:nvPr/>
        </p:nvSpPr>
        <p:spPr>
          <a:xfrm>
            <a:off x="9232702" y="4263468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272" y="56533"/>
                </a:moveTo>
                <a:lnTo>
                  <a:pt x="87272" y="46361"/>
                </a:lnTo>
                <a:cubicBezTo>
                  <a:pt x="87272" y="44861"/>
                  <a:pt x="86055" y="43638"/>
                  <a:pt x="84544" y="43638"/>
                </a:cubicBezTo>
                <a:lnTo>
                  <a:pt x="81816" y="43638"/>
                </a:lnTo>
                <a:cubicBezTo>
                  <a:pt x="70688" y="44250"/>
                  <a:pt x="31055" y="48644"/>
                  <a:pt x="10827" y="78622"/>
                </a:cubicBezTo>
                <a:cubicBezTo>
                  <a:pt x="26716" y="28850"/>
                  <a:pt x="69933" y="22577"/>
                  <a:pt x="81816" y="21816"/>
                </a:cubicBezTo>
                <a:lnTo>
                  <a:pt x="84544" y="21816"/>
                </a:lnTo>
                <a:cubicBezTo>
                  <a:pt x="86055" y="21816"/>
                  <a:pt x="87272" y="20600"/>
                  <a:pt x="87272" y="19088"/>
                </a:cubicBezTo>
                <a:lnTo>
                  <a:pt x="87272" y="8922"/>
                </a:lnTo>
                <a:lnTo>
                  <a:pt x="113238" y="32727"/>
                </a:lnTo>
                <a:cubicBezTo>
                  <a:pt x="113238" y="32727"/>
                  <a:pt x="87272" y="56533"/>
                  <a:pt x="87272" y="56533"/>
                </a:cubicBezTo>
                <a:close/>
                <a:moveTo>
                  <a:pt x="119200" y="30800"/>
                </a:moveTo>
                <a:lnTo>
                  <a:pt x="86472" y="800"/>
                </a:lnTo>
                <a:cubicBezTo>
                  <a:pt x="85983" y="305"/>
                  <a:pt x="85300" y="0"/>
                  <a:pt x="84544" y="0"/>
                </a:cubicBezTo>
                <a:cubicBezTo>
                  <a:pt x="83038" y="0"/>
                  <a:pt x="81816" y="1222"/>
                  <a:pt x="81816" y="2727"/>
                </a:cubicBezTo>
                <a:lnTo>
                  <a:pt x="81816" y="16344"/>
                </a:lnTo>
                <a:cubicBezTo>
                  <a:pt x="67388" y="17500"/>
                  <a:pt x="0" y="27727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cubicBezTo>
                  <a:pt x="4233" y="120000"/>
                  <a:pt x="5455" y="118777"/>
                  <a:pt x="5455" y="117272"/>
                </a:cubicBezTo>
                <a:cubicBezTo>
                  <a:pt x="5455" y="89122"/>
                  <a:pt x="18983" y="69111"/>
                  <a:pt x="45833" y="57800"/>
                </a:cubicBezTo>
                <a:cubicBezTo>
                  <a:pt x="61627" y="51144"/>
                  <a:pt x="76022" y="49683"/>
                  <a:pt x="81816" y="49355"/>
                </a:cubicBezTo>
                <a:lnTo>
                  <a:pt x="81816" y="62727"/>
                </a:lnTo>
                <a:cubicBezTo>
                  <a:pt x="81816" y="64233"/>
                  <a:pt x="83038" y="65455"/>
                  <a:pt x="84544" y="65455"/>
                </a:cubicBezTo>
                <a:cubicBezTo>
                  <a:pt x="85300" y="65455"/>
                  <a:pt x="85983" y="65150"/>
                  <a:pt x="86472" y="64655"/>
                </a:cubicBezTo>
                <a:lnTo>
                  <a:pt x="119200" y="34655"/>
                </a:lnTo>
                <a:cubicBezTo>
                  <a:pt x="119694" y="34166"/>
                  <a:pt x="120000" y="33483"/>
                  <a:pt x="120000" y="32727"/>
                </a:cubicBezTo>
                <a:cubicBezTo>
                  <a:pt x="120000" y="31977"/>
                  <a:pt x="119694" y="31294"/>
                  <a:pt x="119200" y="308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33" name="Shape 4902">
            <a:extLst>
              <a:ext uri="{FF2B5EF4-FFF2-40B4-BE49-F238E27FC236}">
                <a16:creationId xmlns:a16="http://schemas.microsoft.com/office/drawing/2014/main" id="{7BDF7E94-998F-7590-389B-E5CCC62C1B48}"/>
              </a:ext>
            </a:extLst>
          </p:cNvPr>
          <p:cNvSpPr/>
          <p:nvPr/>
        </p:nvSpPr>
        <p:spPr>
          <a:xfrm>
            <a:off x="9736888" y="4311485"/>
            <a:ext cx="264098" cy="168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8638" y="8572"/>
                </a:moveTo>
                <a:cubicBezTo>
                  <a:pt x="71316" y="8572"/>
                  <a:pt x="57272" y="30638"/>
                  <a:pt x="57272" y="57855"/>
                </a:cubicBezTo>
                <a:lnTo>
                  <a:pt x="57272" y="62144"/>
                </a:lnTo>
                <a:cubicBezTo>
                  <a:pt x="57272" y="84627"/>
                  <a:pt x="45672" y="102855"/>
                  <a:pt x="31361" y="102855"/>
                </a:cubicBezTo>
                <a:cubicBezTo>
                  <a:pt x="17055" y="102855"/>
                  <a:pt x="5455" y="84627"/>
                  <a:pt x="5455" y="62144"/>
                </a:cubicBezTo>
                <a:lnTo>
                  <a:pt x="5455" y="57855"/>
                </a:lnTo>
                <a:cubicBezTo>
                  <a:pt x="5455" y="35372"/>
                  <a:pt x="17055" y="17144"/>
                  <a:pt x="31361" y="17144"/>
                </a:cubicBezTo>
                <a:cubicBezTo>
                  <a:pt x="37055" y="17144"/>
                  <a:pt x="42083" y="20166"/>
                  <a:pt x="46227" y="25716"/>
                </a:cubicBezTo>
                <a:lnTo>
                  <a:pt x="35455" y="25716"/>
                </a:lnTo>
                <a:cubicBezTo>
                  <a:pt x="33944" y="25716"/>
                  <a:pt x="32727" y="27633"/>
                  <a:pt x="32727" y="30000"/>
                </a:cubicBezTo>
                <a:cubicBezTo>
                  <a:pt x="32727" y="32366"/>
                  <a:pt x="33944" y="34283"/>
                  <a:pt x="35455" y="34283"/>
                </a:cubicBezTo>
                <a:lnTo>
                  <a:pt x="51816" y="34283"/>
                </a:lnTo>
                <a:cubicBezTo>
                  <a:pt x="53327" y="34283"/>
                  <a:pt x="54544" y="32366"/>
                  <a:pt x="54544" y="30000"/>
                </a:cubicBezTo>
                <a:lnTo>
                  <a:pt x="54544" y="4283"/>
                </a:lnTo>
                <a:cubicBezTo>
                  <a:pt x="54544" y="1922"/>
                  <a:pt x="53327" y="0"/>
                  <a:pt x="51816" y="0"/>
                </a:cubicBezTo>
                <a:cubicBezTo>
                  <a:pt x="50311" y="0"/>
                  <a:pt x="49088" y="1922"/>
                  <a:pt x="49088" y="4283"/>
                </a:cubicBezTo>
                <a:lnTo>
                  <a:pt x="49088" y="18450"/>
                </a:lnTo>
                <a:cubicBezTo>
                  <a:pt x="43772" y="12000"/>
                  <a:pt x="37255" y="8572"/>
                  <a:pt x="31361" y="8572"/>
                </a:cubicBezTo>
                <a:cubicBezTo>
                  <a:pt x="14038" y="8572"/>
                  <a:pt x="0" y="30638"/>
                  <a:pt x="0" y="57855"/>
                </a:cubicBezTo>
                <a:lnTo>
                  <a:pt x="0" y="62144"/>
                </a:lnTo>
                <a:cubicBezTo>
                  <a:pt x="0" y="89361"/>
                  <a:pt x="14038" y="111427"/>
                  <a:pt x="31361" y="111427"/>
                </a:cubicBezTo>
                <a:cubicBezTo>
                  <a:pt x="48683" y="111427"/>
                  <a:pt x="62727" y="89361"/>
                  <a:pt x="62727" y="62144"/>
                </a:cubicBezTo>
                <a:lnTo>
                  <a:pt x="62727" y="57855"/>
                </a:lnTo>
                <a:cubicBezTo>
                  <a:pt x="62727" y="35372"/>
                  <a:pt x="74327" y="17144"/>
                  <a:pt x="88638" y="17144"/>
                </a:cubicBezTo>
                <a:cubicBezTo>
                  <a:pt x="102944" y="17144"/>
                  <a:pt x="114544" y="35372"/>
                  <a:pt x="114544" y="57855"/>
                </a:cubicBezTo>
                <a:lnTo>
                  <a:pt x="114544" y="62144"/>
                </a:lnTo>
                <a:cubicBezTo>
                  <a:pt x="114544" y="84627"/>
                  <a:pt x="102944" y="102855"/>
                  <a:pt x="88638" y="102855"/>
                </a:cubicBezTo>
                <a:cubicBezTo>
                  <a:pt x="82944" y="102855"/>
                  <a:pt x="77916" y="99833"/>
                  <a:pt x="73772" y="94283"/>
                </a:cubicBezTo>
                <a:lnTo>
                  <a:pt x="84544" y="94283"/>
                </a:lnTo>
                <a:cubicBezTo>
                  <a:pt x="86055" y="94283"/>
                  <a:pt x="87272" y="92366"/>
                  <a:pt x="87272" y="90000"/>
                </a:cubicBezTo>
                <a:cubicBezTo>
                  <a:pt x="87272" y="87633"/>
                  <a:pt x="86055" y="85716"/>
                  <a:pt x="84544" y="85716"/>
                </a:cubicBezTo>
                <a:lnTo>
                  <a:pt x="68183" y="85716"/>
                </a:lnTo>
                <a:cubicBezTo>
                  <a:pt x="66672" y="85716"/>
                  <a:pt x="65455" y="87633"/>
                  <a:pt x="65455" y="90000"/>
                </a:cubicBezTo>
                <a:lnTo>
                  <a:pt x="65455" y="115716"/>
                </a:lnTo>
                <a:cubicBezTo>
                  <a:pt x="65455" y="118083"/>
                  <a:pt x="66672" y="120000"/>
                  <a:pt x="68183" y="120000"/>
                </a:cubicBezTo>
                <a:cubicBezTo>
                  <a:pt x="69688" y="120000"/>
                  <a:pt x="70911" y="118083"/>
                  <a:pt x="70911" y="115716"/>
                </a:cubicBezTo>
                <a:lnTo>
                  <a:pt x="70911" y="101550"/>
                </a:lnTo>
                <a:cubicBezTo>
                  <a:pt x="76227" y="108005"/>
                  <a:pt x="82744" y="111427"/>
                  <a:pt x="88638" y="111427"/>
                </a:cubicBezTo>
                <a:cubicBezTo>
                  <a:pt x="105961" y="111427"/>
                  <a:pt x="120000" y="89361"/>
                  <a:pt x="120000" y="62144"/>
                </a:cubicBezTo>
                <a:lnTo>
                  <a:pt x="120000" y="57855"/>
                </a:lnTo>
                <a:cubicBezTo>
                  <a:pt x="120000" y="30638"/>
                  <a:pt x="105961" y="8572"/>
                  <a:pt x="88638" y="85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35" name="Shape 4903">
            <a:extLst>
              <a:ext uri="{FF2B5EF4-FFF2-40B4-BE49-F238E27FC236}">
                <a16:creationId xmlns:a16="http://schemas.microsoft.com/office/drawing/2014/main" id="{32B33BE1-B0EB-711C-7D6D-EA708427D96E}"/>
              </a:ext>
            </a:extLst>
          </p:cNvPr>
          <p:cNvSpPr/>
          <p:nvPr/>
        </p:nvSpPr>
        <p:spPr>
          <a:xfrm>
            <a:off x="10241074" y="4299480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0688" y="22500"/>
                </a:moveTo>
                <a:lnTo>
                  <a:pt x="104433" y="31100"/>
                </a:lnTo>
                <a:cubicBezTo>
                  <a:pt x="103938" y="31777"/>
                  <a:pt x="103638" y="32716"/>
                  <a:pt x="103638" y="33750"/>
                </a:cubicBezTo>
                <a:cubicBezTo>
                  <a:pt x="103638" y="35822"/>
                  <a:pt x="104855" y="37500"/>
                  <a:pt x="106361" y="37500"/>
                </a:cubicBezTo>
                <a:cubicBezTo>
                  <a:pt x="107116" y="37500"/>
                  <a:pt x="107800" y="37077"/>
                  <a:pt x="108294" y="36400"/>
                </a:cubicBezTo>
                <a:lnTo>
                  <a:pt x="119200" y="21405"/>
                </a:lnTo>
                <a:cubicBezTo>
                  <a:pt x="119694" y="20727"/>
                  <a:pt x="120000" y="19788"/>
                  <a:pt x="120000" y="18750"/>
                </a:cubicBezTo>
                <a:cubicBezTo>
                  <a:pt x="120000" y="17716"/>
                  <a:pt x="119694" y="16777"/>
                  <a:pt x="119200" y="16100"/>
                </a:cubicBezTo>
                <a:lnTo>
                  <a:pt x="108294" y="1100"/>
                </a:lnTo>
                <a:cubicBezTo>
                  <a:pt x="107794" y="422"/>
                  <a:pt x="107116" y="0"/>
                  <a:pt x="106361" y="0"/>
                </a:cubicBezTo>
                <a:cubicBezTo>
                  <a:pt x="104855" y="0"/>
                  <a:pt x="103638" y="1683"/>
                  <a:pt x="103638" y="3750"/>
                </a:cubicBezTo>
                <a:cubicBezTo>
                  <a:pt x="103638" y="4788"/>
                  <a:pt x="103938" y="5727"/>
                  <a:pt x="104438" y="6405"/>
                </a:cubicBezTo>
                <a:lnTo>
                  <a:pt x="110688" y="15000"/>
                </a:lnTo>
                <a:lnTo>
                  <a:pt x="84544" y="15000"/>
                </a:lnTo>
                <a:cubicBezTo>
                  <a:pt x="83694" y="15000"/>
                  <a:pt x="82961" y="15572"/>
                  <a:pt x="82461" y="16411"/>
                </a:cubicBezTo>
                <a:lnTo>
                  <a:pt x="82433" y="16377"/>
                </a:lnTo>
                <a:lnTo>
                  <a:pt x="34161" y="97500"/>
                </a:lnTo>
                <a:lnTo>
                  <a:pt x="2727" y="97500"/>
                </a:lnTo>
                <a:cubicBezTo>
                  <a:pt x="1222" y="97500"/>
                  <a:pt x="0" y="99183"/>
                  <a:pt x="0" y="101250"/>
                </a:cubicBezTo>
                <a:cubicBezTo>
                  <a:pt x="0" y="103322"/>
                  <a:pt x="1222" y="105000"/>
                  <a:pt x="2727" y="105000"/>
                </a:cubicBezTo>
                <a:lnTo>
                  <a:pt x="35455" y="105000"/>
                </a:lnTo>
                <a:cubicBezTo>
                  <a:pt x="36305" y="105000"/>
                  <a:pt x="37038" y="104433"/>
                  <a:pt x="37538" y="103594"/>
                </a:cubicBezTo>
                <a:lnTo>
                  <a:pt x="37566" y="103622"/>
                </a:lnTo>
                <a:lnTo>
                  <a:pt x="85838" y="22500"/>
                </a:lnTo>
                <a:cubicBezTo>
                  <a:pt x="85838" y="22500"/>
                  <a:pt x="110688" y="22500"/>
                  <a:pt x="110688" y="22500"/>
                </a:cubicBezTo>
                <a:close/>
                <a:moveTo>
                  <a:pt x="108294" y="83600"/>
                </a:moveTo>
                <a:cubicBezTo>
                  <a:pt x="107794" y="82922"/>
                  <a:pt x="107116" y="82500"/>
                  <a:pt x="106361" y="82500"/>
                </a:cubicBezTo>
                <a:cubicBezTo>
                  <a:pt x="104855" y="82500"/>
                  <a:pt x="103638" y="84183"/>
                  <a:pt x="103638" y="86250"/>
                </a:cubicBezTo>
                <a:cubicBezTo>
                  <a:pt x="103638" y="87288"/>
                  <a:pt x="103938" y="88222"/>
                  <a:pt x="104433" y="88900"/>
                </a:cubicBezTo>
                <a:lnTo>
                  <a:pt x="110688" y="97500"/>
                </a:lnTo>
                <a:lnTo>
                  <a:pt x="85838" y="97500"/>
                </a:lnTo>
                <a:lnTo>
                  <a:pt x="68811" y="68883"/>
                </a:lnTo>
                <a:lnTo>
                  <a:pt x="65283" y="74805"/>
                </a:lnTo>
                <a:lnTo>
                  <a:pt x="82433" y="103622"/>
                </a:lnTo>
                <a:lnTo>
                  <a:pt x="82461" y="103594"/>
                </a:lnTo>
                <a:cubicBezTo>
                  <a:pt x="82961" y="104433"/>
                  <a:pt x="83694" y="105000"/>
                  <a:pt x="84544" y="105000"/>
                </a:cubicBezTo>
                <a:lnTo>
                  <a:pt x="110688" y="105000"/>
                </a:lnTo>
                <a:lnTo>
                  <a:pt x="104433" y="113600"/>
                </a:lnTo>
                <a:cubicBezTo>
                  <a:pt x="103938" y="114277"/>
                  <a:pt x="103638" y="115216"/>
                  <a:pt x="103638" y="116250"/>
                </a:cubicBezTo>
                <a:cubicBezTo>
                  <a:pt x="103638" y="118322"/>
                  <a:pt x="104855" y="120000"/>
                  <a:pt x="106361" y="120000"/>
                </a:cubicBezTo>
                <a:cubicBezTo>
                  <a:pt x="107116" y="120000"/>
                  <a:pt x="107794" y="119583"/>
                  <a:pt x="108294" y="118900"/>
                </a:cubicBezTo>
                <a:lnTo>
                  <a:pt x="119200" y="103900"/>
                </a:lnTo>
                <a:cubicBezTo>
                  <a:pt x="119694" y="103222"/>
                  <a:pt x="120000" y="102288"/>
                  <a:pt x="120000" y="101250"/>
                </a:cubicBezTo>
                <a:cubicBezTo>
                  <a:pt x="120000" y="100216"/>
                  <a:pt x="119694" y="99277"/>
                  <a:pt x="119200" y="98600"/>
                </a:cubicBezTo>
                <a:cubicBezTo>
                  <a:pt x="119200" y="98600"/>
                  <a:pt x="108294" y="83600"/>
                  <a:pt x="108294" y="83600"/>
                </a:cubicBezTo>
                <a:close/>
                <a:moveTo>
                  <a:pt x="2727" y="22500"/>
                </a:moveTo>
                <a:lnTo>
                  <a:pt x="34155" y="22500"/>
                </a:lnTo>
                <a:lnTo>
                  <a:pt x="51188" y="51116"/>
                </a:lnTo>
                <a:lnTo>
                  <a:pt x="54716" y="45200"/>
                </a:lnTo>
                <a:lnTo>
                  <a:pt x="37566" y="16377"/>
                </a:lnTo>
                <a:lnTo>
                  <a:pt x="37533" y="16411"/>
                </a:lnTo>
                <a:cubicBezTo>
                  <a:pt x="37038" y="15572"/>
                  <a:pt x="36305" y="15000"/>
                  <a:pt x="35455" y="15000"/>
                </a:cubicBezTo>
                <a:lnTo>
                  <a:pt x="2727" y="15000"/>
                </a:lnTo>
                <a:cubicBezTo>
                  <a:pt x="1222" y="15000"/>
                  <a:pt x="0" y="16683"/>
                  <a:pt x="0" y="18750"/>
                </a:cubicBezTo>
                <a:cubicBezTo>
                  <a:pt x="0" y="20822"/>
                  <a:pt x="1222" y="22500"/>
                  <a:pt x="2727" y="225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37" name="Shape 4904">
            <a:extLst>
              <a:ext uri="{FF2B5EF4-FFF2-40B4-BE49-F238E27FC236}">
                <a16:creationId xmlns:a16="http://schemas.microsoft.com/office/drawing/2014/main" id="{993445D8-0189-1DD0-C812-01AB26E2A411}"/>
              </a:ext>
            </a:extLst>
          </p:cNvPr>
          <p:cNvSpPr/>
          <p:nvPr/>
        </p:nvSpPr>
        <p:spPr>
          <a:xfrm>
            <a:off x="10745260" y="4287476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11" y="66666"/>
                </a:moveTo>
                <a:cubicBezTo>
                  <a:pt x="7894" y="66666"/>
                  <a:pt x="5455" y="63677"/>
                  <a:pt x="5455" y="60000"/>
                </a:cubicBezTo>
                <a:cubicBezTo>
                  <a:pt x="5455" y="56322"/>
                  <a:pt x="7894" y="53333"/>
                  <a:pt x="10911" y="53333"/>
                </a:cubicBezTo>
                <a:cubicBezTo>
                  <a:pt x="13916" y="53333"/>
                  <a:pt x="16361" y="56322"/>
                  <a:pt x="16361" y="60000"/>
                </a:cubicBezTo>
                <a:cubicBezTo>
                  <a:pt x="16361" y="63677"/>
                  <a:pt x="13916" y="66666"/>
                  <a:pt x="10911" y="66666"/>
                </a:cubicBezTo>
                <a:moveTo>
                  <a:pt x="119200" y="57644"/>
                </a:moveTo>
                <a:lnTo>
                  <a:pt x="102838" y="37644"/>
                </a:lnTo>
                <a:cubicBezTo>
                  <a:pt x="102344" y="37038"/>
                  <a:pt x="101661" y="36666"/>
                  <a:pt x="100911" y="36666"/>
                </a:cubicBezTo>
                <a:cubicBezTo>
                  <a:pt x="99400" y="36666"/>
                  <a:pt x="98183" y="38161"/>
                  <a:pt x="98183" y="40000"/>
                </a:cubicBezTo>
                <a:cubicBezTo>
                  <a:pt x="98183" y="40922"/>
                  <a:pt x="98488" y="41755"/>
                  <a:pt x="98983" y="42355"/>
                </a:cubicBezTo>
                <a:lnTo>
                  <a:pt x="110688" y="56666"/>
                </a:lnTo>
                <a:lnTo>
                  <a:pt x="44766" y="56666"/>
                </a:lnTo>
                <a:lnTo>
                  <a:pt x="81816" y="11377"/>
                </a:lnTo>
                <a:lnTo>
                  <a:pt x="81816" y="30000"/>
                </a:lnTo>
                <a:cubicBezTo>
                  <a:pt x="81816" y="31844"/>
                  <a:pt x="83038" y="33333"/>
                  <a:pt x="84544" y="33333"/>
                </a:cubicBezTo>
                <a:cubicBezTo>
                  <a:pt x="86050" y="33333"/>
                  <a:pt x="87272" y="31844"/>
                  <a:pt x="87272" y="30000"/>
                </a:cubicBezTo>
                <a:lnTo>
                  <a:pt x="87272" y="3333"/>
                </a:lnTo>
                <a:cubicBezTo>
                  <a:pt x="87272" y="1494"/>
                  <a:pt x="86050" y="0"/>
                  <a:pt x="84544" y="0"/>
                </a:cubicBezTo>
                <a:lnTo>
                  <a:pt x="62727" y="0"/>
                </a:lnTo>
                <a:cubicBezTo>
                  <a:pt x="61222" y="0"/>
                  <a:pt x="60000" y="1494"/>
                  <a:pt x="60000" y="3333"/>
                </a:cubicBezTo>
                <a:cubicBezTo>
                  <a:pt x="60000" y="5177"/>
                  <a:pt x="61222" y="6666"/>
                  <a:pt x="62727" y="6666"/>
                </a:cubicBezTo>
                <a:lnTo>
                  <a:pt x="77961" y="6666"/>
                </a:lnTo>
                <a:lnTo>
                  <a:pt x="37050" y="56666"/>
                </a:lnTo>
                <a:lnTo>
                  <a:pt x="21433" y="56666"/>
                </a:lnTo>
                <a:cubicBezTo>
                  <a:pt x="20216" y="50927"/>
                  <a:pt x="15983" y="46666"/>
                  <a:pt x="10911" y="46666"/>
                </a:cubicBezTo>
                <a:cubicBezTo>
                  <a:pt x="4883" y="46666"/>
                  <a:pt x="0" y="52638"/>
                  <a:pt x="0" y="60000"/>
                </a:cubicBezTo>
                <a:cubicBezTo>
                  <a:pt x="0" y="67361"/>
                  <a:pt x="4883" y="73333"/>
                  <a:pt x="10911" y="73333"/>
                </a:cubicBezTo>
                <a:cubicBezTo>
                  <a:pt x="15983" y="73333"/>
                  <a:pt x="20216" y="69077"/>
                  <a:pt x="21433" y="63333"/>
                </a:cubicBezTo>
                <a:lnTo>
                  <a:pt x="37050" y="63333"/>
                </a:lnTo>
                <a:lnTo>
                  <a:pt x="77961" y="113333"/>
                </a:lnTo>
                <a:lnTo>
                  <a:pt x="62727" y="113333"/>
                </a:lnTo>
                <a:cubicBezTo>
                  <a:pt x="61222" y="113333"/>
                  <a:pt x="60000" y="114827"/>
                  <a:pt x="60000" y="116666"/>
                </a:cubicBezTo>
                <a:cubicBezTo>
                  <a:pt x="60000" y="118511"/>
                  <a:pt x="61222" y="120000"/>
                  <a:pt x="62727" y="120000"/>
                </a:cubicBezTo>
                <a:lnTo>
                  <a:pt x="84544" y="120000"/>
                </a:lnTo>
                <a:cubicBezTo>
                  <a:pt x="86050" y="120000"/>
                  <a:pt x="87272" y="118511"/>
                  <a:pt x="87272" y="116666"/>
                </a:cubicBezTo>
                <a:lnTo>
                  <a:pt x="87272" y="90000"/>
                </a:lnTo>
                <a:cubicBezTo>
                  <a:pt x="87272" y="88161"/>
                  <a:pt x="86050" y="86666"/>
                  <a:pt x="84544" y="86666"/>
                </a:cubicBezTo>
                <a:cubicBezTo>
                  <a:pt x="83038" y="86666"/>
                  <a:pt x="81816" y="88161"/>
                  <a:pt x="81816" y="90000"/>
                </a:cubicBezTo>
                <a:lnTo>
                  <a:pt x="81816" y="108622"/>
                </a:lnTo>
                <a:lnTo>
                  <a:pt x="44766" y="63333"/>
                </a:lnTo>
                <a:lnTo>
                  <a:pt x="110688" y="63333"/>
                </a:lnTo>
                <a:lnTo>
                  <a:pt x="98983" y="77644"/>
                </a:lnTo>
                <a:cubicBezTo>
                  <a:pt x="98488" y="78250"/>
                  <a:pt x="98183" y="79083"/>
                  <a:pt x="98183" y="80000"/>
                </a:cubicBezTo>
                <a:cubicBezTo>
                  <a:pt x="98183" y="81844"/>
                  <a:pt x="99400" y="83333"/>
                  <a:pt x="100911" y="83333"/>
                </a:cubicBezTo>
                <a:cubicBezTo>
                  <a:pt x="101661" y="83333"/>
                  <a:pt x="102344" y="82961"/>
                  <a:pt x="102838" y="82355"/>
                </a:cubicBezTo>
                <a:lnTo>
                  <a:pt x="119200" y="62355"/>
                </a:lnTo>
                <a:cubicBezTo>
                  <a:pt x="119694" y="61755"/>
                  <a:pt x="120000" y="60922"/>
                  <a:pt x="120000" y="60000"/>
                </a:cubicBezTo>
                <a:cubicBezTo>
                  <a:pt x="120000" y="59083"/>
                  <a:pt x="119694" y="58250"/>
                  <a:pt x="119200" y="576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39" name="Shape 4905">
            <a:extLst>
              <a:ext uri="{FF2B5EF4-FFF2-40B4-BE49-F238E27FC236}">
                <a16:creationId xmlns:a16="http://schemas.microsoft.com/office/drawing/2014/main" id="{020C024A-621E-B532-DA56-D5356E85138A}"/>
              </a:ext>
            </a:extLst>
          </p:cNvPr>
          <p:cNvSpPr/>
          <p:nvPr/>
        </p:nvSpPr>
        <p:spPr>
          <a:xfrm>
            <a:off x="1697039" y="4761849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60000"/>
                </a:moveTo>
                <a:cubicBezTo>
                  <a:pt x="47572" y="60000"/>
                  <a:pt x="37500" y="52672"/>
                  <a:pt x="37500" y="43638"/>
                </a:cubicBezTo>
                <a:cubicBezTo>
                  <a:pt x="37500" y="34600"/>
                  <a:pt x="47572" y="27272"/>
                  <a:pt x="60000" y="27272"/>
                </a:cubicBezTo>
                <a:cubicBezTo>
                  <a:pt x="72427" y="27272"/>
                  <a:pt x="82500" y="34600"/>
                  <a:pt x="82500" y="43638"/>
                </a:cubicBezTo>
                <a:cubicBezTo>
                  <a:pt x="82500" y="52672"/>
                  <a:pt x="72427" y="60000"/>
                  <a:pt x="60000" y="60000"/>
                </a:cubicBezTo>
                <a:moveTo>
                  <a:pt x="60000" y="21816"/>
                </a:moveTo>
                <a:cubicBezTo>
                  <a:pt x="43427" y="21816"/>
                  <a:pt x="30000" y="31588"/>
                  <a:pt x="30000" y="43638"/>
                </a:cubicBezTo>
                <a:cubicBezTo>
                  <a:pt x="30000" y="55683"/>
                  <a:pt x="43427" y="65455"/>
                  <a:pt x="60000" y="65455"/>
                </a:cubicBezTo>
                <a:cubicBezTo>
                  <a:pt x="76572" y="65455"/>
                  <a:pt x="90000" y="55683"/>
                  <a:pt x="90000" y="43638"/>
                </a:cubicBezTo>
                <a:cubicBezTo>
                  <a:pt x="90000" y="31588"/>
                  <a:pt x="76572" y="21816"/>
                  <a:pt x="60000" y="21816"/>
                </a:cubicBezTo>
                <a:moveTo>
                  <a:pt x="60000" y="111816"/>
                </a:moveTo>
                <a:cubicBezTo>
                  <a:pt x="60000" y="111816"/>
                  <a:pt x="7500" y="76361"/>
                  <a:pt x="7500" y="43638"/>
                </a:cubicBezTo>
                <a:cubicBezTo>
                  <a:pt x="7500" y="22550"/>
                  <a:pt x="31005" y="5455"/>
                  <a:pt x="60000" y="5455"/>
                </a:cubicBezTo>
                <a:cubicBezTo>
                  <a:pt x="88994" y="5455"/>
                  <a:pt x="112500" y="22550"/>
                  <a:pt x="112500" y="43638"/>
                </a:cubicBezTo>
                <a:cubicBezTo>
                  <a:pt x="112500" y="76361"/>
                  <a:pt x="60000" y="111816"/>
                  <a:pt x="60000" y="111816"/>
                </a:cubicBezTo>
                <a:moveTo>
                  <a:pt x="60000" y="0"/>
                </a:moveTo>
                <a:cubicBezTo>
                  <a:pt x="26866" y="0"/>
                  <a:pt x="0" y="19538"/>
                  <a:pt x="0" y="43638"/>
                </a:cubicBezTo>
                <a:cubicBezTo>
                  <a:pt x="0" y="79088"/>
                  <a:pt x="60000" y="120000"/>
                  <a:pt x="60000" y="120000"/>
                </a:cubicBezTo>
                <a:cubicBezTo>
                  <a:pt x="60000" y="120000"/>
                  <a:pt x="120000" y="79088"/>
                  <a:pt x="120000" y="43638"/>
                </a:cubicBezTo>
                <a:cubicBezTo>
                  <a:pt x="120000" y="19538"/>
                  <a:pt x="93133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41" name="Shape 4906">
            <a:extLst>
              <a:ext uri="{FF2B5EF4-FFF2-40B4-BE49-F238E27FC236}">
                <a16:creationId xmlns:a16="http://schemas.microsoft.com/office/drawing/2014/main" id="{E1AFA8E8-FC95-269A-B6BB-D1C2D841310B}"/>
              </a:ext>
            </a:extLst>
          </p:cNvPr>
          <p:cNvSpPr/>
          <p:nvPr/>
        </p:nvSpPr>
        <p:spPr>
          <a:xfrm>
            <a:off x="2165211" y="4761849"/>
            <a:ext cx="263907" cy="26394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5474" y="85605"/>
                </a:moveTo>
                <a:cubicBezTo>
                  <a:pt x="32225" y="82711"/>
                  <a:pt x="27075" y="77811"/>
                  <a:pt x="21931" y="71638"/>
                </a:cubicBezTo>
                <a:cubicBezTo>
                  <a:pt x="14418" y="62627"/>
                  <a:pt x="5456" y="49083"/>
                  <a:pt x="5456" y="35722"/>
                </a:cubicBezTo>
                <a:cubicBezTo>
                  <a:pt x="5456" y="19038"/>
                  <a:pt x="18927" y="5455"/>
                  <a:pt x="35480" y="5455"/>
                </a:cubicBezTo>
                <a:cubicBezTo>
                  <a:pt x="52032" y="5455"/>
                  <a:pt x="65498" y="19038"/>
                  <a:pt x="65498" y="35722"/>
                </a:cubicBezTo>
                <a:cubicBezTo>
                  <a:pt x="65498" y="56711"/>
                  <a:pt x="43962" y="78022"/>
                  <a:pt x="35474" y="85605"/>
                </a:cubicBezTo>
                <a:moveTo>
                  <a:pt x="35480" y="0"/>
                </a:moveTo>
                <a:cubicBezTo>
                  <a:pt x="15884" y="0"/>
                  <a:pt x="0" y="15994"/>
                  <a:pt x="0" y="35722"/>
                </a:cubicBezTo>
                <a:cubicBezTo>
                  <a:pt x="0" y="64750"/>
                  <a:pt x="35480" y="92783"/>
                  <a:pt x="35480" y="92783"/>
                </a:cubicBezTo>
                <a:cubicBezTo>
                  <a:pt x="35480" y="92783"/>
                  <a:pt x="70960" y="64750"/>
                  <a:pt x="70960" y="35722"/>
                </a:cubicBezTo>
                <a:cubicBezTo>
                  <a:pt x="70960" y="15994"/>
                  <a:pt x="55075" y="0"/>
                  <a:pt x="35480" y="0"/>
                </a:cubicBezTo>
                <a:moveTo>
                  <a:pt x="96736" y="108911"/>
                </a:moveTo>
                <a:cubicBezTo>
                  <a:pt x="95454" y="109800"/>
                  <a:pt x="93944" y="110605"/>
                  <a:pt x="92261" y="111294"/>
                </a:cubicBezTo>
                <a:cubicBezTo>
                  <a:pt x="90868" y="111872"/>
                  <a:pt x="90204" y="113466"/>
                  <a:pt x="90778" y="114861"/>
                </a:cubicBezTo>
                <a:cubicBezTo>
                  <a:pt x="91208" y="115916"/>
                  <a:pt x="92227" y="116550"/>
                  <a:pt x="93298" y="116550"/>
                </a:cubicBezTo>
                <a:cubicBezTo>
                  <a:pt x="93643" y="116550"/>
                  <a:pt x="94000" y="116483"/>
                  <a:pt x="94334" y="116344"/>
                </a:cubicBezTo>
                <a:cubicBezTo>
                  <a:pt x="96385" y="115500"/>
                  <a:pt x="98241" y="114505"/>
                  <a:pt x="99846" y="113394"/>
                </a:cubicBezTo>
                <a:cubicBezTo>
                  <a:pt x="101089" y="112533"/>
                  <a:pt x="101396" y="110833"/>
                  <a:pt x="100537" y="109594"/>
                </a:cubicBezTo>
                <a:cubicBezTo>
                  <a:pt x="99679" y="108361"/>
                  <a:pt x="97974" y="108050"/>
                  <a:pt x="96736" y="108911"/>
                </a:cubicBezTo>
                <a:moveTo>
                  <a:pt x="90561" y="72455"/>
                </a:moveTo>
                <a:cubicBezTo>
                  <a:pt x="89781" y="71055"/>
                  <a:pt x="89307" y="69605"/>
                  <a:pt x="89145" y="68138"/>
                </a:cubicBezTo>
                <a:cubicBezTo>
                  <a:pt x="88984" y="66638"/>
                  <a:pt x="87674" y="65561"/>
                  <a:pt x="86141" y="65716"/>
                </a:cubicBezTo>
                <a:cubicBezTo>
                  <a:pt x="84642" y="65883"/>
                  <a:pt x="83555" y="67222"/>
                  <a:pt x="83723" y="68722"/>
                </a:cubicBezTo>
                <a:cubicBezTo>
                  <a:pt x="83957" y="70927"/>
                  <a:pt x="84659" y="73077"/>
                  <a:pt x="85801" y="75122"/>
                </a:cubicBezTo>
                <a:cubicBezTo>
                  <a:pt x="86297" y="76011"/>
                  <a:pt x="87228" y="76516"/>
                  <a:pt x="88181" y="76516"/>
                </a:cubicBezTo>
                <a:cubicBezTo>
                  <a:pt x="88638" y="76516"/>
                  <a:pt x="89090" y="76405"/>
                  <a:pt x="89513" y="76166"/>
                </a:cubicBezTo>
                <a:cubicBezTo>
                  <a:pt x="90829" y="75433"/>
                  <a:pt x="91302" y="73772"/>
                  <a:pt x="90561" y="72455"/>
                </a:cubicBezTo>
                <a:moveTo>
                  <a:pt x="101708" y="84744"/>
                </a:moveTo>
                <a:cubicBezTo>
                  <a:pt x="100548" y="83227"/>
                  <a:pt x="99222" y="81711"/>
                  <a:pt x="97745" y="80216"/>
                </a:cubicBezTo>
                <a:cubicBezTo>
                  <a:pt x="96692" y="79144"/>
                  <a:pt x="94964" y="79133"/>
                  <a:pt x="93883" y="80188"/>
                </a:cubicBezTo>
                <a:cubicBezTo>
                  <a:pt x="92813" y="81244"/>
                  <a:pt x="92802" y="82972"/>
                  <a:pt x="93860" y="84050"/>
                </a:cubicBezTo>
                <a:cubicBezTo>
                  <a:pt x="95170" y="85377"/>
                  <a:pt x="96352" y="86733"/>
                  <a:pt x="97372" y="88061"/>
                </a:cubicBezTo>
                <a:cubicBezTo>
                  <a:pt x="97912" y="88761"/>
                  <a:pt x="98720" y="89127"/>
                  <a:pt x="99540" y="89127"/>
                </a:cubicBezTo>
                <a:cubicBezTo>
                  <a:pt x="100119" y="89127"/>
                  <a:pt x="100699" y="88950"/>
                  <a:pt x="101195" y="88566"/>
                </a:cubicBezTo>
                <a:cubicBezTo>
                  <a:pt x="102399" y="87650"/>
                  <a:pt x="102622" y="85938"/>
                  <a:pt x="101708" y="84744"/>
                </a:cubicBezTo>
                <a:moveTo>
                  <a:pt x="119693" y="32933"/>
                </a:moveTo>
                <a:cubicBezTo>
                  <a:pt x="119002" y="31594"/>
                  <a:pt x="117358" y="31066"/>
                  <a:pt x="116020" y="31761"/>
                </a:cubicBezTo>
                <a:cubicBezTo>
                  <a:pt x="116020" y="31761"/>
                  <a:pt x="115089" y="32238"/>
                  <a:pt x="113534" y="33122"/>
                </a:cubicBezTo>
                <a:cubicBezTo>
                  <a:pt x="112225" y="33866"/>
                  <a:pt x="111768" y="35533"/>
                  <a:pt x="112514" y="36844"/>
                </a:cubicBezTo>
                <a:cubicBezTo>
                  <a:pt x="113016" y="37727"/>
                  <a:pt x="113941" y="38222"/>
                  <a:pt x="114889" y="38222"/>
                </a:cubicBezTo>
                <a:cubicBezTo>
                  <a:pt x="115351" y="38222"/>
                  <a:pt x="115814" y="38105"/>
                  <a:pt x="116237" y="37861"/>
                </a:cubicBezTo>
                <a:cubicBezTo>
                  <a:pt x="117642" y="37066"/>
                  <a:pt x="118495" y="36622"/>
                  <a:pt x="118517" y="36611"/>
                </a:cubicBezTo>
                <a:cubicBezTo>
                  <a:pt x="119860" y="35922"/>
                  <a:pt x="120384" y="34277"/>
                  <a:pt x="119693" y="32933"/>
                </a:cubicBezTo>
                <a:moveTo>
                  <a:pt x="103993" y="93811"/>
                </a:moveTo>
                <a:cubicBezTo>
                  <a:pt x="102521" y="94116"/>
                  <a:pt x="101574" y="95561"/>
                  <a:pt x="101881" y="97038"/>
                </a:cubicBezTo>
                <a:cubicBezTo>
                  <a:pt x="102059" y="97916"/>
                  <a:pt x="102159" y="98783"/>
                  <a:pt x="102159" y="99605"/>
                </a:cubicBezTo>
                <a:cubicBezTo>
                  <a:pt x="102159" y="100277"/>
                  <a:pt x="102092" y="100950"/>
                  <a:pt x="101970" y="101594"/>
                </a:cubicBezTo>
                <a:cubicBezTo>
                  <a:pt x="101680" y="103077"/>
                  <a:pt x="102650" y="104505"/>
                  <a:pt x="104127" y="104788"/>
                </a:cubicBezTo>
                <a:cubicBezTo>
                  <a:pt x="104305" y="104827"/>
                  <a:pt x="104478" y="104838"/>
                  <a:pt x="104650" y="104838"/>
                </a:cubicBezTo>
                <a:cubicBezTo>
                  <a:pt x="105932" y="104838"/>
                  <a:pt x="107075" y="103933"/>
                  <a:pt x="107326" y="102627"/>
                </a:cubicBezTo>
                <a:cubicBezTo>
                  <a:pt x="107521" y="101644"/>
                  <a:pt x="107615" y="100633"/>
                  <a:pt x="107615" y="99605"/>
                </a:cubicBezTo>
                <a:cubicBezTo>
                  <a:pt x="107615" y="98416"/>
                  <a:pt x="107482" y="97177"/>
                  <a:pt x="107225" y="95927"/>
                </a:cubicBezTo>
                <a:cubicBezTo>
                  <a:pt x="106913" y="94450"/>
                  <a:pt x="105464" y="93511"/>
                  <a:pt x="103993" y="93811"/>
                </a:cubicBezTo>
                <a:moveTo>
                  <a:pt x="103608" y="39477"/>
                </a:moveTo>
                <a:cubicBezTo>
                  <a:pt x="102087" y="40572"/>
                  <a:pt x="100515" y="41766"/>
                  <a:pt x="98960" y="43027"/>
                </a:cubicBezTo>
                <a:cubicBezTo>
                  <a:pt x="97790" y="43983"/>
                  <a:pt x="97617" y="45700"/>
                  <a:pt x="98570" y="46866"/>
                </a:cubicBezTo>
                <a:cubicBezTo>
                  <a:pt x="99111" y="47533"/>
                  <a:pt x="99896" y="47872"/>
                  <a:pt x="100688" y="47872"/>
                </a:cubicBezTo>
                <a:cubicBezTo>
                  <a:pt x="101290" y="47872"/>
                  <a:pt x="101903" y="47672"/>
                  <a:pt x="102404" y="47261"/>
                </a:cubicBezTo>
                <a:cubicBezTo>
                  <a:pt x="103870" y="46066"/>
                  <a:pt x="105353" y="44944"/>
                  <a:pt x="106791" y="43916"/>
                </a:cubicBezTo>
                <a:cubicBezTo>
                  <a:pt x="108011" y="43038"/>
                  <a:pt x="108295" y="41333"/>
                  <a:pt x="107415" y="40111"/>
                </a:cubicBezTo>
                <a:cubicBezTo>
                  <a:pt x="106540" y="38883"/>
                  <a:pt x="104834" y="38605"/>
                  <a:pt x="103608" y="39477"/>
                </a:cubicBezTo>
                <a:moveTo>
                  <a:pt x="81950" y="113955"/>
                </a:moveTo>
                <a:cubicBezTo>
                  <a:pt x="80217" y="114200"/>
                  <a:pt x="78389" y="114388"/>
                  <a:pt x="76516" y="114505"/>
                </a:cubicBezTo>
                <a:cubicBezTo>
                  <a:pt x="75011" y="114605"/>
                  <a:pt x="73869" y="115905"/>
                  <a:pt x="73969" y="117411"/>
                </a:cubicBezTo>
                <a:cubicBezTo>
                  <a:pt x="74064" y="118855"/>
                  <a:pt x="75262" y="119961"/>
                  <a:pt x="76689" y="119961"/>
                </a:cubicBezTo>
                <a:cubicBezTo>
                  <a:pt x="76750" y="119961"/>
                  <a:pt x="76806" y="119955"/>
                  <a:pt x="76867" y="119955"/>
                </a:cubicBezTo>
                <a:cubicBezTo>
                  <a:pt x="78874" y="119822"/>
                  <a:pt x="80847" y="119627"/>
                  <a:pt x="82719" y="119361"/>
                </a:cubicBezTo>
                <a:cubicBezTo>
                  <a:pt x="84213" y="119150"/>
                  <a:pt x="85250" y="117766"/>
                  <a:pt x="85038" y="116272"/>
                </a:cubicBezTo>
                <a:cubicBezTo>
                  <a:pt x="84826" y="114783"/>
                  <a:pt x="83449" y="113733"/>
                  <a:pt x="81950" y="113955"/>
                </a:cubicBezTo>
                <a:moveTo>
                  <a:pt x="49563" y="111716"/>
                </a:moveTo>
                <a:cubicBezTo>
                  <a:pt x="47830" y="111094"/>
                  <a:pt x="46253" y="110366"/>
                  <a:pt x="44876" y="109561"/>
                </a:cubicBezTo>
                <a:cubicBezTo>
                  <a:pt x="43572" y="108788"/>
                  <a:pt x="41906" y="109238"/>
                  <a:pt x="41142" y="110533"/>
                </a:cubicBezTo>
                <a:cubicBezTo>
                  <a:pt x="40373" y="111833"/>
                  <a:pt x="40813" y="113511"/>
                  <a:pt x="42112" y="114266"/>
                </a:cubicBezTo>
                <a:cubicBezTo>
                  <a:pt x="43784" y="115244"/>
                  <a:pt x="45668" y="116116"/>
                  <a:pt x="47719" y="116855"/>
                </a:cubicBezTo>
                <a:cubicBezTo>
                  <a:pt x="48025" y="116961"/>
                  <a:pt x="48332" y="117011"/>
                  <a:pt x="48644" y="117011"/>
                </a:cubicBezTo>
                <a:cubicBezTo>
                  <a:pt x="49758" y="117011"/>
                  <a:pt x="50812" y="116322"/>
                  <a:pt x="51213" y="115205"/>
                </a:cubicBezTo>
                <a:cubicBezTo>
                  <a:pt x="51720" y="113788"/>
                  <a:pt x="50985" y="112222"/>
                  <a:pt x="49563" y="111716"/>
                </a:cubicBezTo>
                <a:moveTo>
                  <a:pt x="65492" y="114544"/>
                </a:moveTo>
                <a:cubicBezTo>
                  <a:pt x="63603" y="114444"/>
                  <a:pt x="61763" y="114288"/>
                  <a:pt x="60030" y="114072"/>
                </a:cubicBezTo>
                <a:cubicBezTo>
                  <a:pt x="58531" y="113850"/>
                  <a:pt x="57171" y="114944"/>
                  <a:pt x="56987" y="116438"/>
                </a:cubicBezTo>
                <a:cubicBezTo>
                  <a:pt x="56798" y="117938"/>
                  <a:pt x="57862" y="119300"/>
                  <a:pt x="59356" y="119483"/>
                </a:cubicBezTo>
                <a:cubicBezTo>
                  <a:pt x="61217" y="119716"/>
                  <a:pt x="63185" y="119888"/>
                  <a:pt x="65202" y="120000"/>
                </a:cubicBezTo>
                <a:cubicBezTo>
                  <a:pt x="65252" y="120000"/>
                  <a:pt x="65297" y="120000"/>
                  <a:pt x="65347" y="120000"/>
                </a:cubicBezTo>
                <a:cubicBezTo>
                  <a:pt x="66791" y="120000"/>
                  <a:pt x="67994" y="118872"/>
                  <a:pt x="68073" y="117416"/>
                </a:cubicBezTo>
                <a:cubicBezTo>
                  <a:pt x="68151" y="115905"/>
                  <a:pt x="66997" y="114622"/>
                  <a:pt x="65492" y="114544"/>
                </a:cubicBezTo>
                <a:moveTo>
                  <a:pt x="38121" y="101000"/>
                </a:moveTo>
                <a:cubicBezTo>
                  <a:pt x="38099" y="99511"/>
                  <a:pt x="36890" y="98311"/>
                  <a:pt x="35396" y="98311"/>
                </a:cubicBezTo>
                <a:cubicBezTo>
                  <a:pt x="33886" y="98311"/>
                  <a:pt x="32665" y="99533"/>
                  <a:pt x="32665" y="101044"/>
                </a:cubicBezTo>
                <a:cubicBezTo>
                  <a:pt x="32665" y="101300"/>
                  <a:pt x="32698" y="102688"/>
                  <a:pt x="33423" y="104633"/>
                </a:cubicBezTo>
                <a:cubicBezTo>
                  <a:pt x="33830" y="105738"/>
                  <a:pt x="34872" y="106416"/>
                  <a:pt x="35981" y="106416"/>
                </a:cubicBezTo>
                <a:cubicBezTo>
                  <a:pt x="36293" y="106416"/>
                  <a:pt x="36616" y="106361"/>
                  <a:pt x="36929" y="106244"/>
                </a:cubicBezTo>
                <a:cubicBezTo>
                  <a:pt x="38344" y="105722"/>
                  <a:pt x="39063" y="104155"/>
                  <a:pt x="38539" y="102738"/>
                </a:cubicBezTo>
                <a:cubicBezTo>
                  <a:pt x="38171" y="101744"/>
                  <a:pt x="38127" y="101061"/>
                  <a:pt x="38121" y="101000"/>
                </a:cubicBezTo>
                <a:moveTo>
                  <a:pt x="87836" y="59988"/>
                </a:moveTo>
                <a:cubicBezTo>
                  <a:pt x="88270" y="60244"/>
                  <a:pt x="88750" y="60366"/>
                  <a:pt x="89218" y="60366"/>
                </a:cubicBezTo>
                <a:cubicBezTo>
                  <a:pt x="90154" y="60366"/>
                  <a:pt x="91063" y="59888"/>
                  <a:pt x="91575" y="59027"/>
                </a:cubicBezTo>
                <a:cubicBezTo>
                  <a:pt x="92389" y="57644"/>
                  <a:pt x="93415" y="56222"/>
                  <a:pt x="94618" y="54783"/>
                </a:cubicBezTo>
                <a:cubicBezTo>
                  <a:pt x="95588" y="53627"/>
                  <a:pt x="95438" y="51905"/>
                  <a:pt x="94284" y="50938"/>
                </a:cubicBezTo>
                <a:cubicBezTo>
                  <a:pt x="93125" y="49966"/>
                  <a:pt x="91403" y="50122"/>
                  <a:pt x="90438" y="51277"/>
                </a:cubicBezTo>
                <a:cubicBezTo>
                  <a:pt x="89039" y="52938"/>
                  <a:pt x="87841" y="54622"/>
                  <a:pt x="86871" y="56250"/>
                </a:cubicBezTo>
                <a:cubicBezTo>
                  <a:pt x="86108" y="57550"/>
                  <a:pt x="86537" y="59216"/>
                  <a:pt x="87836" y="59988"/>
                </a:cubicBezTo>
                <a:moveTo>
                  <a:pt x="35480" y="49116"/>
                </a:moveTo>
                <a:cubicBezTo>
                  <a:pt x="27944" y="49116"/>
                  <a:pt x="21830" y="43005"/>
                  <a:pt x="21830" y="35466"/>
                </a:cubicBezTo>
                <a:cubicBezTo>
                  <a:pt x="21830" y="27927"/>
                  <a:pt x="27944" y="21816"/>
                  <a:pt x="35480" y="21816"/>
                </a:cubicBezTo>
                <a:cubicBezTo>
                  <a:pt x="43020" y="21816"/>
                  <a:pt x="49123" y="27927"/>
                  <a:pt x="49123" y="35466"/>
                </a:cubicBezTo>
                <a:cubicBezTo>
                  <a:pt x="49123" y="43005"/>
                  <a:pt x="43020" y="49116"/>
                  <a:pt x="35480" y="49116"/>
                </a:cubicBezTo>
                <a:moveTo>
                  <a:pt x="35480" y="16416"/>
                </a:moveTo>
                <a:cubicBezTo>
                  <a:pt x="24929" y="16416"/>
                  <a:pt x="16374" y="24966"/>
                  <a:pt x="16374" y="35511"/>
                </a:cubicBezTo>
                <a:cubicBezTo>
                  <a:pt x="16374" y="46061"/>
                  <a:pt x="24929" y="54616"/>
                  <a:pt x="35480" y="54616"/>
                </a:cubicBezTo>
                <a:cubicBezTo>
                  <a:pt x="46030" y="54616"/>
                  <a:pt x="54585" y="46061"/>
                  <a:pt x="54585" y="35511"/>
                </a:cubicBezTo>
                <a:cubicBezTo>
                  <a:pt x="54585" y="24966"/>
                  <a:pt x="46030" y="16416"/>
                  <a:pt x="35480" y="164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43" name="Shape 4907">
            <a:extLst>
              <a:ext uri="{FF2B5EF4-FFF2-40B4-BE49-F238E27FC236}">
                <a16:creationId xmlns:a16="http://schemas.microsoft.com/office/drawing/2014/main" id="{49885460-5B9D-DBAF-BB7E-CF10D7AFFD95}"/>
              </a:ext>
            </a:extLst>
          </p:cNvPr>
          <p:cNvSpPr/>
          <p:nvPr/>
        </p:nvSpPr>
        <p:spPr>
          <a:xfrm>
            <a:off x="2741424" y="4761849"/>
            <a:ext cx="120045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0911"/>
                </a:moveTo>
                <a:cubicBezTo>
                  <a:pt x="60000" y="10911"/>
                  <a:pt x="24000" y="10911"/>
                  <a:pt x="24000" y="27272"/>
                </a:cubicBezTo>
                <a:cubicBezTo>
                  <a:pt x="24000" y="28777"/>
                  <a:pt x="26688" y="30000"/>
                  <a:pt x="30000" y="30000"/>
                </a:cubicBezTo>
                <a:cubicBezTo>
                  <a:pt x="33311" y="30000"/>
                  <a:pt x="36000" y="28777"/>
                  <a:pt x="36000" y="27272"/>
                </a:cubicBezTo>
                <a:cubicBezTo>
                  <a:pt x="36000" y="16361"/>
                  <a:pt x="60000" y="16361"/>
                  <a:pt x="60000" y="16361"/>
                </a:cubicBezTo>
                <a:cubicBezTo>
                  <a:pt x="63311" y="16361"/>
                  <a:pt x="66000" y="15144"/>
                  <a:pt x="66000" y="13638"/>
                </a:cubicBezTo>
                <a:cubicBezTo>
                  <a:pt x="66000" y="12127"/>
                  <a:pt x="63311" y="10911"/>
                  <a:pt x="60000" y="10911"/>
                </a:cubicBezTo>
                <a:moveTo>
                  <a:pt x="60000" y="49088"/>
                </a:moveTo>
                <a:cubicBezTo>
                  <a:pt x="33494" y="49088"/>
                  <a:pt x="12000" y="39322"/>
                  <a:pt x="12000" y="27272"/>
                </a:cubicBezTo>
                <a:cubicBezTo>
                  <a:pt x="12000" y="15222"/>
                  <a:pt x="33494" y="5455"/>
                  <a:pt x="60000" y="5455"/>
                </a:cubicBezTo>
                <a:cubicBezTo>
                  <a:pt x="86505" y="5455"/>
                  <a:pt x="108000" y="15222"/>
                  <a:pt x="108000" y="27272"/>
                </a:cubicBezTo>
                <a:cubicBezTo>
                  <a:pt x="108000" y="39322"/>
                  <a:pt x="86505" y="49088"/>
                  <a:pt x="60000" y="49088"/>
                </a:cubicBezTo>
                <a:moveTo>
                  <a:pt x="60000" y="95455"/>
                </a:moveTo>
                <a:lnTo>
                  <a:pt x="45300" y="53688"/>
                </a:lnTo>
                <a:cubicBezTo>
                  <a:pt x="50011" y="54227"/>
                  <a:pt x="54916" y="54544"/>
                  <a:pt x="60000" y="54544"/>
                </a:cubicBezTo>
                <a:cubicBezTo>
                  <a:pt x="65083" y="54544"/>
                  <a:pt x="69988" y="54227"/>
                  <a:pt x="74700" y="53688"/>
                </a:cubicBezTo>
                <a:cubicBezTo>
                  <a:pt x="74700" y="53688"/>
                  <a:pt x="60000" y="95455"/>
                  <a:pt x="60000" y="95455"/>
                </a:cubicBezTo>
                <a:close/>
                <a:moveTo>
                  <a:pt x="60000" y="0"/>
                </a:moveTo>
                <a:cubicBezTo>
                  <a:pt x="26861" y="0"/>
                  <a:pt x="0" y="12216"/>
                  <a:pt x="0" y="27272"/>
                </a:cubicBezTo>
                <a:cubicBezTo>
                  <a:pt x="0" y="37944"/>
                  <a:pt x="13505" y="47150"/>
                  <a:pt x="33144" y="51638"/>
                </a:cubicBezTo>
                <a:lnTo>
                  <a:pt x="60000" y="120000"/>
                </a:lnTo>
                <a:lnTo>
                  <a:pt x="86861" y="51638"/>
                </a:lnTo>
                <a:cubicBezTo>
                  <a:pt x="106494" y="47150"/>
                  <a:pt x="120000" y="37944"/>
                  <a:pt x="120000" y="27272"/>
                </a:cubicBezTo>
                <a:cubicBezTo>
                  <a:pt x="120000" y="12216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45" name="Shape 4908">
            <a:extLst>
              <a:ext uri="{FF2B5EF4-FFF2-40B4-BE49-F238E27FC236}">
                <a16:creationId xmlns:a16="http://schemas.microsoft.com/office/drawing/2014/main" id="{1406E9D8-8D05-34E6-03A9-09C63AD20188}"/>
              </a:ext>
            </a:extLst>
          </p:cNvPr>
          <p:cNvSpPr/>
          <p:nvPr/>
        </p:nvSpPr>
        <p:spPr>
          <a:xfrm>
            <a:off x="3173584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2727" y="114405"/>
                </a:moveTo>
                <a:lnTo>
                  <a:pt x="62727" y="106361"/>
                </a:lnTo>
                <a:cubicBezTo>
                  <a:pt x="62727" y="104861"/>
                  <a:pt x="61505" y="103638"/>
                  <a:pt x="60000" y="103638"/>
                </a:cubicBezTo>
                <a:cubicBezTo>
                  <a:pt x="58494" y="103638"/>
                  <a:pt x="57272" y="104861"/>
                  <a:pt x="57272" y="106361"/>
                </a:cubicBezTo>
                <a:lnTo>
                  <a:pt x="57272" y="114405"/>
                </a:lnTo>
                <a:cubicBezTo>
                  <a:pt x="29333" y="113022"/>
                  <a:pt x="6972" y="90661"/>
                  <a:pt x="5588" y="62727"/>
                </a:cubicBezTo>
                <a:lnTo>
                  <a:pt x="13638" y="62727"/>
                </a:lnTo>
                <a:cubicBezTo>
                  <a:pt x="15138" y="62727"/>
                  <a:pt x="16361" y="61505"/>
                  <a:pt x="16361" y="60000"/>
                </a:cubicBezTo>
                <a:cubicBezTo>
                  <a:pt x="16361" y="58494"/>
                  <a:pt x="15138" y="57272"/>
                  <a:pt x="13638" y="57272"/>
                </a:cubicBezTo>
                <a:lnTo>
                  <a:pt x="5588" y="57272"/>
                </a:lnTo>
                <a:cubicBezTo>
                  <a:pt x="6972" y="29338"/>
                  <a:pt x="29333" y="6977"/>
                  <a:pt x="57272" y="5594"/>
                </a:cubicBezTo>
                <a:lnTo>
                  <a:pt x="57272" y="13638"/>
                </a:lnTo>
                <a:cubicBezTo>
                  <a:pt x="57272" y="15144"/>
                  <a:pt x="58494" y="16361"/>
                  <a:pt x="60000" y="16361"/>
                </a:cubicBezTo>
                <a:cubicBezTo>
                  <a:pt x="61505" y="16361"/>
                  <a:pt x="62727" y="15144"/>
                  <a:pt x="62727" y="13638"/>
                </a:cubicBezTo>
                <a:lnTo>
                  <a:pt x="62727" y="5594"/>
                </a:lnTo>
                <a:cubicBezTo>
                  <a:pt x="90666" y="6977"/>
                  <a:pt x="113027" y="29338"/>
                  <a:pt x="114411" y="57272"/>
                </a:cubicBezTo>
                <a:lnTo>
                  <a:pt x="106361" y="57272"/>
                </a:lnTo>
                <a:cubicBezTo>
                  <a:pt x="104861" y="57272"/>
                  <a:pt x="103638" y="58494"/>
                  <a:pt x="103638" y="60000"/>
                </a:cubicBezTo>
                <a:cubicBezTo>
                  <a:pt x="103638" y="61505"/>
                  <a:pt x="104861" y="62727"/>
                  <a:pt x="106361" y="62727"/>
                </a:cubicBezTo>
                <a:lnTo>
                  <a:pt x="114411" y="62727"/>
                </a:lnTo>
                <a:cubicBezTo>
                  <a:pt x="113027" y="90661"/>
                  <a:pt x="90666" y="113022"/>
                  <a:pt x="62727" y="114405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83138" y="36855"/>
                </a:moveTo>
                <a:lnTo>
                  <a:pt x="67716" y="67711"/>
                </a:lnTo>
                <a:lnTo>
                  <a:pt x="36861" y="83144"/>
                </a:lnTo>
                <a:lnTo>
                  <a:pt x="52283" y="52288"/>
                </a:lnTo>
                <a:cubicBezTo>
                  <a:pt x="52283" y="52288"/>
                  <a:pt x="83138" y="36855"/>
                  <a:pt x="83138" y="36855"/>
                </a:cubicBezTo>
                <a:close/>
                <a:moveTo>
                  <a:pt x="25288" y="94711"/>
                </a:moveTo>
                <a:lnTo>
                  <a:pt x="71572" y="71572"/>
                </a:lnTo>
                <a:lnTo>
                  <a:pt x="94711" y="25283"/>
                </a:lnTo>
                <a:lnTo>
                  <a:pt x="48427" y="48427"/>
                </a:lnTo>
                <a:cubicBezTo>
                  <a:pt x="48427" y="48427"/>
                  <a:pt x="25288" y="94711"/>
                  <a:pt x="25288" y="94711"/>
                </a:cubicBezTo>
                <a:close/>
                <a:moveTo>
                  <a:pt x="63855" y="63855"/>
                </a:moveTo>
                <a:cubicBezTo>
                  <a:pt x="65983" y="61727"/>
                  <a:pt x="65983" y="58272"/>
                  <a:pt x="63855" y="56144"/>
                </a:cubicBezTo>
                <a:cubicBezTo>
                  <a:pt x="61727" y="54011"/>
                  <a:pt x="58272" y="54011"/>
                  <a:pt x="56144" y="56144"/>
                </a:cubicBezTo>
                <a:cubicBezTo>
                  <a:pt x="54016" y="58272"/>
                  <a:pt x="54016" y="61727"/>
                  <a:pt x="56144" y="63855"/>
                </a:cubicBezTo>
                <a:cubicBezTo>
                  <a:pt x="58272" y="65988"/>
                  <a:pt x="61727" y="65988"/>
                  <a:pt x="63855" y="638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47" name="Shape 4909">
            <a:extLst>
              <a:ext uri="{FF2B5EF4-FFF2-40B4-BE49-F238E27FC236}">
                <a16:creationId xmlns:a16="http://schemas.microsoft.com/office/drawing/2014/main" id="{61875B52-746E-54F7-0BFF-5886E9377376}"/>
              </a:ext>
            </a:extLst>
          </p:cNvPr>
          <p:cNvSpPr/>
          <p:nvPr/>
        </p:nvSpPr>
        <p:spPr>
          <a:xfrm>
            <a:off x="3677770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13655"/>
                </a:moveTo>
                <a:lnTo>
                  <a:pt x="81816" y="104305"/>
                </a:lnTo>
                <a:lnTo>
                  <a:pt x="81816" y="6344"/>
                </a:lnTo>
                <a:lnTo>
                  <a:pt x="114544" y="15694"/>
                </a:lnTo>
                <a:cubicBezTo>
                  <a:pt x="114544" y="15694"/>
                  <a:pt x="114544" y="113655"/>
                  <a:pt x="114544" y="113655"/>
                </a:cubicBezTo>
                <a:close/>
                <a:moveTo>
                  <a:pt x="76361" y="104305"/>
                </a:moveTo>
                <a:lnTo>
                  <a:pt x="43638" y="113655"/>
                </a:lnTo>
                <a:lnTo>
                  <a:pt x="43638" y="15694"/>
                </a:lnTo>
                <a:lnTo>
                  <a:pt x="76361" y="6344"/>
                </a:lnTo>
                <a:cubicBezTo>
                  <a:pt x="76361" y="6344"/>
                  <a:pt x="76361" y="104305"/>
                  <a:pt x="76361" y="104305"/>
                </a:cubicBezTo>
                <a:close/>
                <a:moveTo>
                  <a:pt x="38183" y="113655"/>
                </a:moveTo>
                <a:lnTo>
                  <a:pt x="5455" y="104305"/>
                </a:lnTo>
                <a:lnTo>
                  <a:pt x="5455" y="6344"/>
                </a:lnTo>
                <a:lnTo>
                  <a:pt x="38183" y="15694"/>
                </a:lnTo>
                <a:cubicBezTo>
                  <a:pt x="38183" y="15694"/>
                  <a:pt x="38183" y="113655"/>
                  <a:pt x="38183" y="113655"/>
                </a:cubicBezTo>
                <a:close/>
                <a:moveTo>
                  <a:pt x="118011" y="11055"/>
                </a:moveTo>
                <a:lnTo>
                  <a:pt x="118022" y="11016"/>
                </a:lnTo>
                <a:lnTo>
                  <a:pt x="79838" y="105"/>
                </a:lnTo>
                <a:lnTo>
                  <a:pt x="79827" y="150"/>
                </a:lnTo>
                <a:cubicBezTo>
                  <a:pt x="79588" y="77"/>
                  <a:pt x="79355" y="0"/>
                  <a:pt x="79088" y="0"/>
                </a:cubicBezTo>
                <a:cubicBezTo>
                  <a:pt x="78827" y="0"/>
                  <a:pt x="78594" y="77"/>
                  <a:pt x="78355" y="150"/>
                </a:cubicBezTo>
                <a:lnTo>
                  <a:pt x="78344" y="105"/>
                </a:lnTo>
                <a:lnTo>
                  <a:pt x="40911" y="10800"/>
                </a:lnTo>
                <a:lnTo>
                  <a:pt x="3477" y="105"/>
                </a:lnTo>
                <a:lnTo>
                  <a:pt x="3461" y="150"/>
                </a:lnTo>
                <a:cubicBezTo>
                  <a:pt x="3227" y="77"/>
                  <a:pt x="2988" y="0"/>
                  <a:pt x="2727" y="0"/>
                </a:cubicBezTo>
                <a:cubicBezTo>
                  <a:pt x="1222" y="0"/>
                  <a:pt x="0" y="1222"/>
                  <a:pt x="0" y="2727"/>
                </a:cubicBezTo>
                <a:lnTo>
                  <a:pt x="0" y="106361"/>
                </a:lnTo>
                <a:cubicBezTo>
                  <a:pt x="0" y="107611"/>
                  <a:pt x="850" y="108616"/>
                  <a:pt x="1988" y="108944"/>
                </a:cubicBezTo>
                <a:lnTo>
                  <a:pt x="1977" y="108988"/>
                </a:lnTo>
                <a:lnTo>
                  <a:pt x="40161" y="119894"/>
                </a:lnTo>
                <a:lnTo>
                  <a:pt x="40172" y="119850"/>
                </a:lnTo>
                <a:cubicBezTo>
                  <a:pt x="40411" y="119922"/>
                  <a:pt x="40644" y="120000"/>
                  <a:pt x="40911" y="120000"/>
                </a:cubicBezTo>
                <a:cubicBezTo>
                  <a:pt x="41172" y="120000"/>
                  <a:pt x="41411" y="119922"/>
                  <a:pt x="41644" y="119850"/>
                </a:cubicBezTo>
                <a:lnTo>
                  <a:pt x="41661" y="119894"/>
                </a:lnTo>
                <a:lnTo>
                  <a:pt x="79088" y="109200"/>
                </a:lnTo>
                <a:lnTo>
                  <a:pt x="116527" y="119894"/>
                </a:lnTo>
                <a:lnTo>
                  <a:pt x="116538" y="119850"/>
                </a:lnTo>
                <a:cubicBezTo>
                  <a:pt x="116777" y="119922"/>
                  <a:pt x="117011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lnTo>
                  <a:pt x="120000" y="13638"/>
                </a:lnTo>
                <a:cubicBezTo>
                  <a:pt x="120000" y="12394"/>
                  <a:pt x="119150" y="11383"/>
                  <a:pt x="118011" y="110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49" name="Shape 4910">
            <a:extLst>
              <a:ext uri="{FF2B5EF4-FFF2-40B4-BE49-F238E27FC236}">
                <a16:creationId xmlns:a16="http://schemas.microsoft.com/office/drawing/2014/main" id="{5E4EBDD2-0E96-B3FD-EE70-B911B0312C72}"/>
              </a:ext>
            </a:extLst>
          </p:cNvPr>
          <p:cNvSpPr/>
          <p:nvPr/>
        </p:nvSpPr>
        <p:spPr>
          <a:xfrm>
            <a:off x="4181957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7483" y="69494"/>
                </a:moveTo>
                <a:lnTo>
                  <a:pt x="102888" y="70250"/>
                </a:lnTo>
                <a:cubicBezTo>
                  <a:pt x="103177" y="68200"/>
                  <a:pt x="103272" y="66233"/>
                  <a:pt x="103177" y="64405"/>
                </a:cubicBezTo>
                <a:lnTo>
                  <a:pt x="97733" y="64688"/>
                </a:lnTo>
                <a:cubicBezTo>
                  <a:pt x="97811" y="66166"/>
                  <a:pt x="97727" y="67783"/>
                  <a:pt x="97483" y="69494"/>
                </a:cubicBezTo>
                <a:moveTo>
                  <a:pt x="96911" y="60183"/>
                </a:moveTo>
                <a:lnTo>
                  <a:pt x="102077" y="58444"/>
                </a:lnTo>
                <a:cubicBezTo>
                  <a:pt x="101455" y="56594"/>
                  <a:pt x="100577" y="54827"/>
                  <a:pt x="99388" y="53033"/>
                </a:cubicBezTo>
                <a:lnTo>
                  <a:pt x="94844" y="56050"/>
                </a:lnTo>
                <a:cubicBezTo>
                  <a:pt x="95761" y="57438"/>
                  <a:pt x="96438" y="58788"/>
                  <a:pt x="96911" y="60183"/>
                </a:cubicBezTo>
                <a:moveTo>
                  <a:pt x="97383" y="77166"/>
                </a:moveTo>
                <a:cubicBezTo>
                  <a:pt x="96888" y="76672"/>
                  <a:pt x="96205" y="76361"/>
                  <a:pt x="95455" y="76361"/>
                </a:cubicBezTo>
                <a:cubicBezTo>
                  <a:pt x="93944" y="76361"/>
                  <a:pt x="92727" y="77583"/>
                  <a:pt x="92727" y="79088"/>
                </a:cubicBezTo>
                <a:cubicBezTo>
                  <a:pt x="92727" y="79844"/>
                  <a:pt x="93033" y="80527"/>
                  <a:pt x="93527" y="81016"/>
                </a:cubicBezTo>
                <a:lnTo>
                  <a:pt x="97050" y="84544"/>
                </a:lnTo>
                <a:lnTo>
                  <a:pt x="93527" y="88072"/>
                </a:lnTo>
                <a:cubicBezTo>
                  <a:pt x="93033" y="88566"/>
                  <a:pt x="92727" y="89244"/>
                  <a:pt x="92727" y="90000"/>
                </a:cubicBezTo>
                <a:cubicBezTo>
                  <a:pt x="92727" y="91505"/>
                  <a:pt x="93944" y="92727"/>
                  <a:pt x="95455" y="92727"/>
                </a:cubicBezTo>
                <a:cubicBezTo>
                  <a:pt x="96205" y="92727"/>
                  <a:pt x="96888" y="92422"/>
                  <a:pt x="97383" y="91927"/>
                </a:cubicBezTo>
                <a:lnTo>
                  <a:pt x="100911" y="88400"/>
                </a:lnTo>
                <a:lnTo>
                  <a:pt x="104433" y="91927"/>
                </a:lnTo>
                <a:cubicBezTo>
                  <a:pt x="104927" y="92422"/>
                  <a:pt x="105611" y="92727"/>
                  <a:pt x="106361" y="92727"/>
                </a:cubicBezTo>
                <a:cubicBezTo>
                  <a:pt x="107872" y="92727"/>
                  <a:pt x="109088" y="91505"/>
                  <a:pt x="109088" y="90000"/>
                </a:cubicBezTo>
                <a:cubicBezTo>
                  <a:pt x="109088" y="89244"/>
                  <a:pt x="108788" y="88566"/>
                  <a:pt x="108294" y="88072"/>
                </a:cubicBezTo>
                <a:lnTo>
                  <a:pt x="104766" y="84544"/>
                </a:lnTo>
                <a:lnTo>
                  <a:pt x="108294" y="81016"/>
                </a:lnTo>
                <a:cubicBezTo>
                  <a:pt x="108788" y="80527"/>
                  <a:pt x="109088" y="79844"/>
                  <a:pt x="109088" y="79088"/>
                </a:cubicBezTo>
                <a:cubicBezTo>
                  <a:pt x="109088" y="77583"/>
                  <a:pt x="107872" y="76361"/>
                  <a:pt x="106361" y="76361"/>
                </a:cubicBezTo>
                <a:cubicBezTo>
                  <a:pt x="105605" y="76361"/>
                  <a:pt x="104927" y="76672"/>
                  <a:pt x="104433" y="77166"/>
                </a:cubicBezTo>
                <a:lnTo>
                  <a:pt x="100911" y="80688"/>
                </a:lnTo>
                <a:cubicBezTo>
                  <a:pt x="100911" y="80688"/>
                  <a:pt x="97383" y="77166"/>
                  <a:pt x="97383" y="77166"/>
                </a:cubicBezTo>
                <a:close/>
                <a:moveTo>
                  <a:pt x="114544" y="113655"/>
                </a:moveTo>
                <a:lnTo>
                  <a:pt x="81816" y="104305"/>
                </a:lnTo>
                <a:lnTo>
                  <a:pt x="81816" y="42766"/>
                </a:lnTo>
                <a:cubicBezTo>
                  <a:pt x="83055" y="43344"/>
                  <a:pt x="84194" y="43966"/>
                  <a:pt x="85133" y="44633"/>
                </a:cubicBezTo>
                <a:lnTo>
                  <a:pt x="88294" y="40188"/>
                </a:lnTo>
                <a:cubicBezTo>
                  <a:pt x="86816" y="39133"/>
                  <a:pt x="85072" y="38177"/>
                  <a:pt x="83105" y="37338"/>
                </a:cubicBezTo>
                <a:lnTo>
                  <a:pt x="81816" y="40350"/>
                </a:lnTo>
                <a:lnTo>
                  <a:pt x="81816" y="6344"/>
                </a:lnTo>
                <a:lnTo>
                  <a:pt x="114544" y="15694"/>
                </a:lnTo>
                <a:cubicBezTo>
                  <a:pt x="114544" y="15694"/>
                  <a:pt x="114544" y="113655"/>
                  <a:pt x="114544" y="113655"/>
                </a:cubicBezTo>
                <a:close/>
                <a:moveTo>
                  <a:pt x="76361" y="104305"/>
                </a:moveTo>
                <a:lnTo>
                  <a:pt x="43638" y="113655"/>
                </a:lnTo>
                <a:lnTo>
                  <a:pt x="43638" y="51927"/>
                </a:lnTo>
                <a:lnTo>
                  <a:pt x="45827" y="56661"/>
                </a:lnTo>
                <a:cubicBezTo>
                  <a:pt x="47666" y="55805"/>
                  <a:pt x="49338" y="54683"/>
                  <a:pt x="50933" y="53227"/>
                </a:cubicBezTo>
                <a:lnTo>
                  <a:pt x="47250" y="49205"/>
                </a:lnTo>
                <a:cubicBezTo>
                  <a:pt x="46094" y="50266"/>
                  <a:pt x="44933" y="51038"/>
                  <a:pt x="43638" y="51661"/>
                </a:cubicBezTo>
                <a:lnTo>
                  <a:pt x="43638" y="15694"/>
                </a:lnTo>
                <a:lnTo>
                  <a:pt x="76361" y="6344"/>
                </a:lnTo>
                <a:cubicBezTo>
                  <a:pt x="76361" y="6344"/>
                  <a:pt x="76361" y="104305"/>
                  <a:pt x="76361" y="104305"/>
                </a:cubicBezTo>
                <a:close/>
                <a:moveTo>
                  <a:pt x="38183" y="113655"/>
                </a:moveTo>
                <a:lnTo>
                  <a:pt x="5455" y="104305"/>
                </a:lnTo>
                <a:lnTo>
                  <a:pt x="5455" y="6344"/>
                </a:lnTo>
                <a:lnTo>
                  <a:pt x="38183" y="15694"/>
                </a:lnTo>
                <a:cubicBezTo>
                  <a:pt x="38183" y="15694"/>
                  <a:pt x="38183" y="113655"/>
                  <a:pt x="38183" y="113655"/>
                </a:cubicBezTo>
                <a:close/>
                <a:moveTo>
                  <a:pt x="118005" y="11055"/>
                </a:moveTo>
                <a:lnTo>
                  <a:pt x="118022" y="11016"/>
                </a:lnTo>
                <a:lnTo>
                  <a:pt x="79844" y="105"/>
                </a:lnTo>
                <a:lnTo>
                  <a:pt x="79827" y="150"/>
                </a:lnTo>
                <a:cubicBezTo>
                  <a:pt x="79588" y="77"/>
                  <a:pt x="79350" y="0"/>
                  <a:pt x="79088" y="0"/>
                </a:cubicBezTo>
                <a:cubicBezTo>
                  <a:pt x="78827" y="0"/>
                  <a:pt x="78594" y="77"/>
                  <a:pt x="78355" y="150"/>
                </a:cubicBezTo>
                <a:lnTo>
                  <a:pt x="78344" y="105"/>
                </a:lnTo>
                <a:lnTo>
                  <a:pt x="40911" y="10800"/>
                </a:lnTo>
                <a:lnTo>
                  <a:pt x="3477" y="105"/>
                </a:lnTo>
                <a:lnTo>
                  <a:pt x="3461" y="150"/>
                </a:lnTo>
                <a:cubicBezTo>
                  <a:pt x="3222" y="77"/>
                  <a:pt x="2988" y="0"/>
                  <a:pt x="2727" y="0"/>
                </a:cubicBezTo>
                <a:cubicBezTo>
                  <a:pt x="1222" y="0"/>
                  <a:pt x="0" y="1222"/>
                  <a:pt x="0" y="2727"/>
                </a:cubicBezTo>
                <a:lnTo>
                  <a:pt x="0" y="106361"/>
                </a:lnTo>
                <a:cubicBezTo>
                  <a:pt x="0" y="107611"/>
                  <a:pt x="850" y="108616"/>
                  <a:pt x="1994" y="108944"/>
                </a:cubicBezTo>
                <a:lnTo>
                  <a:pt x="1977" y="108988"/>
                </a:lnTo>
                <a:lnTo>
                  <a:pt x="40155" y="119894"/>
                </a:lnTo>
                <a:lnTo>
                  <a:pt x="40172" y="119850"/>
                </a:lnTo>
                <a:cubicBezTo>
                  <a:pt x="40411" y="119922"/>
                  <a:pt x="40650" y="120000"/>
                  <a:pt x="40911" y="120000"/>
                </a:cubicBezTo>
                <a:cubicBezTo>
                  <a:pt x="41172" y="120000"/>
                  <a:pt x="41405" y="119922"/>
                  <a:pt x="41644" y="119850"/>
                </a:cubicBezTo>
                <a:lnTo>
                  <a:pt x="41661" y="119894"/>
                </a:lnTo>
                <a:lnTo>
                  <a:pt x="79088" y="109200"/>
                </a:lnTo>
                <a:lnTo>
                  <a:pt x="116527" y="119894"/>
                </a:lnTo>
                <a:lnTo>
                  <a:pt x="116538" y="119850"/>
                </a:lnTo>
                <a:cubicBezTo>
                  <a:pt x="116777" y="119922"/>
                  <a:pt x="117011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lnTo>
                  <a:pt x="120000" y="13638"/>
                </a:lnTo>
                <a:cubicBezTo>
                  <a:pt x="120000" y="12394"/>
                  <a:pt x="119150" y="11383"/>
                  <a:pt x="118005" y="11055"/>
                </a:cubicBezTo>
                <a:moveTo>
                  <a:pt x="91305" y="51527"/>
                </a:moveTo>
                <a:lnTo>
                  <a:pt x="91766" y="52077"/>
                </a:lnTo>
                <a:lnTo>
                  <a:pt x="95938" y="48555"/>
                </a:lnTo>
                <a:lnTo>
                  <a:pt x="95466" y="48000"/>
                </a:lnTo>
                <a:cubicBezTo>
                  <a:pt x="94516" y="46877"/>
                  <a:pt x="93555" y="45755"/>
                  <a:pt x="92650" y="44550"/>
                </a:cubicBezTo>
                <a:lnTo>
                  <a:pt x="88283" y="47811"/>
                </a:lnTo>
                <a:cubicBezTo>
                  <a:pt x="89255" y="49111"/>
                  <a:pt x="90283" y="50327"/>
                  <a:pt x="91305" y="51527"/>
                </a:cubicBezTo>
                <a:moveTo>
                  <a:pt x="34833" y="61233"/>
                </a:moveTo>
                <a:lnTo>
                  <a:pt x="31883" y="56644"/>
                </a:lnTo>
                <a:cubicBezTo>
                  <a:pt x="30177" y="57744"/>
                  <a:pt x="28627" y="58916"/>
                  <a:pt x="27272" y="60138"/>
                </a:cubicBezTo>
                <a:lnTo>
                  <a:pt x="30933" y="64188"/>
                </a:lnTo>
                <a:cubicBezTo>
                  <a:pt x="32066" y="63166"/>
                  <a:pt x="33377" y="62172"/>
                  <a:pt x="34833" y="61233"/>
                </a:cubicBezTo>
                <a:moveTo>
                  <a:pt x="27800" y="67694"/>
                </a:moveTo>
                <a:lnTo>
                  <a:pt x="23311" y="64600"/>
                </a:lnTo>
                <a:cubicBezTo>
                  <a:pt x="22083" y="66383"/>
                  <a:pt x="21177" y="68266"/>
                  <a:pt x="20627" y="70188"/>
                </a:cubicBezTo>
                <a:lnTo>
                  <a:pt x="25866" y="71700"/>
                </a:lnTo>
                <a:cubicBezTo>
                  <a:pt x="26261" y="70338"/>
                  <a:pt x="26911" y="68988"/>
                  <a:pt x="27800" y="67694"/>
                </a:cubicBezTo>
                <a:moveTo>
                  <a:pt x="58150" y="46211"/>
                </a:moveTo>
                <a:lnTo>
                  <a:pt x="55400" y="41500"/>
                </a:lnTo>
                <a:cubicBezTo>
                  <a:pt x="53461" y="42633"/>
                  <a:pt x="52011" y="44088"/>
                  <a:pt x="50733" y="45494"/>
                </a:cubicBezTo>
                <a:lnTo>
                  <a:pt x="54761" y="49166"/>
                </a:lnTo>
                <a:cubicBezTo>
                  <a:pt x="55905" y="47911"/>
                  <a:pt x="56916" y="46933"/>
                  <a:pt x="58150" y="46211"/>
                </a:cubicBezTo>
                <a:moveTo>
                  <a:pt x="21816" y="87272"/>
                </a:moveTo>
                <a:cubicBezTo>
                  <a:pt x="24827" y="87272"/>
                  <a:pt x="27272" y="84833"/>
                  <a:pt x="27272" y="81816"/>
                </a:cubicBezTo>
                <a:cubicBezTo>
                  <a:pt x="27272" y="78805"/>
                  <a:pt x="24827" y="76361"/>
                  <a:pt x="21816" y="76361"/>
                </a:cubicBezTo>
                <a:cubicBezTo>
                  <a:pt x="18805" y="76361"/>
                  <a:pt x="16361" y="78805"/>
                  <a:pt x="16361" y="81816"/>
                </a:cubicBezTo>
                <a:cubicBezTo>
                  <a:pt x="16361" y="84833"/>
                  <a:pt x="18805" y="87272"/>
                  <a:pt x="21816" y="87272"/>
                </a:cubicBezTo>
                <a:moveTo>
                  <a:pt x="68183" y="43638"/>
                </a:moveTo>
                <a:cubicBezTo>
                  <a:pt x="71194" y="43638"/>
                  <a:pt x="73638" y="41194"/>
                  <a:pt x="73638" y="38183"/>
                </a:cubicBezTo>
                <a:cubicBezTo>
                  <a:pt x="73638" y="35172"/>
                  <a:pt x="71194" y="32727"/>
                  <a:pt x="68183" y="32727"/>
                </a:cubicBezTo>
                <a:cubicBezTo>
                  <a:pt x="65166" y="32727"/>
                  <a:pt x="62727" y="35172"/>
                  <a:pt x="62727" y="38183"/>
                </a:cubicBezTo>
                <a:cubicBezTo>
                  <a:pt x="62727" y="41194"/>
                  <a:pt x="65166" y="43638"/>
                  <a:pt x="68183" y="4363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51" name="Shape 4911">
            <a:extLst>
              <a:ext uri="{FF2B5EF4-FFF2-40B4-BE49-F238E27FC236}">
                <a16:creationId xmlns:a16="http://schemas.microsoft.com/office/drawing/2014/main" id="{9273D397-E979-E99F-14E0-EB23BC07A11C}"/>
              </a:ext>
            </a:extLst>
          </p:cNvPr>
          <p:cNvSpPr/>
          <p:nvPr/>
        </p:nvSpPr>
        <p:spPr>
          <a:xfrm>
            <a:off x="4686143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46361"/>
                </a:moveTo>
                <a:cubicBezTo>
                  <a:pt x="52466" y="46361"/>
                  <a:pt x="46361" y="52466"/>
                  <a:pt x="46361" y="60000"/>
                </a:cubicBezTo>
                <a:cubicBezTo>
                  <a:pt x="46361" y="67533"/>
                  <a:pt x="52466" y="73638"/>
                  <a:pt x="60000" y="73638"/>
                </a:cubicBezTo>
                <a:cubicBezTo>
                  <a:pt x="67533" y="73638"/>
                  <a:pt x="73638" y="67533"/>
                  <a:pt x="73638" y="60000"/>
                </a:cubicBezTo>
                <a:cubicBezTo>
                  <a:pt x="73638" y="52466"/>
                  <a:pt x="67533" y="46361"/>
                  <a:pt x="60000" y="46361"/>
                </a:cubicBezTo>
                <a:moveTo>
                  <a:pt x="62727" y="114405"/>
                </a:moveTo>
                <a:lnTo>
                  <a:pt x="62727" y="95455"/>
                </a:lnTo>
                <a:cubicBezTo>
                  <a:pt x="62727" y="93944"/>
                  <a:pt x="61505" y="92727"/>
                  <a:pt x="60000" y="92727"/>
                </a:cubicBezTo>
                <a:cubicBezTo>
                  <a:pt x="58494" y="92727"/>
                  <a:pt x="57272" y="93944"/>
                  <a:pt x="57272" y="95455"/>
                </a:cubicBezTo>
                <a:lnTo>
                  <a:pt x="57272" y="114405"/>
                </a:lnTo>
                <a:cubicBezTo>
                  <a:pt x="29333" y="113022"/>
                  <a:pt x="6972" y="90661"/>
                  <a:pt x="5588" y="62727"/>
                </a:cubicBezTo>
                <a:lnTo>
                  <a:pt x="24544" y="62727"/>
                </a:lnTo>
                <a:cubicBezTo>
                  <a:pt x="26055" y="62727"/>
                  <a:pt x="27272" y="61505"/>
                  <a:pt x="27272" y="60000"/>
                </a:cubicBezTo>
                <a:cubicBezTo>
                  <a:pt x="27272" y="58494"/>
                  <a:pt x="26055" y="57272"/>
                  <a:pt x="24544" y="57272"/>
                </a:cubicBezTo>
                <a:lnTo>
                  <a:pt x="5588" y="57272"/>
                </a:lnTo>
                <a:cubicBezTo>
                  <a:pt x="6972" y="29338"/>
                  <a:pt x="29333" y="6977"/>
                  <a:pt x="57272" y="5594"/>
                </a:cubicBezTo>
                <a:lnTo>
                  <a:pt x="57272" y="24544"/>
                </a:lnTo>
                <a:cubicBezTo>
                  <a:pt x="57272" y="26055"/>
                  <a:pt x="58494" y="27272"/>
                  <a:pt x="60000" y="27272"/>
                </a:cubicBezTo>
                <a:cubicBezTo>
                  <a:pt x="61505" y="27272"/>
                  <a:pt x="62727" y="26055"/>
                  <a:pt x="62727" y="24544"/>
                </a:cubicBezTo>
                <a:lnTo>
                  <a:pt x="62727" y="5594"/>
                </a:lnTo>
                <a:cubicBezTo>
                  <a:pt x="90666" y="6977"/>
                  <a:pt x="113027" y="29338"/>
                  <a:pt x="114411" y="57272"/>
                </a:cubicBezTo>
                <a:lnTo>
                  <a:pt x="95455" y="57272"/>
                </a:lnTo>
                <a:cubicBezTo>
                  <a:pt x="93944" y="57272"/>
                  <a:pt x="92727" y="58494"/>
                  <a:pt x="92727" y="60000"/>
                </a:cubicBezTo>
                <a:cubicBezTo>
                  <a:pt x="92727" y="61505"/>
                  <a:pt x="93944" y="62727"/>
                  <a:pt x="95455" y="62727"/>
                </a:cubicBezTo>
                <a:lnTo>
                  <a:pt x="114411" y="62727"/>
                </a:lnTo>
                <a:cubicBezTo>
                  <a:pt x="113027" y="90661"/>
                  <a:pt x="90666" y="113022"/>
                  <a:pt x="62727" y="114405"/>
                </a:cubicBezTo>
                <a:moveTo>
                  <a:pt x="60000" y="0"/>
                </a:moveTo>
                <a:cubicBezTo>
                  <a:pt x="60000" y="0"/>
                  <a:pt x="60000" y="0"/>
                  <a:pt x="60000" y="0"/>
                </a:cubicBezTo>
                <a:cubicBezTo>
                  <a:pt x="60000" y="0"/>
                  <a:pt x="60000" y="0"/>
                  <a:pt x="60000" y="0"/>
                </a:cubicBezTo>
                <a:cubicBezTo>
                  <a:pt x="26861" y="0"/>
                  <a:pt x="0" y="26866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6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53" name="Shape 4912">
            <a:extLst>
              <a:ext uri="{FF2B5EF4-FFF2-40B4-BE49-F238E27FC236}">
                <a16:creationId xmlns:a16="http://schemas.microsoft.com/office/drawing/2014/main" id="{DABE55F1-6364-3E92-CD72-D4C32A3B7F0D}"/>
              </a:ext>
            </a:extLst>
          </p:cNvPr>
          <p:cNvSpPr/>
          <p:nvPr/>
        </p:nvSpPr>
        <p:spPr>
          <a:xfrm>
            <a:off x="5190328" y="4761849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2727" y="114405"/>
                </a:moveTo>
                <a:lnTo>
                  <a:pt x="62727" y="98044"/>
                </a:lnTo>
                <a:cubicBezTo>
                  <a:pt x="81633" y="96705"/>
                  <a:pt x="96711" y="81627"/>
                  <a:pt x="98050" y="62727"/>
                </a:cubicBezTo>
                <a:lnTo>
                  <a:pt x="114411" y="62727"/>
                </a:lnTo>
                <a:cubicBezTo>
                  <a:pt x="113027" y="90661"/>
                  <a:pt x="90666" y="113022"/>
                  <a:pt x="62727" y="114405"/>
                </a:cubicBezTo>
                <a:moveTo>
                  <a:pt x="62727" y="73361"/>
                </a:moveTo>
                <a:cubicBezTo>
                  <a:pt x="68066" y="72277"/>
                  <a:pt x="72250" y="68066"/>
                  <a:pt x="73338" y="62727"/>
                </a:cubicBezTo>
                <a:lnTo>
                  <a:pt x="92594" y="62727"/>
                </a:lnTo>
                <a:cubicBezTo>
                  <a:pt x="91283" y="78622"/>
                  <a:pt x="78622" y="91272"/>
                  <a:pt x="62727" y="92588"/>
                </a:cubicBezTo>
                <a:cubicBezTo>
                  <a:pt x="62727" y="92588"/>
                  <a:pt x="62727" y="73361"/>
                  <a:pt x="62727" y="73361"/>
                </a:cubicBezTo>
                <a:close/>
                <a:moveTo>
                  <a:pt x="62727" y="27411"/>
                </a:moveTo>
                <a:cubicBezTo>
                  <a:pt x="67961" y="27844"/>
                  <a:pt x="72838" y="29527"/>
                  <a:pt x="77083" y="32133"/>
                </a:cubicBezTo>
                <a:cubicBezTo>
                  <a:pt x="76627" y="33150"/>
                  <a:pt x="76361" y="34266"/>
                  <a:pt x="76361" y="35455"/>
                </a:cubicBezTo>
                <a:cubicBezTo>
                  <a:pt x="76361" y="39972"/>
                  <a:pt x="80027" y="43638"/>
                  <a:pt x="84544" y="43638"/>
                </a:cubicBezTo>
                <a:cubicBezTo>
                  <a:pt x="85733" y="43638"/>
                  <a:pt x="86850" y="43372"/>
                  <a:pt x="87866" y="42916"/>
                </a:cubicBezTo>
                <a:cubicBezTo>
                  <a:pt x="90477" y="47161"/>
                  <a:pt x="92161" y="52038"/>
                  <a:pt x="92594" y="57272"/>
                </a:cubicBezTo>
                <a:lnTo>
                  <a:pt x="73338" y="57272"/>
                </a:lnTo>
                <a:cubicBezTo>
                  <a:pt x="72250" y="51933"/>
                  <a:pt x="68066" y="47722"/>
                  <a:pt x="62727" y="46638"/>
                </a:cubicBezTo>
                <a:cubicBezTo>
                  <a:pt x="62727" y="46638"/>
                  <a:pt x="62727" y="27411"/>
                  <a:pt x="62727" y="27411"/>
                </a:cubicBezTo>
                <a:close/>
                <a:moveTo>
                  <a:pt x="62727" y="5594"/>
                </a:moveTo>
                <a:cubicBezTo>
                  <a:pt x="90666" y="6977"/>
                  <a:pt x="113027" y="29338"/>
                  <a:pt x="114411" y="57272"/>
                </a:cubicBezTo>
                <a:lnTo>
                  <a:pt x="98050" y="57272"/>
                </a:lnTo>
                <a:cubicBezTo>
                  <a:pt x="97572" y="50566"/>
                  <a:pt x="95344" y="44361"/>
                  <a:pt x="91855" y="39061"/>
                </a:cubicBezTo>
                <a:cubicBezTo>
                  <a:pt x="92394" y="37972"/>
                  <a:pt x="92727" y="36755"/>
                  <a:pt x="92727" y="35455"/>
                </a:cubicBezTo>
                <a:cubicBezTo>
                  <a:pt x="92727" y="30938"/>
                  <a:pt x="89066" y="27272"/>
                  <a:pt x="84544" y="27272"/>
                </a:cubicBezTo>
                <a:cubicBezTo>
                  <a:pt x="83244" y="27272"/>
                  <a:pt x="82027" y="27605"/>
                  <a:pt x="80933" y="28144"/>
                </a:cubicBezTo>
                <a:cubicBezTo>
                  <a:pt x="75633" y="24661"/>
                  <a:pt x="69433" y="22433"/>
                  <a:pt x="62727" y="21955"/>
                </a:cubicBezTo>
                <a:cubicBezTo>
                  <a:pt x="62727" y="21955"/>
                  <a:pt x="62727" y="5594"/>
                  <a:pt x="62727" y="5594"/>
                </a:cubicBezTo>
                <a:close/>
                <a:moveTo>
                  <a:pt x="57272" y="21938"/>
                </a:moveTo>
                <a:cubicBezTo>
                  <a:pt x="40138" y="23150"/>
                  <a:pt x="26127" y="35650"/>
                  <a:pt x="22655" y="52055"/>
                </a:cubicBezTo>
                <a:cubicBezTo>
                  <a:pt x="19944" y="52700"/>
                  <a:pt x="17755" y="54683"/>
                  <a:pt x="16833" y="57272"/>
                </a:cubicBezTo>
                <a:lnTo>
                  <a:pt x="5588" y="57272"/>
                </a:lnTo>
                <a:cubicBezTo>
                  <a:pt x="6972" y="29338"/>
                  <a:pt x="29333" y="6977"/>
                  <a:pt x="57272" y="5594"/>
                </a:cubicBezTo>
                <a:cubicBezTo>
                  <a:pt x="57272" y="5594"/>
                  <a:pt x="57272" y="21938"/>
                  <a:pt x="57272" y="21938"/>
                </a:cubicBezTo>
                <a:close/>
                <a:moveTo>
                  <a:pt x="57272" y="46638"/>
                </a:moveTo>
                <a:cubicBezTo>
                  <a:pt x="51933" y="47722"/>
                  <a:pt x="47750" y="51933"/>
                  <a:pt x="46661" y="57272"/>
                </a:cubicBezTo>
                <a:lnTo>
                  <a:pt x="32200" y="57272"/>
                </a:lnTo>
                <a:cubicBezTo>
                  <a:pt x="31477" y="55266"/>
                  <a:pt x="30027" y="53605"/>
                  <a:pt x="28122" y="52677"/>
                </a:cubicBezTo>
                <a:cubicBezTo>
                  <a:pt x="31255" y="38988"/>
                  <a:pt x="42944" y="28577"/>
                  <a:pt x="57272" y="27388"/>
                </a:cubicBezTo>
                <a:cubicBezTo>
                  <a:pt x="57272" y="27388"/>
                  <a:pt x="57272" y="46638"/>
                  <a:pt x="57272" y="46638"/>
                </a:cubicBezTo>
                <a:close/>
                <a:moveTo>
                  <a:pt x="57272" y="92611"/>
                </a:moveTo>
                <a:cubicBezTo>
                  <a:pt x="42944" y="91422"/>
                  <a:pt x="31255" y="81011"/>
                  <a:pt x="28122" y="67322"/>
                </a:cubicBezTo>
                <a:cubicBezTo>
                  <a:pt x="30027" y="66394"/>
                  <a:pt x="31477" y="64733"/>
                  <a:pt x="32200" y="62727"/>
                </a:cubicBezTo>
                <a:lnTo>
                  <a:pt x="46661" y="62727"/>
                </a:lnTo>
                <a:cubicBezTo>
                  <a:pt x="47750" y="68066"/>
                  <a:pt x="51933" y="72277"/>
                  <a:pt x="57272" y="73361"/>
                </a:cubicBezTo>
                <a:cubicBezTo>
                  <a:pt x="57272" y="73361"/>
                  <a:pt x="57272" y="92611"/>
                  <a:pt x="57272" y="92611"/>
                </a:cubicBezTo>
                <a:close/>
                <a:moveTo>
                  <a:pt x="57272" y="114405"/>
                </a:moveTo>
                <a:cubicBezTo>
                  <a:pt x="29333" y="113022"/>
                  <a:pt x="6972" y="90661"/>
                  <a:pt x="5588" y="62727"/>
                </a:cubicBezTo>
                <a:lnTo>
                  <a:pt x="16833" y="62727"/>
                </a:lnTo>
                <a:cubicBezTo>
                  <a:pt x="17755" y="65316"/>
                  <a:pt x="19944" y="67300"/>
                  <a:pt x="22655" y="67944"/>
                </a:cubicBezTo>
                <a:cubicBezTo>
                  <a:pt x="26127" y="84350"/>
                  <a:pt x="40138" y="96855"/>
                  <a:pt x="57272" y="98061"/>
                </a:cubicBezTo>
                <a:cubicBezTo>
                  <a:pt x="57272" y="98061"/>
                  <a:pt x="57272" y="114405"/>
                  <a:pt x="57272" y="114405"/>
                </a:cubicBezTo>
                <a:close/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55" name="Shape 4913">
            <a:extLst>
              <a:ext uri="{FF2B5EF4-FFF2-40B4-BE49-F238E27FC236}">
                <a16:creationId xmlns:a16="http://schemas.microsoft.com/office/drawing/2014/main" id="{2FFC2185-A123-0AFC-46A1-A7288A6834CA}"/>
              </a:ext>
            </a:extLst>
          </p:cNvPr>
          <p:cNvSpPr/>
          <p:nvPr/>
        </p:nvSpPr>
        <p:spPr>
          <a:xfrm>
            <a:off x="5718523" y="476184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333" y="69577"/>
                </a:moveTo>
                <a:cubicBezTo>
                  <a:pt x="107566" y="67877"/>
                  <a:pt x="96972" y="65455"/>
                  <a:pt x="83333" y="65455"/>
                </a:cubicBezTo>
                <a:cubicBezTo>
                  <a:pt x="70138" y="65455"/>
                  <a:pt x="63966" y="67161"/>
                  <a:pt x="58522" y="68666"/>
                </a:cubicBezTo>
                <a:cubicBezTo>
                  <a:pt x="54172" y="69872"/>
                  <a:pt x="50422" y="70911"/>
                  <a:pt x="43333" y="70911"/>
                </a:cubicBezTo>
                <a:cubicBezTo>
                  <a:pt x="33872" y="70911"/>
                  <a:pt x="29266" y="69650"/>
                  <a:pt x="24388" y="68322"/>
                </a:cubicBezTo>
                <a:cubicBezTo>
                  <a:pt x="19800" y="67072"/>
                  <a:pt x="15050" y="65788"/>
                  <a:pt x="6666" y="65511"/>
                </a:cubicBezTo>
                <a:lnTo>
                  <a:pt x="6666" y="5511"/>
                </a:lnTo>
                <a:cubicBezTo>
                  <a:pt x="13950" y="5766"/>
                  <a:pt x="18011" y="6877"/>
                  <a:pt x="22277" y="8044"/>
                </a:cubicBezTo>
                <a:cubicBezTo>
                  <a:pt x="27450" y="9450"/>
                  <a:pt x="32794" y="10911"/>
                  <a:pt x="43333" y="10911"/>
                </a:cubicBezTo>
                <a:cubicBezTo>
                  <a:pt x="51516" y="10911"/>
                  <a:pt x="56161" y="9627"/>
                  <a:pt x="60655" y="8377"/>
                </a:cubicBezTo>
                <a:cubicBezTo>
                  <a:pt x="65855" y="6944"/>
                  <a:pt x="71238" y="5455"/>
                  <a:pt x="83333" y="5455"/>
                </a:cubicBezTo>
                <a:cubicBezTo>
                  <a:pt x="98116" y="5455"/>
                  <a:pt x="109155" y="8583"/>
                  <a:pt x="113333" y="9966"/>
                </a:cubicBezTo>
                <a:cubicBezTo>
                  <a:pt x="113333" y="9966"/>
                  <a:pt x="113333" y="69577"/>
                  <a:pt x="113333" y="69577"/>
                </a:cubicBezTo>
                <a:close/>
                <a:moveTo>
                  <a:pt x="119966" y="8183"/>
                </a:moveTo>
                <a:cubicBezTo>
                  <a:pt x="119966" y="7183"/>
                  <a:pt x="119322" y="6222"/>
                  <a:pt x="118155" y="5744"/>
                </a:cubicBezTo>
                <a:cubicBezTo>
                  <a:pt x="117583" y="5505"/>
                  <a:pt x="103883" y="0"/>
                  <a:pt x="83333" y="0"/>
                </a:cubicBezTo>
                <a:cubicBezTo>
                  <a:pt x="70138" y="0"/>
                  <a:pt x="63966" y="1711"/>
                  <a:pt x="58522" y="3216"/>
                </a:cubicBezTo>
                <a:cubicBezTo>
                  <a:pt x="54172" y="4416"/>
                  <a:pt x="50422" y="5455"/>
                  <a:pt x="43333" y="5455"/>
                </a:cubicBezTo>
                <a:cubicBezTo>
                  <a:pt x="33872" y="5455"/>
                  <a:pt x="29266" y="4200"/>
                  <a:pt x="24388" y="2866"/>
                </a:cubicBezTo>
                <a:cubicBezTo>
                  <a:pt x="19216" y="1461"/>
                  <a:pt x="13872" y="0"/>
                  <a:pt x="3333" y="0"/>
                </a:cubicBezTo>
                <a:cubicBezTo>
                  <a:pt x="1488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488" y="120000"/>
                  <a:pt x="3333" y="120000"/>
                </a:cubicBezTo>
                <a:cubicBezTo>
                  <a:pt x="5177" y="120000"/>
                  <a:pt x="6666" y="118777"/>
                  <a:pt x="6666" y="117272"/>
                </a:cubicBezTo>
                <a:lnTo>
                  <a:pt x="6666" y="70966"/>
                </a:lnTo>
                <a:cubicBezTo>
                  <a:pt x="13950" y="71222"/>
                  <a:pt x="18011" y="72333"/>
                  <a:pt x="22277" y="73500"/>
                </a:cubicBezTo>
                <a:cubicBezTo>
                  <a:pt x="27450" y="74905"/>
                  <a:pt x="32794" y="76361"/>
                  <a:pt x="43333" y="76361"/>
                </a:cubicBezTo>
                <a:cubicBezTo>
                  <a:pt x="51516" y="76361"/>
                  <a:pt x="56161" y="75077"/>
                  <a:pt x="60655" y="73838"/>
                </a:cubicBezTo>
                <a:cubicBezTo>
                  <a:pt x="65855" y="72394"/>
                  <a:pt x="71238" y="70911"/>
                  <a:pt x="83333" y="70911"/>
                </a:cubicBezTo>
                <a:cubicBezTo>
                  <a:pt x="102222" y="70911"/>
                  <a:pt x="115050" y="76027"/>
                  <a:pt x="115183" y="76077"/>
                </a:cubicBezTo>
                <a:cubicBezTo>
                  <a:pt x="116827" y="76744"/>
                  <a:pt x="118827" y="76200"/>
                  <a:pt x="119650" y="74850"/>
                </a:cubicBezTo>
                <a:cubicBezTo>
                  <a:pt x="119888" y="74461"/>
                  <a:pt x="119966" y="74044"/>
                  <a:pt x="119966" y="73638"/>
                </a:cubicBezTo>
                <a:lnTo>
                  <a:pt x="120000" y="73638"/>
                </a:lnTo>
                <a:lnTo>
                  <a:pt x="120000" y="8183"/>
                </a:lnTo>
                <a:cubicBezTo>
                  <a:pt x="120000" y="8183"/>
                  <a:pt x="119966" y="8183"/>
                  <a:pt x="119966" y="818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57" name="Shape 4914">
            <a:extLst>
              <a:ext uri="{FF2B5EF4-FFF2-40B4-BE49-F238E27FC236}">
                <a16:creationId xmlns:a16="http://schemas.microsoft.com/office/drawing/2014/main" id="{B28864F5-43B0-F1AE-2B06-E90D795D70CF}"/>
              </a:ext>
            </a:extLst>
          </p:cNvPr>
          <p:cNvSpPr/>
          <p:nvPr/>
        </p:nvSpPr>
        <p:spPr>
          <a:xfrm>
            <a:off x="6222709" y="4761849"/>
            <a:ext cx="216080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333" y="65455"/>
                </a:moveTo>
                <a:lnTo>
                  <a:pt x="53333" y="60000"/>
                </a:lnTo>
                <a:lnTo>
                  <a:pt x="63333" y="60000"/>
                </a:lnTo>
                <a:cubicBezTo>
                  <a:pt x="65177" y="60000"/>
                  <a:pt x="66666" y="58777"/>
                  <a:pt x="66666" y="57272"/>
                </a:cubicBezTo>
                <a:lnTo>
                  <a:pt x="66666" y="16361"/>
                </a:lnTo>
                <a:lnTo>
                  <a:pt x="110777" y="16361"/>
                </a:lnTo>
                <a:lnTo>
                  <a:pt x="93811" y="39505"/>
                </a:lnTo>
                <a:lnTo>
                  <a:pt x="93855" y="39527"/>
                </a:lnTo>
                <a:cubicBezTo>
                  <a:pt x="93555" y="39938"/>
                  <a:pt x="93333" y="40400"/>
                  <a:pt x="93333" y="40911"/>
                </a:cubicBezTo>
                <a:cubicBezTo>
                  <a:pt x="93333" y="41427"/>
                  <a:pt x="93555" y="41877"/>
                  <a:pt x="93855" y="42288"/>
                </a:cubicBezTo>
                <a:lnTo>
                  <a:pt x="93811" y="42311"/>
                </a:lnTo>
                <a:lnTo>
                  <a:pt x="110777" y="65455"/>
                </a:lnTo>
                <a:cubicBezTo>
                  <a:pt x="110777" y="65455"/>
                  <a:pt x="53333" y="65455"/>
                  <a:pt x="53333" y="65455"/>
                </a:cubicBezTo>
                <a:close/>
                <a:moveTo>
                  <a:pt x="6666" y="5455"/>
                </a:moveTo>
                <a:lnTo>
                  <a:pt x="60000" y="5455"/>
                </a:lnTo>
                <a:lnTo>
                  <a:pt x="60000" y="54544"/>
                </a:lnTo>
                <a:lnTo>
                  <a:pt x="6666" y="54544"/>
                </a:lnTo>
                <a:cubicBezTo>
                  <a:pt x="6666" y="54544"/>
                  <a:pt x="6666" y="5455"/>
                  <a:pt x="6666" y="5455"/>
                </a:cubicBezTo>
                <a:close/>
                <a:moveTo>
                  <a:pt x="119522" y="66777"/>
                </a:moveTo>
                <a:lnTo>
                  <a:pt x="100555" y="40911"/>
                </a:lnTo>
                <a:lnTo>
                  <a:pt x="119522" y="15038"/>
                </a:lnTo>
                <a:lnTo>
                  <a:pt x="119477" y="15016"/>
                </a:lnTo>
                <a:cubicBezTo>
                  <a:pt x="119777" y="14605"/>
                  <a:pt x="120000" y="14150"/>
                  <a:pt x="120000" y="13638"/>
                </a:cubicBezTo>
                <a:cubicBezTo>
                  <a:pt x="120000" y="12127"/>
                  <a:pt x="118511" y="10911"/>
                  <a:pt x="116666" y="10911"/>
                </a:cubicBezTo>
                <a:lnTo>
                  <a:pt x="66666" y="10911"/>
                </a:lnTo>
                <a:lnTo>
                  <a:pt x="66666" y="2727"/>
                </a:lnTo>
                <a:cubicBezTo>
                  <a:pt x="66666" y="1222"/>
                  <a:pt x="65177" y="0"/>
                  <a:pt x="63333" y="0"/>
                </a:cubicBezTo>
                <a:lnTo>
                  <a:pt x="3333" y="0"/>
                </a:lnTo>
                <a:cubicBezTo>
                  <a:pt x="1488" y="0"/>
                  <a:pt x="0" y="1222"/>
                  <a:pt x="0" y="2727"/>
                </a:cubicBezTo>
                <a:lnTo>
                  <a:pt x="0" y="117272"/>
                </a:lnTo>
                <a:cubicBezTo>
                  <a:pt x="0" y="118777"/>
                  <a:pt x="1488" y="120000"/>
                  <a:pt x="3333" y="120000"/>
                </a:cubicBezTo>
                <a:cubicBezTo>
                  <a:pt x="5177" y="120000"/>
                  <a:pt x="6666" y="118777"/>
                  <a:pt x="6666" y="117272"/>
                </a:cubicBezTo>
                <a:lnTo>
                  <a:pt x="6666" y="60000"/>
                </a:lnTo>
                <a:lnTo>
                  <a:pt x="46666" y="60000"/>
                </a:lnTo>
                <a:lnTo>
                  <a:pt x="46666" y="68183"/>
                </a:lnTo>
                <a:cubicBezTo>
                  <a:pt x="46666" y="69688"/>
                  <a:pt x="48155" y="70911"/>
                  <a:pt x="50000" y="70911"/>
                </a:cubicBezTo>
                <a:lnTo>
                  <a:pt x="116666" y="70911"/>
                </a:lnTo>
                <a:cubicBezTo>
                  <a:pt x="118511" y="70911"/>
                  <a:pt x="120000" y="69688"/>
                  <a:pt x="120000" y="68183"/>
                </a:cubicBezTo>
                <a:cubicBezTo>
                  <a:pt x="120000" y="67672"/>
                  <a:pt x="119777" y="67211"/>
                  <a:pt x="119477" y="66800"/>
                </a:cubicBezTo>
                <a:cubicBezTo>
                  <a:pt x="119477" y="66800"/>
                  <a:pt x="119522" y="66777"/>
                  <a:pt x="119522" y="6677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59" name="Shape 4915">
            <a:extLst>
              <a:ext uri="{FF2B5EF4-FFF2-40B4-BE49-F238E27FC236}">
                <a16:creationId xmlns:a16="http://schemas.microsoft.com/office/drawing/2014/main" id="{20889E3C-5680-C0DC-BAAB-C4067A1C716C}"/>
              </a:ext>
            </a:extLst>
          </p:cNvPr>
          <p:cNvSpPr/>
          <p:nvPr/>
        </p:nvSpPr>
        <p:spPr>
          <a:xfrm>
            <a:off x="6738899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9166" y="97888"/>
                </a:moveTo>
                <a:cubicBezTo>
                  <a:pt x="95944" y="95122"/>
                  <a:pt x="92244" y="92677"/>
                  <a:pt x="88083" y="90688"/>
                </a:cubicBezTo>
                <a:cubicBezTo>
                  <a:pt x="88155" y="90466"/>
                  <a:pt x="88233" y="90244"/>
                  <a:pt x="88311" y="90016"/>
                </a:cubicBezTo>
                <a:cubicBezTo>
                  <a:pt x="89616" y="85866"/>
                  <a:pt x="90666" y="81422"/>
                  <a:pt x="91411" y="76727"/>
                </a:cubicBezTo>
                <a:cubicBezTo>
                  <a:pt x="91505" y="76133"/>
                  <a:pt x="91577" y="75533"/>
                  <a:pt x="91661" y="74933"/>
                </a:cubicBezTo>
                <a:cubicBezTo>
                  <a:pt x="91911" y="73144"/>
                  <a:pt x="92116" y="71327"/>
                  <a:pt x="92277" y="69483"/>
                </a:cubicBezTo>
                <a:cubicBezTo>
                  <a:pt x="92338" y="68794"/>
                  <a:pt x="92400" y="68111"/>
                  <a:pt x="92450" y="67416"/>
                </a:cubicBezTo>
                <a:cubicBezTo>
                  <a:pt x="92555" y="65877"/>
                  <a:pt x="92577" y="64300"/>
                  <a:pt x="92627" y="62727"/>
                </a:cubicBezTo>
                <a:lnTo>
                  <a:pt x="114433" y="62727"/>
                </a:lnTo>
                <a:cubicBezTo>
                  <a:pt x="113755" y="76372"/>
                  <a:pt x="108055" y="88677"/>
                  <a:pt x="99166" y="97888"/>
                </a:cubicBezTo>
                <a:moveTo>
                  <a:pt x="76188" y="112100"/>
                </a:moveTo>
                <a:cubicBezTo>
                  <a:pt x="77361" y="110872"/>
                  <a:pt x="78483" y="109500"/>
                  <a:pt x="79561" y="108022"/>
                </a:cubicBezTo>
                <a:cubicBezTo>
                  <a:pt x="79661" y="107883"/>
                  <a:pt x="79761" y="107744"/>
                  <a:pt x="79861" y="107605"/>
                </a:cubicBezTo>
                <a:cubicBezTo>
                  <a:pt x="82022" y="104566"/>
                  <a:pt x="83977" y="101066"/>
                  <a:pt x="85666" y="97155"/>
                </a:cubicBezTo>
                <a:cubicBezTo>
                  <a:pt x="85755" y="96944"/>
                  <a:pt x="85838" y="96722"/>
                  <a:pt x="85927" y="96511"/>
                </a:cubicBezTo>
                <a:cubicBezTo>
                  <a:pt x="86027" y="96272"/>
                  <a:pt x="86105" y="96011"/>
                  <a:pt x="86205" y="95772"/>
                </a:cubicBezTo>
                <a:cubicBezTo>
                  <a:pt x="89572" y="97416"/>
                  <a:pt x="92583" y="99388"/>
                  <a:pt x="95233" y="101583"/>
                </a:cubicBezTo>
                <a:cubicBezTo>
                  <a:pt x="89716" y="106272"/>
                  <a:pt x="83272" y="109900"/>
                  <a:pt x="76188" y="112100"/>
                </a:cubicBezTo>
                <a:moveTo>
                  <a:pt x="62727" y="114272"/>
                </a:moveTo>
                <a:lnTo>
                  <a:pt x="62727" y="90116"/>
                </a:lnTo>
                <a:cubicBezTo>
                  <a:pt x="69433" y="90394"/>
                  <a:pt x="75766" y="91627"/>
                  <a:pt x="81400" y="93716"/>
                </a:cubicBezTo>
                <a:cubicBezTo>
                  <a:pt x="76944" y="105050"/>
                  <a:pt x="70300" y="112766"/>
                  <a:pt x="62727" y="114272"/>
                </a:cubicBezTo>
                <a:moveTo>
                  <a:pt x="62727" y="62727"/>
                </a:moveTo>
                <a:lnTo>
                  <a:pt x="87205" y="62727"/>
                </a:lnTo>
                <a:cubicBezTo>
                  <a:pt x="86972" y="72194"/>
                  <a:pt x="85511" y="81005"/>
                  <a:pt x="83172" y="88600"/>
                </a:cubicBezTo>
                <a:cubicBezTo>
                  <a:pt x="76972" y="86300"/>
                  <a:pt x="70044" y="84950"/>
                  <a:pt x="62727" y="84666"/>
                </a:cubicBezTo>
                <a:cubicBezTo>
                  <a:pt x="62727" y="84666"/>
                  <a:pt x="62727" y="62727"/>
                  <a:pt x="62727" y="62727"/>
                </a:cubicBezTo>
                <a:close/>
                <a:moveTo>
                  <a:pt x="62727" y="35333"/>
                </a:moveTo>
                <a:cubicBezTo>
                  <a:pt x="70044" y="35050"/>
                  <a:pt x="76972" y="33700"/>
                  <a:pt x="83172" y="31400"/>
                </a:cubicBezTo>
                <a:cubicBezTo>
                  <a:pt x="85511" y="38994"/>
                  <a:pt x="86972" y="47805"/>
                  <a:pt x="87205" y="57272"/>
                </a:cubicBezTo>
                <a:lnTo>
                  <a:pt x="62727" y="57272"/>
                </a:lnTo>
                <a:cubicBezTo>
                  <a:pt x="62727" y="57272"/>
                  <a:pt x="62727" y="35333"/>
                  <a:pt x="62727" y="35333"/>
                </a:cubicBezTo>
                <a:close/>
                <a:moveTo>
                  <a:pt x="62727" y="5727"/>
                </a:moveTo>
                <a:cubicBezTo>
                  <a:pt x="70300" y="7233"/>
                  <a:pt x="76944" y="14950"/>
                  <a:pt x="81400" y="26283"/>
                </a:cubicBezTo>
                <a:cubicBezTo>
                  <a:pt x="75766" y="28372"/>
                  <a:pt x="69433" y="29605"/>
                  <a:pt x="62727" y="29883"/>
                </a:cubicBezTo>
                <a:cubicBezTo>
                  <a:pt x="62727" y="29883"/>
                  <a:pt x="62727" y="5727"/>
                  <a:pt x="62727" y="5727"/>
                </a:cubicBezTo>
                <a:close/>
                <a:moveTo>
                  <a:pt x="95233" y="18416"/>
                </a:moveTo>
                <a:cubicBezTo>
                  <a:pt x="92583" y="20616"/>
                  <a:pt x="89572" y="22583"/>
                  <a:pt x="86205" y="24227"/>
                </a:cubicBezTo>
                <a:cubicBezTo>
                  <a:pt x="86105" y="23988"/>
                  <a:pt x="86027" y="23727"/>
                  <a:pt x="85927" y="23494"/>
                </a:cubicBezTo>
                <a:cubicBezTo>
                  <a:pt x="85838" y="23277"/>
                  <a:pt x="85755" y="23061"/>
                  <a:pt x="85666" y="22844"/>
                </a:cubicBezTo>
                <a:cubicBezTo>
                  <a:pt x="83977" y="18933"/>
                  <a:pt x="82022" y="15433"/>
                  <a:pt x="79861" y="12394"/>
                </a:cubicBezTo>
                <a:cubicBezTo>
                  <a:pt x="79761" y="12255"/>
                  <a:pt x="79661" y="12116"/>
                  <a:pt x="79561" y="11977"/>
                </a:cubicBezTo>
                <a:cubicBezTo>
                  <a:pt x="78483" y="10500"/>
                  <a:pt x="77361" y="9127"/>
                  <a:pt x="76188" y="7900"/>
                </a:cubicBezTo>
                <a:cubicBezTo>
                  <a:pt x="83272" y="10100"/>
                  <a:pt x="89716" y="13727"/>
                  <a:pt x="95233" y="18416"/>
                </a:cubicBezTo>
                <a:moveTo>
                  <a:pt x="114433" y="57272"/>
                </a:moveTo>
                <a:lnTo>
                  <a:pt x="92627" y="57272"/>
                </a:lnTo>
                <a:cubicBezTo>
                  <a:pt x="92577" y="55705"/>
                  <a:pt x="92555" y="54122"/>
                  <a:pt x="92450" y="52583"/>
                </a:cubicBezTo>
                <a:cubicBezTo>
                  <a:pt x="92400" y="51888"/>
                  <a:pt x="92338" y="51205"/>
                  <a:pt x="92277" y="50516"/>
                </a:cubicBezTo>
                <a:cubicBezTo>
                  <a:pt x="92116" y="48672"/>
                  <a:pt x="91911" y="46855"/>
                  <a:pt x="91661" y="45066"/>
                </a:cubicBezTo>
                <a:cubicBezTo>
                  <a:pt x="91577" y="44472"/>
                  <a:pt x="91505" y="43866"/>
                  <a:pt x="91411" y="43272"/>
                </a:cubicBezTo>
                <a:cubicBezTo>
                  <a:pt x="90666" y="38577"/>
                  <a:pt x="89616" y="34133"/>
                  <a:pt x="88311" y="29983"/>
                </a:cubicBezTo>
                <a:cubicBezTo>
                  <a:pt x="88233" y="29761"/>
                  <a:pt x="88155" y="29538"/>
                  <a:pt x="88083" y="29311"/>
                </a:cubicBezTo>
                <a:cubicBezTo>
                  <a:pt x="92244" y="27322"/>
                  <a:pt x="95944" y="24877"/>
                  <a:pt x="99166" y="22116"/>
                </a:cubicBezTo>
                <a:cubicBezTo>
                  <a:pt x="108055" y="31322"/>
                  <a:pt x="113755" y="43627"/>
                  <a:pt x="114433" y="57272"/>
                </a:cubicBezTo>
                <a:moveTo>
                  <a:pt x="57272" y="29883"/>
                </a:moveTo>
                <a:cubicBezTo>
                  <a:pt x="50561" y="29605"/>
                  <a:pt x="44227" y="28372"/>
                  <a:pt x="38594" y="26283"/>
                </a:cubicBezTo>
                <a:cubicBezTo>
                  <a:pt x="43050" y="14950"/>
                  <a:pt x="49694" y="7233"/>
                  <a:pt x="57272" y="5727"/>
                </a:cubicBezTo>
                <a:cubicBezTo>
                  <a:pt x="57272" y="5727"/>
                  <a:pt x="57272" y="29883"/>
                  <a:pt x="57272" y="29883"/>
                </a:cubicBezTo>
                <a:close/>
                <a:moveTo>
                  <a:pt x="57272" y="57272"/>
                </a:moveTo>
                <a:lnTo>
                  <a:pt x="32794" y="57272"/>
                </a:lnTo>
                <a:cubicBezTo>
                  <a:pt x="33027" y="47805"/>
                  <a:pt x="34483" y="38994"/>
                  <a:pt x="36827" y="31400"/>
                </a:cubicBezTo>
                <a:cubicBezTo>
                  <a:pt x="43027" y="33700"/>
                  <a:pt x="49950" y="35050"/>
                  <a:pt x="57272" y="35333"/>
                </a:cubicBezTo>
                <a:cubicBezTo>
                  <a:pt x="57272" y="35333"/>
                  <a:pt x="57272" y="57272"/>
                  <a:pt x="57272" y="57272"/>
                </a:cubicBezTo>
                <a:close/>
                <a:moveTo>
                  <a:pt x="57272" y="84666"/>
                </a:moveTo>
                <a:cubicBezTo>
                  <a:pt x="49950" y="84950"/>
                  <a:pt x="43027" y="86300"/>
                  <a:pt x="36827" y="88600"/>
                </a:cubicBezTo>
                <a:cubicBezTo>
                  <a:pt x="34483" y="81005"/>
                  <a:pt x="33027" y="72194"/>
                  <a:pt x="32794" y="62727"/>
                </a:cubicBezTo>
                <a:lnTo>
                  <a:pt x="57272" y="62727"/>
                </a:lnTo>
                <a:cubicBezTo>
                  <a:pt x="57272" y="62727"/>
                  <a:pt x="57272" y="84666"/>
                  <a:pt x="57272" y="84666"/>
                </a:cubicBezTo>
                <a:close/>
                <a:moveTo>
                  <a:pt x="57272" y="114272"/>
                </a:moveTo>
                <a:cubicBezTo>
                  <a:pt x="49694" y="112766"/>
                  <a:pt x="43050" y="105050"/>
                  <a:pt x="38594" y="93716"/>
                </a:cubicBezTo>
                <a:cubicBezTo>
                  <a:pt x="44227" y="91627"/>
                  <a:pt x="50561" y="90394"/>
                  <a:pt x="57272" y="90116"/>
                </a:cubicBezTo>
                <a:cubicBezTo>
                  <a:pt x="57272" y="90116"/>
                  <a:pt x="57272" y="114272"/>
                  <a:pt x="57272" y="114272"/>
                </a:cubicBezTo>
                <a:close/>
                <a:moveTo>
                  <a:pt x="24766" y="101583"/>
                </a:moveTo>
                <a:cubicBezTo>
                  <a:pt x="27411" y="99388"/>
                  <a:pt x="30422" y="97416"/>
                  <a:pt x="33794" y="95772"/>
                </a:cubicBezTo>
                <a:cubicBezTo>
                  <a:pt x="33888" y="96011"/>
                  <a:pt x="33972" y="96272"/>
                  <a:pt x="34066" y="96511"/>
                </a:cubicBezTo>
                <a:cubicBezTo>
                  <a:pt x="34161" y="96722"/>
                  <a:pt x="34238" y="96944"/>
                  <a:pt x="34333" y="97155"/>
                </a:cubicBezTo>
                <a:cubicBezTo>
                  <a:pt x="36022" y="101066"/>
                  <a:pt x="37972" y="104566"/>
                  <a:pt x="40133" y="107605"/>
                </a:cubicBezTo>
                <a:cubicBezTo>
                  <a:pt x="40233" y="107744"/>
                  <a:pt x="40338" y="107883"/>
                  <a:pt x="40438" y="108022"/>
                </a:cubicBezTo>
                <a:cubicBezTo>
                  <a:pt x="41511" y="109500"/>
                  <a:pt x="42633" y="110872"/>
                  <a:pt x="43811" y="112100"/>
                </a:cubicBezTo>
                <a:cubicBezTo>
                  <a:pt x="36722" y="109900"/>
                  <a:pt x="30283" y="106272"/>
                  <a:pt x="24766" y="101583"/>
                </a:cubicBezTo>
                <a:moveTo>
                  <a:pt x="5566" y="62727"/>
                </a:moveTo>
                <a:lnTo>
                  <a:pt x="27372" y="62727"/>
                </a:lnTo>
                <a:cubicBezTo>
                  <a:pt x="27416" y="64300"/>
                  <a:pt x="27444" y="65877"/>
                  <a:pt x="27544" y="67416"/>
                </a:cubicBezTo>
                <a:cubicBezTo>
                  <a:pt x="27594" y="68111"/>
                  <a:pt x="27661" y="68794"/>
                  <a:pt x="27716" y="69483"/>
                </a:cubicBezTo>
                <a:cubicBezTo>
                  <a:pt x="27877" y="71327"/>
                  <a:pt x="28083" y="73144"/>
                  <a:pt x="28333" y="74933"/>
                </a:cubicBezTo>
                <a:cubicBezTo>
                  <a:pt x="28422" y="75533"/>
                  <a:pt x="28494" y="76133"/>
                  <a:pt x="28588" y="76727"/>
                </a:cubicBezTo>
                <a:cubicBezTo>
                  <a:pt x="29333" y="81422"/>
                  <a:pt x="30377" y="85866"/>
                  <a:pt x="31688" y="90016"/>
                </a:cubicBezTo>
                <a:cubicBezTo>
                  <a:pt x="31766" y="90244"/>
                  <a:pt x="31838" y="90466"/>
                  <a:pt x="31911" y="90688"/>
                </a:cubicBezTo>
                <a:cubicBezTo>
                  <a:pt x="27755" y="92677"/>
                  <a:pt x="24055" y="95122"/>
                  <a:pt x="20827" y="97888"/>
                </a:cubicBezTo>
                <a:cubicBezTo>
                  <a:pt x="11944" y="88677"/>
                  <a:pt x="6238" y="76372"/>
                  <a:pt x="5566" y="62727"/>
                </a:cubicBezTo>
                <a:moveTo>
                  <a:pt x="20827" y="22116"/>
                </a:moveTo>
                <a:cubicBezTo>
                  <a:pt x="24055" y="24877"/>
                  <a:pt x="27755" y="27322"/>
                  <a:pt x="31911" y="29311"/>
                </a:cubicBezTo>
                <a:cubicBezTo>
                  <a:pt x="31838" y="29538"/>
                  <a:pt x="31766" y="29761"/>
                  <a:pt x="31688" y="29983"/>
                </a:cubicBezTo>
                <a:cubicBezTo>
                  <a:pt x="30383" y="34133"/>
                  <a:pt x="29333" y="38577"/>
                  <a:pt x="28588" y="43272"/>
                </a:cubicBezTo>
                <a:cubicBezTo>
                  <a:pt x="28494" y="43866"/>
                  <a:pt x="28422" y="44472"/>
                  <a:pt x="28333" y="45066"/>
                </a:cubicBezTo>
                <a:cubicBezTo>
                  <a:pt x="28083" y="46855"/>
                  <a:pt x="27877" y="48672"/>
                  <a:pt x="27716" y="50516"/>
                </a:cubicBezTo>
                <a:cubicBezTo>
                  <a:pt x="27661" y="51205"/>
                  <a:pt x="27594" y="51888"/>
                  <a:pt x="27544" y="52583"/>
                </a:cubicBezTo>
                <a:cubicBezTo>
                  <a:pt x="27444" y="54122"/>
                  <a:pt x="27416" y="55705"/>
                  <a:pt x="27372" y="57272"/>
                </a:cubicBezTo>
                <a:lnTo>
                  <a:pt x="5566" y="57272"/>
                </a:lnTo>
                <a:cubicBezTo>
                  <a:pt x="6238" y="43627"/>
                  <a:pt x="11944" y="31322"/>
                  <a:pt x="20827" y="22116"/>
                </a:cubicBezTo>
                <a:moveTo>
                  <a:pt x="43811" y="7900"/>
                </a:moveTo>
                <a:cubicBezTo>
                  <a:pt x="42633" y="9127"/>
                  <a:pt x="41511" y="10500"/>
                  <a:pt x="40438" y="11977"/>
                </a:cubicBezTo>
                <a:cubicBezTo>
                  <a:pt x="40338" y="12116"/>
                  <a:pt x="40233" y="12255"/>
                  <a:pt x="40133" y="12394"/>
                </a:cubicBezTo>
                <a:cubicBezTo>
                  <a:pt x="37972" y="15433"/>
                  <a:pt x="36022" y="18933"/>
                  <a:pt x="34333" y="22844"/>
                </a:cubicBezTo>
                <a:cubicBezTo>
                  <a:pt x="34238" y="23061"/>
                  <a:pt x="34161" y="23277"/>
                  <a:pt x="34066" y="23494"/>
                </a:cubicBezTo>
                <a:cubicBezTo>
                  <a:pt x="33972" y="23727"/>
                  <a:pt x="33888" y="23988"/>
                  <a:pt x="33794" y="24227"/>
                </a:cubicBezTo>
                <a:cubicBezTo>
                  <a:pt x="30422" y="22583"/>
                  <a:pt x="27411" y="20616"/>
                  <a:pt x="24766" y="18416"/>
                </a:cubicBezTo>
                <a:cubicBezTo>
                  <a:pt x="30283" y="13727"/>
                  <a:pt x="36722" y="10100"/>
                  <a:pt x="43811" y="7900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61" name="Shape 4916">
            <a:extLst>
              <a:ext uri="{FF2B5EF4-FFF2-40B4-BE49-F238E27FC236}">
                <a16:creationId xmlns:a16="http://schemas.microsoft.com/office/drawing/2014/main" id="{F75D7FD9-DEF1-5DD5-A6B6-E87A0ED13686}"/>
              </a:ext>
            </a:extLst>
          </p:cNvPr>
          <p:cNvSpPr/>
          <p:nvPr/>
        </p:nvSpPr>
        <p:spPr>
          <a:xfrm>
            <a:off x="7243085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00" y="46344"/>
                </a:moveTo>
                <a:cubicBezTo>
                  <a:pt x="97855" y="38411"/>
                  <a:pt x="96572" y="30977"/>
                  <a:pt x="94488" y="24488"/>
                </a:cubicBezTo>
                <a:cubicBezTo>
                  <a:pt x="97461" y="22944"/>
                  <a:pt x="100100" y="21094"/>
                  <a:pt x="102416" y="19038"/>
                </a:cubicBezTo>
                <a:cubicBezTo>
                  <a:pt x="109294" y="26233"/>
                  <a:pt x="113744" y="35761"/>
                  <a:pt x="114405" y="46344"/>
                </a:cubicBezTo>
                <a:cubicBezTo>
                  <a:pt x="114405" y="46344"/>
                  <a:pt x="98100" y="46344"/>
                  <a:pt x="98100" y="46344"/>
                </a:cubicBezTo>
                <a:close/>
                <a:moveTo>
                  <a:pt x="86027" y="8233"/>
                </a:moveTo>
                <a:cubicBezTo>
                  <a:pt x="90588" y="9922"/>
                  <a:pt x="94766" y="12366"/>
                  <a:pt x="98461" y="15383"/>
                </a:cubicBezTo>
                <a:cubicBezTo>
                  <a:pt x="96733" y="16866"/>
                  <a:pt x="94755" y="18194"/>
                  <a:pt x="92588" y="19366"/>
                </a:cubicBezTo>
                <a:cubicBezTo>
                  <a:pt x="90761" y="15038"/>
                  <a:pt x="88550" y="11255"/>
                  <a:pt x="86027" y="8233"/>
                </a:cubicBezTo>
                <a:moveTo>
                  <a:pt x="70911" y="0"/>
                </a:moveTo>
                <a:cubicBezTo>
                  <a:pt x="55105" y="0"/>
                  <a:pt x="41088" y="7500"/>
                  <a:pt x="32111" y="19094"/>
                </a:cubicBezTo>
                <a:cubicBezTo>
                  <a:pt x="36188" y="17761"/>
                  <a:pt x="40483" y="16911"/>
                  <a:pt x="44922" y="16572"/>
                </a:cubicBezTo>
                <a:cubicBezTo>
                  <a:pt x="44394" y="16177"/>
                  <a:pt x="43844" y="15800"/>
                  <a:pt x="43355" y="15383"/>
                </a:cubicBezTo>
                <a:cubicBezTo>
                  <a:pt x="47050" y="12366"/>
                  <a:pt x="51233" y="9922"/>
                  <a:pt x="55788" y="8233"/>
                </a:cubicBezTo>
                <a:cubicBezTo>
                  <a:pt x="53855" y="10550"/>
                  <a:pt x="52111" y="13322"/>
                  <a:pt x="50577" y="16438"/>
                </a:cubicBezTo>
                <a:cubicBezTo>
                  <a:pt x="52505" y="16488"/>
                  <a:pt x="54405" y="16644"/>
                  <a:pt x="56283" y="16888"/>
                </a:cubicBezTo>
                <a:cubicBezTo>
                  <a:pt x="59511" y="11016"/>
                  <a:pt x="63605" y="7016"/>
                  <a:pt x="68161" y="5866"/>
                </a:cubicBezTo>
                <a:lnTo>
                  <a:pt x="68161" y="19861"/>
                </a:lnTo>
                <a:cubicBezTo>
                  <a:pt x="70044" y="20561"/>
                  <a:pt x="71877" y="21355"/>
                  <a:pt x="73655" y="22255"/>
                </a:cubicBezTo>
                <a:lnTo>
                  <a:pt x="73655" y="5866"/>
                </a:lnTo>
                <a:cubicBezTo>
                  <a:pt x="79344" y="7305"/>
                  <a:pt x="84338" y="13127"/>
                  <a:pt x="87783" y="21572"/>
                </a:cubicBezTo>
                <a:cubicBezTo>
                  <a:pt x="84483" y="22816"/>
                  <a:pt x="80861" y="23672"/>
                  <a:pt x="77027" y="24122"/>
                </a:cubicBezTo>
                <a:cubicBezTo>
                  <a:pt x="79238" y="25450"/>
                  <a:pt x="81372" y="26888"/>
                  <a:pt x="83366" y="28505"/>
                </a:cubicBezTo>
                <a:cubicBezTo>
                  <a:pt x="85505" y="28005"/>
                  <a:pt x="87594" y="27416"/>
                  <a:pt x="89566" y="26672"/>
                </a:cubicBezTo>
                <a:cubicBezTo>
                  <a:pt x="90533" y="29883"/>
                  <a:pt x="91277" y="33383"/>
                  <a:pt x="91811" y="37055"/>
                </a:cubicBezTo>
                <a:cubicBezTo>
                  <a:pt x="95316" y="41477"/>
                  <a:pt x="98127" y="46461"/>
                  <a:pt x="100138" y="51838"/>
                </a:cubicBezTo>
                <a:lnTo>
                  <a:pt x="114405" y="51838"/>
                </a:lnTo>
                <a:cubicBezTo>
                  <a:pt x="113766" y="62072"/>
                  <a:pt x="109561" y="71300"/>
                  <a:pt x="103061" y="78411"/>
                </a:cubicBezTo>
                <a:cubicBezTo>
                  <a:pt x="102611" y="81666"/>
                  <a:pt x="101900" y="84844"/>
                  <a:pt x="100905" y="87894"/>
                </a:cubicBezTo>
                <a:cubicBezTo>
                  <a:pt x="112500" y="78911"/>
                  <a:pt x="120000" y="64894"/>
                  <a:pt x="120000" y="49088"/>
                </a:cubicBezTo>
                <a:cubicBezTo>
                  <a:pt x="120000" y="21977"/>
                  <a:pt x="98022" y="0"/>
                  <a:pt x="70911" y="0"/>
                </a:cubicBezTo>
                <a:moveTo>
                  <a:pt x="76283" y="68161"/>
                </a:moveTo>
                <a:cubicBezTo>
                  <a:pt x="76038" y="60233"/>
                  <a:pt x="74755" y="52800"/>
                  <a:pt x="72672" y="46305"/>
                </a:cubicBezTo>
                <a:cubicBezTo>
                  <a:pt x="75644" y="44761"/>
                  <a:pt x="78283" y="42916"/>
                  <a:pt x="80594" y="40855"/>
                </a:cubicBezTo>
                <a:cubicBezTo>
                  <a:pt x="87477" y="48050"/>
                  <a:pt x="91927" y="57583"/>
                  <a:pt x="92588" y="68161"/>
                </a:cubicBezTo>
                <a:cubicBezTo>
                  <a:pt x="92588" y="68161"/>
                  <a:pt x="76283" y="68161"/>
                  <a:pt x="76283" y="68161"/>
                </a:cubicBezTo>
                <a:close/>
                <a:moveTo>
                  <a:pt x="80594" y="100961"/>
                </a:moveTo>
                <a:cubicBezTo>
                  <a:pt x="78283" y="98905"/>
                  <a:pt x="75644" y="97055"/>
                  <a:pt x="72672" y="95511"/>
                </a:cubicBezTo>
                <a:cubicBezTo>
                  <a:pt x="74755" y="89022"/>
                  <a:pt x="76038" y="81588"/>
                  <a:pt x="76283" y="73655"/>
                </a:cubicBezTo>
                <a:lnTo>
                  <a:pt x="92588" y="73655"/>
                </a:lnTo>
                <a:cubicBezTo>
                  <a:pt x="91927" y="84238"/>
                  <a:pt x="87477" y="93766"/>
                  <a:pt x="80594" y="100961"/>
                </a:cubicBezTo>
                <a:moveTo>
                  <a:pt x="64211" y="111766"/>
                </a:moveTo>
                <a:cubicBezTo>
                  <a:pt x="66733" y="108744"/>
                  <a:pt x="68938" y="104961"/>
                  <a:pt x="70766" y="100633"/>
                </a:cubicBezTo>
                <a:cubicBezTo>
                  <a:pt x="72938" y="101805"/>
                  <a:pt x="74916" y="103133"/>
                  <a:pt x="76644" y="104616"/>
                </a:cubicBezTo>
                <a:cubicBezTo>
                  <a:pt x="72950" y="107633"/>
                  <a:pt x="68766" y="110077"/>
                  <a:pt x="64211" y="111766"/>
                </a:cubicBezTo>
                <a:moveTo>
                  <a:pt x="51838" y="114133"/>
                </a:moveTo>
                <a:lnTo>
                  <a:pt x="51838" y="95577"/>
                </a:lnTo>
                <a:cubicBezTo>
                  <a:pt x="56922" y="95850"/>
                  <a:pt x="61711" y="96822"/>
                  <a:pt x="65966" y="98427"/>
                </a:cubicBezTo>
                <a:cubicBezTo>
                  <a:pt x="62522" y="106872"/>
                  <a:pt x="57527" y="112700"/>
                  <a:pt x="51838" y="114133"/>
                </a:cubicBezTo>
                <a:moveTo>
                  <a:pt x="51838" y="73655"/>
                </a:moveTo>
                <a:lnTo>
                  <a:pt x="70827" y="73655"/>
                </a:lnTo>
                <a:cubicBezTo>
                  <a:pt x="70605" y="80833"/>
                  <a:pt x="69500" y="87511"/>
                  <a:pt x="67750" y="93327"/>
                </a:cubicBezTo>
                <a:cubicBezTo>
                  <a:pt x="62927" y="91505"/>
                  <a:pt x="57538" y="90405"/>
                  <a:pt x="51838" y="90127"/>
                </a:cubicBezTo>
                <a:cubicBezTo>
                  <a:pt x="51838" y="90127"/>
                  <a:pt x="51838" y="73655"/>
                  <a:pt x="51838" y="73655"/>
                </a:cubicBezTo>
                <a:close/>
                <a:moveTo>
                  <a:pt x="51838" y="51694"/>
                </a:moveTo>
                <a:cubicBezTo>
                  <a:pt x="57538" y="51411"/>
                  <a:pt x="62927" y="50311"/>
                  <a:pt x="67750" y="48488"/>
                </a:cubicBezTo>
                <a:cubicBezTo>
                  <a:pt x="69500" y="54305"/>
                  <a:pt x="70605" y="60983"/>
                  <a:pt x="70827" y="68161"/>
                </a:cubicBezTo>
                <a:lnTo>
                  <a:pt x="51838" y="68161"/>
                </a:lnTo>
                <a:cubicBezTo>
                  <a:pt x="51838" y="68161"/>
                  <a:pt x="51838" y="51694"/>
                  <a:pt x="51838" y="51694"/>
                </a:cubicBezTo>
                <a:close/>
                <a:moveTo>
                  <a:pt x="51838" y="27683"/>
                </a:moveTo>
                <a:cubicBezTo>
                  <a:pt x="57527" y="29122"/>
                  <a:pt x="62522" y="34944"/>
                  <a:pt x="65966" y="43388"/>
                </a:cubicBezTo>
                <a:cubicBezTo>
                  <a:pt x="61711" y="44994"/>
                  <a:pt x="56922" y="45972"/>
                  <a:pt x="51838" y="46238"/>
                </a:cubicBezTo>
                <a:cubicBezTo>
                  <a:pt x="51838" y="46238"/>
                  <a:pt x="51838" y="27683"/>
                  <a:pt x="51838" y="27683"/>
                </a:cubicBezTo>
                <a:close/>
                <a:moveTo>
                  <a:pt x="76644" y="37200"/>
                </a:moveTo>
                <a:cubicBezTo>
                  <a:pt x="74916" y="38683"/>
                  <a:pt x="72938" y="40016"/>
                  <a:pt x="70766" y="41183"/>
                </a:cubicBezTo>
                <a:cubicBezTo>
                  <a:pt x="68938" y="36855"/>
                  <a:pt x="66733" y="33077"/>
                  <a:pt x="64205" y="30055"/>
                </a:cubicBezTo>
                <a:cubicBezTo>
                  <a:pt x="68766" y="31744"/>
                  <a:pt x="72950" y="34183"/>
                  <a:pt x="76644" y="37200"/>
                </a:cubicBezTo>
                <a:moveTo>
                  <a:pt x="46344" y="46238"/>
                </a:moveTo>
                <a:cubicBezTo>
                  <a:pt x="41261" y="45972"/>
                  <a:pt x="36466" y="44994"/>
                  <a:pt x="32216" y="43388"/>
                </a:cubicBezTo>
                <a:cubicBezTo>
                  <a:pt x="35661" y="34944"/>
                  <a:pt x="40655" y="29122"/>
                  <a:pt x="46344" y="27683"/>
                </a:cubicBezTo>
                <a:cubicBezTo>
                  <a:pt x="46344" y="27683"/>
                  <a:pt x="46344" y="46238"/>
                  <a:pt x="46344" y="46238"/>
                </a:cubicBezTo>
                <a:close/>
                <a:moveTo>
                  <a:pt x="46344" y="68161"/>
                </a:moveTo>
                <a:lnTo>
                  <a:pt x="27350" y="68161"/>
                </a:lnTo>
                <a:cubicBezTo>
                  <a:pt x="27577" y="60983"/>
                  <a:pt x="28683" y="54305"/>
                  <a:pt x="30433" y="48488"/>
                </a:cubicBezTo>
                <a:cubicBezTo>
                  <a:pt x="35255" y="50311"/>
                  <a:pt x="40644" y="51411"/>
                  <a:pt x="46344" y="51694"/>
                </a:cubicBezTo>
                <a:cubicBezTo>
                  <a:pt x="46344" y="51694"/>
                  <a:pt x="46344" y="68161"/>
                  <a:pt x="46344" y="68161"/>
                </a:cubicBezTo>
                <a:close/>
                <a:moveTo>
                  <a:pt x="46344" y="90127"/>
                </a:moveTo>
                <a:cubicBezTo>
                  <a:pt x="40644" y="90405"/>
                  <a:pt x="35255" y="91505"/>
                  <a:pt x="30433" y="93327"/>
                </a:cubicBezTo>
                <a:cubicBezTo>
                  <a:pt x="28683" y="87511"/>
                  <a:pt x="27577" y="80833"/>
                  <a:pt x="27350" y="73655"/>
                </a:cubicBezTo>
                <a:lnTo>
                  <a:pt x="46344" y="73655"/>
                </a:lnTo>
                <a:cubicBezTo>
                  <a:pt x="46344" y="73655"/>
                  <a:pt x="46344" y="90127"/>
                  <a:pt x="46344" y="90127"/>
                </a:cubicBezTo>
                <a:close/>
                <a:moveTo>
                  <a:pt x="46344" y="114133"/>
                </a:moveTo>
                <a:cubicBezTo>
                  <a:pt x="40655" y="112700"/>
                  <a:pt x="35661" y="106872"/>
                  <a:pt x="32216" y="98427"/>
                </a:cubicBezTo>
                <a:cubicBezTo>
                  <a:pt x="36466" y="96822"/>
                  <a:pt x="41261" y="95850"/>
                  <a:pt x="46344" y="95577"/>
                </a:cubicBezTo>
                <a:cubicBezTo>
                  <a:pt x="46344" y="95577"/>
                  <a:pt x="46344" y="114133"/>
                  <a:pt x="46344" y="114133"/>
                </a:cubicBezTo>
                <a:close/>
                <a:moveTo>
                  <a:pt x="21538" y="104616"/>
                </a:moveTo>
                <a:cubicBezTo>
                  <a:pt x="23266" y="103133"/>
                  <a:pt x="25244" y="101805"/>
                  <a:pt x="27416" y="100633"/>
                </a:cubicBezTo>
                <a:cubicBezTo>
                  <a:pt x="29244" y="104961"/>
                  <a:pt x="31450" y="108744"/>
                  <a:pt x="33972" y="111766"/>
                </a:cubicBezTo>
                <a:cubicBezTo>
                  <a:pt x="29416" y="110077"/>
                  <a:pt x="25227" y="107633"/>
                  <a:pt x="21538" y="104616"/>
                </a:cubicBezTo>
                <a:moveTo>
                  <a:pt x="5594" y="73655"/>
                </a:moveTo>
                <a:lnTo>
                  <a:pt x="21900" y="73655"/>
                </a:lnTo>
                <a:cubicBezTo>
                  <a:pt x="22144" y="81588"/>
                  <a:pt x="23427" y="89022"/>
                  <a:pt x="25505" y="95511"/>
                </a:cubicBezTo>
                <a:cubicBezTo>
                  <a:pt x="22538" y="97055"/>
                  <a:pt x="19900" y="98905"/>
                  <a:pt x="17588" y="100961"/>
                </a:cubicBezTo>
                <a:cubicBezTo>
                  <a:pt x="10705" y="93766"/>
                  <a:pt x="6255" y="84238"/>
                  <a:pt x="5594" y="73655"/>
                </a:cubicBezTo>
                <a:moveTo>
                  <a:pt x="17588" y="40855"/>
                </a:moveTo>
                <a:cubicBezTo>
                  <a:pt x="19900" y="42916"/>
                  <a:pt x="22538" y="44761"/>
                  <a:pt x="25505" y="46305"/>
                </a:cubicBezTo>
                <a:cubicBezTo>
                  <a:pt x="23427" y="52800"/>
                  <a:pt x="22144" y="60233"/>
                  <a:pt x="21900" y="68161"/>
                </a:cubicBezTo>
                <a:lnTo>
                  <a:pt x="5594" y="68161"/>
                </a:lnTo>
                <a:cubicBezTo>
                  <a:pt x="6255" y="57583"/>
                  <a:pt x="10705" y="48050"/>
                  <a:pt x="17588" y="40855"/>
                </a:cubicBezTo>
                <a:moveTo>
                  <a:pt x="33972" y="30055"/>
                </a:moveTo>
                <a:cubicBezTo>
                  <a:pt x="31450" y="33077"/>
                  <a:pt x="29244" y="36855"/>
                  <a:pt x="27416" y="41183"/>
                </a:cubicBezTo>
                <a:cubicBezTo>
                  <a:pt x="25244" y="40016"/>
                  <a:pt x="23266" y="38683"/>
                  <a:pt x="21538" y="37200"/>
                </a:cubicBezTo>
                <a:cubicBezTo>
                  <a:pt x="25233" y="34183"/>
                  <a:pt x="29416" y="31744"/>
                  <a:pt x="33972" y="30055"/>
                </a:cubicBezTo>
                <a:moveTo>
                  <a:pt x="49088" y="21816"/>
                </a:moveTo>
                <a:cubicBezTo>
                  <a:pt x="21977" y="21816"/>
                  <a:pt x="0" y="43794"/>
                  <a:pt x="0" y="70911"/>
                </a:cubicBezTo>
                <a:cubicBezTo>
                  <a:pt x="0" y="98022"/>
                  <a:pt x="21977" y="120000"/>
                  <a:pt x="49088" y="120000"/>
                </a:cubicBezTo>
                <a:cubicBezTo>
                  <a:pt x="76205" y="120000"/>
                  <a:pt x="98183" y="98022"/>
                  <a:pt x="98183" y="70911"/>
                </a:cubicBezTo>
                <a:cubicBezTo>
                  <a:pt x="98183" y="43794"/>
                  <a:pt x="76205" y="21816"/>
                  <a:pt x="49088" y="218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63" name="Shape 4917">
            <a:extLst>
              <a:ext uri="{FF2B5EF4-FFF2-40B4-BE49-F238E27FC236}">
                <a16:creationId xmlns:a16="http://schemas.microsoft.com/office/drawing/2014/main" id="{63BEFA16-4EF7-38DA-3AAD-8A0ACCE698DC}"/>
              </a:ext>
            </a:extLst>
          </p:cNvPr>
          <p:cNvSpPr/>
          <p:nvPr/>
        </p:nvSpPr>
        <p:spPr>
          <a:xfrm>
            <a:off x="7747271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8861" y="55444"/>
                </a:moveTo>
                <a:cubicBezTo>
                  <a:pt x="108816" y="54966"/>
                  <a:pt x="108750" y="54505"/>
                  <a:pt x="108694" y="54033"/>
                </a:cubicBezTo>
                <a:cubicBezTo>
                  <a:pt x="108566" y="52994"/>
                  <a:pt x="108411" y="51972"/>
                  <a:pt x="108222" y="50955"/>
                </a:cubicBezTo>
                <a:cubicBezTo>
                  <a:pt x="108127" y="50433"/>
                  <a:pt x="108022" y="49922"/>
                  <a:pt x="107911" y="49405"/>
                </a:cubicBezTo>
                <a:cubicBezTo>
                  <a:pt x="107688" y="48400"/>
                  <a:pt x="107427" y="47405"/>
                  <a:pt x="107144" y="46422"/>
                </a:cubicBezTo>
                <a:cubicBezTo>
                  <a:pt x="107016" y="45977"/>
                  <a:pt x="106911" y="45527"/>
                  <a:pt x="106766" y="45088"/>
                </a:cubicBezTo>
                <a:cubicBezTo>
                  <a:pt x="106350" y="43772"/>
                  <a:pt x="105872" y="42477"/>
                  <a:pt x="105350" y="41211"/>
                </a:cubicBezTo>
                <a:cubicBezTo>
                  <a:pt x="105127" y="40672"/>
                  <a:pt x="104866" y="40161"/>
                  <a:pt x="104627" y="39633"/>
                </a:cubicBezTo>
                <a:cubicBezTo>
                  <a:pt x="104283" y="38883"/>
                  <a:pt x="103933" y="38138"/>
                  <a:pt x="103555" y="37411"/>
                </a:cubicBezTo>
                <a:cubicBezTo>
                  <a:pt x="103222" y="36766"/>
                  <a:pt x="102866" y="36133"/>
                  <a:pt x="102500" y="35505"/>
                </a:cubicBezTo>
                <a:cubicBezTo>
                  <a:pt x="102177" y="34950"/>
                  <a:pt x="101838" y="34400"/>
                  <a:pt x="101494" y="33855"/>
                </a:cubicBezTo>
                <a:cubicBezTo>
                  <a:pt x="101066" y="33172"/>
                  <a:pt x="100633" y="32494"/>
                  <a:pt x="100172" y="31838"/>
                </a:cubicBezTo>
                <a:cubicBezTo>
                  <a:pt x="99922" y="31483"/>
                  <a:pt x="99644" y="31138"/>
                  <a:pt x="99383" y="30783"/>
                </a:cubicBezTo>
                <a:cubicBezTo>
                  <a:pt x="97466" y="28222"/>
                  <a:pt x="95327" y="25838"/>
                  <a:pt x="92955" y="23694"/>
                </a:cubicBezTo>
                <a:cubicBezTo>
                  <a:pt x="92805" y="23561"/>
                  <a:pt x="92661" y="23422"/>
                  <a:pt x="92511" y="23288"/>
                </a:cubicBezTo>
                <a:cubicBezTo>
                  <a:pt x="91661" y="22544"/>
                  <a:pt x="90794" y="21816"/>
                  <a:pt x="89894" y="21127"/>
                </a:cubicBezTo>
                <a:cubicBezTo>
                  <a:pt x="89850" y="21088"/>
                  <a:pt x="89805" y="21055"/>
                  <a:pt x="89755" y="21022"/>
                </a:cubicBezTo>
                <a:cubicBezTo>
                  <a:pt x="85883" y="18066"/>
                  <a:pt x="81555" y="15672"/>
                  <a:pt x="76900" y="13961"/>
                </a:cubicBezTo>
                <a:cubicBezTo>
                  <a:pt x="75511" y="16177"/>
                  <a:pt x="74094" y="19000"/>
                  <a:pt x="72444" y="19944"/>
                </a:cubicBezTo>
                <a:cubicBezTo>
                  <a:pt x="70055" y="21305"/>
                  <a:pt x="70227" y="26761"/>
                  <a:pt x="74827" y="26250"/>
                </a:cubicBezTo>
                <a:cubicBezTo>
                  <a:pt x="74827" y="26250"/>
                  <a:pt x="73466" y="27611"/>
                  <a:pt x="74827" y="32555"/>
                </a:cubicBezTo>
                <a:cubicBezTo>
                  <a:pt x="76194" y="37500"/>
                  <a:pt x="78477" y="38572"/>
                  <a:pt x="85227" y="35794"/>
                </a:cubicBezTo>
                <a:cubicBezTo>
                  <a:pt x="88122" y="34600"/>
                  <a:pt x="90322" y="35222"/>
                  <a:pt x="90000" y="38183"/>
                </a:cubicBezTo>
                <a:cubicBezTo>
                  <a:pt x="89316" y="44488"/>
                  <a:pt x="84455" y="44222"/>
                  <a:pt x="88122" y="54377"/>
                </a:cubicBezTo>
                <a:cubicBezTo>
                  <a:pt x="90338" y="60511"/>
                  <a:pt x="95794" y="62900"/>
                  <a:pt x="97838" y="67672"/>
                </a:cubicBezTo>
                <a:cubicBezTo>
                  <a:pt x="98966" y="70294"/>
                  <a:pt x="103283" y="72711"/>
                  <a:pt x="106944" y="74355"/>
                </a:cubicBezTo>
                <a:cubicBezTo>
                  <a:pt x="107338" y="73072"/>
                  <a:pt x="107666" y="71761"/>
                  <a:pt x="107955" y="70427"/>
                </a:cubicBezTo>
                <a:cubicBezTo>
                  <a:pt x="108066" y="69927"/>
                  <a:pt x="108150" y="69411"/>
                  <a:pt x="108244" y="68900"/>
                </a:cubicBezTo>
                <a:cubicBezTo>
                  <a:pt x="108427" y="67911"/>
                  <a:pt x="108583" y="66911"/>
                  <a:pt x="108700" y="65900"/>
                </a:cubicBezTo>
                <a:cubicBezTo>
                  <a:pt x="108755" y="65422"/>
                  <a:pt x="108822" y="64950"/>
                  <a:pt x="108866" y="64466"/>
                </a:cubicBezTo>
                <a:cubicBezTo>
                  <a:pt x="109000" y="63000"/>
                  <a:pt x="109088" y="61511"/>
                  <a:pt x="109088" y="60000"/>
                </a:cubicBezTo>
                <a:cubicBezTo>
                  <a:pt x="109088" y="58461"/>
                  <a:pt x="109000" y="56944"/>
                  <a:pt x="108861" y="55444"/>
                </a:cubicBezTo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2" y="5455"/>
                  <a:pt x="114544" y="29872"/>
                  <a:pt x="114544" y="60000"/>
                </a:cubicBezTo>
                <a:cubicBezTo>
                  <a:pt x="114544" y="90127"/>
                  <a:pt x="90122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6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6"/>
                  <a:pt x="93133" y="0"/>
                  <a:pt x="60000" y="0"/>
                </a:cubicBezTo>
                <a:moveTo>
                  <a:pt x="46705" y="54033"/>
                </a:moveTo>
                <a:cubicBezTo>
                  <a:pt x="47044" y="50111"/>
                  <a:pt x="53350" y="46022"/>
                  <a:pt x="57611" y="44150"/>
                </a:cubicBezTo>
                <a:cubicBezTo>
                  <a:pt x="61872" y="42272"/>
                  <a:pt x="65794" y="41588"/>
                  <a:pt x="65283" y="38350"/>
                </a:cubicBezTo>
                <a:cubicBezTo>
                  <a:pt x="64772" y="35111"/>
                  <a:pt x="63577" y="32727"/>
                  <a:pt x="56933" y="32727"/>
                </a:cubicBezTo>
                <a:cubicBezTo>
                  <a:pt x="50283" y="32727"/>
                  <a:pt x="53183" y="41588"/>
                  <a:pt x="47727" y="36305"/>
                </a:cubicBezTo>
                <a:cubicBezTo>
                  <a:pt x="42272" y="31022"/>
                  <a:pt x="48916" y="32388"/>
                  <a:pt x="51644" y="31194"/>
                </a:cubicBezTo>
                <a:cubicBezTo>
                  <a:pt x="54372" y="30000"/>
                  <a:pt x="57100" y="25055"/>
                  <a:pt x="52327" y="24716"/>
                </a:cubicBezTo>
                <a:cubicBezTo>
                  <a:pt x="47555" y="24377"/>
                  <a:pt x="48577" y="26761"/>
                  <a:pt x="44827" y="25400"/>
                </a:cubicBezTo>
                <a:cubicBezTo>
                  <a:pt x="41077" y="24033"/>
                  <a:pt x="39372" y="30172"/>
                  <a:pt x="36988" y="29316"/>
                </a:cubicBezTo>
                <a:cubicBezTo>
                  <a:pt x="35405" y="28755"/>
                  <a:pt x="31183" y="25583"/>
                  <a:pt x="28388" y="22466"/>
                </a:cubicBezTo>
                <a:cubicBezTo>
                  <a:pt x="22744" y="27222"/>
                  <a:pt x="18205" y="33233"/>
                  <a:pt x="15161" y="40066"/>
                </a:cubicBezTo>
                <a:cubicBezTo>
                  <a:pt x="15972" y="49233"/>
                  <a:pt x="20966" y="54033"/>
                  <a:pt x="20966" y="54033"/>
                </a:cubicBezTo>
                <a:cubicBezTo>
                  <a:pt x="20966" y="54033"/>
                  <a:pt x="23522" y="60000"/>
                  <a:pt x="38861" y="67327"/>
                </a:cubicBezTo>
                <a:cubicBezTo>
                  <a:pt x="38861" y="67327"/>
                  <a:pt x="41761" y="67500"/>
                  <a:pt x="38350" y="64088"/>
                </a:cubicBezTo>
                <a:cubicBezTo>
                  <a:pt x="34944" y="60683"/>
                  <a:pt x="31194" y="56422"/>
                  <a:pt x="35455" y="54205"/>
                </a:cubicBezTo>
                <a:cubicBezTo>
                  <a:pt x="39716" y="51988"/>
                  <a:pt x="40911" y="52161"/>
                  <a:pt x="41933" y="56250"/>
                </a:cubicBezTo>
                <a:cubicBezTo>
                  <a:pt x="42955" y="60338"/>
                  <a:pt x="46361" y="57955"/>
                  <a:pt x="46705" y="54033"/>
                </a:cubicBezTo>
                <a:moveTo>
                  <a:pt x="90255" y="71505"/>
                </a:moveTo>
                <a:cubicBezTo>
                  <a:pt x="88294" y="72700"/>
                  <a:pt x="88377" y="75338"/>
                  <a:pt x="90000" y="76788"/>
                </a:cubicBezTo>
                <a:cubicBezTo>
                  <a:pt x="91616" y="78238"/>
                  <a:pt x="94855" y="80111"/>
                  <a:pt x="95877" y="76788"/>
                </a:cubicBezTo>
                <a:cubicBezTo>
                  <a:pt x="96900" y="73466"/>
                  <a:pt x="92216" y="70311"/>
                  <a:pt x="90255" y="71505"/>
                </a:cubicBezTo>
                <a:moveTo>
                  <a:pt x="66816" y="71933"/>
                </a:moveTo>
                <a:cubicBezTo>
                  <a:pt x="61022" y="66988"/>
                  <a:pt x="61705" y="64772"/>
                  <a:pt x="54372" y="64772"/>
                </a:cubicBezTo>
                <a:cubicBezTo>
                  <a:pt x="47044" y="64772"/>
                  <a:pt x="42444" y="66477"/>
                  <a:pt x="44316" y="76705"/>
                </a:cubicBezTo>
                <a:cubicBezTo>
                  <a:pt x="46194" y="86933"/>
                  <a:pt x="51644" y="82327"/>
                  <a:pt x="51138" y="90172"/>
                </a:cubicBezTo>
                <a:cubicBezTo>
                  <a:pt x="50622" y="98011"/>
                  <a:pt x="52500" y="99716"/>
                  <a:pt x="53694" y="101588"/>
                </a:cubicBezTo>
                <a:cubicBezTo>
                  <a:pt x="54888" y="103466"/>
                  <a:pt x="58466" y="108922"/>
                  <a:pt x="59827" y="101250"/>
                </a:cubicBezTo>
                <a:cubicBezTo>
                  <a:pt x="61194" y="93577"/>
                  <a:pt x="63750" y="89316"/>
                  <a:pt x="66644" y="85566"/>
                </a:cubicBezTo>
                <a:cubicBezTo>
                  <a:pt x="69544" y="81816"/>
                  <a:pt x="72611" y="76872"/>
                  <a:pt x="66816" y="7193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65" name="Shape 4918">
            <a:extLst>
              <a:ext uri="{FF2B5EF4-FFF2-40B4-BE49-F238E27FC236}">
                <a16:creationId xmlns:a16="http://schemas.microsoft.com/office/drawing/2014/main" id="{34C0BEA8-DCCE-988D-FBEF-E95FE7086268}"/>
              </a:ext>
            </a:extLst>
          </p:cNvPr>
          <p:cNvSpPr/>
          <p:nvPr/>
        </p:nvSpPr>
        <p:spPr>
          <a:xfrm>
            <a:off x="8251457" y="4755649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038" y="98183"/>
                </a:moveTo>
                <a:lnTo>
                  <a:pt x="111816" y="98183"/>
                </a:lnTo>
                <a:cubicBezTo>
                  <a:pt x="113322" y="98183"/>
                  <a:pt x="114544" y="96961"/>
                  <a:pt x="114544" y="95455"/>
                </a:cubicBezTo>
                <a:cubicBezTo>
                  <a:pt x="114544" y="93944"/>
                  <a:pt x="113322" y="92727"/>
                  <a:pt x="111816" y="92727"/>
                </a:cubicBezTo>
                <a:lnTo>
                  <a:pt x="95455" y="92727"/>
                </a:lnTo>
                <a:cubicBezTo>
                  <a:pt x="93950" y="92727"/>
                  <a:pt x="92727" y="93944"/>
                  <a:pt x="92727" y="95455"/>
                </a:cubicBezTo>
                <a:lnTo>
                  <a:pt x="92727" y="111816"/>
                </a:lnTo>
                <a:cubicBezTo>
                  <a:pt x="92727" y="113327"/>
                  <a:pt x="93950" y="114544"/>
                  <a:pt x="95455" y="114544"/>
                </a:cubicBezTo>
                <a:cubicBezTo>
                  <a:pt x="96961" y="114544"/>
                  <a:pt x="98183" y="113327"/>
                  <a:pt x="98183" y="111816"/>
                </a:cubicBezTo>
                <a:lnTo>
                  <a:pt x="98183" y="102038"/>
                </a:lnTo>
                <a:lnTo>
                  <a:pt x="115344" y="119200"/>
                </a:lnTo>
                <a:cubicBezTo>
                  <a:pt x="115838" y="119694"/>
                  <a:pt x="116522" y="120000"/>
                  <a:pt x="117272" y="120000"/>
                </a:cubicBez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116522"/>
                  <a:pt x="119694" y="115838"/>
                  <a:pt x="119200" y="115344"/>
                </a:cubicBezTo>
                <a:cubicBezTo>
                  <a:pt x="119200" y="115344"/>
                  <a:pt x="102038" y="98183"/>
                  <a:pt x="102038" y="98183"/>
                </a:cubicBezTo>
                <a:close/>
                <a:moveTo>
                  <a:pt x="24544" y="92727"/>
                </a:moveTo>
                <a:lnTo>
                  <a:pt x="8183" y="92727"/>
                </a:lnTo>
                <a:cubicBezTo>
                  <a:pt x="6677" y="92727"/>
                  <a:pt x="5455" y="93944"/>
                  <a:pt x="5455" y="95455"/>
                </a:cubicBezTo>
                <a:cubicBezTo>
                  <a:pt x="5455" y="96961"/>
                  <a:pt x="6677" y="98183"/>
                  <a:pt x="8183" y="98183"/>
                </a:cubicBezTo>
                <a:lnTo>
                  <a:pt x="17961" y="98183"/>
                </a:lnTo>
                <a:lnTo>
                  <a:pt x="800" y="115344"/>
                </a:lnTo>
                <a:cubicBezTo>
                  <a:pt x="305" y="115838"/>
                  <a:pt x="0" y="116522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cubicBezTo>
                  <a:pt x="3477" y="120000"/>
                  <a:pt x="4161" y="119694"/>
                  <a:pt x="4655" y="119200"/>
                </a:cubicBezTo>
                <a:lnTo>
                  <a:pt x="21816" y="102038"/>
                </a:lnTo>
                <a:lnTo>
                  <a:pt x="21816" y="111816"/>
                </a:lnTo>
                <a:cubicBezTo>
                  <a:pt x="21816" y="113327"/>
                  <a:pt x="23038" y="114544"/>
                  <a:pt x="24544" y="114544"/>
                </a:cubicBezTo>
                <a:cubicBezTo>
                  <a:pt x="26050" y="114544"/>
                  <a:pt x="27272" y="113327"/>
                  <a:pt x="27272" y="111816"/>
                </a:cubicBezTo>
                <a:lnTo>
                  <a:pt x="27272" y="95455"/>
                </a:lnTo>
                <a:cubicBezTo>
                  <a:pt x="27272" y="93944"/>
                  <a:pt x="26050" y="92727"/>
                  <a:pt x="24544" y="92727"/>
                </a:cubicBezTo>
                <a:moveTo>
                  <a:pt x="80988" y="77350"/>
                </a:moveTo>
                <a:cubicBezTo>
                  <a:pt x="79811" y="76422"/>
                  <a:pt x="78461" y="75588"/>
                  <a:pt x="77016" y="74833"/>
                </a:cubicBezTo>
                <a:cubicBezTo>
                  <a:pt x="78111" y="71166"/>
                  <a:pt x="78827" y="67111"/>
                  <a:pt x="79044" y="62800"/>
                </a:cubicBezTo>
                <a:lnTo>
                  <a:pt x="87088" y="62800"/>
                </a:lnTo>
                <a:cubicBezTo>
                  <a:pt x="86522" y="68305"/>
                  <a:pt x="84316" y="73305"/>
                  <a:pt x="80988" y="77350"/>
                </a:cubicBezTo>
                <a:moveTo>
                  <a:pt x="72977" y="84000"/>
                </a:moveTo>
                <a:cubicBezTo>
                  <a:pt x="73777" y="82733"/>
                  <a:pt x="74500" y="81338"/>
                  <a:pt x="75161" y="79855"/>
                </a:cubicBezTo>
                <a:cubicBezTo>
                  <a:pt x="75888" y="80250"/>
                  <a:pt x="76561" y="80672"/>
                  <a:pt x="77183" y="81122"/>
                </a:cubicBezTo>
                <a:cubicBezTo>
                  <a:pt x="75866" y="82194"/>
                  <a:pt x="74483" y="83183"/>
                  <a:pt x="72977" y="84000"/>
                </a:cubicBezTo>
                <a:moveTo>
                  <a:pt x="62800" y="71027"/>
                </a:moveTo>
                <a:lnTo>
                  <a:pt x="62800" y="62800"/>
                </a:lnTo>
                <a:lnTo>
                  <a:pt x="73477" y="62800"/>
                </a:lnTo>
                <a:cubicBezTo>
                  <a:pt x="73294" y="66377"/>
                  <a:pt x="72738" y="69705"/>
                  <a:pt x="71938" y="72738"/>
                </a:cubicBezTo>
                <a:cubicBezTo>
                  <a:pt x="69127" y="71838"/>
                  <a:pt x="66055" y="71244"/>
                  <a:pt x="62800" y="71027"/>
                </a:cubicBezTo>
                <a:moveTo>
                  <a:pt x="62800" y="86694"/>
                </a:moveTo>
                <a:lnTo>
                  <a:pt x="62800" y="76477"/>
                </a:lnTo>
                <a:cubicBezTo>
                  <a:pt x="65466" y="76666"/>
                  <a:pt x="67961" y="77144"/>
                  <a:pt x="70233" y="77827"/>
                </a:cubicBezTo>
                <a:cubicBezTo>
                  <a:pt x="68338" y="82250"/>
                  <a:pt x="65761" y="85455"/>
                  <a:pt x="62800" y="86694"/>
                </a:cubicBezTo>
                <a:moveTo>
                  <a:pt x="62800" y="48972"/>
                </a:moveTo>
                <a:cubicBezTo>
                  <a:pt x="66055" y="48755"/>
                  <a:pt x="69127" y="48161"/>
                  <a:pt x="71938" y="47261"/>
                </a:cubicBezTo>
                <a:cubicBezTo>
                  <a:pt x="72738" y="50294"/>
                  <a:pt x="73294" y="53622"/>
                  <a:pt x="73477" y="57205"/>
                </a:cubicBezTo>
                <a:lnTo>
                  <a:pt x="62800" y="57205"/>
                </a:lnTo>
                <a:cubicBezTo>
                  <a:pt x="62800" y="57205"/>
                  <a:pt x="62800" y="48972"/>
                  <a:pt x="62800" y="48972"/>
                </a:cubicBezTo>
                <a:close/>
                <a:moveTo>
                  <a:pt x="62800" y="33305"/>
                </a:moveTo>
                <a:cubicBezTo>
                  <a:pt x="65761" y="34544"/>
                  <a:pt x="68338" y="37750"/>
                  <a:pt x="70233" y="42172"/>
                </a:cubicBezTo>
                <a:cubicBezTo>
                  <a:pt x="67961" y="42855"/>
                  <a:pt x="65466" y="43333"/>
                  <a:pt x="62800" y="43527"/>
                </a:cubicBezTo>
                <a:cubicBezTo>
                  <a:pt x="62800" y="43527"/>
                  <a:pt x="62800" y="33305"/>
                  <a:pt x="62800" y="33305"/>
                </a:cubicBezTo>
                <a:close/>
                <a:moveTo>
                  <a:pt x="77183" y="38877"/>
                </a:moveTo>
                <a:cubicBezTo>
                  <a:pt x="76561" y="39327"/>
                  <a:pt x="75888" y="39750"/>
                  <a:pt x="75161" y="40150"/>
                </a:cubicBezTo>
                <a:cubicBezTo>
                  <a:pt x="74500" y="38666"/>
                  <a:pt x="73777" y="37266"/>
                  <a:pt x="72977" y="36000"/>
                </a:cubicBezTo>
                <a:cubicBezTo>
                  <a:pt x="74483" y="36816"/>
                  <a:pt x="75866" y="37805"/>
                  <a:pt x="77183" y="38877"/>
                </a:cubicBezTo>
                <a:moveTo>
                  <a:pt x="87088" y="57205"/>
                </a:moveTo>
                <a:lnTo>
                  <a:pt x="79044" y="57205"/>
                </a:lnTo>
                <a:cubicBezTo>
                  <a:pt x="78827" y="52888"/>
                  <a:pt x="78111" y="48833"/>
                  <a:pt x="77016" y="45166"/>
                </a:cubicBezTo>
                <a:cubicBezTo>
                  <a:pt x="78461" y="44411"/>
                  <a:pt x="79811" y="43577"/>
                  <a:pt x="80988" y="42650"/>
                </a:cubicBezTo>
                <a:cubicBezTo>
                  <a:pt x="84316" y="46694"/>
                  <a:pt x="86522" y="51694"/>
                  <a:pt x="87088" y="57205"/>
                </a:cubicBezTo>
                <a:moveTo>
                  <a:pt x="57200" y="43527"/>
                </a:moveTo>
                <a:cubicBezTo>
                  <a:pt x="54533" y="43333"/>
                  <a:pt x="52038" y="42855"/>
                  <a:pt x="49766" y="42172"/>
                </a:cubicBezTo>
                <a:cubicBezTo>
                  <a:pt x="51661" y="37750"/>
                  <a:pt x="54244" y="34544"/>
                  <a:pt x="57200" y="33305"/>
                </a:cubicBezTo>
                <a:cubicBezTo>
                  <a:pt x="57200" y="33305"/>
                  <a:pt x="57200" y="43527"/>
                  <a:pt x="57200" y="43527"/>
                </a:cubicBezTo>
                <a:close/>
                <a:moveTo>
                  <a:pt x="57200" y="57205"/>
                </a:moveTo>
                <a:lnTo>
                  <a:pt x="46522" y="57205"/>
                </a:lnTo>
                <a:cubicBezTo>
                  <a:pt x="46705" y="53622"/>
                  <a:pt x="47261" y="50294"/>
                  <a:pt x="48061" y="47261"/>
                </a:cubicBezTo>
                <a:cubicBezTo>
                  <a:pt x="50877" y="48161"/>
                  <a:pt x="53944" y="48755"/>
                  <a:pt x="57200" y="48972"/>
                </a:cubicBezTo>
                <a:cubicBezTo>
                  <a:pt x="57200" y="48972"/>
                  <a:pt x="57200" y="57205"/>
                  <a:pt x="57200" y="57205"/>
                </a:cubicBezTo>
                <a:close/>
                <a:moveTo>
                  <a:pt x="57200" y="71027"/>
                </a:moveTo>
                <a:cubicBezTo>
                  <a:pt x="53944" y="71244"/>
                  <a:pt x="50877" y="71838"/>
                  <a:pt x="48061" y="72738"/>
                </a:cubicBezTo>
                <a:cubicBezTo>
                  <a:pt x="47261" y="69705"/>
                  <a:pt x="46705" y="66377"/>
                  <a:pt x="46522" y="62800"/>
                </a:cubicBezTo>
                <a:lnTo>
                  <a:pt x="57200" y="62800"/>
                </a:lnTo>
                <a:cubicBezTo>
                  <a:pt x="57200" y="62800"/>
                  <a:pt x="57200" y="71027"/>
                  <a:pt x="57200" y="71027"/>
                </a:cubicBezTo>
                <a:close/>
                <a:moveTo>
                  <a:pt x="57200" y="86694"/>
                </a:moveTo>
                <a:cubicBezTo>
                  <a:pt x="54244" y="85455"/>
                  <a:pt x="51661" y="82250"/>
                  <a:pt x="49766" y="77827"/>
                </a:cubicBezTo>
                <a:cubicBezTo>
                  <a:pt x="52038" y="77144"/>
                  <a:pt x="54533" y="76666"/>
                  <a:pt x="57200" y="76477"/>
                </a:cubicBezTo>
                <a:cubicBezTo>
                  <a:pt x="57200" y="76477"/>
                  <a:pt x="57200" y="86694"/>
                  <a:pt x="57200" y="86694"/>
                </a:cubicBezTo>
                <a:close/>
                <a:moveTo>
                  <a:pt x="42816" y="81122"/>
                </a:moveTo>
                <a:cubicBezTo>
                  <a:pt x="43438" y="80672"/>
                  <a:pt x="44116" y="80250"/>
                  <a:pt x="44838" y="79855"/>
                </a:cubicBezTo>
                <a:cubicBezTo>
                  <a:pt x="45500" y="81338"/>
                  <a:pt x="46227" y="82733"/>
                  <a:pt x="47022" y="84000"/>
                </a:cubicBezTo>
                <a:cubicBezTo>
                  <a:pt x="45516" y="83183"/>
                  <a:pt x="44133" y="82194"/>
                  <a:pt x="42816" y="81122"/>
                </a:cubicBezTo>
                <a:moveTo>
                  <a:pt x="32916" y="62800"/>
                </a:moveTo>
                <a:lnTo>
                  <a:pt x="40955" y="62800"/>
                </a:lnTo>
                <a:cubicBezTo>
                  <a:pt x="41172" y="67111"/>
                  <a:pt x="41888" y="71166"/>
                  <a:pt x="42983" y="74833"/>
                </a:cubicBezTo>
                <a:cubicBezTo>
                  <a:pt x="41538" y="75588"/>
                  <a:pt x="40194" y="76422"/>
                  <a:pt x="39011" y="77350"/>
                </a:cubicBezTo>
                <a:cubicBezTo>
                  <a:pt x="35683" y="73305"/>
                  <a:pt x="33477" y="68305"/>
                  <a:pt x="32916" y="62800"/>
                </a:cubicBezTo>
                <a:moveTo>
                  <a:pt x="39011" y="42650"/>
                </a:moveTo>
                <a:cubicBezTo>
                  <a:pt x="40194" y="43577"/>
                  <a:pt x="41538" y="44411"/>
                  <a:pt x="42983" y="45166"/>
                </a:cubicBezTo>
                <a:cubicBezTo>
                  <a:pt x="41888" y="48833"/>
                  <a:pt x="41172" y="52888"/>
                  <a:pt x="40955" y="57205"/>
                </a:cubicBezTo>
                <a:lnTo>
                  <a:pt x="32916" y="57205"/>
                </a:lnTo>
                <a:cubicBezTo>
                  <a:pt x="33477" y="51694"/>
                  <a:pt x="35683" y="46694"/>
                  <a:pt x="39011" y="42650"/>
                </a:cubicBezTo>
                <a:moveTo>
                  <a:pt x="47022" y="36000"/>
                </a:moveTo>
                <a:cubicBezTo>
                  <a:pt x="46227" y="37266"/>
                  <a:pt x="45500" y="38666"/>
                  <a:pt x="44838" y="40150"/>
                </a:cubicBezTo>
                <a:cubicBezTo>
                  <a:pt x="44116" y="39750"/>
                  <a:pt x="43438" y="39327"/>
                  <a:pt x="42816" y="38877"/>
                </a:cubicBezTo>
                <a:cubicBezTo>
                  <a:pt x="44133" y="37805"/>
                  <a:pt x="45516" y="36816"/>
                  <a:pt x="47022" y="36000"/>
                </a:cubicBezTo>
                <a:moveTo>
                  <a:pt x="60000" y="27272"/>
                </a:moveTo>
                <a:cubicBezTo>
                  <a:pt x="41922" y="27272"/>
                  <a:pt x="27272" y="41922"/>
                  <a:pt x="27272" y="60000"/>
                </a:cubicBezTo>
                <a:cubicBezTo>
                  <a:pt x="27272" y="78072"/>
                  <a:pt x="41922" y="92727"/>
                  <a:pt x="60000" y="92727"/>
                </a:cubicBezTo>
                <a:cubicBezTo>
                  <a:pt x="78072" y="92727"/>
                  <a:pt x="92727" y="78072"/>
                  <a:pt x="92727" y="60000"/>
                </a:cubicBezTo>
                <a:cubicBezTo>
                  <a:pt x="92727" y="41922"/>
                  <a:pt x="78072" y="27272"/>
                  <a:pt x="60000" y="27272"/>
                </a:cubicBezTo>
                <a:moveTo>
                  <a:pt x="17961" y="21816"/>
                </a:moveTo>
                <a:lnTo>
                  <a:pt x="8183" y="21816"/>
                </a:lnTo>
                <a:cubicBezTo>
                  <a:pt x="6677" y="21816"/>
                  <a:pt x="5455" y="23038"/>
                  <a:pt x="5455" y="24544"/>
                </a:cubicBezTo>
                <a:cubicBezTo>
                  <a:pt x="5455" y="26055"/>
                  <a:pt x="6677" y="27272"/>
                  <a:pt x="8183" y="27272"/>
                </a:cubicBezTo>
                <a:lnTo>
                  <a:pt x="24544" y="27272"/>
                </a:lnTo>
                <a:cubicBezTo>
                  <a:pt x="26050" y="27272"/>
                  <a:pt x="27272" y="26055"/>
                  <a:pt x="27272" y="24544"/>
                </a:cubicBezTo>
                <a:lnTo>
                  <a:pt x="27272" y="8183"/>
                </a:lnTo>
                <a:cubicBezTo>
                  <a:pt x="27272" y="6672"/>
                  <a:pt x="26050" y="5455"/>
                  <a:pt x="24544" y="5455"/>
                </a:cubicBezTo>
                <a:cubicBezTo>
                  <a:pt x="23038" y="5455"/>
                  <a:pt x="21816" y="6672"/>
                  <a:pt x="21816" y="8183"/>
                </a:cubicBezTo>
                <a:lnTo>
                  <a:pt x="21816" y="17961"/>
                </a:lnTo>
                <a:lnTo>
                  <a:pt x="4655" y="800"/>
                </a:lnTo>
                <a:cubicBezTo>
                  <a:pt x="4161" y="305"/>
                  <a:pt x="3477" y="0"/>
                  <a:pt x="2727" y="0"/>
                </a:cubicBezTo>
                <a:cubicBezTo>
                  <a:pt x="1222" y="0"/>
                  <a:pt x="0" y="1222"/>
                  <a:pt x="0" y="2727"/>
                </a:cubicBezTo>
                <a:cubicBezTo>
                  <a:pt x="0" y="3483"/>
                  <a:pt x="305" y="4161"/>
                  <a:pt x="800" y="4655"/>
                </a:cubicBezTo>
                <a:cubicBezTo>
                  <a:pt x="800" y="4655"/>
                  <a:pt x="17961" y="21816"/>
                  <a:pt x="17961" y="21816"/>
                </a:cubicBezTo>
                <a:close/>
                <a:moveTo>
                  <a:pt x="95455" y="27272"/>
                </a:moveTo>
                <a:lnTo>
                  <a:pt x="111816" y="27272"/>
                </a:lnTo>
                <a:cubicBezTo>
                  <a:pt x="113322" y="27272"/>
                  <a:pt x="114544" y="26055"/>
                  <a:pt x="114544" y="24544"/>
                </a:cubicBezTo>
                <a:cubicBezTo>
                  <a:pt x="114544" y="23038"/>
                  <a:pt x="113322" y="21816"/>
                  <a:pt x="111816" y="21816"/>
                </a:cubicBezTo>
                <a:lnTo>
                  <a:pt x="102038" y="21816"/>
                </a:lnTo>
                <a:lnTo>
                  <a:pt x="119200" y="4655"/>
                </a:lnTo>
                <a:cubicBezTo>
                  <a:pt x="119694" y="4161"/>
                  <a:pt x="120000" y="3483"/>
                  <a:pt x="120000" y="2727"/>
                </a:cubicBezTo>
                <a:cubicBezTo>
                  <a:pt x="120000" y="1222"/>
                  <a:pt x="118777" y="0"/>
                  <a:pt x="117272" y="0"/>
                </a:cubicBezTo>
                <a:cubicBezTo>
                  <a:pt x="116522" y="0"/>
                  <a:pt x="115838" y="305"/>
                  <a:pt x="115344" y="800"/>
                </a:cubicBezTo>
                <a:lnTo>
                  <a:pt x="98183" y="17961"/>
                </a:lnTo>
                <a:lnTo>
                  <a:pt x="98183" y="8183"/>
                </a:lnTo>
                <a:cubicBezTo>
                  <a:pt x="98183" y="6672"/>
                  <a:pt x="96961" y="5455"/>
                  <a:pt x="95455" y="5455"/>
                </a:cubicBezTo>
                <a:cubicBezTo>
                  <a:pt x="93950" y="5455"/>
                  <a:pt x="92727" y="6672"/>
                  <a:pt x="92727" y="8183"/>
                </a:cubicBezTo>
                <a:lnTo>
                  <a:pt x="92727" y="24544"/>
                </a:lnTo>
                <a:cubicBezTo>
                  <a:pt x="92727" y="26055"/>
                  <a:pt x="93950" y="27272"/>
                  <a:pt x="95455" y="2727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67" name="Shape 4919">
            <a:extLst>
              <a:ext uri="{FF2B5EF4-FFF2-40B4-BE49-F238E27FC236}">
                <a16:creationId xmlns:a16="http://schemas.microsoft.com/office/drawing/2014/main" id="{E99A4934-1570-F513-6C4F-5DE80B9315BD}"/>
              </a:ext>
            </a:extLst>
          </p:cNvPr>
          <p:cNvSpPr/>
          <p:nvPr/>
        </p:nvSpPr>
        <p:spPr>
          <a:xfrm>
            <a:off x="8719630" y="4755649"/>
            <a:ext cx="192071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4861" y="34850"/>
                </a:moveTo>
                <a:cubicBezTo>
                  <a:pt x="34861" y="34850"/>
                  <a:pt x="37005" y="38411"/>
                  <a:pt x="49866" y="42794"/>
                </a:cubicBezTo>
                <a:cubicBezTo>
                  <a:pt x="49866" y="42794"/>
                  <a:pt x="52294" y="42894"/>
                  <a:pt x="49438" y="40855"/>
                </a:cubicBezTo>
                <a:cubicBezTo>
                  <a:pt x="46577" y="38816"/>
                  <a:pt x="43438" y="36272"/>
                  <a:pt x="47011" y="34950"/>
                </a:cubicBezTo>
                <a:cubicBezTo>
                  <a:pt x="50577" y="33622"/>
                  <a:pt x="51583" y="33727"/>
                  <a:pt x="52438" y="36172"/>
                </a:cubicBezTo>
                <a:cubicBezTo>
                  <a:pt x="53300" y="38611"/>
                  <a:pt x="56155" y="37188"/>
                  <a:pt x="56438" y="34850"/>
                </a:cubicBezTo>
                <a:cubicBezTo>
                  <a:pt x="56727" y="32505"/>
                  <a:pt x="62016" y="30061"/>
                  <a:pt x="65588" y="28938"/>
                </a:cubicBezTo>
                <a:cubicBezTo>
                  <a:pt x="69161" y="27816"/>
                  <a:pt x="72444" y="27411"/>
                  <a:pt x="72016" y="25472"/>
                </a:cubicBezTo>
                <a:cubicBezTo>
                  <a:pt x="71588" y="23538"/>
                  <a:pt x="70588" y="22111"/>
                  <a:pt x="65016" y="22111"/>
                </a:cubicBezTo>
                <a:cubicBezTo>
                  <a:pt x="59438" y="22111"/>
                  <a:pt x="61872" y="27411"/>
                  <a:pt x="57300" y="24250"/>
                </a:cubicBezTo>
                <a:cubicBezTo>
                  <a:pt x="52727" y="21094"/>
                  <a:pt x="58294" y="21911"/>
                  <a:pt x="60583" y="21200"/>
                </a:cubicBezTo>
                <a:cubicBezTo>
                  <a:pt x="62872" y="20483"/>
                  <a:pt x="65161" y="17527"/>
                  <a:pt x="61161" y="17327"/>
                </a:cubicBezTo>
                <a:cubicBezTo>
                  <a:pt x="57150" y="17122"/>
                  <a:pt x="58011" y="18550"/>
                  <a:pt x="54866" y="17733"/>
                </a:cubicBezTo>
                <a:cubicBezTo>
                  <a:pt x="51722" y="16916"/>
                  <a:pt x="50294" y="20588"/>
                  <a:pt x="48294" y="20077"/>
                </a:cubicBezTo>
                <a:cubicBezTo>
                  <a:pt x="47327" y="19833"/>
                  <a:pt x="45172" y="18744"/>
                  <a:pt x="43166" y="17455"/>
                </a:cubicBezTo>
                <a:cubicBezTo>
                  <a:pt x="37594" y="20916"/>
                  <a:pt x="33455" y="25538"/>
                  <a:pt x="31422" y="30811"/>
                </a:cubicBezTo>
                <a:cubicBezTo>
                  <a:pt x="32883" y="33450"/>
                  <a:pt x="34861" y="34850"/>
                  <a:pt x="34861" y="34850"/>
                </a:cubicBezTo>
                <a:moveTo>
                  <a:pt x="114377" y="66816"/>
                </a:moveTo>
                <a:cubicBezTo>
                  <a:pt x="113372" y="66816"/>
                  <a:pt x="112472" y="67111"/>
                  <a:pt x="111800" y="67577"/>
                </a:cubicBezTo>
                <a:lnTo>
                  <a:pt x="111772" y="67561"/>
                </a:lnTo>
                <a:cubicBezTo>
                  <a:pt x="100805" y="76300"/>
                  <a:pt x="85055" y="81816"/>
                  <a:pt x="67500" y="81816"/>
                </a:cubicBezTo>
                <a:cubicBezTo>
                  <a:pt x="34366" y="81816"/>
                  <a:pt x="7500" y="62283"/>
                  <a:pt x="7500" y="38183"/>
                </a:cubicBezTo>
                <a:cubicBezTo>
                  <a:pt x="7500" y="25588"/>
                  <a:pt x="14877" y="14283"/>
                  <a:pt x="26600" y="6316"/>
                </a:cubicBezTo>
                <a:lnTo>
                  <a:pt x="26538" y="6261"/>
                </a:lnTo>
                <a:cubicBezTo>
                  <a:pt x="27472" y="5761"/>
                  <a:pt x="28122" y="5000"/>
                  <a:pt x="28122" y="4088"/>
                </a:cubicBezTo>
                <a:cubicBezTo>
                  <a:pt x="28122" y="2583"/>
                  <a:pt x="26444" y="1361"/>
                  <a:pt x="24377" y="1361"/>
                </a:cubicBezTo>
                <a:cubicBezTo>
                  <a:pt x="23288" y="1361"/>
                  <a:pt x="22333" y="1711"/>
                  <a:pt x="21650" y="2250"/>
                </a:cubicBezTo>
                <a:lnTo>
                  <a:pt x="21638" y="2238"/>
                </a:lnTo>
                <a:cubicBezTo>
                  <a:pt x="8361" y="11200"/>
                  <a:pt x="0" y="23966"/>
                  <a:pt x="0" y="38183"/>
                </a:cubicBezTo>
                <a:cubicBezTo>
                  <a:pt x="0" y="64372"/>
                  <a:pt x="28227" y="85711"/>
                  <a:pt x="63750" y="87133"/>
                </a:cubicBezTo>
                <a:lnTo>
                  <a:pt x="63750" y="114544"/>
                </a:lnTo>
                <a:lnTo>
                  <a:pt x="41250" y="114544"/>
                </a:lnTo>
                <a:cubicBezTo>
                  <a:pt x="39177" y="114544"/>
                  <a:pt x="37500" y="115766"/>
                  <a:pt x="37500" y="117272"/>
                </a:cubicBezTo>
                <a:cubicBezTo>
                  <a:pt x="37500" y="118777"/>
                  <a:pt x="39177" y="120000"/>
                  <a:pt x="41250" y="120000"/>
                </a:cubicBezTo>
                <a:lnTo>
                  <a:pt x="93750" y="120000"/>
                </a:lnTo>
                <a:cubicBezTo>
                  <a:pt x="95816" y="120000"/>
                  <a:pt x="97500" y="118777"/>
                  <a:pt x="97500" y="117272"/>
                </a:cubicBezTo>
                <a:cubicBezTo>
                  <a:pt x="97500" y="115766"/>
                  <a:pt x="95816" y="114544"/>
                  <a:pt x="93750" y="114544"/>
                </a:cubicBezTo>
                <a:lnTo>
                  <a:pt x="71250" y="114544"/>
                </a:lnTo>
                <a:lnTo>
                  <a:pt x="71250" y="87133"/>
                </a:lnTo>
                <a:cubicBezTo>
                  <a:pt x="89266" y="86411"/>
                  <a:pt x="105388" y="80555"/>
                  <a:pt x="116916" y="71555"/>
                </a:cubicBezTo>
                <a:lnTo>
                  <a:pt x="116894" y="71538"/>
                </a:lnTo>
                <a:cubicBezTo>
                  <a:pt x="117638" y="71044"/>
                  <a:pt x="118122" y="70338"/>
                  <a:pt x="118122" y="69544"/>
                </a:cubicBezTo>
                <a:cubicBezTo>
                  <a:pt x="118122" y="68038"/>
                  <a:pt x="116444" y="66816"/>
                  <a:pt x="114377" y="66816"/>
                </a:cubicBezTo>
                <a:moveTo>
                  <a:pt x="67500" y="5455"/>
                </a:moveTo>
                <a:cubicBezTo>
                  <a:pt x="92350" y="5455"/>
                  <a:pt x="112500" y="20105"/>
                  <a:pt x="112500" y="38183"/>
                </a:cubicBezTo>
                <a:cubicBezTo>
                  <a:pt x="112500" y="56261"/>
                  <a:pt x="92350" y="70911"/>
                  <a:pt x="67500" y="70911"/>
                </a:cubicBezTo>
                <a:cubicBezTo>
                  <a:pt x="42650" y="70911"/>
                  <a:pt x="22500" y="56261"/>
                  <a:pt x="22500" y="38183"/>
                </a:cubicBezTo>
                <a:cubicBezTo>
                  <a:pt x="22500" y="20105"/>
                  <a:pt x="42650" y="5455"/>
                  <a:pt x="67500" y="5455"/>
                </a:cubicBezTo>
                <a:moveTo>
                  <a:pt x="67500" y="76361"/>
                </a:moveTo>
                <a:cubicBezTo>
                  <a:pt x="96494" y="76361"/>
                  <a:pt x="120000" y="59272"/>
                  <a:pt x="120000" y="38183"/>
                </a:cubicBezTo>
                <a:cubicBezTo>
                  <a:pt x="120000" y="17094"/>
                  <a:pt x="96494" y="0"/>
                  <a:pt x="67500" y="0"/>
                </a:cubicBezTo>
                <a:cubicBezTo>
                  <a:pt x="38505" y="0"/>
                  <a:pt x="15000" y="17094"/>
                  <a:pt x="15000" y="38183"/>
                </a:cubicBezTo>
                <a:cubicBezTo>
                  <a:pt x="15000" y="59272"/>
                  <a:pt x="38505" y="76361"/>
                  <a:pt x="67500" y="76361"/>
                </a:cubicBezTo>
                <a:moveTo>
                  <a:pt x="92961" y="45288"/>
                </a:moveTo>
                <a:cubicBezTo>
                  <a:pt x="91316" y="46000"/>
                  <a:pt x="91383" y="47577"/>
                  <a:pt x="92738" y="48444"/>
                </a:cubicBezTo>
                <a:cubicBezTo>
                  <a:pt x="94100" y="49311"/>
                  <a:pt x="96816" y="50433"/>
                  <a:pt x="97672" y="48444"/>
                </a:cubicBezTo>
                <a:cubicBezTo>
                  <a:pt x="98533" y="46455"/>
                  <a:pt x="94600" y="44572"/>
                  <a:pt x="92961" y="45288"/>
                </a:cubicBezTo>
                <a:moveTo>
                  <a:pt x="62872" y="41266"/>
                </a:moveTo>
                <a:cubicBezTo>
                  <a:pt x="56727" y="41266"/>
                  <a:pt x="52866" y="42283"/>
                  <a:pt x="54444" y="48394"/>
                </a:cubicBezTo>
                <a:cubicBezTo>
                  <a:pt x="56011" y="54505"/>
                  <a:pt x="60583" y="51755"/>
                  <a:pt x="60155" y="56444"/>
                </a:cubicBezTo>
                <a:cubicBezTo>
                  <a:pt x="59727" y="61127"/>
                  <a:pt x="61300" y="62144"/>
                  <a:pt x="62300" y="63266"/>
                </a:cubicBezTo>
                <a:cubicBezTo>
                  <a:pt x="62861" y="63894"/>
                  <a:pt x="64066" y="65172"/>
                  <a:pt x="65211" y="65372"/>
                </a:cubicBezTo>
                <a:cubicBezTo>
                  <a:pt x="65377" y="65377"/>
                  <a:pt x="65544" y="65383"/>
                  <a:pt x="65711" y="65388"/>
                </a:cubicBezTo>
                <a:cubicBezTo>
                  <a:pt x="66411" y="65283"/>
                  <a:pt x="67044" y="64677"/>
                  <a:pt x="67444" y="63061"/>
                </a:cubicBezTo>
                <a:cubicBezTo>
                  <a:pt x="68588" y="58477"/>
                  <a:pt x="70733" y="55927"/>
                  <a:pt x="73161" y="53688"/>
                </a:cubicBezTo>
                <a:cubicBezTo>
                  <a:pt x="75588" y="51450"/>
                  <a:pt x="78166" y="48494"/>
                  <a:pt x="73305" y="45538"/>
                </a:cubicBezTo>
                <a:cubicBezTo>
                  <a:pt x="68444" y="42588"/>
                  <a:pt x="69016" y="41266"/>
                  <a:pt x="62872" y="41266"/>
                </a:cubicBezTo>
                <a:moveTo>
                  <a:pt x="80022" y="18244"/>
                </a:moveTo>
                <a:cubicBezTo>
                  <a:pt x="80022" y="18244"/>
                  <a:pt x="78877" y="19061"/>
                  <a:pt x="80022" y="22011"/>
                </a:cubicBezTo>
                <a:cubicBezTo>
                  <a:pt x="81166" y="24966"/>
                  <a:pt x="83083" y="25605"/>
                  <a:pt x="88744" y="23950"/>
                </a:cubicBezTo>
                <a:cubicBezTo>
                  <a:pt x="91172" y="23233"/>
                  <a:pt x="93011" y="23600"/>
                  <a:pt x="92738" y="25372"/>
                </a:cubicBezTo>
                <a:cubicBezTo>
                  <a:pt x="92172" y="29144"/>
                  <a:pt x="88100" y="28983"/>
                  <a:pt x="91172" y="35050"/>
                </a:cubicBezTo>
                <a:cubicBezTo>
                  <a:pt x="93027" y="38716"/>
                  <a:pt x="97600" y="40144"/>
                  <a:pt x="99316" y="42994"/>
                </a:cubicBezTo>
                <a:cubicBezTo>
                  <a:pt x="99911" y="43988"/>
                  <a:pt x="101600" y="44905"/>
                  <a:pt x="103516" y="45711"/>
                </a:cubicBezTo>
                <a:cubicBezTo>
                  <a:pt x="104461" y="43316"/>
                  <a:pt x="105000" y="40800"/>
                  <a:pt x="105000" y="38183"/>
                </a:cubicBezTo>
                <a:cubicBezTo>
                  <a:pt x="105000" y="26400"/>
                  <a:pt x="94705" y="16388"/>
                  <a:pt x="80316" y="12577"/>
                </a:cubicBezTo>
                <a:cubicBezTo>
                  <a:pt x="79600" y="13394"/>
                  <a:pt x="78844" y="14138"/>
                  <a:pt x="78022" y="14472"/>
                </a:cubicBezTo>
                <a:cubicBezTo>
                  <a:pt x="76022" y="15288"/>
                  <a:pt x="76166" y="18550"/>
                  <a:pt x="80022" y="182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69" name="Shape 4920">
            <a:extLst>
              <a:ext uri="{FF2B5EF4-FFF2-40B4-BE49-F238E27FC236}">
                <a16:creationId xmlns:a16="http://schemas.microsoft.com/office/drawing/2014/main" id="{FF2F737A-2496-40EF-6303-2624AA31A92D}"/>
              </a:ext>
            </a:extLst>
          </p:cNvPr>
          <p:cNvSpPr/>
          <p:nvPr/>
        </p:nvSpPr>
        <p:spPr>
          <a:xfrm>
            <a:off x="1187426" y="4294952"/>
            <a:ext cx="216080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5288" y="92727"/>
                </a:moveTo>
                <a:lnTo>
                  <a:pt x="20000" y="92727"/>
                </a:lnTo>
                <a:lnTo>
                  <a:pt x="20000" y="65455"/>
                </a:lnTo>
                <a:lnTo>
                  <a:pt x="95288" y="65455"/>
                </a:lnTo>
                <a:lnTo>
                  <a:pt x="111955" y="79088"/>
                </a:lnTo>
                <a:cubicBezTo>
                  <a:pt x="111955" y="79088"/>
                  <a:pt x="95288" y="92727"/>
                  <a:pt x="95288" y="92727"/>
                </a:cubicBezTo>
                <a:close/>
                <a:moveTo>
                  <a:pt x="63333" y="114544"/>
                </a:moveTo>
                <a:lnTo>
                  <a:pt x="56666" y="114544"/>
                </a:lnTo>
                <a:lnTo>
                  <a:pt x="56666" y="98183"/>
                </a:lnTo>
                <a:lnTo>
                  <a:pt x="63333" y="98183"/>
                </a:lnTo>
                <a:cubicBezTo>
                  <a:pt x="63333" y="98183"/>
                  <a:pt x="63333" y="114544"/>
                  <a:pt x="63333" y="114544"/>
                </a:cubicBezTo>
                <a:close/>
                <a:moveTo>
                  <a:pt x="63333" y="60000"/>
                </a:moveTo>
                <a:lnTo>
                  <a:pt x="56666" y="60000"/>
                </a:lnTo>
                <a:lnTo>
                  <a:pt x="56666" y="49088"/>
                </a:lnTo>
                <a:lnTo>
                  <a:pt x="63333" y="49088"/>
                </a:lnTo>
                <a:cubicBezTo>
                  <a:pt x="63333" y="49088"/>
                  <a:pt x="63333" y="60000"/>
                  <a:pt x="63333" y="60000"/>
                </a:cubicBezTo>
                <a:close/>
                <a:moveTo>
                  <a:pt x="24711" y="43638"/>
                </a:moveTo>
                <a:lnTo>
                  <a:pt x="8044" y="30000"/>
                </a:lnTo>
                <a:lnTo>
                  <a:pt x="24711" y="16361"/>
                </a:lnTo>
                <a:lnTo>
                  <a:pt x="100000" y="16361"/>
                </a:lnTo>
                <a:lnTo>
                  <a:pt x="100000" y="43638"/>
                </a:lnTo>
                <a:cubicBezTo>
                  <a:pt x="100000" y="43638"/>
                  <a:pt x="24711" y="43638"/>
                  <a:pt x="24711" y="43638"/>
                </a:cubicBezTo>
                <a:close/>
                <a:moveTo>
                  <a:pt x="56666" y="5455"/>
                </a:moveTo>
                <a:lnTo>
                  <a:pt x="63333" y="5455"/>
                </a:lnTo>
                <a:lnTo>
                  <a:pt x="63333" y="10911"/>
                </a:lnTo>
                <a:lnTo>
                  <a:pt x="56666" y="10911"/>
                </a:lnTo>
                <a:cubicBezTo>
                  <a:pt x="56666" y="10911"/>
                  <a:pt x="56666" y="5455"/>
                  <a:pt x="56666" y="5455"/>
                </a:cubicBezTo>
                <a:close/>
                <a:moveTo>
                  <a:pt x="119022" y="77161"/>
                </a:moveTo>
                <a:lnTo>
                  <a:pt x="99022" y="60800"/>
                </a:lnTo>
                <a:cubicBezTo>
                  <a:pt x="98416" y="60305"/>
                  <a:pt x="97583" y="60000"/>
                  <a:pt x="96666" y="60000"/>
                </a:cubicBezTo>
                <a:lnTo>
                  <a:pt x="70000" y="60000"/>
                </a:lnTo>
                <a:lnTo>
                  <a:pt x="70000" y="49088"/>
                </a:lnTo>
                <a:lnTo>
                  <a:pt x="103333" y="49088"/>
                </a:lnTo>
                <a:cubicBezTo>
                  <a:pt x="105177" y="49088"/>
                  <a:pt x="106666" y="47866"/>
                  <a:pt x="106666" y="46361"/>
                </a:cubicBezTo>
                <a:lnTo>
                  <a:pt x="106666" y="13638"/>
                </a:lnTo>
                <a:cubicBezTo>
                  <a:pt x="106666" y="12133"/>
                  <a:pt x="105177" y="10911"/>
                  <a:pt x="103333" y="10911"/>
                </a:cubicBezTo>
                <a:lnTo>
                  <a:pt x="70000" y="10911"/>
                </a:lnTo>
                <a:lnTo>
                  <a:pt x="70000" y="5455"/>
                </a:lnTo>
                <a:cubicBezTo>
                  <a:pt x="70000" y="2444"/>
                  <a:pt x="67016" y="0"/>
                  <a:pt x="63333" y="0"/>
                </a:cubicBezTo>
                <a:lnTo>
                  <a:pt x="56666" y="0"/>
                </a:lnTo>
                <a:cubicBezTo>
                  <a:pt x="52983" y="0"/>
                  <a:pt x="50000" y="2444"/>
                  <a:pt x="50000" y="5455"/>
                </a:cubicBezTo>
                <a:lnTo>
                  <a:pt x="50000" y="10911"/>
                </a:lnTo>
                <a:lnTo>
                  <a:pt x="23333" y="10911"/>
                </a:lnTo>
                <a:cubicBezTo>
                  <a:pt x="22411" y="10911"/>
                  <a:pt x="21583" y="11216"/>
                  <a:pt x="20977" y="11705"/>
                </a:cubicBezTo>
                <a:lnTo>
                  <a:pt x="977" y="28072"/>
                </a:lnTo>
                <a:cubicBezTo>
                  <a:pt x="372" y="28566"/>
                  <a:pt x="0" y="29250"/>
                  <a:pt x="0" y="30000"/>
                </a:cubicBezTo>
                <a:cubicBezTo>
                  <a:pt x="0" y="30755"/>
                  <a:pt x="372" y="31433"/>
                  <a:pt x="977" y="31927"/>
                </a:cubicBezTo>
                <a:lnTo>
                  <a:pt x="20977" y="48294"/>
                </a:lnTo>
                <a:cubicBezTo>
                  <a:pt x="21583" y="48788"/>
                  <a:pt x="22411" y="49088"/>
                  <a:pt x="23333" y="49088"/>
                </a:cubicBezTo>
                <a:lnTo>
                  <a:pt x="50000" y="49088"/>
                </a:lnTo>
                <a:lnTo>
                  <a:pt x="50000" y="60000"/>
                </a:lnTo>
                <a:lnTo>
                  <a:pt x="16666" y="60000"/>
                </a:lnTo>
                <a:cubicBezTo>
                  <a:pt x="14822" y="60000"/>
                  <a:pt x="13333" y="61222"/>
                  <a:pt x="13333" y="62727"/>
                </a:cubicBezTo>
                <a:lnTo>
                  <a:pt x="13333" y="95455"/>
                </a:lnTo>
                <a:cubicBezTo>
                  <a:pt x="13333" y="96961"/>
                  <a:pt x="14822" y="98183"/>
                  <a:pt x="16666" y="98183"/>
                </a:cubicBezTo>
                <a:lnTo>
                  <a:pt x="50000" y="98183"/>
                </a:lnTo>
                <a:lnTo>
                  <a:pt x="50000" y="114544"/>
                </a:lnTo>
                <a:cubicBezTo>
                  <a:pt x="50000" y="117555"/>
                  <a:pt x="52983" y="120000"/>
                  <a:pt x="56666" y="120000"/>
                </a:cubicBezTo>
                <a:lnTo>
                  <a:pt x="63333" y="120000"/>
                </a:lnTo>
                <a:cubicBezTo>
                  <a:pt x="67016" y="120000"/>
                  <a:pt x="70000" y="117555"/>
                  <a:pt x="70000" y="114544"/>
                </a:cubicBezTo>
                <a:lnTo>
                  <a:pt x="70000" y="98183"/>
                </a:lnTo>
                <a:lnTo>
                  <a:pt x="96666" y="98183"/>
                </a:lnTo>
                <a:cubicBezTo>
                  <a:pt x="97583" y="98183"/>
                  <a:pt x="98416" y="97877"/>
                  <a:pt x="99022" y="97383"/>
                </a:cubicBezTo>
                <a:lnTo>
                  <a:pt x="119022" y="81016"/>
                </a:lnTo>
                <a:cubicBezTo>
                  <a:pt x="119627" y="80527"/>
                  <a:pt x="120000" y="79844"/>
                  <a:pt x="120000" y="79088"/>
                </a:cubicBezTo>
                <a:cubicBezTo>
                  <a:pt x="120000" y="78338"/>
                  <a:pt x="119627" y="77655"/>
                  <a:pt x="119022" y="7716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71" name="Shape 4921">
            <a:extLst>
              <a:ext uri="{FF2B5EF4-FFF2-40B4-BE49-F238E27FC236}">
                <a16:creationId xmlns:a16="http://schemas.microsoft.com/office/drawing/2014/main" id="{E41EADFC-F0B6-BA9D-58A0-24788314B28C}"/>
              </a:ext>
            </a:extLst>
          </p:cNvPr>
          <p:cNvSpPr/>
          <p:nvPr/>
        </p:nvSpPr>
        <p:spPr>
          <a:xfrm>
            <a:off x="1691612" y="4294952"/>
            <a:ext cx="216080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3333" y="43638"/>
                </a:moveTo>
                <a:lnTo>
                  <a:pt x="43333" y="43638"/>
                </a:lnTo>
                <a:cubicBezTo>
                  <a:pt x="45177" y="43638"/>
                  <a:pt x="46666" y="42416"/>
                  <a:pt x="46666" y="40911"/>
                </a:cubicBezTo>
                <a:cubicBezTo>
                  <a:pt x="46666" y="39400"/>
                  <a:pt x="45177" y="38183"/>
                  <a:pt x="43333" y="38183"/>
                </a:cubicBezTo>
                <a:lnTo>
                  <a:pt x="23333" y="38183"/>
                </a:lnTo>
                <a:cubicBezTo>
                  <a:pt x="21488" y="38183"/>
                  <a:pt x="20000" y="39400"/>
                  <a:pt x="20000" y="40911"/>
                </a:cubicBezTo>
                <a:cubicBezTo>
                  <a:pt x="20000" y="42416"/>
                  <a:pt x="21488" y="43638"/>
                  <a:pt x="23333" y="43638"/>
                </a:cubicBezTo>
                <a:moveTo>
                  <a:pt x="23333" y="65455"/>
                </a:moveTo>
                <a:lnTo>
                  <a:pt x="90000" y="65455"/>
                </a:lnTo>
                <a:cubicBezTo>
                  <a:pt x="91844" y="65455"/>
                  <a:pt x="93333" y="64233"/>
                  <a:pt x="93333" y="62727"/>
                </a:cubicBezTo>
                <a:cubicBezTo>
                  <a:pt x="93333" y="61222"/>
                  <a:pt x="91844" y="60000"/>
                  <a:pt x="90000" y="60000"/>
                </a:cubicBezTo>
                <a:lnTo>
                  <a:pt x="23333" y="60000"/>
                </a:lnTo>
                <a:cubicBezTo>
                  <a:pt x="21488" y="60000"/>
                  <a:pt x="20000" y="61222"/>
                  <a:pt x="20000" y="62727"/>
                </a:cubicBezTo>
                <a:cubicBezTo>
                  <a:pt x="20000" y="64233"/>
                  <a:pt x="21488" y="65455"/>
                  <a:pt x="23333" y="65455"/>
                </a:cubicBezTo>
                <a:moveTo>
                  <a:pt x="23333" y="54544"/>
                </a:moveTo>
                <a:lnTo>
                  <a:pt x="63333" y="54544"/>
                </a:lnTo>
                <a:cubicBezTo>
                  <a:pt x="65177" y="54544"/>
                  <a:pt x="66666" y="53327"/>
                  <a:pt x="66666" y="51816"/>
                </a:cubicBezTo>
                <a:cubicBezTo>
                  <a:pt x="66666" y="50311"/>
                  <a:pt x="65177" y="49088"/>
                  <a:pt x="63333" y="49088"/>
                </a:cubicBezTo>
                <a:lnTo>
                  <a:pt x="23333" y="49088"/>
                </a:lnTo>
                <a:cubicBezTo>
                  <a:pt x="21488" y="49088"/>
                  <a:pt x="20000" y="50311"/>
                  <a:pt x="20000" y="51816"/>
                </a:cubicBezTo>
                <a:cubicBezTo>
                  <a:pt x="20000" y="53327"/>
                  <a:pt x="21488" y="54544"/>
                  <a:pt x="23333" y="54544"/>
                </a:cubicBezTo>
                <a:moveTo>
                  <a:pt x="23333" y="32727"/>
                </a:moveTo>
                <a:lnTo>
                  <a:pt x="83333" y="32727"/>
                </a:lnTo>
                <a:cubicBezTo>
                  <a:pt x="85177" y="32727"/>
                  <a:pt x="86666" y="31505"/>
                  <a:pt x="86666" y="30000"/>
                </a:cubicBezTo>
                <a:cubicBezTo>
                  <a:pt x="86666" y="28494"/>
                  <a:pt x="85177" y="27272"/>
                  <a:pt x="83333" y="27272"/>
                </a:cubicBezTo>
                <a:lnTo>
                  <a:pt x="23333" y="27272"/>
                </a:lnTo>
                <a:cubicBezTo>
                  <a:pt x="21488" y="27272"/>
                  <a:pt x="20000" y="28494"/>
                  <a:pt x="20000" y="30000"/>
                </a:cubicBezTo>
                <a:cubicBezTo>
                  <a:pt x="20000" y="31505"/>
                  <a:pt x="21488" y="32727"/>
                  <a:pt x="23333" y="32727"/>
                </a:cubicBezTo>
                <a:moveTo>
                  <a:pt x="113333" y="76361"/>
                </a:moveTo>
                <a:lnTo>
                  <a:pt x="6666" y="76361"/>
                </a:lnTo>
                <a:lnTo>
                  <a:pt x="6666" y="16361"/>
                </a:lnTo>
                <a:lnTo>
                  <a:pt x="113333" y="16361"/>
                </a:lnTo>
                <a:cubicBezTo>
                  <a:pt x="113333" y="16361"/>
                  <a:pt x="113333" y="76361"/>
                  <a:pt x="113333" y="76361"/>
                </a:cubicBezTo>
                <a:close/>
                <a:moveTo>
                  <a:pt x="63333" y="114544"/>
                </a:moveTo>
                <a:lnTo>
                  <a:pt x="56666" y="114544"/>
                </a:lnTo>
                <a:lnTo>
                  <a:pt x="56666" y="81816"/>
                </a:lnTo>
                <a:lnTo>
                  <a:pt x="63333" y="81816"/>
                </a:lnTo>
                <a:cubicBezTo>
                  <a:pt x="63333" y="81816"/>
                  <a:pt x="63333" y="114544"/>
                  <a:pt x="63333" y="114544"/>
                </a:cubicBezTo>
                <a:close/>
                <a:moveTo>
                  <a:pt x="56666" y="5455"/>
                </a:moveTo>
                <a:lnTo>
                  <a:pt x="63333" y="5455"/>
                </a:lnTo>
                <a:lnTo>
                  <a:pt x="63333" y="10911"/>
                </a:lnTo>
                <a:lnTo>
                  <a:pt x="56666" y="10911"/>
                </a:lnTo>
                <a:cubicBezTo>
                  <a:pt x="56666" y="10911"/>
                  <a:pt x="56666" y="5455"/>
                  <a:pt x="56666" y="5455"/>
                </a:cubicBezTo>
                <a:close/>
                <a:moveTo>
                  <a:pt x="113333" y="10911"/>
                </a:moveTo>
                <a:lnTo>
                  <a:pt x="70000" y="10911"/>
                </a:lnTo>
                <a:lnTo>
                  <a:pt x="70000" y="5455"/>
                </a:lnTo>
                <a:cubicBezTo>
                  <a:pt x="70000" y="2444"/>
                  <a:pt x="67011" y="0"/>
                  <a:pt x="63333" y="0"/>
                </a:cubicBezTo>
                <a:lnTo>
                  <a:pt x="56666" y="0"/>
                </a:lnTo>
                <a:cubicBezTo>
                  <a:pt x="52983" y="0"/>
                  <a:pt x="50000" y="2444"/>
                  <a:pt x="50000" y="5455"/>
                </a:cubicBezTo>
                <a:lnTo>
                  <a:pt x="50000" y="10911"/>
                </a:lnTo>
                <a:lnTo>
                  <a:pt x="6666" y="10911"/>
                </a:lnTo>
                <a:cubicBezTo>
                  <a:pt x="2983" y="10911"/>
                  <a:pt x="0" y="13355"/>
                  <a:pt x="0" y="16361"/>
                </a:cubicBezTo>
                <a:lnTo>
                  <a:pt x="0" y="76361"/>
                </a:lnTo>
                <a:cubicBezTo>
                  <a:pt x="0" y="79372"/>
                  <a:pt x="2983" y="81816"/>
                  <a:pt x="6666" y="81816"/>
                </a:cubicBezTo>
                <a:lnTo>
                  <a:pt x="50000" y="81816"/>
                </a:lnTo>
                <a:lnTo>
                  <a:pt x="50000" y="114544"/>
                </a:lnTo>
                <a:cubicBezTo>
                  <a:pt x="50000" y="117555"/>
                  <a:pt x="52983" y="120000"/>
                  <a:pt x="56666" y="120000"/>
                </a:cubicBezTo>
                <a:lnTo>
                  <a:pt x="63333" y="120000"/>
                </a:lnTo>
                <a:cubicBezTo>
                  <a:pt x="67011" y="120000"/>
                  <a:pt x="70000" y="117555"/>
                  <a:pt x="70000" y="114544"/>
                </a:cubicBezTo>
                <a:lnTo>
                  <a:pt x="70000" y="81816"/>
                </a:lnTo>
                <a:lnTo>
                  <a:pt x="113333" y="81816"/>
                </a:lnTo>
                <a:cubicBezTo>
                  <a:pt x="117011" y="81816"/>
                  <a:pt x="120000" y="79372"/>
                  <a:pt x="120000" y="76361"/>
                </a:cubicBezTo>
                <a:lnTo>
                  <a:pt x="120000" y="16361"/>
                </a:lnTo>
                <a:cubicBezTo>
                  <a:pt x="120000" y="13355"/>
                  <a:pt x="117011" y="10911"/>
                  <a:pt x="113333" y="10911"/>
                </a:cubicBezTo>
                <a:moveTo>
                  <a:pt x="96666" y="49088"/>
                </a:moveTo>
                <a:lnTo>
                  <a:pt x="76666" y="49088"/>
                </a:lnTo>
                <a:cubicBezTo>
                  <a:pt x="74822" y="49088"/>
                  <a:pt x="73333" y="50311"/>
                  <a:pt x="73333" y="51816"/>
                </a:cubicBezTo>
                <a:cubicBezTo>
                  <a:pt x="73333" y="53327"/>
                  <a:pt x="74822" y="54544"/>
                  <a:pt x="76666" y="54544"/>
                </a:cubicBezTo>
                <a:lnTo>
                  <a:pt x="96666" y="54544"/>
                </a:lnTo>
                <a:cubicBezTo>
                  <a:pt x="98511" y="54544"/>
                  <a:pt x="100000" y="53327"/>
                  <a:pt x="100000" y="51816"/>
                </a:cubicBezTo>
                <a:cubicBezTo>
                  <a:pt x="100000" y="50311"/>
                  <a:pt x="98511" y="49088"/>
                  <a:pt x="96666" y="49088"/>
                </a:cubicBezTo>
                <a:moveTo>
                  <a:pt x="53333" y="40911"/>
                </a:moveTo>
                <a:cubicBezTo>
                  <a:pt x="53333" y="42416"/>
                  <a:pt x="54822" y="43638"/>
                  <a:pt x="56666" y="43638"/>
                </a:cubicBezTo>
                <a:lnTo>
                  <a:pt x="96666" y="43638"/>
                </a:lnTo>
                <a:cubicBezTo>
                  <a:pt x="98511" y="43638"/>
                  <a:pt x="100000" y="42416"/>
                  <a:pt x="100000" y="40911"/>
                </a:cubicBezTo>
                <a:cubicBezTo>
                  <a:pt x="100000" y="39400"/>
                  <a:pt x="98511" y="38183"/>
                  <a:pt x="96666" y="38183"/>
                </a:cubicBezTo>
                <a:lnTo>
                  <a:pt x="56666" y="38183"/>
                </a:lnTo>
                <a:cubicBezTo>
                  <a:pt x="54822" y="38183"/>
                  <a:pt x="53333" y="39400"/>
                  <a:pt x="53333" y="4091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73" name="Shape 4922">
            <a:extLst>
              <a:ext uri="{FF2B5EF4-FFF2-40B4-BE49-F238E27FC236}">
                <a16:creationId xmlns:a16="http://schemas.microsoft.com/office/drawing/2014/main" id="{A98564DC-353A-E25E-2A19-E3E50A66117B}"/>
              </a:ext>
            </a:extLst>
          </p:cNvPr>
          <p:cNvSpPr/>
          <p:nvPr/>
        </p:nvSpPr>
        <p:spPr>
          <a:xfrm>
            <a:off x="2171789" y="431896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088" y="113333"/>
                </a:moveTo>
                <a:lnTo>
                  <a:pt x="10911" y="113333"/>
                </a:lnTo>
                <a:cubicBezTo>
                  <a:pt x="7900" y="113333"/>
                  <a:pt x="5455" y="110344"/>
                  <a:pt x="5455" y="106666"/>
                </a:cubicBezTo>
                <a:cubicBezTo>
                  <a:pt x="5455" y="105272"/>
                  <a:pt x="5700" y="104422"/>
                  <a:pt x="5822" y="104083"/>
                </a:cubicBezTo>
                <a:cubicBezTo>
                  <a:pt x="5916" y="103955"/>
                  <a:pt x="5822" y="104050"/>
                  <a:pt x="5988" y="103738"/>
                </a:cubicBezTo>
                <a:lnTo>
                  <a:pt x="55083" y="10405"/>
                </a:lnTo>
                <a:cubicBezTo>
                  <a:pt x="55161" y="10238"/>
                  <a:pt x="55244" y="10072"/>
                  <a:pt x="55316" y="9905"/>
                </a:cubicBezTo>
                <a:cubicBezTo>
                  <a:pt x="55333" y="9877"/>
                  <a:pt x="56855" y="6666"/>
                  <a:pt x="60000" y="6666"/>
                </a:cubicBezTo>
                <a:cubicBezTo>
                  <a:pt x="63144" y="6666"/>
                  <a:pt x="64377" y="9188"/>
                  <a:pt x="64538" y="9550"/>
                </a:cubicBezTo>
                <a:cubicBezTo>
                  <a:pt x="64672" y="9955"/>
                  <a:pt x="64722" y="10033"/>
                  <a:pt x="64916" y="10405"/>
                </a:cubicBezTo>
                <a:lnTo>
                  <a:pt x="114011" y="103738"/>
                </a:lnTo>
                <a:cubicBezTo>
                  <a:pt x="114083" y="103872"/>
                  <a:pt x="114155" y="104000"/>
                  <a:pt x="114233" y="104127"/>
                </a:cubicBezTo>
                <a:cubicBezTo>
                  <a:pt x="114311" y="104361"/>
                  <a:pt x="114544" y="105155"/>
                  <a:pt x="114544" y="106666"/>
                </a:cubicBezTo>
                <a:cubicBezTo>
                  <a:pt x="114544" y="110344"/>
                  <a:pt x="112100" y="113333"/>
                  <a:pt x="109088" y="113333"/>
                </a:cubicBezTo>
                <a:moveTo>
                  <a:pt x="118600" y="100127"/>
                </a:moveTo>
                <a:lnTo>
                  <a:pt x="69505" y="6794"/>
                </a:lnTo>
                <a:cubicBezTo>
                  <a:pt x="69505" y="6794"/>
                  <a:pt x="66983" y="0"/>
                  <a:pt x="60000" y="0"/>
                </a:cubicBezTo>
                <a:cubicBezTo>
                  <a:pt x="53422" y="0"/>
                  <a:pt x="50494" y="6794"/>
                  <a:pt x="50494" y="6794"/>
                </a:cubicBezTo>
                <a:lnTo>
                  <a:pt x="1400" y="100127"/>
                </a:lnTo>
                <a:cubicBezTo>
                  <a:pt x="1400" y="100127"/>
                  <a:pt x="0" y="102338"/>
                  <a:pt x="0" y="106666"/>
                </a:cubicBezTo>
                <a:cubicBezTo>
                  <a:pt x="0" y="114027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4027"/>
                  <a:pt x="120000" y="106666"/>
                </a:cubicBezTo>
                <a:cubicBezTo>
                  <a:pt x="120000" y="102011"/>
                  <a:pt x="118600" y="100127"/>
                  <a:pt x="118600" y="100127"/>
                </a:cubicBezTo>
                <a:moveTo>
                  <a:pt x="73638" y="46666"/>
                </a:moveTo>
                <a:lnTo>
                  <a:pt x="57272" y="46666"/>
                </a:lnTo>
                <a:cubicBezTo>
                  <a:pt x="55766" y="46666"/>
                  <a:pt x="54544" y="48155"/>
                  <a:pt x="54544" y="50000"/>
                </a:cubicBezTo>
                <a:cubicBezTo>
                  <a:pt x="54544" y="51844"/>
                  <a:pt x="55766" y="53333"/>
                  <a:pt x="57272" y="53333"/>
                </a:cubicBezTo>
                <a:lnTo>
                  <a:pt x="65672" y="53333"/>
                </a:lnTo>
                <a:cubicBezTo>
                  <a:pt x="57277" y="62094"/>
                  <a:pt x="43622" y="79022"/>
                  <a:pt x="43622" y="96577"/>
                </a:cubicBezTo>
                <a:lnTo>
                  <a:pt x="43650" y="96577"/>
                </a:lnTo>
                <a:cubicBezTo>
                  <a:pt x="43650" y="96605"/>
                  <a:pt x="43638" y="96633"/>
                  <a:pt x="43638" y="96666"/>
                </a:cubicBezTo>
                <a:cubicBezTo>
                  <a:pt x="43638" y="98511"/>
                  <a:pt x="44855" y="100000"/>
                  <a:pt x="46361" y="100000"/>
                </a:cubicBezTo>
                <a:cubicBezTo>
                  <a:pt x="47872" y="100000"/>
                  <a:pt x="49088" y="98511"/>
                  <a:pt x="49088" y="96666"/>
                </a:cubicBezTo>
                <a:cubicBezTo>
                  <a:pt x="49088" y="96633"/>
                  <a:pt x="49072" y="96605"/>
                  <a:pt x="49072" y="96577"/>
                </a:cubicBezTo>
                <a:cubicBezTo>
                  <a:pt x="49072" y="80644"/>
                  <a:pt x="63505" y="64122"/>
                  <a:pt x="70911" y="56688"/>
                </a:cubicBezTo>
                <a:lnTo>
                  <a:pt x="70911" y="70000"/>
                </a:lnTo>
                <a:cubicBezTo>
                  <a:pt x="70911" y="71844"/>
                  <a:pt x="72127" y="73333"/>
                  <a:pt x="73638" y="73333"/>
                </a:cubicBezTo>
                <a:cubicBezTo>
                  <a:pt x="75144" y="73333"/>
                  <a:pt x="76361" y="71844"/>
                  <a:pt x="76361" y="70000"/>
                </a:cubicBezTo>
                <a:lnTo>
                  <a:pt x="76361" y="50000"/>
                </a:lnTo>
                <a:cubicBezTo>
                  <a:pt x="76361" y="48155"/>
                  <a:pt x="75144" y="46666"/>
                  <a:pt x="73638" y="4666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75" name="Shape 4923">
            <a:extLst>
              <a:ext uri="{FF2B5EF4-FFF2-40B4-BE49-F238E27FC236}">
                <a16:creationId xmlns:a16="http://schemas.microsoft.com/office/drawing/2014/main" id="{8CCCBC4B-067E-5815-3A19-D0213AFE9632}"/>
              </a:ext>
            </a:extLst>
          </p:cNvPr>
          <p:cNvSpPr/>
          <p:nvPr/>
        </p:nvSpPr>
        <p:spPr>
          <a:xfrm>
            <a:off x="2675975" y="4294952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76361"/>
                </a:moveTo>
                <a:lnTo>
                  <a:pt x="5455" y="76361"/>
                </a:lnTo>
                <a:lnTo>
                  <a:pt x="5455" y="70911"/>
                </a:lnTo>
                <a:lnTo>
                  <a:pt x="114544" y="70911"/>
                </a:lnTo>
                <a:cubicBezTo>
                  <a:pt x="114544" y="70911"/>
                  <a:pt x="114544" y="76361"/>
                  <a:pt x="114544" y="76361"/>
                </a:cubicBezTo>
                <a:close/>
                <a:moveTo>
                  <a:pt x="98183" y="83416"/>
                </a:moveTo>
                <a:lnTo>
                  <a:pt x="92727" y="88872"/>
                </a:lnTo>
                <a:lnTo>
                  <a:pt x="92727" y="81816"/>
                </a:lnTo>
                <a:lnTo>
                  <a:pt x="98183" y="81816"/>
                </a:lnTo>
                <a:cubicBezTo>
                  <a:pt x="98183" y="81816"/>
                  <a:pt x="98183" y="83416"/>
                  <a:pt x="98183" y="83416"/>
                </a:cubicBezTo>
                <a:close/>
                <a:moveTo>
                  <a:pt x="98183" y="99777"/>
                </a:moveTo>
                <a:lnTo>
                  <a:pt x="93855" y="95455"/>
                </a:lnTo>
                <a:lnTo>
                  <a:pt x="98183" y="91127"/>
                </a:lnTo>
                <a:cubicBezTo>
                  <a:pt x="98183" y="91127"/>
                  <a:pt x="98183" y="99777"/>
                  <a:pt x="98183" y="99777"/>
                </a:cubicBezTo>
                <a:close/>
                <a:moveTo>
                  <a:pt x="92727" y="110688"/>
                </a:moveTo>
                <a:lnTo>
                  <a:pt x="92727" y="102038"/>
                </a:lnTo>
                <a:lnTo>
                  <a:pt x="97050" y="106361"/>
                </a:lnTo>
                <a:cubicBezTo>
                  <a:pt x="97050" y="106361"/>
                  <a:pt x="92727" y="110688"/>
                  <a:pt x="92727" y="110688"/>
                </a:cubicBezTo>
                <a:close/>
                <a:moveTo>
                  <a:pt x="27272" y="88872"/>
                </a:moveTo>
                <a:lnTo>
                  <a:pt x="21816" y="83416"/>
                </a:lnTo>
                <a:lnTo>
                  <a:pt x="21816" y="81816"/>
                </a:lnTo>
                <a:lnTo>
                  <a:pt x="27272" y="81816"/>
                </a:lnTo>
                <a:cubicBezTo>
                  <a:pt x="27272" y="81816"/>
                  <a:pt x="27272" y="88872"/>
                  <a:pt x="27272" y="88872"/>
                </a:cubicBezTo>
                <a:close/>
                <a:moveTo>
                  <a:pt x="21816" y="99777"/>
                </a:moveTo>
                <a:lnTo>
                  <a:pt x="21816" y="91127"/>
                </a:lnTo>
                <a:lnTo>
                  <a:pt x="26144" y="95455"/>
                </a:lnTo>
                <a:cubicBezTo>
                  <a:pt x="26144" y="95455"/>
                  <a:pt x="21816" y="99777"/>
                  <a:pt x="21816" y="99777"/>
                </a:cubicBezTo>
                <a:close/>
                <a:moveTo>
                  <a:pt x="27272" y="110688"/>
                </a:moveTo>
                <a:lnTo>
                  <a:pt x="22950" y="106361"/>
                </a:lnTo>
                <a:lnTo>
                  <a:pt x="27272" y="102038"/>
                </a:lnTo>
                <a:cubicBezTo>
                  <a:pt x="27272" y="102038"/>
                  <a:pt x="27272" y="110688"/>
                  <a:pt x="27272" y="110688"/>
                </a:cubicBezTo>
                <a:close/>
                <a:moveTo>
                  <a:pt x="10911" y="10911"/>
                </a:moveTo>
                <a:lnTo>
                  <a:pt x="109088" y="10911"/>
                </a:lnTo>
                <a:lnTo>
                  <a:pt x="109088" y="65455"/>
                </a:lnTo>
                <a:lnTo>
                  <a:pt x="10911" y="65455"/>
                </a:lnTo>
                <a:cubicBezTo>
                  <a:pt x="10911" y="65455"/>
                  <a:pt x="10911" y="10911"/>
                  <a:pt x="10911" y="10911"/>
                </a:cubicBezTo>
                <a:close/>
                <a:moveTo>
                  <a:pt x="114544" y="65455"/>
                </a:moveTo>
                <a:lnTo>
                  <a:pt x="114544" y="10911"/>
                </a:lnTo>
                <a:cubicBezTo>
                  <a:pt x="114544" y="7900"/>
                  <a:pt x="112100" y="5455"/>
                  <a:pt x="109088" y="5455"/>
                </a:cubicBezTo>
                <a:lnTo>
                  <a:pt x="98183" y="5455"/>
                </a:lnTo>
                <a:lnTo>
                  <a:pt x="98183" y="2727"/>
                </a:lnTo>
                <a:cubicBezTo>
                  <a:pt x="98183" y="1222"/>
                  <a:pt x="96961" y="0"/>
                  <a:pt x="95455" y="0"/>
                </a:cubicBezTo>
                <a:cubicBezTo>
                  <a:pt x="93944" y="0"/>
                  <a:pt x="92727" y="1222"/>
                  <a:pt x="92727" y="2727"/>
                </a:cubicBezTo>
                <a:lnTo>
                  <a:pt x="92727" y="5455"/>
                </a:lnTo>
                <a:lnTo>
                  <a:pt x="27272" y="5455"/>
                </a:lnTo>
                <a:lnTo>
                  <a:pt x="27272" y="2727"/>
                </a:lnTo>
                <a:cubicBezTo>
                  <a:pt x="27272" y="1222"/>
                  <a:pt x="26055" y="0"/>
                  <a:pt x="24544" y="0"/>
                </a:cubicBezTo>
                <a:cubicBezTo>
                  <a:pt x="23038" y="0"/>
                  <a:pt x="21816" y="1222"/>
                  <a:pt x="21816" y="2727"/>
                </a:cubicBezTo>
                <a:lnTo>
                  <a:pt x="21816" y="5455"/>
                </a:lnTo>
                <a:lnTo>
                  <a:pt x="10911" y="5455"/>
                </a:lnTo>
                <a:cubicBezTo>
                  <a:pt x="7900" y="5455"/>
                  <a:pt x="5455" y="7900"/>
                  <a:pt x="5455" y="10911"/>
                </a:cubicBezTo>
                <a:lnTo>
                  <a:pt x="5455" y="65455"/>
                </a:lnTo>
                <a:cubicBezTo>
                  <a:pt x="2444" y="65455"/>
                  <a:pt x="0" y="67900"/>
                  <a:pt x="0" y="70911"/>
                </a:cubicBezTo>
                <a:lnTo>
                  <a:pt x="0" y="76361"/>
                </a:lnTo>
                <a:cubicBezTo>
                  <a:pt x="0" y="79372"/>
                  <a:pt x="2444" y="81816"/>
                  <a:pt x="5455" y="81816"/>
                </a:cubicBezTo>
                <a:lnTo>
                  <a:pt x="16361" y="81816"/>
                </a:lnTo>
                <a:lnTo>
                  <a:pt x="16361" y="117272"/>
                </a:lnTo>
                <a:cubicBezTo>
                  <a:pt x="16361" y="118777"/>
                  <a:pt x="17583" y="120000"/>
                  <a:pt x="19088" y="120000"/>
                </a:cubicBezTo>
                <a:cubicBezTo>
                  <a:pt x="20600" y="120000"/>
                  <a:pt x="21816" y="118777"/>
                  <a:pt x="21816" y="117272"/>
                </a:cubicBezTo>
                <a:lnTo>
                  <a:pt x="21816" y="112950"/>
                </a:lnTo>
                <a:lnTo>
                  <a:pt x="28072" y="119200"/>
                </a:lnTo>
                <a:cubicBezTo>
                  <a:pt x="28561" y="119694"/>
                  <a:pt x="29244" y="120000"/>
                  <a:pt x="30000" y="120000"/>
                </a:cubicBezTo>
                <a:cubicBezTo>
                  <a:pt x="31505" y="120000"/>
                  <a:pt x="32727" y="118777"/>
                  <a:pt x="32727" y="117272"/>
                </a:cubicBezTo>
                <a:lnTo>
                  <a:pt x="32727" y="81816"/>
                </a:lnTo>
                <a:lnTo>
                  <a:pt x="87272" y="81816"/>
                </a:lnTo>
                <a:lnTo>
                  <a:pt x="87272" y="117272"/>
                </a:lnTo>
                <a:cubicBezTo>
                  <a:pt x="87272" y="118777"/>
                  <a:pt x="88494" y="120000"/>
                  <a:pt x="90000" y="120000"/>
                </a:cubicBezTo>
                <a:cubicBezTo>
                  <a:pt x="90755" y="120000"/>
                  <a:pt x="91438" y="119694"/>
                  <a:pt x="91933" y="119200"/>
                </a:cubicBezTo>
                <a:lnTo>
                  <a:pt x="98183" y="112950"/>
                </a:lnTo>
                <a:lnTo>
                  <a:pt x="98183" y="117272"/>
                </a:lnTo>
                <a:cubicBezTo>
                  <a:pt x="98183" y="118777"/>
                  <a:pt x="99400" y="120000"/>
                  <a:pt x="100911" y="120000"/>
                </a:cubicBezTo>
                <a:cubicBezTo>
                  <a:pt x="102416" y="120000"/>
                  <a:pt x="103638" y="118777"/>
                  <a:pt x="103638" y="117272"/>
                </a:cubicBezTo>
                <a:lnTo>
                  <a:pt x="103638" y="81816"/>
                </a:lnTo>
                <a:lnTo>
                  <a:pt x="114544" y="81816"/>
                </a:lnTo>
                <a:cubicBezTo>
                  <a:pt x="117555" y="81816"/>
                  <a:pt x="120000" y="79372"/>
                  <a:pt x="120000" y="76361"/>
                </a:cubicBezTo>
                <a:lnTo>
                  <a:pt x="120000" y="70911"/>
                </a:lnTo>
                <a:cubicBezTo>
                  <a:pt x="120000" y="67900"/>
                  <a:pt x="117555" y="65455"/>
                  <a:pt x="114544" y="6545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77" name="Shape 4924">
            <a:extLst>
              <a:ext uri="{FF2B5EF4-FFF2-40B4-BE49-F238E27FC236}">
                <a16:creationId xmlns:a16="http://schemas.microsoft.com/office/drawing/2014/main" id="{32F9E49B-995F-7C0C-775E-C82983F90227}"/>
              </a:ext>
            </a:extLst>
          </p:cNvPr>
          <p:cNvSpPr/>
          <p:nvPr/>
        </p:nvSpPr>
        <p:spPr>
          <a:xfrm>
            <a:off x="3180162" y="4294952"/>
            <a:ext cx="264098" cy="26409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76361"/>
                </a:moveTo>
                <a:lnTo>
                  <a:pt x="5455" y="76361"/>
                </a:lnTo>
                <a:lnTo>
                  <a:pt x="5455" y="70911"/>
                </a:lnTo>
                <a:lnTo>
                  <a:pt x="114544" y="70911"/>
                </a:lnTo>
                <a:cubicBezTo>
                  <a:pt x="114544" y="70911"/>
                  <a:pt x="114544" y="76361"/>
                  <a:pt x="114544" y="76361"/>
                </a:cubicBezTo>
                <a:close/>
                <a:moveTo>
                  <a:pt x="98183" y="83416"/>
                </a:moveTo>
                <a:lnTo>
                  <a:pt x="92727" y="88872"/>
                </a:lnTo>
                <a:lnTo>
                  <a:pt x="92727" y="81816"/>
                </a:lnTo>
                <a:lnTo>
                  <a:pt x="98183" y="81816"/>
                </a:lnTo>
                <a:cubicBezTo>
                  <a:pt x="98183" y="81816"/>
                  <a:pt x="98183" y="83416"/>
                  <a:pt x="98183" y="83416"/>
                </a:cubicBezTo>
                <a:close/>
                <a:moveTo>
                  <a:pt x="98183" y="99777"/>
                </a:moveTo>
                <a:lnTo>
                  <a:pt x="93855" y="95455"/>
                </a:lnTo>
                <a:lnTo>
                  <a:pt x="98183" y="91127"/>
                </a:lnTo>
                <a:cubicBezTo>
                  <a:pt x="98183" y="91127"/>
                  <a:pt x="98183" y="99777"/>
                  <a:pt x="98183" y="99777"/>
                </a:cubicBezTo>
                <a:close/>
                <a:moveTo>
                  <a:pt x="92727" y="110688"/>
                </a:moveTo>
                <a:lnTo>
                  <a:pt x="92727" y="102038"/>
                </a:lnTo>
                <a:lnTo>
                  <a:pt x="97050" y="106361"/>
                </a:lnTo>
                <a:cubicBezTo>
                  <a:pt x="97050" y="106361"/>
                  <a:pt x="92727" y="110688"/>
                  <a:pt x="92727" y="110688"/>
                </a:cubicBezTo>
                <a:close/>
                <a:moveTo>
                  <a:pt x="27272" y="88872"/>
                </a:moveTo>
                <a:lnTo>
                  <a:pt x="21816" y="83416"/>
                </a:lnTo>
                <a:lnTo>
                  <a:pt x="21816" y="81816"/>
                </a:lnTo>
                <a:lnTo>
                  <a:pt x="27272" y="81816"/>
                </a:lnTo>
                <a:cubicBezTo>
                  <a:pt x="27272" y="81816"/>
                  <a:pt x="27272" y="88872"/>
                  <a:pt x="27272" y="88872"/>
                </a:cubicBezTo>
                <a:close/>
                <a:moveTo>
                  <a:pt x="21816" y="99777"/>
                </a:moveTo>
                <a:lnTo>
                  <a:pt x="21816" y="91127"/>
                </a:lnTo>
                <a:lnTo>
                  <a:pt x="26144" y="95455"/>
                </a:lnTo>
                <a:cubicBezTo>
                  <a:pt x="26144" y="95455"/>
                  <a:pt x="21816" y="99777"/>
                  <a:pt x="21816" y="99777"/>
                </a:cubicBezTo>
                <a:close/>
                <a:moveTo>
                  <a:pt x="27272" y="110688"/>
                </a:moveTo>
                <a:lnTo>
                  <a:pt x="22950" y="106361"/>
                </a:lnTo>
                <a:lnTo>
                  <a:pt x="27272" y="102038"/>
                </a:lnTo>
                <a:cubicBezTo>
                  <a:pt x="27272" y="102038"/>
                  <a:pt x="27272" y="110688"/>
                  <a:pt x="27272" y="110688"/>
                </a:cubicBezTo>
                <a:close/>
                <a:moveTo>
                  <a:pt x="10911" y="10911"/>
                </a:moveTo>
                <a:lnTo>
                  <a:pt x="109088" y="10911"/>
                </a:lnTo>
                <a:lnTo>
                  <a:pt x="109088" y="65455"/>
                </a:lnTo>
                <a:lnTo>
                  <a:pt x="10911" y="65455"/>
                </a:lnTo>
                <a:cubicBezTo>
                  <a:pt x="10911" y="65455"/>
                  <a:pt x="10911" y="10911"/>
                  <a:pt x="10911" y="10911"/>
                </a:cubicBezTo>
                <a:close/>
                <a:moveTo>
                  <a:pt x="114544" y="65455"/>
                </a:moveTo>
                <a:lnTo>
                  <a:pt x="114544" y="10911"/>
                </a:lnTo>
                <a:cubicBezTo>
                  <a:pt x="114544" y="7900"/>
                  <a:pt x="112100" y="5455"/>
                  <a:pt x="109088" y="5455"/>
                </a:cubicBezTo>
                <a:lnTo>
                  <a:pt x="98183" y="5455"/>
                </a:lnTo>
                <a:lnTo>
                  <a:pt x="98183" y="2727"/>
                </a:lnTo>
                <a:cubicBezTo>
                  <a:pt x="98183" y="1222"/>
                  <a:pt x="96961" y="0"/>
                  <a:pt x="95455" y="0"/>
                </a:cubicBezTo>
                <a:cubicBezTo>
                  <a:pt x="93944" y="0"/>
                  <a:pt x="92727" y="1222"/>
                  <a:pt x="92727" y="2727"/>
                </a:cubicBezTo>
                <a:lnTo>
                  <a:pt x="92727" y="5455"/>
                </a:lnTo>
                <a:lnTo>
                  <a:pt x="27272" y="5455"/>
                </a:lnTo>
                <a:lnTo>
                  <a:pt x="27272" y="2727"/>
                </a:lnTo>
                <a:cubicBezTo>
                  <a:pt x="27272" y="1222"/>
                  <a:pt x="26055" y="0"/>
                  <a:pt x="24544" y="0"/>
                </a:cubicBezTo>
                <a:cubicBezTo>
                  <a:pt x="23038" y="0"/>
                  <a:pt x="21816" y="1222"/>
                  <a:pt x="21816" y="2727"/>
                </a:cubicBezTo>
                <a:lnTo>
                  <a:pt x="21816" y="5455"/>
                </a:lnTo>
                <a:lnTo>
                  <a:pt x="10911" y="5455"/>
                </a:lnTo>
                <a:cubicBezTo>
                  <a:pt x="7900" y="5455"/>
                  <a:pt x="5455" y="7900"/>
                  <a:pt x="5455" y="10911"/>
                </a:cubicBezTo>
                <a:lnTo>
                  <a:pt x="5455" y="65455"/>
                </a:lnTo>
                <a:cubicBezTo>
                  <a:pt x="2444" y="65455"/>
                  <a:pt x="0" y="67900"/>
                  <a:pt x="0" y="70911"/>
                </a:cubicBezTo>
                <a:lnTo>
                  <a:pt x="0" y="76361"/>
                </a:lnTo>
                <a:cubicBezTo>
                  <a:pt x="0" y="79372"/>
                  <a:pt x="2444" y="81816"/>
                  <a:pt x="5455" y="81816"/>
                </a:cubicBezTo>
                <a:lnTo>
                  <a:pt x="16361" y="81816"/>
                </a:lnTo>
                <a:lnTo>
                  <a:pt x="16361" y="117272"/>
                </a:lnTo>
                <a:cubicBezTo>
                  <a:pt x="16361" y="118777"/>
                  <a:pt x="17583" y="120000"/>
                  <a:pt x="19088" y="120000"/>
                </a:cubicBezTo>
                <a:cubicBezTo>
                  <a:pt x="20600" y="120000"/>
                  <a:pt x="21816" y="118777"/>
                  <a:pt x="21816" y="117272"/>
                </a:cubicBezTo>
                <a:lnTo>
                  <a:pt x="21816" y="112950"/>
                </a:lnTo>
                <a:lnTo>
                  <a:pt x="28072" y="119200"/>
                </a:lnTo>
                <a:cubicBezTo>
                  <a:pt x="28561" y="119694"/>
                  <a:pt x="29244" y="120000"/>
                  <a:pt x="30000" y="120000"/>
                </a:cubicBezTo>
                <a:cubicBezTo>
                  <a:pt x="31505" y="120000"/>
                  <a:pt x="32727" y="118777"/>
                  <a:pt x="32727" y="117272"/>
                </a:cubicBezTo>
                <a:lnTo>
                  <a:pt x="32727" y="81816"/>
                </a:lnTo>
                <a:lnTo>
                  <a:pt x="87272" y="81816"/>
                </a:lnTo>
                <a:lnTo>
                  <a:pt x="87272" y="117272"/>
                </a:lnTo>
                <a:cubicBezTo>
                  <a:pt x="87272" y="118777"/>
                  <a:pt x="88494" y="120000"/>
                  <a:pt x="90000" y="120000"/>
                </a:cubicBezTo>
                <a:cubicBezTo>
                  <a:pt x="90755" y="120000"/>
                  <a:pt x="91433" y="119694"/>
                  <a:pt x="91933" y="119200"/>
                </a:cubicBezTo>
                <a:lnTo>
                  <a:pt x="98183" y="112950"/>
                </a:lnTo>
                <a:lnTo>
                  <a:pt x="98183" y="117272"/>
                </a:lnTo>
                <a:cubicBezTo>
                  <a:pt x="98183" y="118777"/>
                  <a:pt x="99400" y="120000"/>
                  <a:pt x="100911" y="120000"/>
                </a:cubicBezTo>
                <a:cubicBezTo>
                  <a:pt x="102416" y="120000"/>
                  <a:pt x="103638" y="118777"/>
                  <a:pt x="103638" y="117272"/>
                </a:cubicBezTo>
                <a:lnTo>
                  <a:pt x="103638" y="81816"/>
                </a:lnTo>
                <a:lnTo>
                  <a:pt x="114544" y="81816"/>
                </a:lnTo>
                <a:cubicBezTo>
                  <a:pt x="117555" y="81816"/>
                  <a:pt x="120000" y="79372"/>
                  <a:pt x="120000" y="76361"/>
                </a:cubicBezTo>
                <a:lnTo>
                  <a:pt x="120000" y="70911"/>
                </a:lnTo>
                <a:cubicBezTo>
                  <a:pt x="120000" y="67900"/>
                  <a:pt x="117555" y="65455"/>
                  <a:pt x="114544" y="65455"/>
                </a:cubicBezTo>
                <a:moveTo>
                  <a:pt x="70111" y="22622"/>
                </a:moveTo>
                <a:cubicBezTo>
                  <a:pt x="69616" y="22122"/>
                  <a:pt x="68933" y="21816"/>
                  <a:pt x="68183" y="21816"/>
                </a:cubicBezTo>
                <a:cubicBezTo>
                  <a:pt x="66672" y="21816"/>
                  <a:pt x="65455" y="23038"/>
                  <a:pt x="65455" y="24544"/>
                </a:cubicBezTo>
                <a:cubicBezTo>
                  <a:pt x="65455" y="25300"/>
                  <a:pt x="65761" y="25983"/>
                  <a:pt x="66255" y="26472"/>
                </a:cubicBezTo>
                <a:lnTo>
                  <a:pt x="75233" y="35455"/>
                </a:lnTo>
                <a:lnTo>
                  <a:pt x="38183" y="35455"/>
                </a:lnTo>
                <a:cubicBezTo>
                  <a:pt x="36672" y="35455"/>
                  <a:pt x="35455" y="36677"/>
                  <a:pt x="35455" y="38183"/>
                </a:cubicBezTo>
                <a:cubicBezTo>
                  <a:pt x="35455" y="39688"/>
                  <a:pt x="36672" y="40911"/>
                  <a:pt x="38183" y="40911"/>
                </a:cubicBezTo>
                <a:lnTo>
                  <a:pt x="75233" y="40911"/>
                </a:lnTo>
                <a:lnTo>
                  <a:pt x="66255" y="49888"/>
                </a:lnTo>
                <a:cubicBezTo>
                  <a:pt x="65761" y="50383"/>
                  <a:pt x="65455" y="51066"/>
                  <a:pt x="65455" y="51816"/>
                </a:cubicBezTo>
                <a:cubicBezTo>
                  <a:pt x="65455" y="53327"/>
                  <a:pt x="66672" y="54544"/>
                  <a:pt x="68183" y="54544"/>
                </a:cubicBezTo>
                <a:cubicBezTo>
                  <a:pt x="68933" y="54544"/>
                  <a:pt x="69616" y="54244"/>
                  <a:pt x="70111" y="53744"/>
                </a:cubicBezTo>
                <a:lnTo>
                  <a:pt x="83744" y="40111"/>
                </a:lnTo>
                <a:cubicBezTo>
                  <a:pt x="84238" y="39616"/>
                  <a:pt x="84544" y="38933"/>
                  <a:pt x="84544" y="38183"/>
                </a:cubicBezTo>
                <a:cubicBezTo>
                  <a:pt x="84544" y="37433"/>
                  <a:pt x="84238" y="36744"/>
                  <a:pt x="83744" y="36255"/>
                </a:cubicBezTo>
                <a:cubicBezTo>
                  <a:pt x="83744" y="36255"/>
                  <a:pt x="70111" y="22622"/>
                  <a:pt x="70111" y="226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79" name="Shape 4925">
            <a:extLst>
              <a:ext uri="{FF2B5EF4-FFF2-40B4-BE49-F238E27FC236}">
                <a16:creationId xmlns:a16="http://schemas.microsoft.com/office/drawing/2014/main" id="{B43DF4EB-1D71-0996-C9D5-13879CC96649}"/>
              </a:ext>
            </a:extLst>
          </p:cNvPr>
          <p:cNvSpPr/>
          <p:nvPr/>
        </p:nvSpPr>
        <p:spPr>
          <a:xfrm>
            <a:off x="5201309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98183"/>
                </a:moveTo>
                <a:cubicBezTo>
                  <a:pt x="58494" y="98183"/>
                  <a:pt x="57272" y="99400"/>
                  <a:pt x="57272" y="100911"/>
                </a:cubicBezTo>
                <a:lnTo>
                  <a:pt x="57272" y="117272"/>
                </a:lnTo>
                <a:cubicBezTo>
                  <a:pt x="57272" y="118777"/>
                  <a:pt x="58494" y="120000"/>
                  <a:pt x="60000" y="120000"/>
                </a:cubicBezTo>
                <a:cubicBezTo>
                  <a:pt x="61505" y="120000"/>
                  <a:pt x="62727" y="118777"/>
                  <a:pt x="62727" y="117272"/>
                </a:cubicBezTo>
                <a:lnTo>
                  <a:pt x="62727" y="100911"/>
                </a:lnTo>
                <a:cubicBezTo>
                  <a:pt x="62727" y="99400"/>
                  <a:pt x="61505" y="98183"/>
                  <a:pt x="60000" y="98183"/>
                </a:cubicBezTo>
                <a:moveTo>
                  <a:pt x="60000" y="87272"/>
                </a:moveTo>
                <a:cubicBezTo>
                  <a:pt x="44938" y="87272"/>
                  <a:pt x="32727" y="75061"/>
                  <a:pt x="32727" y="60000"/>
                </a:cubicBezTo>
                <a:cubicBezTo>
                  <a:pt x="32727" y="44933"/>
                  <a:pt x="44938" y="32727"/>
                  <a:pt x="60000" y="32727"/>
                </a:cubicBezTo>
                <a:cubicBezTo>
                  <a:pt x="75061" y="32727"/>
                  <a:pt x="87272" y="44933"/>
                  <a:pt x="87272" y="60000"/>
                </a:cubicBezTo>
                <a:cubicBezTo>
                  <a:pt x="87272" y="75061"/>
                  <a:pt x="75061" y="87272"/>
                  <a:pt x="60000" y="87272"/>
                </a:cubicBezTo>
                <a:moveTo>
                  <a:pt x="60000" y="27272"/>
                </a:moveTo>
                <a:cubicBezTo>
                  <a:pt x="41927" y="27272"/>
                  <a:pt x="27272" y="41927"/>
                  <a:pt x="27272" y="60000"/>
                </a:cubicBezTo>
                <a:cubicBezTo>
                  <a:pt x="27272" y="78077"/>
                  <a:pt x="41927" y="92727"/>
                  <a:pt x="60000" y="92727"/>
                </a:cubicBezTo>
                <a:cubicBezTo>
                  <a:pt x="78072" y="92727"/>
                  <a:pt x="92727" y="78077"/>
                  <a:pt x="92727" y="60000"/>
                </a:cubicBezTo>
                <a:cubicBezTo>
                  <a:pt x="92727" y="41927"/>
                  <a:pt x="78072" y="27272"/>
                  <a:pt x="60000" y="27272"/>
                </a:cubicBezTo>
                <a:moveTo>
                  <a:pt x="90855" y="87000"/>
                </a:moveTo>
                <a:cubicBezTo>
                  <a:pt x="89788" y="85933"/>
                  <a:pt x="88061" y="85933"/>
                  <a:pt x="86994" y="87000"/>
                </a:cubicBezTo>
                <a:cubicBezTo>
                  <a:pt x="85933" y="88061"/>
                  <a:pt x="85933" y="89794"/>
                  <a:pt x="86994" y="90855"/>
                </a:cubicBezTo>
                <a:lnTo>
                  <a:pt x="98566" y="102427"/>
                </a:lnTo>
                <a:cubicBezTo>
                  <a:pt x="99633" y="103494"/>
                  <a:pt x="101361" y="103494"/>
                  <a:pt x="102427" y="102427"/>
                </a:cubicBezTo>
                <a:cubicBezTo>
                  <a:pt x="103488" y="101361"/>
                  <a:pt x="103488" y="99633"/>
                  <a:pt x="102427" y="98572"/>
                </a:cubicBezTo>
                <a:cubicBezTo>
                  <a:pt x="102427" y="98572"/>
                  <a:pt x="90855" y="87000"/>
                  <a:pt x="90855" y="87000"/>
                </a:cubicBezTo>
                <a:close/>
                <a:moveTo>
                  <a:pt x="117272" y="57272"/>
                </a:moveTo>
                <a:lnTo>
                  <a:pt x="100911" y="57272"/>
                </a:lnTo>
                <a:cubicBezTo>
                  <a:pt x="99405" y="57272"/>
                  <a:pt x="98183" y="58494"/>
                  <a:pt x="98183" y="60000"/>
                </a:cubicBezTo>
                <a:cubicBezTo>
                  <a:pt x="98183" y="61505"/>
                  <a:pt x="99405" y="62727"/>
                  <a:pt x="100911" y="62727"/>
                </a:cubicBezTo>
                <a:lnTo>
                  <a:pt x="117272" y="62727"/>
                </a:lnTo>
                <a:cubicBezTo>
                  <a:pt x="118777" y="62727"/>
                  <a:pt x="120000" y="61505"/>
                  <a:pt x="120000" y="60000"/>
                </a:cubicBezTo>
                <a:cubicBezTo>
                  <a:pt x="120000" y="58494"/>
                  <a:pt x="118777" y="57272"/>
                  <a:pt x="117272" y="57272"/>
                </a:cubicBezTo>
                <a:moveTo>
                  <a:pt x="29144" y="87000"/>
                </a:moveTo>
                <a:lnTo>
                  <a:pt x="17572" y="98572"/>
                </a:lnTo>
                <a:cubicBezTo>
                  <a:pt x="16511" y="99633"/>
                  <a:pt x="16511" y="101361"/>
                  <a:pt x="17572" y="102427"/>
                </a:cubicBezTo>
                <a:cubicBezTo>
                  <a:pt x="18638" y="103494"/>
                  <a:pt x="20366" y="103494"/>
                  <a:pt x="21433" y="102427"/>
                </a:cubicBezTo>
                <a:lnTo>
                  <a:pt x="33005" y="90855"/>
                </a:lnTo>
                <a:cubicBezTo>
                  <a:pt x="34066" y="89794"/>
                  <a:pt x="34066" y="88061"/>
                  <a:pt x="33005" y="87000"/>
                </a:cubicBezTo>
                <a:cubicBezTo>
                  <a:pt x="31938" y="85933"/>
                  <a:pt x="30211" y="85933"/>
                  <a:pt x="29144" y="87000"/>
                </a:cubicBezTo>
                <a:moveTo>
                  <a:pt x="90855" y="33005"/>
                </a:moveTo>
                <a:lnTo>
                  <a:pt x="102427" y="21427"/>
                </a:lnTo>
                <a:cubicBezTo>
                  <a:pt x="103488" y="20366"/>
                  <a:pt x="103488" y="18638"/>
                  <a:pt x="102427" y="17572"/>
                </a:cubicBezTo>
                <a:cubicBezTo>
                  <a:pt x="101361" y="16505"/>
                  <a:pt x="99633" y="16505"/>
                  <a:pt x="98566" y="17572"/>
                </a:cubicBezTo>
                <a:lnTo>
                  <a:pt x="86994" y="29150"/>
                </a:lnTo>
                <a:cubicBezTo>
                  <a:pt x="85933" y="30205"/>
                  <a:pt x="85933" y="31938"/>
                  <a:pt x="86994" y="33005"/>
                </a:cubicBezTo>
                <a:cubicBezTo>
                  <a:pt x="88061" y="34066"/>
                  <a:pt x="89788" y="34066"/>
                  <a:pt x="90855" y="33005"/>
                </a:cubicBezTo>
                <a:moveTo>
                  <a:pt x="60000" y="21816"/>
                </a:moveTo>
                <a:cubicBezTo>
                  <a:pt x="61505" y="21816"/>
                  <a:pt x="62727" y="20600"/>
                  <a:pt x="62727" y="19088"/>
                </a:cubicBez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19088"/>
                </a:lnTo>
                <a:cubicBezTo>
                  <a:pt x="57272" y="20600"/>
                  <a:pt x="58494" y="21816"/>
                  <a:pt x="60000" y="21816"/>
                </a:cubicBezTo>
                <a:moveTo>
                  <a:pt x="21816" y="60000"/>
                </a:moveTo>
                <a:cubicBezTo>
                  <a:pt x="21816" y="58494"/>
                  <a:pt x="20594" y="57272"/>
                  <a:pt x="19088" y="57272"/>
                </a:cubicBezTo>
                <a:lnTo>
                  <a:pt x="2727" y="57272"/>
                </a:lnTo>
                <a:cubicBezTo>
                  <a:pt x="1222" y="57272"/>
                  <a:pt x="0" y="58494"/>
                  <a:pt x="0" y="60000"/>
                </a:cubicBezTo>
                <a:cubicBezTo>
                  <a:pt x="0" y="61505"/>
                  <a:pt x="1222" y="62727"/>
                  <a:pt x="2727" y="62727"/>
                </a:cubicBezTo>
                <a:lnTo>
                  <a:pt x="19088" y="62727"/>
                </a:lnTo>
                <a:cubicBezTo>
                  <a:pt x="20594" y="62727"/>
                  <a:pt x="21816" y="61505"/>
                  <a:pt x="21816" y="60000"/>
                </a:cubicBezTo>
                <a:moveTo>
                  <a:pt x="29144" y="33005"/>
                </a:moveTo>
                <a:cubicBezTo>
                  <a:pt x="30211" y="34066"/>
                  <a:pt x="31938" y="34066"/>
                  <a:pt x="33005" y="33005"/>
                </a:cubicBezTo>
                <a:cubicBezTo>
                  <a:pt x="34066" y="31938"/>
                  <a:pt x="34066" y="30205"/>
                  <a:pt x="33005" y="29150"/>
                </a:cubicBezTo>
                <a:lnTo>
                  <a:pt x="21433" y="17572"/>
                </a:lnTo>
                <a:cubicBezTo>
                  <a:pt x="20366" y="16505"/>
                  <a:pt x="18638" y="16505"/>
                  <a:pt x="17572" y="17572"/>
                </a:cubicBezTo>
                <a:cubicBezTo>
                  <a:pt x="16511" y="18638"/>
                  <a:pt x="16511" y="20366"/>
                  <a:pt x="17572" y="21427"/>
                </a:cubicBezTo>
                <a:cubicBezTo>
                  <a:pt x="17572" y="21427"/>
                  <a:pt x="29144" y="33005"/>
                  <a:pt x="29144" y="3300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81" name="Shape 4926">
            <a:extLst>
              <a:ext uri="{FF2B5EF4-FFF2-40B4-BE49-F238E27FC236}">
                <a16:creationId xmlns:a16="http://schemas.microsoft.com/office/drawing/2014/main" id="{69F57993-D1B1-925A-940D-EB2DDE2937F3}"/>
              </a:ext>
            </a:extLst>
          </p:cNvPr>
          <p:cNvSpPr/>
          <p:nvPr/>
        </p:nvSpPr>
        <p:spPr>
          <a:xfrm>
            <a:off x="5705495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3416"/>
                </a:moveTo>
                <a:lnTo>
                  <a:pt x="50222" y="103638"/>
                </a:lnTo>
                <a:lnTo>
                  <a:pt x="51816" y="103638"/>
                </a:lnTo>
                <a:cubicBezTo>
                  <a:pt x="53322" y="103638"/>
                  <a:pt x="54544" y="102416"/>
                  <a:pt x="54544" y="100911"/>
                </a:cubicBezTo>
                <a:lnTo>
                  <a:pt x="54544" y="87272"/>
                </a:lnTo>
                <a:lnTo>
                  <a:pt x="65455" y="87272"/>
                </a:lnTo>
                <a:lnTo>
                  <a:pt x="65455" y="100911"/>
                </a:lnTo>
                <a:cubicBezTo>
                  <a:pt x="65455" y="102416"/>
                  <a:pt x="66677" y="103638"/>
                  <a:pt x="68183" y="103638"/>
                </a:cubicBezTo>
                <a:lnTo>
                  <a:pt x="69777" y="103638"/>
                </a:lnTo>
                <a:cubicBezTo>
                  <a:pt x="69777" y="103638"/>
                  <a:pt x="60000" y="113416"/>
                  <a:pt x="60000" y="113416"/>
                </a:cubicBezTo>
                <a:close/>
                <a:moveTo>
                  <a:pt x="76361" y="98183"/>
                </a:moveTo>
                <a:lnTo>
                  <a:pt x="70911" y="98183"/>
                </a:lnTo>
                <a:lnTo>
                  <a:pt x="70911" y="84544"/>
                </a:lnTo>
                <a:cubicBezTo>
                  <a:pt x="70911" y="83038"/>
                  <a:pt x="69688" y="81816"/>
                  <a:pt x="68183" y="81816"/>
                </a:cubicBezTo>
                <a:lnTo>
                  <a:pt x="51816" y="81816"/>
                </a:lnTo>
                <a:cubicBezTo>
                  <a:pt x="50311" y="81816"/>
                  <a:pt x="49088" y="83038"/>
                  <a:pt x="49088" y="84544"/>
                </a:cubicBezTo>
                <a:lnTo>
                  <a:pt x="49088" y="98183"/>
                </a:lnTo>
                <a:lnTo>
                  <a:pt x="43638" y="98183"/>
                </a:lnTo>
                <a:cubicBezTo>
                  <a:pt x="42133" y="98183"/>
                  <a:pt x="40911" y="99400"/>
                  <a:pt x="40911" y="100911"/>
                </a:cubicBezTo>
                <a:cubicBezTo>
                  <a:pt x="40911" y="101661"/>
                  <a:pt x="41216" y="102344"/>
                  <a:pt x="41705" y="102838"/>
                </a:cubicBezTo>
                <a:lnTo>
                  <a:pt x="58072" y="119200"/>
                </a:lnTo>
                <a:cubicBezTo>
                  <a:pt x="58566" y="119694"/>
                  <a:pt x="59250" y="120000"/>
                  <a:pt x="60000" y="120000"/>
                </a:cubicBezTo>
                <a:cubicBezTo>
                  <a:pt x="60750" y="120000"/>
                  <a:pt x="61433" y="119694"/>
                  <a:pt x="61927" y="119200"/>
                </a:cubicBezTo>
                <a:lnTo>
                  <a:pt x="78294" y="102838"/>
                </a:lnTo>
                <a:cubicBezTo>
                  <a:pt x="78783" y="102344"/>
                  <a:pt x="79088" y="101661"/>
                  <a:pt x="79088" y="100911"/>
                </a:cubicBezTo>
                <a:cubicBezTo>
                  <a:pt x="79088" y="99400"/>
                  <a:pt x="77866" y="98183"/>
                  <a:pt x="76361" y="98183"/>
                </a:cubicBezTo>
                <a:moveTo>
                  <a:pt x="32727" y="60000"/>
                </a:moveTo>
                <a:cubicBezTo>
                  <a:pt x="32727" y="44933"/>
                  <a:pt x="44938" y="32727"/>
                  <a:pt x="60000" y="32727"/>
                </a:cubicBezTo>
                <a:cubicBezTo>
                  <a:pt x="75061" y="32727"/>
                  <a:pt x="87272" y="44933"/>
                  <a:pt x="87272" y="60000"/>
                </a:cubicBezTo>
                <a:cubicBezTo>
                  <a:pt x="87272" y="60000"/>
                  <a:pt x="32727" y="60000"/>
                  <a:pt x="32727" y="60000"/>
                </a:cubicBezTo>
                <a:close/>
                <a:moveTo>
                  <a:pt x="117272" y="60000"/>
                </a:moveTo>
                <a:lnTo>
                  <a:pt x="92727" y="60000"/>
                </a:lnTo>
                <a:cubicBezTo>
                  <a:pt x="92727" y="41927"/>
                  <a:pt x="78072" y="27272"/>
                  <a:pt x="60000" y="27272"/>
                </a:cubicBezTo>
                <a:cubicBezTo>
                  <a:pt x="41927" y="27272"/>
                  <a:pt x="27272" y="41927"/>
                  <a:pt x="27272" y="60000"/>
                </a:cubicBezTo>
                <a:lnTo>
                  <a:pt x="2727" y="60000"/>
                </a:lnTo>
                <a:cubicBezTo>
                  <a:pt x="1222" y="60000"/>
                  <a:pt x="0" y="61222"/>
                  <a:pt x="0" y="62727"/>
                </a:cubicBezTo>
                <a:cubicBezTo>
                  <a:pt x="0" y="64233"/>
                  <a:pt x="1222" y="65455"/>
                  <a:pt x="2727" y="65455"/>
                </a:cubicBezTo>
                <a:lnTo>
                  <a:pt x="117272" y="65455"/>
                </a:lnTo>
                <a:cubicBezTo>
                  <a:pt x="118777" y="65455"/>
                  <a:pt x="120000" y="64233"/>
                  <a:pt x="120000" y="62727"/>
                </a:cubicBezTo>
                <a:cubicBezTo>
                  <a:pt x="120000" y="61222"/>
                  <a:pt x="118777" y="60000"/>
                  <a:pt x="117272" y="60000"/>
                </a:cubicBezTo>
                <a:moveTo>
                  <a:pt x="60000" y="21816"/>
                </a:moveTo>
                <a:cubicBezTo>
                  <a:pt x="61505" y="21816"/>
                  <a:pt x="62727" y="20600"/>
                  <a:pt x="62727" y="19088"/>
                </a:cubicBez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19088"/>
                </a:lnTo>
                <a:cubicBezTo>
                  <a:pt x="57272" y="20600"/>
                  <a:pt x="58494" y="21816"/>
                  <a:pt x="60000" y="21816"/>
                </a:cubicBezTo>
                <a:moveTo>
                  <a:pt x="90855" y="33000"/>
                </a:moveTo>
                <a:lnTo>
                  <a:pt x="102427" y="21427"/>
                </a:lnTo>
                <a:cubicBezTo>
                  <a:pt x="103488" y="20366"/>
                  <a:pt x="103488" y="18638"/>
                  <a:pt x="102427" y="17572"/>
                </a:cubicBezTo>
                <a:cubicBezTo>
                  <a:pt x="101361" y="16505"/>
                  <a:pt x="99633" y="16505"/>
                  <a:pt x="98566" y="17572"/>
                </a:cubicBezTo>
                <a:lnTo>
                  <a:pt x="86994" y="29150"/>
                </a:lnTo>
                <a:cubicBezTo>
                  <a:pt x="85933" y="30205"/>
                  <a:pt x="85933" y="31938"/>
                  <a:pt x="86994" y="33000"/>
                </a:cubicBezTo>
                <a:cubicBezTo>
                  <a:pt x="88061" y="34066"/>
                  <a:pt x="89788" y="34066"/>
                  <a:pt x="90855" y="33000"/>
                </a:cubicBezTo>
                <a:moveTo>
                  <a:pt x="29144" y="33000"/>
                </a:moveTo>
                <a:cubicBezTo>
                  <a:pt x="30211" y="34066"/>
                  <a:pt x="31938" y="34066"/>
                  <a:pt x="33005" y="33000"/>
                </a:cubicBezTo>
                <a:cubicBezTo>
                  <a:pt x="34066" y="31938"/>
                  <a:pt x="34066" y="30205"/>
                  <a:pt x="33005" y="29150"/>
                </a:cubicBezTo>
                <a:lnTo>
                  <a:pt x="21433" y="17572"/>
                </a:lnTo>
                <a:cubicBezTo>
                  <a:pt x="20366" y="16505"/>
                  <a:pt x="18638" y="16505"/>
                  <a:pt x="17572" y="17572"/>
                </a:cubicBezTo>
                <a:cubicBezTo>
                  <a:pt x="16511" y="18638"/>
                  <a:pt x="16511" y="20366"/>
                  <a:pt x="17572" y="21427"/>
                </a:cubicBezTo>
                <a:cubicBezTo>
                  <a:pt x="17572" y="21427"/>
                  <a:pt x="29144" y="33000"/>
                  <a:pt x="29144" y="3300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83" name="Shape 4927">
            <a:extLst>
              <a:ext uri="{FF2B5EF4-FFF2-40B4-BE49-F238E27FC236}">
                <a16:creationId xmlns:a16="http://schemas.microsoft.com/office/drawing/2014/main" id="{585B5063-F47E-B719-F3FA-E2F1CC9B032C}"/>
              </a:ext>
            </a:extLst>
          </p:cNvPr>
          <p:cNvSpPr/>
          <p:nvPr/>
        </p:nvSpPr>
        <p:spPr>
          <a:xfrm>
            <a:off x="6209681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6583"/>
                </a:moveTo>
                <a:lnTo>
                  <a:pt x="69777" y="16361"/>
                </a:lnTo>
                <a:lnTo>
                  <a:pt x="68183" y="16361"/>
                </a:lnTo>
                <a:cubicBezTo>
                  <a:pt x="66677" y="16361"/>
                  <a:pt x="65455" y="17583"/>
                  <a:pt x="65455" y="19088"/>
                </a:cubicBezTo>
                <a:lnTo>
                  <a:pt x="65455" y="32727"/>
                </a:lnTo>
                <a:lnTo>
                  <a:pt x="54544" y="32727"/>
                </a:lnTo>
                <a:lnTo>
                  <a:pt x="54544" y="19088"/>
                </a:lnTo>
                <a:cubicBezTo>
                  <a:pt x="54544" y="17583"/>
                  <a:pt x="53322" y="16361"/>
                  <a:pt x="51816" y="16361"/>
                </a:cubicBezTo>
                <a:lnTo>
                  <a:pt x="50222" y="16361"/>
                </a:lnTo>
                <a:cubicBezTo>
                  <a:pt x="50222" y="16361"/>
                  <a:pt x="60000" y="6583"/>
                  <a:pt x="60000" y="6583"/>
                </a:cubicBezTo>
                <a:close/>
                <a:moveTo>
                  <a:pt x="43638" y="21816"/>
                </a:moveTo>
                <a:lnTo>
                  <a:pt x="49088" y="21816"/>
                </a:lnTo>
                <a:lnTo>
                  <a:pt x="49088" y="35455"/>
                </a:lnTo>
                <a:cubicBezTo>
                  <a:pt x="49088" y="36961"/>
                  <a:pt x="50311" y="38183"/>
                  <a:pt x="51816" y="38183"/>
                </a:cubicBezTo>
                <a:lnTo>
                  <a:pt x="68183" y="38183"/>
                </a:lnTo>
                <a:cubicBezTo>
                  <a:pt x="69688" y="38183"/>
                  <a:pt x="70911" y="36961"/>
                  <a:pt x="70911" y="35455"/>
                </a:cubicBezTo>
                <a:lnTo>
                  <a:pt x="70911" y="21816"/>
                </a:lnTo>
                <a:lnTo>
                  <a:pt x="76361" y="21816"/>
                </a:lnTo>
                <a:cubicBezTo>
                  <a:pt x="77866" y="21816"/>
                  <a:pt x="79088" y="20600"/>
                  <a:pt x="79088" y="19088"/>
                </a:cubicBezTo>
                <a:cubicBezTo>
                  <a:pt x="79088" y="18338"/>
                  <a:pt x="78783" y="17655"/>
                  <a:pt x="78294" y="17161"/>
                </a:cubicBezTo>
                <a:lnTo>
                  <a:pt x="61927" y="800"/>
                </a:lnTo>
                <a:cubicBezTo>
                  <a:pt x="61438" y="305"/>
                  <a:pt x="60750" y="0"/>
                  <a:pt x="60000" y="0"/>
                </a:cubicBezTo>
                <a:cubicBezTo>
                  <a:pt x="59250" y="0"/>
                  <a:pt x="58566" y="305"/>
                  <a:pt x="58066" y="800"/>
                </a:cubicBezTo>
                <a:lnTo>
                  <a:pt x="41705" y="17161"/>
                </a:lnTo>
                <a:cubicBezTo>
                  <a:pt x="41216" y="17655"/>
                  <a:pt x="40911" y="18338"/>
                  <a:pt x="40911" y="19088"/>
                </a:cubicBezTo>
                <a:cubicBezTo>
                  <a:pt x="40911" y="20600"/>
                  <a:pt x="42133" y="21816"/>
                  <a:pt x="43638" y="21816"/>
                </a:cubicBezTo>
                <a:moveTo>
                  <a:pt x="29144" y="87550"/>
                </a:moveTo>
                <a:cubicBezTo>
                  <a:pt x="30211" y="88611"/>
                  <a:pt x="31938" y="88611"/>
                  <a:pt x="33005" y="87550"/>
                </a:cubicBezTo>
                <a:cubicBezTo>
                  <a:pt x="34066" y="86483"/>
                  <a:pt x="34066" y="84755"/>
                  <a:pt x="33005" y="83688"/>
                </a:cubicBezTo>
                <a:lnTo>
                  <a:pt x="21433" y="72116"/>
                </a:lnTo>
                <a:cubicBezTo>
                  <a:pt x="20366" y="71055"/>
                  <a:pt x="18638" y="71055"/>
                  <a:pt x="17572" y="72116"/>
                </a:cubicBezTo>
                <a:cubicBezTo>
                  <a:pt x="16505" y="73183"/>
                  <a:pt x="16505" y="74911"/>
                  <a:pt x="17572" y="75972"/>
                </a:cubicBezTo>
                <a:cubicBezTo>
                  <a:pt x="17572" y="75972"/>
                  <a:pt x="29144" y="87550"/>
                  <a:pt x="29144" y="87550"/>
                </a:cubicBezTo>
                <a:close/>
                <a:moveTo>
                  <a:pt x="57272" y="57272"/>
                </a:moveTo>
                <a:lnTo>
                  <a:pt x="57272" y="73638"/>
                </a:lnTo>
                <a:cubicBezTo>
                  <a:pt x="57272" y="75144"/>
                  <a:pt x="58494" y="76361"/>
                  <a:pt x="60000" y="76361"/>
                </a:cubicBezTo>
                <a:cubicBezTo>
                  <a:pt x="61505" y="76361"/>
                  <a:pt x="62727" y="75144"/>
                  <a:pt x="62727" y="73638"/>
                </a:cubicBezTo>
                <a:lnTo>
                  <a:pt x="62727" y="57272"/>
                </a:lnTo>
                <a:cubicBezTo>
                  <a:pt x="62727" y="55766"/>
                  <a:pt x="61505" y="54544"/>
                  <a:pt x="60000" y="54544"/>
                </a:cubicBezTo>
                <a:cubicBezTo>
                  <a:pt x="58494" y="54544"/>
                  <a:pt x="57272" y="55766"/>
                  <a:pt x="57272" y="57272"/>
                </a:cubicBezTo>
                <a:moveTo>
                  <a:pt x="90855" y="87550"/>
                </a:moveTo>
                <a:lnTo>
                  <a:pt x="102427" y="75972"/>
                </a:lnTo>
                <a:cubicBezTo>
                  <a:pt x="103488" y="74911"/>
                  <a:pt x="103488" y="73183"/>
                  <a:pt x="102427" y="72116"/>
                </a:cubicBezTo>
                <a:cubicBezTo>
                  <a:pt x="101361" y="71055"/>
                  <a:pt x="99633" y="71055"/>
                  <a:pt x="98566" y="72116"/>
                </a:cubicBezTo>
                <a:lnTo>
                  <a:pt x="86994" y="83688"/>
                </a:lnTo>
                <a:cubicBezTo>
                  <a:pt x="85933" y="84755"/>
                  <a:pt x="85933" y="86483"/>
                  <a:pt x="86994" y="87550"/>
                </a:cubicBezTo>
                <a:cubicBezTo>
                  <a:pt x="88061" y="88611"/>
                  <a:pt x="89788" y="88611"/>
                  <a:pt x="90855" y="87550"/>
                </a:cubicBezTo>
                <a:moveTo>
                  <a:pt x="32727" y="114544"/>
                </a:moveTo>
                <a:cubicBezTo>
                  <a:pt x="32727" y="99483"/>
                  <a:pt x="44938" y="87272"/>
                  <a:pt x="60000" y="87272"/>
                </a:cubicBezTo>
                <a:cubicBezTo>
                  <a:pt x="75061" y="87272"/>
                  <a:pt x="87272" y="99483"/>
                  <a:pt x="87272" y="114544"/>
                </a:cubicBezTo>
                <a:cubicBezTo>
                  <a:pt x="87272" y="114544"/>
                  <a:pt x="32727" y="114544"/>
                  <a:pt x="32727" y="114544"/>
                </a:cubicBezTo>
                <a:close/>
                <a:moveTo>
                  <a:pt x="117272" y="114544"/>
                </a:moveTo>
                <a:lnTo>
                  <a:pt x="92727" y="114544"/>
                </a:lnTo>
                <a:cubicBezTo>
                  <a:pt x="92727" y="96472"/>
                  <a:pt x="78072" y="81816"/>
                  <a:pt x="60000" y="81816"/>
                </a:cubicBezTo>
                <a:cubicBezTo>
                  <a:pt x="41927" y="81816"/>
                  <a:pt x="27272" y="96472"/>
                  <a:pt x="27272" y="114544"/>
                </a:cubicBezTo>
                <a:lnTo>
                  <a:pt x="2727" y="114544"/>
                </a:lnTo>
                <a:cubicBezTo>
                  <a:pt x="1222" y="114544"/>
                  <a:pt x="0" y="115766"/>
                  <a:pt x="0" y="117272"/>
                </a:cubicBezTo>
                <a:cubicBezTo>
                  <a:pt x="0" y="118777"/>
                  <a:pt x="1222" y="120000"/>
                  <a:pt x="2727" y="120000"/>
                </a:cubicBezTo>
                <a:lnTo>
                  <a:pt x="117272" y="120000"/>
                </a:lnTo>
                <a:cubicBezTo>
                  <a:pt x="118777" y="120000"/>
                  <a:pt x="120000" y="118777"/>
                  <a:pt x="120000" y="117272"/>
                </a:cubicBezTo>
                <a:cubicBezTo>
                  <a:pt x="120000" y="115766"/>
                  <a:pt x="118777" y="114544"/>
                  <a:pt x="117272" y="1145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85" name="Shape 4928">
            <a:extLst>
              <a:ext uri="{FF2B5EF4-FFF2-40B4-BE49-F238E27FC236}">
                <a16:creationId xmlns:a16="http://schemas.microsoft.com/office/drawing/2014/main" id="{96280A37-3688-76D8-CD68-BAD7091CF931}"/>
              </a:ext>
            </a:extLst>
          </p:cNvPr>
          <p:cNvSpPr/>
          <p:nvPr/>
        </p:nvSpPr>
        <p:spPr>
          <a:xfrm>
            <a:off x="6713867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20000" y="10911"/>
                </a:moveTo>
                <a:lnTo>
                  <a:pt x="109088" y="10911"/>
                </a:lnTo>
                <a:lnTo>
                  <a:pt x="105000" y="0"/>
                </a:lnTo>
                <a:lnTo>
                  <a:pt x="100911" y="10911"/>
                </a:lnTo>
                <a:lnTo>
                  <a:pt x="90000" y="10911"/>
                </a:lnTo>
                <a:lnTo>
                  <a:pt x="98861" y="17727"/>
                </a:lnTo>
                <a:lnTo>
                  <a:pt x="94772" y="30000"/>
                </a:lnTo>
                <a:lnTo>
                  <a:pt x="105000" y="22500"/>
                </a:lnTo>
                <a:lnTo>
                  <a:pt x="115227" y="30000"/>
                </a:lnTo>
                <a:lnTo>
                  <a:pt x="111138" y="17727"/>
                </a:lnTo>
                <a:cubicBezTo>
                  <a:pt x="111138" y="17727"/>
                  <a:pt x="120000" y="10911"/>
                  <a:pt x="120000" y="10911"/>
                </a:cubicBezTo>
                <a:close/>
                <a:moveTo>
                  <a:pt x="60000" y="114533"/>
                </a:moveTo>
                <a:cubicBezTo>
                  <a:pt x="29922" y="114533"/>
                  <a:pt x="5455" y="90016"/>
                  <a:pt x="5455" y="59872"/>
                </a:cubicBezTo>
                <a:cubicBezTo>
                  <a:pt x="5455" y="35744"/>
                  <a:pt x="20805" y="15227"/>
                  <a:pt x="42722" y="8005"/>
                </a:cubicBezTo>
                <a:cubicBezTo>
                  <a:pt x="37983" y="17233"/>
                  <a:pt x="35455" y="27538"/>
                  <a:pt x="35455" y="38005"/>
                </a:cubicBezTo>
                <a:cubicBezTo>
                  <a:pt x="35455" y="72244"/>
                  <a:pt x="61766" y="100438"/>
                  <a:pt x="95188" y="103355"/>
                </a:cubicBezTo>
                <a:cubicBezTo>
                  <a:pt x="85338" y="110350"/>
                  <a:pt x="72583" y="114533"/>
                  <a:pt x="60000" y="114533"/>
                </a:cubicBezTo>
                <a:moveTo>
                  <a:pt x="40911" y="38005"/>
                </a:moveTo>
                <a:cubicBezTo>
                  <a:pt x="40911" y="23600"/>
                  <a:pt x="45977" y="10388"/>
                  <a:pt x="54411" y="27"/>
                </a:cubicBezTo>
                <a:cubicBezTo>
                  <a:pt x="23900" y="2855"/>
                  <a:pt x="0" y="28555"/>
                  <a:pt x="0" y="59872"/>
                </a:cubicBezTo>
                <a:cubicBezTo>
                  <a:pt x="0" y="93083"/>
                  <a:pt x="26866" y="120000"/>
                  <a:pt x="60000" y="120000"/>
                </a:cubicBezTo>
                <a:cubicBezTo>
                  <a:pt x="78755" y="120000"/>
                  <a:pt x="98088" y="111361"/>
                  <a:pt x="109088" y="97850"/>
                </a:cubicBezTo>
                <a:cubicBezTo>
                  <a:pt x="107250" y="98022"/>
                  <a:pt x="102794" y="98138"/>
                  <a:pt x="100911" y="98138"/>
                </a:cubicBezTo>
                <a:cubicBezTo>
                  <a:pt x="67772" y="98138"/>
                  <a:pt x="40911" y="71216"/>
                  <a:pt x="40911" y="38005"/>
                </a:cubicBezTo>
                <a:moveTo>
                  <a:pt x="98183" y="57272"/>
                </a:moveTo>
                <a:lnTo>
                  <a:pt x="95205" y="65205"/>
                </a:lnTo>
                <a:lnTo>
                  <a:pt x="87272" y="65205"/>
                </a:lnTo>
                <a:lnTo>
                  <a:pt x="93716" y="70161"/>
                </a:lnTo>
                <a:lnTo>
                  <a:pt x="90744" y="79088"/>
                </a:lnTo>
                <a:lnTo>
                  <a:pt x="98183" y="73638"/>
                </a:lnTo>
                <a:lnTo>
                  <a:pt x="105616" y="79088"/>
                </a:lnTo>
                <a:lnTo>
                  <a:pt x="102644" y="70161"/>
                </a:lnTo>
                <a:lnTo>
                  <a:pt x="109088" y="65205"/>
                </a:lnTo>
                <a:lnTo>
                  <a:pt x="101155" y="65205"/>
                </a:lnTo>
                <a:cubicBezTo>
                  <a:pt x="101155" y="65205"/>
                  <a:pt x="98183" y="57272"/>
                  <a:pt x="98183" y="57272"/>
                </a:cubicBezTo>
                <a:close/>
                <a:moveTo>
                  <a:pt x="63472" y="51816"/>
                </a:moveTo>
                <a:lnTo>
                  <a:pt x="70911" y="46361"/>
                </a:lnTo>
                <a:lnTo>
                  <a:pt x="78344" y="51816"/>
                </a:lnTo>
                <a:lnTo>
                  <a:pt x="75372" y="42894"/>
                </a:lnTo>
                <a:lnTo>
                  <a:pt x="81816" y="37933"/>
                </a:lnTo>
                <a:lnTo>
                  <a:pt x="73883" y="37933"/>
                </a:lnTo>
                <a:lnTo>
                  <a:pt x="70911" y="30000"/>
                </a:lnTo>
                <a:lnTo>
                  <a:pt x="67933" y="37933"/>
                </a:lnTo>
                <a:lnTo>
                  <a:pt x="60000" y="37933"/>
                </a:lnTo>
                <a:lnTo>
                  <a:pt x="66444" y="42894"/>
                </a:lnTo>
                <a:cubicBezTo>
                  <a:pt x="66444" y="42894"/>
                  <a:pt x="63472" y="51816"/>
                  <a:pt x="63472" y="5181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87" name="Shape 4929">
            <a:extLst>
              <a:ext uri="{FF2B5EF4-FFF2-40B4-BE49-F238E27FC236}">
                <a16:creationId xmlns:a16="http://schemas.microsoft.com/office/drawing/2014/main" id="{4AA9C3A1-CB7B-2E6F-FD7D-3EFA2C02ACE0}"/>
              </a:ext>
            </a:extLst>
          </p:cNvPr>
          <p:cNvSpPr/>
          <p:nvPr/>
        </p:nvSpPr>
        <p:spPr>
          <a:xfrm>
            <a:off x="7218053" y="33042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3638" y="49088"/>
                </a:moveTo>
                <a:cubicBezTo>
                  <a:pt x="37611" y="49088"/>
                  <a:pt x="32727" y="44205"/>
                  <a:pt x="32727" y="38183"/>
                </a:cubicBezTo>
                <a:cubicBezTo>
                  <a:pt x="32727" y="32155"/>
                  <a:pt x="37611" y="27272"/>
                  <a:pt x="43638" y="27272"/>
                </a:cubicBezTo>
                <a:cubicBezTo>
                  <a:pt x="49661" y="27272"/>
                  <a:pt x="54544" y="32155"/>
                  <a:pt x="54544" y="38183"/>
                </a:cubicBezTo>
                <a:cubicBezTo>
                  <a:pt x="54544" y="44205"/>
                  <a:pt x="49661" y="49088"/>
                  <a:pt x="43638" y="49088"/>
                </a:cubicBezTo>
                <a:moveTo>
                  <a:pt x="43638" y="21816"/>
                </a:moveTo>
                <a:cubicBezTo>
                  <a:pt x="34600" y="21816"/>
                  <a:pt x="27272" y="29150"/>
                  <a:pt x="27272" y="38183"/>
                </a:cubicBezTo>
                <a:cubicBezTo>
                  <a:pt x="27272" y="47222"/>
                  <a:pt x="34600" y="54544"/>
                  <a:pt x="43638" y="54544"/>
                </a:cubicBezTo>
                <a:cubicBezTo>
                  <a:pt x="52672" y="54544"/>
                  <a:pt x="60000" y="47222"/>
                  <a:pt x="60000" y="38183"/>
                </a:cubicBezTo>
                <a:cubicBezTo>
                  <a:pt x="60000" y="29150"/>
                  <a:pt x="52672" y="21816"/>
                  <a:pt x="43638" y="21816"/>
                </a:cubicBezTo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90127" y="5455"/>
                  <a:pt x="114544" y="29877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moveTo>
                  <a:pt x="68183" y="60000"/>
                </a:moveTo>
                <a:cubicBezTo>
                  <a:pt x="66677" y="60000"/>
                  <a:pt x="65455" y="61222"/>
                  <a:pt x="65455" y="62727"/>
                </a:cubicBezTo>
                <a:cubicBezTo>
                  <a:pt x="65455" y="64233"/>
                  <a:pt x="66677" y="65455"/>
                  <a:pt x="68183" y="65455"/>
                </a:cubicBezTo>
                <a:cubicBezTo>
                  <a:pt x="69688" y="65455"/>
                  <a:pt x="70911" y="64233"/>
                  <a:pt x="70911" y="62727"/>
                </a:cubicBezTo>
                <a:cubicBezTo>
                  <a:pt x="70911" y="61222"/>
                  <a:pt x="69688" y="60000"/>
                  <a:pt x="68183" y="60000"/>
                </a:cubicBezTo>
                <a:moveTo>
                  <a:pt x="51816" y="87272"/>
                </a:moveTo>
                <a:cubicBezTo>
                  <a:pt x="50311" y="87272"/>
                  <a:pt x="49088" y="86055"/>
                  <a:pt x="49088" y="84544"/>
                </a:cubicBezTo>
                <a:cubicBezTo>
                  <a:pt x="49088" y="83038"/>
                  <a:pt x="50311" y="81816"/>
                  <a:pt x="51816" y="81816"/>
                </a:cubicBezTo>
                <a:cubicBezTo>
                  <a:pt x="53322" y="81816"/>
                  <a:pt x="54544" y="83038"/>
                  <a:pt x="54544" y="84544"/>
                </a:cubicBezTo>
                <a:cubicBezTo>
                  <a:pt x="54544" y="86055"/>
                  <a:pt x="53322" y="87272"/>
                  <a:pt x="51816" y="87272"/>
                </a:cubicBezTo>
                <a:moveTo>
                  <a:pt x="51816" y="76361"/>
                </a:moveTo>
                <a:cubicBezTo>
                  <a:pt x="47300" y="76361"/>
                  <a:pt x="43638" y="80027"/>
                  <a:pt x="43638" y="84544"/>
                </a:cubicBezTo>
                <a:cubicBezTo>
                  <a:pt x="43638" y="89066"/>
                  <a:pt x="47300" y="92727"/>
                  <a:pt x="51816" y="92727"/>
                </a:cubicBezTo>
                <a:cubicBezTo>
                  <a:pt x="56338" y="92727"/>
                  <a:pt x="60000" y="89066"/>
                  <a:pt x="60000" y="84544"/>
                </a:cubicBezTo>
                <a:cubicBezTo>
                  <a:pt x="60000" y="80027"/>
                  <a:pt x="56338" y="76361"/>
                  <a:pt x="51816" y="76361"/>
                </a:cubicBezTo>
                <a:moveTo>
                  <a:pt x="27272" y="65455"/>
                </a:moveTo>
                <a:cubicBezTo>
                  <a:pt x="24261" y="65455"/>
                  <a:pt x="21816" y="67900"/>
                  <a:pt x="21816" y="70911"/>
                </a:cubicBezTo>
                <a:cubicBezTo>
                  <a:pt x="21816" y="73916"/>
                  <a:pt x="24261" y="76361"/>
                  <a:pt x="27272" y="76361"/>
                </a:cubicBezTo>
                <a:cubicBezTo>
                  <a:pt x="30283" y="76361"/>
                  <a:pt x="32727" y="73916"/>
                  <a:pt x="32727" y="70911"/>
                </a:cubicBezTo>
                <a:cubicBezTo>
                  <a:pt x="32727" y="67900"/>
                  <a:pt x="30283" y="65455"/>
                  <a:pt x="27272" y="65455"/>
                </a:cubicBezTo>
                <a:moveTo>
                  <a:pt x="79088" y="92727"/>
                </a:moveTo>
                <a:cubicBezTo>
                  <a:pt x="77588" y="92727"/>
                  <a:pt x="76361" y="93950"/>
                  <a:pt x="76361" y="95455"/>
                </a:cubicBezTo>
                <a:cubicBezTo>
                  <a:pt x="76361" y="96961"/>
                  <a:pt x="77588" y="98183"/>
                  <a:pt x="79088" y="98183"/>
                </a:cubicBezTo>
                <a:cubicBezTo>
                  <a:pt x="80594" y="98183"/>
                  <a:pt x="81816" y="96961"/>
                  <a:pt x="81816" y="95455"/>
                </a:cubicBezTo>
                <a:cubicBezTo>
                  <a:pt x="81816" y="93950"/>
                  <a:pt x="80594" y="92727"/>
                  <a:pt x="79088" y="92727"/>
                </a:cubicBezTo>
                <a:moveTo>
                  <a:pt x="92727" y="65455"/>
                </a:moveTo>
                <a:cubicBezTo>
                  <a:pt x="89716" y="65455"/>
                  <a:pt x="87272" y="63011"/>
                  <a:pt x="87272" y="60000"/>
                </a:cubicBezTo>
                <a:cubicBezTo>
                  <a:pt x="87272" y="56988"/>
                  <a:pt x="89716" y="54544"/>
                  <a:pt x="92727" y="54544"/>
                </a:cubicBezTo>
                <a:cubicBezTo>
                  <a:pt x="95738" y="54544"/>
                  <a:pt x="98183" y="56988"/>
                  <a:pt x="98183" y="60000"/>
                </a:cubicBezTo>
                <a:cubicBezTo>
                  <a:pt x="98183" y="63011"/>
                  <a:pt x="95738" y="65455"/>
                  <a:pt x="92727" y="65455"/>
                </a:cubicBezTo>
                <a:moveTo>
                  <a:pt x="92727" y="49088"/>
                </a:moveTo>
                <a:cubicBezTo>
                  <a:pt x="86700" y="49088"/>
                  <a:pt x="81816" y="53977"/>
                  <a:pt x="81816" y="60000"/>
                </a:cubicBezTo>
                <a:cubicBezTo>
                  <a:pt x="81816" y="66022"/>
                  <a:pt x="86700" y="70911"/>
                  <a:pt x="92727" y="70911"/>
                </a:cubicBezTo>
                <a:cubicBezTo>
                  <a:pt x="98750" y="70911"/>
                  <a:pt x="103638" y="66022"/>
                  <a:pt x="103638" y="60000"/>
                </a:cubicBezTo>
                <a:cubicBezTo>
                  <a:pt x="103638" y="53977"/>
                  <a:pt x="98750" y="49088"/>
                  <a:pt x="92727" y="4908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89" name="Shape 4930">
            <a:extLst>
              <a:ext uri="{FF2B5EF4-FFF2-40B4-BE49-F238E27FC236}">
                <a16:creationId xmlns:a16="http://schemas.microsoft.com/office/drawing/2014/main" id="{1E79ED0D-C0F7-3A04-3135-C4B26D6837C8}"/>
              </a:ext>
            </a:extLst>
          </p:cNvPr>
          <p:cNvSpPr/>
          <p:nvPr/>
        </p:nvSpPr>
        <p:spPr>
          <a:xfrm>
            <a:off x="7722239" y="3365686"/>
            <a:ext cx="264130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7868" y="66366"/>
                </a:moveTo>
                <a:cubicBezTo>
                  <a:pt x="89851" y="73288"/>
                  <a:pt x="79099" y="79861"/>
                  <a:pt x="65904" y="84505"/>
                </a:cubicBezTo>
                <a:cubicBezTo>
                  <a:pt x="55700" y="88094"/>
                  <a:pt x="45376" y="89983"/>
                  <a:pt x="36058" y="89983"/>
                </a:cubicBezTo>
                <a:cubicBezTo>
                  <a:pt x="33363" y="89983"/>
                  <a:pt x="30839" y="89766"/>
                  <a:pt x="28401" y="89455"/>
                </a:cubicBezTo>
                <a:cubicBezTo>
                  <a:pt x="24250" y="81055"/>
                  <a:pt x="21823" y="70922"/>
                  <a:pt x="21823" y="60000"/>
                </a:cubicBezTo>
                <a:cubicBezTo>
                  <a:pt x="21823" y="31005"/>
                  <a:pt x="38913" y="7500"/>
                  <a:pt x="60000" y="7500"/>
                </a:cubicBezTo>
                <a:cubicBezTo>
                  <a:pt x="81086" y="7500"/>
                  <a:pt x="98176" y="31005"/>
                  <a:pt x="98176" y="60000"/>
                </a:cubicBezTo>
                <a:cubicBezTo>
                  <a:pt x="98176" y="62161"/>
                  <a:pt x="98051" y="64277"/>
                  <a:pt x="97868" y="66366"/>
                </a:cubicBezTo>
                <a:moveTo>
                  <a:pt x="60000" y="112500"/>
                </a:moveTo>
                <a:cubicBezTo>
                  <a:pt x="49567" y="112500"/>
                  <a:pt x="40129" y="106733"/>
                  <a:pt x="33237" y="97411"/>
                </a:cubicBezTo>
                <a:cubicBezTo>
                  <a:pt x="34168" y="97450"/>
                  <a:pt x="35098" y="97483"/>
                  <a:pt x="36058" y="97483"/>
                </a:cubicBezTo>
                <a:cubicBezTo>
                  <a:pt x="45542" y="97483"/>
                  <a:pt x="56231" y="95638"/>
                  <a:pt x="67251" y="91766"/>
                </a:cubicBezTo>
                <a:cubicBezTo>
                  <a:pt x="78208" y="87911"/>
                  <a:pt x="88075" y="82522"/>
                  <a:pt x="96263" y="76344"/>
                </a:cubicBezTo>
                <a:cubicBezTo>
                  <a:pt x="91267" y="97327"/>
                  <a:pt x="76929" y="112500"/>
                  <a:pt x="60000" y="112500"/>
                </a:cubicBezTo>
                <a:moveTo>
                  <a:pt x="119554" y="35311"/>
                </a:moveTo>
                <a:cubicBezTo>
                  <a:pt x="117578" y="25650"/>
                  <a:pt x="109293" y="19177"/>
                  <a:pt x="97480" y="16466"/>
                </a:cubicBezTo>
                <a:cubicBezTo>
                  <a:pt x="99238" y="19338"/>
                  <a:pt x="100837" y="22411"/>
                  <a:pt x="102236" y="25666"/>
                </a:cubicBezTo>
                <a:cubicBezTo>
                  <a:pt x="108819" y="28266"/>
                  <a:pt x="113273" y="32305"/>
                  <a:pt x="114301" y="37338"/>
                </a:cubicBezTo>
                <a:cubicBezTo>
                  <a:pt x="114901" y="40255"/>
                  <a:pt x="114387" y="43672"/>
                  <a:pt x="112782" y="47494"/>
                </a:cubicBezTo>
                <a:cubicBezTo>
                  <a:pt x="111052" y="51622"/>
                  <a:pt x="107940" y="56233"/>
                  <a:pt x="103595" y="60877"/>
                </a:cubicBezTo>
                <a:cubicBezTo>
                  <a:pt x="103601" y="60583"/>
                  <a:pt x="103629" y="60294"/>
                  <a:pt x="103629" y="60000"/>
                </a:cubicBezTo>
                <a:cubicBezTo>
                  <a:pt x="103629" y="26861"/>
                  <a:pt x="84095" y="0"/>
                  <a:pt x="60000" y="0"/>
                </a:cubicBezTo>
                <a:cubicBezTo>
                  <a:pt x="35904" y="0"/>
                  <a:pt x="16370" y="26861"/>
                  <a:pt x="16370" y="60000"/>
                </a:cubicBezTo>
                <a:cubicBezTo>
                  <a:pt x="16370" y="70150"/>
                  <a:pt x="18214" y="79694"/>
                  <a:pt x="21446" y="88072"/>
                </a:cubicBezTo>
                <a:cubicBezTo>
                  <a:pt x="12818" y="85655"/>
                  <a:pt x="6903" y="81083"/>
                  <a:pt x="5692" y="75155"/>
                </a:cubicBezTo>
                <a:cubicBezTo>
                  <a:pt x="5098" y="72238"/>
                  <a:pt x="5607" y="68827"/>
                  <a:pt x="7211" y="65000"/>
                </a:cubicBezTo>
                <a:cubicBezTo>
                  <a:pt x="8085" y="62927"/>
                  <a:pt x="9421" y="60700"/>
                  <a:pt x="10974" y="58433"/>
                </a:cubicBezTo>
                <a:cubicBezTo>
                  <a:pt x="11037" y="54538"/>
                  <a:pt x="11317" y="50711"/>
                  <a:pt x="11842" y="47005"/>
                </a:cubicBezTo>
                <a:cubicBezTo>
                  <a:pt x="3014" y="56933"/>
                  <a:pt x="-1490" y="67711"/>
                  <a:pt x="445" y="77183"/>
                </a:cubicBezTo>
                <a:cubicBezTo>
                  <a:pt x="2580" y="87650"/>
                  <a:pt x="12093" y="94377"/>
                  <a:pt x="25494" y="96633"/>
                </a:cubicBezTo>
                <a:cubicBezTo>
                  <a:pt x="33477" y="110822"/>
                  <a:pt x="45942" y="120000"/>
                  <a:pt x="60000" y="120000"/>
                </a:cubicBezTo>
                <a:cubicBezTo>
                  <a:pt x="81395" y="120000"/>
                  <a:pt x="99153" y="98805"/>
                  <a:pt x="102875" y="70861"/>
                </a:cubicBezTo>
                <a:cubicBezTo>
                  <a:pt x="115152" y="59577"/>
                  <a:pt x="121844" y="46522"/>
                  <a:pt x="119554" y="3531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91" name="Shape 4931">
            <a:extLst>
              <a:ext uri="{FF2B5EF4-FFF2-40B4-BE49-F238E27FC236}">
                <a16:creationId xmlns:a16="http://schemas.microsoft.com/office/drawing/2014/main" id="{3C0D4FF9-D54F-C29A-2CAD-BA6B14E87721}"/>
              </a:ext>
            </a:extLst>
          </p:cNvPr>
          <p:cNvSpPr/>
          <p:nvPr/>
        </p:nvSpPr>
        <p:spPr>
          <a:xfrm>
            <a:off x="8275138" y="3316973"/>
            <a:ext cx="192071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31005" y="114544"/>
                  <a:pt x="7500" y="96788"/>
                  <a:pt x="7500" y="74877"/>
                </a:cubicBezTo>
                <a:cubicBezTo>
                  <a:pt x="7500" y="49088"/>
                  <a:pt x="56250" y="6477"/>
                  <a:pt x="60000" y="6477"/>
                </a:cubicBezTo>
                <a:cubicBezTo>
                  <a:pt x="63750" y="6477"/>
                  <a:pt x="112500" y="49088"/>
                  <a:pt x="112500" y="74877"/>
                </a:cubicBezTo>
                <a:cubicBezTo>
                  <a:pt x="112500" y="96788"/>
                  <a:pt x="88994" y="114544"/>
                  <a:pt x="60000" y="114544"/>
                </a:cubicBezTo>
                <a:moveTo>
                  <a:pt x="60000" y="0"/>
                </a:moveTo>
                <a:cubicBezTo>
                  <a:pt x="52500" y="0"/>
                  <a:pt x="0" y="46361"/>
                  <a:pt x="0" y="76361"/>
                </a:cubicBezTo>
                <a:cubicBezTo>
                  <a:pt x="0" y="100461"/>
                  <a:pt x="26866" y="120000"/>
                  <a:pt x="60000" y="120000"/>
                </a:cubicBezTo>
                <a:cubicBezTo>
                  <a:pt x="93138" y="120000"/>
                  <a:pt x="120000" y="100461"/>
                  <a:pt x="120000" y="76361"/>
                </a:cubicBezTo>
                <a:cubicBezTo>
                  <a:pt x="120000" y="46361"/>
                  <a:pt x="67500" y="0"/>
                  <a:pt x="60000" y="0"/>
                </a:cubicBezTo>
                <a:moveTo>
                  <a:pt x="60000" y="103638"/>
                </a:moveTo>
                <a:cubicBezTo>
                  <a:pt x="39288" y="103638"/>
                  <a:pt x="22500" y="91422"/>
                  <a:pt x="22500" y="76361"/>
                </a:cubicBezTo>
                <a:cubicBezTo>
                  <a:pt x="22500" y="74855"/>
                  <a:pt x="20822" y="73638"/>
                  <a:pt x="18750" y="73638"/>
                </a:cubicBezTo>
                <a:cubicBezTo>
                  <a:pt x="16677" y="73638"/>
                  <a:pt x="15000" y="74855"/>
                  <a:pt x="15000" y="76361"/>
                </a:cubicBezTo>
                <a:cubicBezTo>
                  <a:pt x="15000" y="94438"/>
                  <a:pt x="35150" y="109088"/>
                  <a:pt x="60000" y="109088"/>
                </a:cubicBezTo>
                <a:cubicBezTo>
                  <a:pt x="62072" y="109088"/>
                  <a:pt x="63750" y="107872"/>
                  <a:pt x="63750" y="106361"/>
                </a:cubicBezTo>
                <a:cubicBezTo>
                  <a:pt x="63750" y="104861"/>
                  <a:pt x="62072" y="103638"/>
                  <a:pt x="60000" y="10363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93" name="Shape 4932">
            <a:extLst>
              <a:ext uri="{FF2B5EF4-FFF2-40B4-BE49-F238E27FC236}">
                <a16:creationId xmlns:a16="http://schemas.microsoft.com/office/drawing/2014/main" id="{185D332E-7468-016B-68C5-F683C37AC013}"/>
              </a:ext>
            </a:extLst>
          </p:cNvPr>
          <p:cNvSpPr/>
          <p:nvPr/>
        </p:nvSpPr>
        <p:spPr>
          <a:xfrm>
            <a:off x="8756011" y="332967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6361" y="21816"/>
                </a:moveTo>
                <a:cubicBezTo>
                  <a:pt x="73355" y="21816"/>
                  <a:pt x="70911" y="24261"/>
                  <a:pt x="70911" y="27272"/>
                </a:cubicBezTo>
                <a:cubicBezTo>
                  <a:pt x="70911" y="30283"/>
                  <a:pt x="73355" y="32727"/>
                  <a:pt x="76361" y="32727"/>
                </a:cubicBezTo>
                <a:cubicBezTo>
                  <a:pt x="79372" y="32727"/>
                  <a:pt x="81816" y="30283"/>
                  <a:pt x="81816" y="27272"/>
                </a:cubicBezTo>
                <a:cubicBezTo>
                  <a:pt x="81816" y="24261"/>
                  <a:pt x="79372" y="21816"/>
                  <a:pt x="76361" y="21816"/>
                </a:cubicBezTo>
                <a:moveTo>
                  <a:pt x="92727" y="43638"/>
                </a:moveTo>
                <a:cubicBezTo>
                  <a:pt x="89716" y="43638"/>
                  <a:pt x="87272" y="46083"/>
                  <a:pt x="87272" y="49088"/>
                </a:cubicBezTo>
                <a:cubicBezTo>
                  <a:pt x="87272" y="52100"/>
                  <a:pt x="89716" y="54544"/>
                  <a:pt x="92727" y="54544"/>
                </a:cubicBezTo>
                <a:cubicBezTo>
                  <a:pt x="95738" y="54544"/>
                  <a:pt x="98183" y="52100"/>
                  <a:pt x="98183" y="49088"/>
                </a:cubicBezTo>
                <a:cubicBezTo>
                  <a:pt x="98183" y="46083"/>
                  <a:pt x="95738" y="43638"/>
                  <a:pt x="92727" y="43638"/>
                </a:cubicBezTo>
                <a:moveTo>
                  <a:pt x="43638" y="27272"/>
                </a:moveTo>
                <a:cubicBezTo>
                  <a:pt x="40627" y="27272"/>
                  <a:pt x="38183" y="29716"/>
                  <a:pt x="38183" y="32727"/>
                </a:cubicBezTo>
                <a:cubicBezTo>
                  <a:pt x="38183" y="35738"/>
                  <a:pt x="40627" y="38183"/>
                  <a:pt x="43638" y="38183"/>
                </a:cubicBezTo>
                <a:cubicBezTo>
                  <a:pt x="46644" y="38183"/>
                  <a:pt x="49088" y="35738"/>
                  <a:pt x="49088" y="32727"/>
                </a:cubicBezTo>
                <a:cubicBezTo>
                  <a:pt x="49088" y="29716"/>
                  <a:pt x="46644" y="27272"/>
                  <a:pt x="43638" y="27272"/>
                </a:cubicBezTo>
                <a:moveTo>
                  <a:pt x="21816" y="43638"/>
                </a:moveTo>
                <a:cubicBezTo>
                  <a:pt x="18805" y="43638"/>
                  <a:pt x="16361" y="46083"/>
                  <a:pt x="16361" y="49088"/>
                </a:cubicBezTo>
                <a:cubicBezTo>
                  <a:pt x="16361" y="52100"/>
                  <a:pt x="18805" y="54544"/>
                  <a:pt x="21816" y="54544"/>
                </a:cubicBezTo>
                <a:cubicBezTo>
                  <a:pt x="24827" y="54544"/>
                  <a:pt x="27272" y="52100"/>
                  <a:pt x="27272" y="49088"/>
                </a:cubicBezTo>
                <a:cubicBezTo>
                  <a:pt x="27272" y="46083"/>
                  <a:pt x="24827" y="43638"/>
                  <a:pt x="21816" y="43638"/>
                </a:cubicBezTo>
                <a:moveTo>
                  <a:pt x="5600" y="60000"/>
                </a:moveTo>
                <a:cubicBezTo>
                  <a:pt x="7100" y="32655"/>
                  <a:pt x="30844" y="10911"/>
                  <a:pt x="60000" y="10911"/>
                </a:cubicBezTo>
                <a:cubicBezTo>
                  <a:pt x="89155" y="10911"/>
                  <a:pt x="112900" y="32655"/>
                  <a:pt x="114400" y="60000"/>
                </a:cubicBezTo>
                <a:cubicBezTo>
                  <a:pt x="114400" y="60000"/>
                  <a:pt x="5600" y="60000"/>
                  <a:pt x="5600" y="60000"/>
                </a:cubicBezTo>
                <a:close/>
                <a:moveTo>
                  <a:pt x="62727" y="5583"/>
                </a:moveTo>
                <a:lnTo>
                  <a:pt x="62727" y="2727"/>
                </a:lnTo>
                <a:cubicBezTo>
                  <a:pt x="62727" y="1222"/>
                  <a:pt x="61505" y="0"/>
                  <a:pt x="60000" y="0"/>
                </a:cubicBezTo>
                <a:cubicBezTo>
                  <a:pt x="58494" y="0"/>
                  <a:pt x="57272" y="1222"/>
                  <a:pt x="57272" y="2727"/>
                </a:cubicBezTo>
                <a:lnTo>
                  <a:pt x="57272" y="5583"/>
                </a:lnTo>
                <a:cubicBezTo>
                  <a:pt x="25411" y="6955"/>
                  <a:pt x="0" y="31977"/>
                  <a:pt x="0" y="62727"/>
                </a:cubicBezTo>
                <a:cubicBezTo>
                  <a:pt x="0" y="64233"/>
                  <a:pt x="1222" y="65455"/>
                  <a:pt x="2727" y="65455"/>
                </a:cubicBezTo>
                <a:lnTo>
                  <a:pt x="57272" y="65455"/>
                </a:lnTo>
                <a:lnTo>
                  <a:pt x="57272" y="103638"/>
                </a:lnTo>
                <a:cubicBezTo>
                  <a:pt x="57272" y="109661"/>
                  <a:pt x="52388" y="114544"/>
                  <a:pt x="46361" y="114544"/>
                </a:cubicBezTo>
                <a:cubicBezTo>
                  <a:pt x="40338" y="114544"/>
                  <a:pt x="35455" y="109661"/>
                  <a:pt x="35455" y="103638"/>
                </a:cubicBezTo>
                <a:cubicBezTo>
                  <a:pt x="35455" y="102127"/>
                  <a:pt x="34233" y="100911"/>
                  <a:pt x="32727" y="100911"/>
                </a:cubicBezTo>
                <a:cubicBezTo>
                  <a:pt x="31222" y="100911"/>
                  <a:pt x="30000" y="102127"/>
                  <a:pt x="30000" y="103638"/>
                </a:cubicBezTo>
                <a:cubicBezTo>
                  <a:pt x="30000" y="112672"/>
                  <a:pt x="37327" y="120000"/>
                  <a:pt x="46361" y="120000"/>
                </a:cubicBezTo>
                <a:cubicBezTo>
                  <a:pt x="54466" y="120000"/>
                  <a:pt x="61150" y="114094"/>
                  <a:pt x="62455" y="106361"/>
                </a:cubicBezTo>
                <a:lnTo>
                  <a:pt x="62727" y="106361"/>
                </a:lnTo>
                <a:lnTo>
                  <a:pt x="62727" y="65455"/>
                </a:lnTo>
                <a:lnTo>
                  <a:pt x="117272" y="65455"/>
                </a:lnTo>
                <a:cubicBezTo>
                  <a:pt x="118777" y="65455"/>
                  <a:pt x="120000" y="64233"/>
                  <a:pt x="120000" y="62727"/>
                </a:cubicBezTo>
                <a:cubicBezTo>
                  <a:pt x="120000" y="31977"/>
                  <a:pt x="94588" y="6955"/>
                  <a:pt x="62727" y="5583"/>
                </a:cubicBezTo>
                <a:moveTo>
                  <a:pt x="60000" y="38183"/>
                </a:moveTo>
                <a:cubicBezTo>
                  <a:pt x="56988" y="38183"/>
                  <a:pt x="54544" y="40627"/>
                  <a:pt x="54544" y="43638"/>
                </a:cubicBezTo>
                <a:cubicBezTo>
                  <a:pt x="54544" y="46644"/>
                  <a:pt x="56988" y="49088"/>
                  <a:pt x="60000" y="49088"/>
                </a:cubicBezTo>
                <a:cubicBezTo>
                  <a:pt x="63011" y="49088"/>
                  <a:pt x="65455" y="46644"/>
                  <a:pt x="65455" y="43638"/>
                </a:cubicBezTo>
                <a:cubicBezTo>
                  <a:pt x="65455" y="40627"/>
                  <a:pt x="63011" y="38183"/>
                  <a:pt x="60000" y="3818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95" name="Shape 4933">
            <a:extLst>
              <a:ext uri="{FF2B5EF4-FFF2-40B4-BE49-F238E27FC236}">
                <a16:creationId xmlns:a16="http://schemas.microsoft.com/office/drawing/2014/main" id="{8A29E2A1-2D97-BF41-2955-24130F8B8214}"/>
              </a:ext>
            </a:extLst>
          </p:cNvPr>
          <p:cNvSpPr/>
          <p:nvPr/>
        </p:nvSpPr>
        <p:spPr>
          <a:xfrm>
            <a:off x="9277771" y="3376965"/>
            <a:ext cx="264098" cy="1440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3511" y="110000"/>
                </a:moveTo>
                <a:cubicBezTo>
                  <a:pt x="102172" y="65400"/>
                  <a:pt x="83233" y="30000"/>
                  <a:pt x="60000" y="30000"/>
                </a:cubicBezTo>
                <a:cubicBezTo>
                  <a:pt x="36766" y="30000"/>
                  <a:pt x="17827" y="65400"/>
                  <a:pt x="16488" y="110000"/>
                </a:cubicBezTo>
                <a:lnTo>
                  <a:pt x="5583" y="110000"/>
                </a:lnTo>
                <a:cubicBezTo>
                  <a:pt x="6950" y="54350"/>
                  <a:pt x="30750" y="10000"/>
                  <a:pt x="60000" y="10000"/>
                </a:cubicBezTo>
                <a:cubicBezTo>
                  <a:pt x="89250" y="10000"/>
                  <a:pt x="113050" y="54350"/>
                  <a:pt x="114416" y="110000"/>
                </a:cubicBezTo>
                <a:cubicBezTo>
                  <a:pt x="114416" y="110000"/>
                  <a:pt x="103511" y="110000"/>
                  <a:pt x="103511" y="110000"/>
                </a:cubicBezTo>
                <a:close/>
                <a:moveTo>
                  <a:pt x="87150" y="110000"/>
                </a:moveTo>
                <a:cubicBezTo>
                  <a:pt x="85894" y="81972"/>
                  <a:pt x="74222" y="60000"/>
                  <a:pt x="60000" y="60000"/>
                </a:cubicBezTo>
                <a:cubicBezTo>
                  <a:pt x="45777" y="60000"/>
                  <a:pt x="34105" y="81972"/>
                  <a:pt x="32850" y="110000"/>
                </a:cubicBezTo>
                <a:lnTo>
                  <a:pt x="21944" y="110000"/>
                </a:lnTo>
                <a:cubicBezTo>
                  <a:pt x="23261" y="70927"/>
                  <a:pt x="39772" y="40000"/>
                  <a:pt x="60000" y="40000"/>
                </a:cubicBezTo>
                <a:cubicBezTo>
                  <a:pt x="80227" y="40000"/>
                  <a:pt x="96738" y="70927"/>
                  <a:pt x="98055" y="110000"/>
                </a:cubicBezTo>
                <a:cubicBezTo>
                  <a:pt x="98055" y="110000"/>
                  <a:pt x="87150" y="110000"/>
                  <a:pt x="87150" y="110000"/>
                </a:cubicBezTo>
                <a:close/>
                <a:moveTo>
                  <a:pt x="70688" y="110000"/>
                </a:moveTo>
                <a:cubicBezTo>
                  <a:pt x="69677" y="98594"/>
                  <a:pt x="65277" y="90000"/>
                  <a:pt x="60000" y="90000"/>
                </a:cubicBezTo>
                <a:cubicBezTo>
                  <a:pt x="54722" y="90000"/>
                  <a:pt x="50322" y="98594"/>
                  <a:pt x="49311" y="110000"/>
                </a:cubicBezTo>
                <a:lnTo>
                  <a:pt x="38327" y="110000"/>
                </a:lnTo>
                <a:cubicBezTo>
                  <a:pt x="39527" y="87505"/>
                  <a:pt x="48772" y="70000"/>
                  <a:pt x="60000" y="70000"/>
                </a:cubicBezTo>
                <a:cubicBezTo>
                  <a:pt x="71227" y="70000"/>
                  <a:pt x="80472" y="87505"/>
                  <a:pt x="81672" y="110000"/>
                </a:cubicBezTo>
                <a:cubicBezTo>
                  <a:pt x="81672" y="110000"/>
                  <a:pt x="70688" y="110000"/>
                  <a:pt x="70688" y="110000"/>
                </a:cubicBezTo>
                <a:close/>
                <a:moveTo>
                  <a:pt x="60000" y="0"/>
                </a:moveTo>
                <a:cubicBezTo>
                  <a:pt x="26861" y="0"/>
                  <a:pt x="0" y="51488"/>
                  <a:pt x="0" y="115000"/>
                </a:cubicBezTo>
                <a:cubicBezTo>
                  <a:pt x="0" y="117761"/>
                  <a:pt x="1222" y="120000"/>
                  <a:pt x="2727" y="120000"/>
                </a:cubicBezTo>
                <a:lnTo>
                  <a:pt x="51816" y="120000"/>
                </a:lnTo>
                <a:cubicBezTo>
                  <a:pt x="53327" y="120000"/>
                  <a:pt x="54544" y="117761"/>
                  <a:pt x="54544" y="115000"/>
                </a:cubicBezTo>
                <a:cubicBezTo>
                  <a:pt x="54544" y="106716"/>
                  <a:pt x="56988" y="100000"/>
                  <a:pt x="60000" y="100000"/>
                </a:cubicBezTo>
                <a:cubicBezTo>
                  <a:pt x="63011" y="100000"/>
                  <a:pt x="65455" y="106716"/>
                  <a:pt x="65455" y="115000"/>
                </a:cubicBezTo>
                <a:cubicBezTo>
                  <a:pt x="65455" y="117761"/>
                  <a:pt x="66672" y="120000"/>
                  <a:pt x="68183" y="120000"/>
                </a:cubicBezTo>
                <a:lnTo>
                  <a:pt x="117272" y="120000"/>
                </a:lnTo>
                <a:cubicBezTo>
                  <a:pt x="118777" y="120000"/>
                  <a:pt x="120000" y="117761"/>
                  <a:pt x="120000" y="115000"/>
                </a:cubicBezTo>
                <a:cubicBezTo>
                  <a:pt x="120000" y="51488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97" name="Shape 4934">
            <a:extLst>
              <a:ext uri="{FF2B5EF4-FFF2-40B4-BE49-F238E27FC236}">
                <a16:creationId xmlns:a16="http://schemas.microsoft.com/office/drawing/2014/main" id="{A697FD50-10AB-DE2E-7DD2-8D1159B17492}"/>
              </a:ext>
            </a:extLst>
          </p:cNvPr>
          <p:cNvSpPr/>
          <p:nvPr/>
        </p:nvSpPr>
        <p:spPr>
          <a:xfrm>
            <a:off x="9781957" y="3352957"/>
            <a:ext cx="264098" cy="19207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112500"/>
                </a:moveTo>
                <a:lnTo>
                  <a:pt x="24544" y="112500"/>
                </a:lnTo>
                <a:cubicBezTo>
                  <a:pt x="14022" y="112500"/>
                  <a:pt x="5455" y="100722"/>
                  <a:pt x="5455" y="86250"/>
                </a:cubicBezTo>
                <a:cubicBezTo>
                  <a:pt x="5455" y="74938"/>
                  <a:pt x="10700" y="64944"/>
                  <a:pt x="18516" y="61361"/>
                </a:cubicBezTo>
                <a:lnTo>
                  <a:pt x="23138" y="59244"/>
                </a:lnTo>
                <a:lnTo>
                  <a:pt x="22122" y="52688"/>
                </a:lnTo>
                <a:cubicBezTo>
                  <a:pt x="21922" y="51372"/>
                  <a:pt x="21816" y="50044"/>
                  <a:pt x="21816" y="48750"/>
                </a:cubicBezTo>
                <a:cubicBezTo>
                  <a:pt x="21816" y="38411"/>
                  <a:pt x="27933" y="30000"/>
                  <a:pt x="35455" y="30000"/>
                </a:cubicBezTo>
                <a:cubicBezTo>
                  <a:pt x="37011" y="30000"/>
                  <a:pt x="38566" y="30388"/>
                  <a:pt x="40083" y="31138"/>
                </a:cubicBezTo>
                <a:lnTo>
                  <a:pt x="44550" y="33366"/>
                </a:lnTo>
                <a:lnTo>
                  <a:pt x="46766" y="27583"/>
                </a:lnTo>
                <a:cubicBezTo>
                  <a:pt x="51511" y="15194"/>
                  <a:pt x="60761" y="7500"/>
                  <a:pt x="70911" y="7500"/>
                </a:cubicBezTo>
                <a:cubicBezTo>
                  <a:pt x="85944" y="7500"/>
                  <a:pt x="98183" y="24322"/>
                  <a:pt x="98183" y="45000"/>
                </a:cubicBezTo>
                <a:cubicBezTo>
                  <a:pt x="98183" y="45655"/>
                  <a:pt x="98144" y="46294"/>
                  <a:pt x="98111" y="46938"/>
                </a:cubicBezTo>
                <a:lnTo>
                  <a:pt x="98083" y="47583"/>
                </a:lnTo>
                <a:lnTo>
                  <a:pt x="97833" y="52861"/>
                </a:lnTo>
                <a:lnTo>
                  <a:pt x="101361" y="54955"/>
                </a:lnTo>
                <a:cubicBezTo>
                  <a:pt x="109372" y="59705"/>
                  <a:pt x="114544" y="70516"/>
                  <a:pt x="114544" y="82500"/>
                </a:cubicBezTo>
                <a:cubicBezTo>
                  <a:pt x="114544" y="99044"/>
                  <a:pt x="104755" y="112500"/>
                  <a:pt x="92727" y="112500"/>
                </a:cubicBezTo>
                <a:moveTo>
                  <a:pt x="103522" y="48066"/>
                </a:moveTo>
                <a:cubicBezTo>
                  <a:pt x="103572" y="47050"/>
                  <a:pt x="103638" y="46038"/>
                  <a:pt x="103638" y="45000"/>
                </a:cubicBezTo>
                <a:cubicBezTo>
                  <a:pt x="103638" y="20150"/>
                  <a:pt x="88983" y="0"/>
                  <a:pt x="70911" y="0"/>
                </a:cubicBezTo>
                <a:cubicBezTo>
                  <a:pt x="58327" y="0"/>
                  <a:pt x="47422" y="9772"/>
                  <a:pt x="41944" y="24088"/>
                </a:cubicBezTo>
                <a:cubicBezTo>
                  <a:pt x="39916" y="23077"/>
                  <a:pt x="37738" y="22500"/>
                  <a:pt x="35455" y="22500"/>
                </a:cubicBezTo>
                <a:cubicBezTo>
                  <a:pt x="24911" y="22500"/>
                  <a:pt x="16361" y="34250"/>
                  <a:pt x="16361" y="48750"/>
                </a:cubicBezTo>
                <a:cubicBezTo>
                  <a:pt x="16361" y="50633"/>
                  <a:pt x="16516" y="52472"/>
                  <a:pt x="16788" y="54244"/>
                </a:cubicBezTo>
                <a:cubicBezTo>
                  <a:pt x="7038" y="58716"/>
                  <a:pt x="0" y="71338"/>
                  <a:pt x="0" y="86250"/>
                </a:cubicBezTo>
                <a:cubicBezTo>
                  <a:pt x="0" y="104888"/>
                  <a:pt x="10988" y="120000"/>
                  <a:pt x="24544" y="120000"/>
                </a:cubicBezTo>
                <a:lnTo>
                  <a:pt x="92727" y="120000"/>
                </a:lnTo>
                <a:cubicBezTo>
                  <a:pt x="107783" y="120000"/>
                  <a:pt x="120000" y="103211"/>
                  <a:pt x="120000" y="82500"/>
                </a:cubicBezTo>
                <a:cubicBezTo>
                  <a:pt x="120000" y="67066"/>
                  <a:pt x="113211" y="53816"/>
                  <a:pt x="103522" y="4806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399" name="Shape 4935">
            <a:extLst>
              <a:ext uri="{FF2B5EF4-FFF2-40B4-BE49-F238E27FC236}">
                <a16:creationId xmlns:a16="http://schemas.microsoft.com/office/drawing/2014/main" id="{DD1BD8D4-BA93-1C84-1794-46E8406B4401}"/>
              </a:ext>
            </a:extLst>
          </p:cNvPr>
          <p:cNvSpPr/>
          <p:nvPr/>
        </p:nvSpPr>
        <p:spPr>
          <a:xfrm>
            <a:off x="1173242" y="3364353"/>
            <a:ext cx="264098" cy="15605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110766"/>
                </a:moveTo>
                <a:lnTo>
                  <a:pt x="21816" y="110766"/>
                </a:lnTo>
                <a:cubicBezTo>
                  <a:pt x="12794" y="110766"/>
                  <a:pt x="5455" y="98350"/>
                  <a:pt x="5455" y="83077"/>
                </a:cubicBezTo>
                <a:cubicBezTo>
                  <a:pt x="5455" y="70211"/>
                  <a:pt x="10622" y="59150"/>
                  <a:pt x="18022" y="56166"/>
                </a:cubicBezTo>
                <a:cubicBezTo>
                  <a:pt x="20188" y="55300"/>
                  <a:pt x="21827" y="52277"/>
                  <a:pt x="22155" y="48550"/>
                </a:cubicBezTo>
                <a:cubicBezTo>
                  <a:pt x="24127" y="26133"/>
                  <a:pt x="35705" y="9233"/>
                  <a:pt x="49088" y="9233"/>
                </a:cubicBezTo>
                <a:cubicBezTo>
                  <a:pt x="58338" y="9233"/>
                  <a:pt x="66877" y="17116"/>
                  <a:pt x="71933" y="30338"/>
                </a:cubicBezTo>
                <a:cubicBezTo>
                  <a:pt x="72794" y="32588"/>
                  <a:pt x="74188" y="34094"/>
                  <a:pt x="75755" y="34461"/>
                </a:cubicBezTo>
                <a:cubicBezTo>
                  <a:pt x="76011" y="34527"/>
                  <a:pt x="76261" y="34550"/>
                  <a:pt x="76516" y="34550"/>
                </a:cubicBezTo>
                <a:cubicBezTo>
                  <a:pt x="77827" y="34550"/>
                  <a:pt x="79100" y="33755"/>
                  <a:pt x="80105" y="32272"/>
                </a:cubicBezTo>
                <a:cubicBezTo>
                  <a:pt x="82094" y="29322"/>
                  <a:pt x="84644" y="27694"/>
                  <a:pt x="87272" y="27694"/>
                </a:cubicBezTo>
                <a:cubicBezTo>
                  <a:pt x="93288" y="27694"/>
                  <a:pt x="98183" y="35977"/>
                  <a:pt x="98172" y="46255"/>
                </a:cubicBezTo>
                <a:lnTo>
                  <a:pt x="98150" y="46927"/>
                </a:lnTo>
                <a:cubicBezTo>
                  <a:pt x="98033" y="51300"/>
                  <a:pt x="99738" y="55205"/>
                  <a:pt x="102244" y="56288"/>
                </a:cubicBezTo>
                <a:cubicBezTo>
                  <a:pt x="109488" y="59427"/>
                  <a:pt x="114544" y="70444"/>
                  <a:pt x="114544" y="83077"/>
                </a:cubicBezTo>
                <a:cubicBezTo>
                  <a:pt x="114544" y="98350"/>
                  <a:pt x="107205" y="110766"/>
                  <a:pt x="98183" y="110766"/>
                </a:cubicBezTo>
                <a:moveTo>
                  <a:pt x="103600" y="47350"/>
                </a:moveTo>
                <a:cubicBezTo>
                  <a:pt x="103611" y="46950"/>
                  <a:pt x="103638" y="46561"/>
                  <a:pt x="103638" y="46155"/>
                </a:cubicBezTo>
                <a:cubicBezTo>
                  <a:pt x="103638" y="30866"/>
                  <a:pt x="96305" y="18461"/>
                  <a:pt x="87272" y="18461"/>
                </a:cubicBezTo>
                <a:cubicBezTo>
                  <a:pt x="83150" y="18461"/>
                  <a:pt x="79388" y="21061"/>
                  <a:pt x="76516" y="25322"/>
                </a:cubicBezTo>
                <a:cubicBezTo>
                  <a:pt x="70688" y="10105"/>
                  <a:pt x="60605" y="0"/>
                  <a:pt x="49088" y="0"/>
                </a:cubicBezTo>
                <a:cubicBezTo>
                  <a:pt x="32666" y="0"/>
                  <a:pt x="19105" y="20500"/>
                  <a:pt x="16761" y="47188"/>
                </a:cubicBezTo>
                <a:cubicBezTo>
                  <a:pt x="7155" y="51055"/>
                  <a:pt x="0" y="65633"/>
                  <a:pt x="0" y="83077"/>
                </a:cubicBezTo>
                <a:cubicBezTo>
                  <a:pt x="0" y="103466"/>
                  <a:pt x="9766" y="120000"/>
                  <a:pt x="21816" y="120000"/>
                </a:cubicBezTo>
                <a:lnTo>
                  <a:pt x="98183" y="120000"/>
                </a:lnTo>
                <a:cubicBezTo>
                  <a:pt x="110233" y="120000"/>
                  <a:pt x="120000" y="103466"/>
                  <a:pt x="120000" y="83077"/>
                </a:cubicBezTo>
                <a:cubicBezTo>
                  <a:pt x="120000" y="65861"/>
                  <a:pt x="113022" y="51438"/>
                  <a:pt x="103600" y="4735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01" name="Shape 4936">
            <a:extLst>
              <a:ext uri="{FF2B5EF4-FFF2-40B4-BE49-F238E27FC236}">
                <a16:creationId xmlns:a16="http://schemas.microsoft.com/office/drawing/2014/main" id="{6A034649-4E37-B8BF-7F9B-D7F45D68DCFE}"/>
              </a:ext>
            </a:extLst>
          </p:cNvPr>
          <p:cNvSpPr/>
          <p:nvPr/>
        </p:nvSpPr>
        <p:spPr>
          <a:xfrm>
            <a:off x="1677428" y="332834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113333"/>
                </a:moveTo>
                <a:lnTo>
                  <a:pt x="21816" y="113333"/>
                </a:lnTo>
                <a:cubicBezTo>
                  <a:pt x="12794" y="113333"/>
                  <a:pt x="5455" y="104361"/>
                  <a:pt x="5455" y="93333"/>
                </a:cubicBezTo>
                <a:cubicBezTo>
                  <a:pt x="5455" y="84044"/>
                  <a:pt x="10622" y="76055"/>
                  <a:pt x="18022" y="73900"/>
                </a:cubicBezTo>
                <a:cubicBezTo>
                  <a:pt x="20188" y="73272"/>
                  <a:pt x="21827" y="71088"/>
                  <a:pt x="22155" y="68400"/>
                </a:cubicBezTo>
                <a:cubicBezTo>
                  <a:pt x="24127" y="52205"/>
                  <a:pt x="35705" y="40000"/>
                  <a:pt x="49088" y="40000"/>
                </a:cubicBezTo>
                <a:cubicBezTo>
                  <a:pt x="58338" y="40000"/>
                  <a:pt x="64150" y="42366"/>
                  <a:pt x="69205" y="51911"/>
                </a:cubicBezTo>
                <a:cubicBezTo>
                  <a:pt x="70066" y="53533"/>
                  <a:pt x="74188" y="57955"/>
                  <a:pt x="75755" y="58222"/>
                </a:cubicBezTo>
                <a:cubicBezTo>
                  <a:pt x="76011" y="58266"/>
                  <a:pt x="76516" y="58288"/>
                  <a:pt x="76516" y="58288"/>
                </a:cubicBezTo>
                <a:cubicBezTo>
                  <a:pt x="77827" y="58288"/>
                  <a:pt x="79100" y="57711"/>
                  <a:pt x="80105" y="56638"/>
                </a:cubicBezTo>
                <a:cubicBezTo>
                  <a:pt x="82094" y="54511"/>
                  <a:pt x="84644" y="53333"/>
                  <a:pt x="87272" y="53333"/>
                </a:cubicBezTo>
                <a:cubicBezTo>
                  <a:pt x="93288" y="53333"/>
                  <a:pt x="98183" y="59316"/>
                  <a:pt x="98172" y="66738"/>
                </a:cubicBezTo>
                <a:lnTo>
                  <a:pt x="98150" y="67227"/>
                </a:lnTo>
                <a:cubicBezTo>
                  <a:pt x="98033" y="70383"/>
                  <a:pt x="99738" y="73205"/>
                  <a:pt x="102244" y="73988"/>
                </a:cubicBezTo>
                <a:cubicBezTo>
                  <a:pt x="109488" y="76255"/>
                  <a:pt x="114544" y="84211"/>
                  <a:pt x="114544" y="93333"/>
                </a:cubicBezTo>
                <a:cubicBezTo>
                  <a:pt x="114544" y="104361"/>
                  <a:pt x="107205" y="113333"/>
                  <a:pt x="98183" y="113333"/>
                </a:cubicBezTo>
                <a:moveTo>
                  <a:pt x="87272" y="6666"/>
                </a:moveTo>
                <a:cubicBezTo>
                  <a:pt x="102333" y="6666"/>
                  <a:pt x="114544" y="21594"/>
                  <a:pt x="114544" y="40000"/>
                </a:cubicBezTo>
                <a:cubicBezTo>
                  <a:pt x="114544" y="50900"/>
                  <a:pt x="110244" y="60544"/>
                  <a:pt x="103633" y="66622"/>
                </a:cubicBezTo>
                <a:cubicBezTo>
                  <a:pt x="103616" y="55600"/>
                  <a:pt x="96300" y="46666"/>
                  <a:pt x="87272" y="46666"/>
                </a:cubicBezTo>
                <a:cubicBezTo>
                  <a:pt x="83150" y="46666"/>
                  <a:pt x="79388" y="48544"/>
                  <a:pt x="76516" y="51622"/>
                </a:cubicBezTo>
                <a:cubicBezTo>
                  <a:pt x="72677" y="44383"/>
                  <a:pt x="66966" y="38800"/>
                  <a:pt x="60238" y="35794"/>
                </a:cubicBezTo>
                <a:cubicBezTo>
                  <a:pt x="61938" y="19377"/>
                  <a:pt x="73377" y="6666"/>
                  <a:pt x="87272" y="6666"/>
                </a:cubicBezTo>
                <a:moveTo>
                  <a:pt x="108750" y="70138"/>
                </a:moveTo>
                <a:cubicBezTo>
                  <a:pt x="115633" y="62800"/>
                  <a:pt x="120000" y="52038"/>
                  <a:pt x="120000" y="40000"/>
                </a:cubicBezTo>
                <a:cubicBezTo>
                  <a:pt x="120000" y="17911"/>
                  <a:pt x="105344" y="0"/>
                  <a:pt x="87272" y="0"/>
                </a:cubicBezTo>
                <a:cubicBezTo>
                  <a:pt x="70855" y="0"/>
                  <a:pt x="57300" y="14794"/>
                  <a:pt x="54944" y="34055"/>
                </a:cubicBezTo>
                <a:cubicBezTo>
                  <a:pt x="53038" y="33627"/>
                  <a:pt x="51100" y="33333"/>
                  <a:pt x="49088" y="33333"/>
                </a:cubicBezTo>
                <a:cubicBezTo>
                  <a:pt x="32666" y="33333"/>
                  <a:pt x="19105" y="48138"/>
                  <a:pt x="16761" y="67416"/>
                </a:cubicBezTo>
                <a:cubicBezTo>
                  <a:pt x="7155" y="70211"/>
                  <a:pt x="0" y="80733"/>
                  <a:pt x="0" y="93333"/>
                </a:cubicBezTo>
                <a:cubicBezTo>
                  <a:pt x="0" y="108061"/>
                  <a:pt x="9766" y="120000"/>
                  <a:pt x="21816" y="120000"/>
                </a:cubicBezTo>
                <a:lnTo>
                  <a:pt x="98183" y="120000"/>
                </a:lnTo>
                <a:cubicBezTo>
                  <a:pt x="110233" y="120000"/>
                  <a:pt x="120000" y="108061"/>
                  <a:pt x="120000" y="93333"/>
                </a:cubicBezTo>
                <a:cubicBezTo>
                  <a:pt x="120000" y="83316"/>
                  <a:pt x="115433" y="74683"/>
                  <a:pt x="108750" y="7013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03" name="Shape 4937">
            <a:extLst>
              <a:ext uri="{FF2B5EF4-FFF2-40B4-BE49-F238E27FC236}">
                <a16:creationId xmlns:a16="http://schemas.microsoft.com/office/drawing/2014/main" id="{AE6D701E-1F25-C143-B378-9B861E80D972}"/>
              </a:ext>
            </a:extLst>
          </p:cNvPr>
          <p:cNvSpPr/>
          <p:nvPr/>
        </p:nvSpPr>
        <p:spPr>
          <a:xfrm>
            <a:off x="2181614" y="331633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1816" y="108000"/>
                </a:moveTo>
                <a:cubicBezTo>
                  <a:pt x="81816" y="111311"/>
                  <a:pt x="84261" y="114000"/>
                  <a:pt x="87272" y="114000"/>
                </a:cubicBezTo>
                <a:cubicBezTo>
                  <a:pt x="90283" y="114000"/>
                  <a:pt x="92727" y="111311"/>
                  <a:pt x="92727" y="108000"/>
                </a:cubicBezTo>
                <a:cubicBezTo>
                  <a:pt x="92727" y="102000"/>
                  <a:pt x="87272" y="96000"/>
                  <a:pt x="87272" y="96000"/>
                </a:cubicBezTo>
                <a:cubicBezTo>
                  <a:pt x="87272" y="96000"/>
                  <a:pt x="81816" y="102000"/>
                  <a:pt x="81816" y="108000"/>
                </a:cubicBezTo>
                <a:moveTo>
                  <a:pt x="27272" y="114000"/>
                </a:moveTo>
                <a:cubicBezTo>
                  <a:pt x="27272" y="117316"/>
                  <a:pt x="29716" y="120000"/>
                  <a:pt x="32727" y="120000"/>
                </a:cubicBezTo>
                <a:cubicBezTo>
                  <a:pt x="35738" y="120000"/>
                  <a:pt x="38183" y="117316"/>
                  <a:pt x="38183" y="114000"/>
                </a:cubicBezTo>
                <a:cubicBezTo>
                  <a:pt x="38183" y="108000"/>
                  <a:pt x="32727" y="102000"/>
                  <a:pt x="32727" y="102000"/>
                </a:cubicBezTo>
                <a:cubicBezTo>
                  <a:pt x="32727" y="102000"/>
                  <a:pt x="27272" y="108000"/>
                  <a:pt x="27272" y="114000"/>
                </a:cubicBezTo>
                <a:moveTo>
                  <a:pt x="54544" y="96000"/>
                </a:moveTo>
                <a:cubicBezTo>
                  <a:pt x="54544" y="99311"/>
                  <a:pt x="56988" y="102000"/>
                  <a:pt x="60000" y="102000"/>
                </a:cubicBezTo>
                <a:cubicBezTo>
                  <a:pt x="63011" y="102000"/>
                  <a:pt x="65455" y="99311"/>
                  <a:pt x="65455" y="96000"/>
                </a:cubicBezTo>
                <a:cubicBezTo>
                  <a:pt x="65455" y="90000"/>
                  <a:pt x="60000" y="84000"/>
                  <a:pt x="60000" y="84000"/>
                </a:cubicBezTo>
                <a:cubicBezTo>
                  <a:pt x="60000" y="84000"/>
                  <a:pt x="54544" y="90000"/>
                  <a:pt x="54544" y="96000"/>
                </a:cubicBezTo>
                <a:moveTo>
                  <a:pt x="98183" y="72000"/>
                </a:moveTo>
                <a:lnTo>
                  <a:pt x="21816" y="72000"/>
                </a:lnTo>
                <a:cubicBezTo>
                  <a:pt x="12794" y="72000"/>
                  <a:pt x="5455" y="63927"/>
                  <a:pt x="5455" y="54000"/>
                </a:cubicBezTo>
                <a:cubicBezTo>
                  <a:pt x="5455" y="45638"/>
                  <a:pt x="10622" y="38444"/>
                  <a:pt x="18022" y="36511"/>
                </a:cubicBezTo>
                <a:cubicBezTo>
                  <a:pt x="20188" y="35944"/>
                  <a:pt x="21827" y="33983"/>
                  <a:pt x="22155" y="31561"/>
                </a:cubicBezTo>
                <a:cubicBezTo>
                  <a:pt x="24127" y="16988"/>
                  <a:pt x="35705" y="6000"/>
                  <a:pt x="49088" y="6000"/>
                </a:cubicBezTo>
                <a:cubicBezTo>
                  <a:pt x="58338" y="6000"/>
                  <a:pt x="64150" y="8127"/>
                  <a:pt x="69205" y="16722"/>
                </a:cubicBezTo>
                <a:cubicBezTo>
                  <a:pt x="70066" y="18183"/>
                  <a:pt x="74188" y="22161"/>
                  <a:pt x="75755" y="22400"/>
                </a:cubicBezTo>
                <a:cubicBezTo>
                  <a:pt x="76011" y="22438"/>
                  <a:pt x="76516" y="22461"/>
                  <a:pt x="76516" y="22461"/>
                </a:cubicBezTo>
                <a:cubicBezTo>
                  <a:pt x="77827" y="22461"/>
                  <a:pt x="79100" y="21938"/>
                  <a:pt x="80105" y="20977"/>
                </a:cubicBezTo>
                <a:cubicBezTo>
                  <a:pt x="82094" y="19061"/>
                  <a:pt x="84644" y="18000"/>
                  <a:pt x="87272" y="18000"/>
                </a:cubicBezTo>
                <a:cubicBezTo>
                  <a:pt x="93288" y="18000"/>
                  <a:pt x="98183" y="23383"/>
                  <a:pt x="98172" y="30066"/>
                </a:cubicBezTo>
                <a:lnTo>
                  <a:pt x="98150" y="30505"/>
                </a:lnTo>
                <a:cubicBezTo>
                  <a:pt x="98033" y="33344"/>
                  <a:pt x="99738" y="35883"/>
                  <a:pt x="102244" y="36588"/>
                </a:cubicBezTo>
                <a:cubicBezTo>
                  <a:pt x="109488" y="38633"/>
                  <a:pt x="114544" y="45788"/>
                  <a:pt x="114544" y="54000"/>
                </a:cubicBezTo>
                <a:cubicBezTo>
                  <a:pt x="114544" y="63927"/>
                  <a:pt x="107205" y="72000"/>
                  <a:pt x="98183" y="72000"/>
                </a:cubicBezTo>
                <a:moveTo>
                  <a:pt x="103600" y="30777"/>
                </a:moveTo>
                <a:cubicBezTo>
                  <a:pt x="103611" y="30516"/>
                  <a:pt x="103638" y="30261"/>
                  <a:pt x="103638" y="30000"/>
                </a:cubicBezTo>
                <a:cubicBezTo>
                  <a:pt x="103638" y="20061"/>
                  <a:pt x="96305" y="12000"/>
                  <a:pt x="87272" y="12000"/>
                </a:cubicBezTo>
                <a:cubicBezTo>
                  <a:pt x="83150" y="12000"/>
                  <a:pt x="79388" y="13688"/>
                  <a:pt x="76516" y="16461"/>
                </a:cubicBezTo>
                <a:cubicBezTo>
                  <a:pt x="70688" y="6566"/>
                  <a:pt x="60605" y="0"/>
                  <a:pt x="49088" y="0"/>
                </a:cubicBezTo>
                <a:cubicBezTo>
                  <a:pt x="32666" y="0"/>
                  <a:pt x="19105" y="13322"/>
                  <a:pt x="16761" y="30672"/>
                </a:cubicBezTo>
                <a:cubicBezTo>
                  <a:pt x="7155" y="33188"/>
                  <a:pt x="0" y="42661"/>
                  <a:pt x="0" y="54000"/>
                </a:cubicBezTo>
                <a:cubicBezTo>
                  <a:pt x="0" y="67255"/>
                  <a:pt x="9766" y="78000"/>
                  <a:pt x="21816" y="78000"/>
                </a:cubicBezTo>
                <a:lnTo>
                  <a:pt x="98183" y="78000"/>
                </a:lnTo>
                <a:cubicBezTo>
                  <a:pt x="110233" y="78000"/>
                  <a:pt x="120000" y="67255"/>
                  <a:pt x="120000" y="54000"/>
                </a:cubicBezTo>
                <a:cubicBezTo>
                  <a:pt x="120000" y="42811"/>
                  <a:pt x="113022" y="33433"/>
                  <a:pt x="103600" y="30777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05" name="Shape 4938">
            <a:extLst>
              <a:ext uri="{FF2B5EF4-FFF2-40B4-BE49-F238E27FC236}">
                <a16:creationId xmlns:a16="http://schemas.microsoft.com/office/drawing/2014/main" id="{0AE3732D-7C47-0A7D-F8AC-FAC5BBE4E29C}"/>
              </a:ext>
            </a:extLst>
          </p:cNvPr>
          <p:cNvSpPr/>
          <p:nvPr/>
        </p:nvSpPr>
        <p:spPr>
          <a:xfrm>
            <a:off x="2685800" y="3328341"/>
            <a:ext cx="264098" cy="21608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80000"/>
                </a:moveTo>
                <a:lnTo>
                  <a:pt x="21816" y="80000"/>
                </a:lnTo>
                <a:cubicBezTo>
                  <a:pt x="12794" y="80000"/>
                  <a:pt x="5455" y="71027"/>
                  <a:pt x="5455" y="60000"/>
                </a:cubicBezTo>
                <a:cubicBezTo>
                  <a:pt x="5455" y="50711"/>
                  <a:pt x="10622" y="42722"/>
                  <a:pt x="18022" y="40566"/>
                </a:cubicBezTo>
                <a:cubicBezTo>
                  <a:pt x="20188" y="39938"/>
                  <a:pt x="21827" y="37755"/>
                  <a:pt x="22155" y="35066"/>
                </a:cubicBezTo>
                <a:cubicBezTo>
                  <a:pt x="24127" y="18872"/>
                  <a:pt x="35705" y="6666"/>
                  <a:pt x="49088" y="6666"/>
                </a:cubicBezTo>
                <a:cubicBezTo>
                  <a:pt x="58338" y="6666"/>
                  <a:pt x="64150" y="9033"/>
                  <a:pt x="69205" y="18577"/>
                </a:cubicBezTo>
                <a:cubicBezTo>
                  <a:pt x="70066" y="20200"/>
                  <a:pt x="74188" y="24622"/>
                  <a:pt x="75755" y="24888"/>
                </a:cubicBezTo>
                <a:cubicBezTo>
                  <a:pt x="76011" y="24933"/>
                  <a:pt x="76516" y="24955"/>
                  <a:pt x="76516" y="24955"/>
                </a:cubicBezTo>
                <a:cubicBezTo>
                  <a:pt x="77827" y="24955"/>
                  <a:pt x="79100" y="24377"/>
                  <a:pt x="80105" y="23305"/>
                </a:cubicBezTo>
                <a:cubicBezTo>
                  <a:pt x="82094" y="21177"/>
                  <a:pt x="84644" y="20000"/>
                  <a:pt x="87272" y="20000"/>
                </a:cubicBezTo>
                <a:cubicBezTo>
                  <a:pt x="93288" y="20000"/>
                  <a:pt x="98183" y="25977"/>
                  <a:pt x="98172" y="33405"/>
                </a:cubicBezTo>
                <a:lnTo>
                  <a:pt x="98150" y="33894"/>
                </a:lnTo>
                <a:cubicBezTo>
                  <a:pt x="98033" y="37050"/>
                  <a:pt x="99738" y="39872"/>
                  <a:pt x="102244" y="40655"/>
                </a:cubicBezTo>
                <a:cubicBezTo>
                  <a:pt x="109488" y="42922"/>
                  <a:pt x="114544" y="50877"/>
                  <a:pt x="114544" y="60000"/>
                </a:cubicBezTo>
                <a:cubicBezTo>
                  <a:pt x="114544" y="71027"/>
                  <a:pt x="107205" y="80000"/>
                  <a:pt x="98183" y="80000"/>
                </a:cubicBezTo>
                <a:moveTo>
                  <a:pt x="103600" y="34200"/>
                </a:moveTo>
                <a:cubicBezTo>
                  <a:pt x="103611" y="33911"/>
                  <a:pt x="103638" y="33627"/>
                  <a:pt x="103638" y="33333"/>
                </a:cubicBezTo>
                <a:cubicBezTo>
                  <a:pt x="103638" y="22288"/>
                  <a:pt x="96305" y="13333"/>
                  <a:pt x="87272" y="13333"/>
                </a:cubicBezTo>
                <a:cubicBezTo>
                  <a:pt x="83150" y="13333"/>
                  <a:pt x="79388" y="15211"/>
                  <a:pt x="76516" y="18288"/>
                </a:cubicBezTo>
                <a:cubicBezTo>
                  <a:pt x="70688" y="7300"/>
                  <a:pt x="60605" y="0"/>
                  <a:pt x="49088" y="0"/>
                </a:cubicBezTo>
                <a:cubicBezTo>
                  <a:pt x="32666" y="0"/>
                  <a:pt x="19105" y="14805"/>
                  <a:pt x="16761" y="34083"/>
                </a:cubicBezTo>
                <a:cubicBezTo>
                  <a:pt x="7155" y="36877"/>
                  <a:pt x="0" y="47400"/>
                  <a:pt x="0" y="60000"/>
                </a:cubicBezTo>
                <a:cubicBezTo>
                  <a:pt x="0" y="74727"/>
                  <a:pt x="9766" y="86666"/>
                  <a:pt x="21816" y="86666"/>
                </a:cubicBezTo>
                <a:lnTo>
                  <a:pt x="98183" y="86666"/>
                </a:lnTo>
                <a:cubicBezTo>
                  <a:pt x="110233" y="86666"/>
                  <a:pt x="120000" y="74727"/>
                  <a:pt x="120000" y="60000"/>
                </a:cubicBezTo>
                <a:cubicBezTo>
                  <a:pt x="120000" y="47566"/>
                  <a:pt x="113022" y="37150"/>
                  <a:pt x="103600" y="34200"/>
                </a:cubicBezTo>
                <a:moveTo>
                  <a:pt x="84544" y="93333"/>
                </a:moveTo>
                <a:cubicBezTo>
                  <a:pt x="83794" y="93333"/>
                  <a:pt x="83111" y="93705"/>
                  <a:pt x="82616" y="94311"/>
                </a:cubicBezTo>
                <a:lnTo>
                  <a:pt x="66255" y="114305"/>
                </a:lnTo>
                <a:cubicBezTo>
                  <a:pt x="65761" y="114916"/>
                  <a:pt x="65455" y="115750"/>
                  <a:pt x="65455" y="116666"/>
                </a:cubicBezTo>
                <a:cubicBezTo>
                  <a:pt x="65455" y="118511"/>
                  <a:pt x="66677" y="120000"/>
                  <a:pt x="68183" y="120000"/>
                </a:cubicBezTo>
                <a:cubicBezTo>
                  <a:pt x="68933" y="120000"/>
                  <a:pt x="69616" y="119627"/>
                  <a:pt x="70111" y="119022"/>
                </a:cubicBezTo>
                <a:lnTo>
                  <a:pt x="86472" y="99022"/>
                </a:lnTo>
                <a:cubicBezTo>
                  <a:pt x="86966" y="98422"/>
                  <a:pt x="87272" y="97588"/>
                  <a:pt x="87272" y="96666"/>
                </a:cubicBezTo>
                <a:cubicBezTo>
                  <a:pt x="87272" y="94827"/>
                  <a:pt x="86050" y="93333"/>
                  <a:pt x="84544" y="93333"/>
                </a:cubicBezTo>
                <a:moveTo>
                  <a:pt x="70911" y="96666"/>
                </a:moveTo>
                <a:cubicBezTo>
                  <a:pt x="70911" y="94827"/>
                  <a:pt x="69688" y="93333"/>
                  <a:pt x="68183" y="93333"/>
                </a:cubicBezTo>
                <a:cubicBezTo>
                  <a:pt x="67427" y="93333"/>
                  <a:pt x="66750" y="93705"/>
                  <a:pt x="66250" y="94311"/>
                </a:cubicBezTo>
                <a:lnTo>
                  <a:pt x="49894" y="114305"/>
                </a:lnTo>
                <a:cubicBezTo>
                  <a:pt x="49394" y="114916"/>
                  <a:pt x="49088" y="115750"/>
                  <a:pt x="49088" y="116666"/>
                </a:cubicBezTo>
                <a:cubicBezTo>
                  <a:pt x="49088" y="118511"/>
                  <a:pt x="50311" y="120000"/>
                  <a:pt x="51816" y="120000"/>
                </a:cubicBezTo>
                <a:cubicBezTo>
                  <a:pt x="52572" y="120000"/>
                  <a:pt x="53250" y="119627"/>
                  <a:pt x="53744" y="119022"/>
                </a:cubicBezTo>
                <a:lnTo>
                  <a:pt x="70111" y="99022"/>
                </a:lnTo>
                <a:cubicBezTo>
                  <a:pt x="70605" y="98422"/>
                  <a:pt x="70911" y="97588"/>
                  <a:pt x="70911" y="96666"/>
                </a:cubicBezTo>
                <a:moveTo>
                  <a:pt x="38183" y="96666"/>
                </a:moveTo>
                <a:cubicBezTo>
                  <a:pt x="38183" y="94827"/>
                  <a:pt x="36961" y="93333"/>
                  <a:pt x="35455" y="93333"/>
                </a:cubicBezTo>
                <a:cubicBezTo>
                  <a:pt x="34700" y="93333"/>
                  <a:pt x="34022" y="93705"/>
                  <a:pt x="33522" y="94311"/>
                </a:cubicBezTo>
                <a:lnTo>
                  <a:pt x="17166" y="114305"/>
                </a:lnTo>
                <a:cubicBezTo>
                  <a:pt x="16666" y="114916"/>
                  <a:pt x="16361" y="115750"/>
                  <a:pt x="16361" y="116666"/>
                </a:cubicBezTo>
                <a:cubicBezTo>
                  <a:pt x="16361" y="118511"/>
                  <a:pt x="17588" y="120000"/>
                  <a:pt x="19088" y="120000"/>
                </a:cubicBezTo>
                <a:cubicBezTo>
                  <a:pt x="19844" y="120000"/>
                  <a:pt x="20527" y="119627"/>
                  <a:pt x="21016" y="119022"/>
                </a:cubicBezTo>
                <a:lnTo>
                  <a:pt x="37383" y="99022"/>
                </a:lnTo>
                <a:cubicBezTo>
                  <a:pt x="37877" y="98422"/>
                  <a:pt x="38183" y="97588"/>
                  <a:pt x="38183" y="96666"/>
                </a:cubicBezTo>
                <a:moveTo>
                  <a:pt x="54544" y="96666"/>
                </a:moveTo>
                <a:cubicBezTo>
                  <a:pt x="54544" y="94827"/>
                  <a:pt x="53322" y="93333"/>
                  <a:pt x="51816" y="93333"/>
                </a:cubicBezTo>
                <a:cubicBezTo>
                  <a:pt x="51066" y="93333"/>
                  <a:pt x="50383" y="93705"/>
                  <a:pt x="49888" y="94311"/>
                </a:cubicBezTo>
                <a:lnTo>
                  <a:pt x="33527" y="114305"/>
                </a:lnTo>
                <a:cubicBezTo>
                  <a:pt x="33033" y="114916"/>
                  <a:pt x="32727" y="115750"/>
                  <a:pt x="32727" y="116666"/>
                </a:cubicBezTo>
                <a:cubicBezTo>
                  <a:pt x="32727" y="118511"/>
                  <a:pt x="33950" y="120000"/>
                  <a:pt x="35455" y="120000"/>
                </a:cubicBezTo>
                <a:cubicBezTo>
                  <a:pt x="36205" y="120000"/>
                  <a:pt x="36888" y="119627"/>
                  <a:pt x="37383" y="119022"/>
                </a:cubicBezTo>
                <a:lnTo>
                  <a:pt x="53744" y="99022"/>
                </a:lnTo>
                <a:cubicBezTo>
                  <a:pt x="54238" y="98422"/>
                  <a:pt x="54544" y="97588"/>
                  <a:pt x="54544" y="9666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07" name="Shape 4939">
            <a:extLst>
              <a:ext uri="{FF2B5EF4-FFF2-40B4-BE49-F238E27FC236}">
                <a16:creationId xmlns:a16="http://schemas.microsoft.com/office/drawing/2014/main" id="{6C57FAA4-A085-0AC2-6CAE-C8E2C539B001}"/>
              </a:ext>
            </a:extLst>
          </p:cNvPr>
          <p:cNvSpPr/>
          <p:nvPr/>
        </p:nvSpPr>
        <p:spPr>
          <a:xfrm>
            <a:off x="3189986" y="3316335"/>
            <a:ext cx="264098" cy="2400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1" y="84000"/>
                </a:moveTo>
                <a:cubicBezTo>
                  <a:pt x="99405" y="84000"/>
                  <a:pt x="98183" y="85344"/>
                  <a:pt x="98183" y="87000"/>
                </a:cubicBezTo>
                <a:lnTo>
                  <a:pt x="98183" y="99000"/>
                </a:lnTo>
                <a:cubicBezTo>
                  <a:pt x="98183" y="100655"/>
                  <a:pt x="99405" y="102000"/>
                  <a:pt x="100911" y="102000"/>
                </a:cubicBezTo>
                <a:cubicBezTo>
                  <a:pt x="102411" y="102000"/>
                  <a:pt x="103638" y="100655"/>
                  <a:pt x="103638" y="99000"/>
                </a:cubicBezTo>
                <a:lnTo>
                  <a:pt x="103638" y="87000"/>
                </a:lnTo>
                <a:cubicBezTo>
                  <a:pt x="103638" y="85344"/>
                  <a:pt x="102411" y="84000"/>
                  <a:pt x="100911" y="84000"/>
                </a:cubicBezTo>
                <a:moveTo>
                  <a:pt x="84544" y="84000"/>
                </a:moveTo>
                <a:cubicBezTo>
                  <a:pt x="83038" y="84000"/>
                  <a:pt x="81816" y="85344"/>
                  <a:pt x="81816" y="87000"/>
                </a:cubicBezTo>
                <a:lnTo>
                  <a:pt x="81816" y="105000"/>
                </a:lnTo>
                <a:cubicBezTo>
                  <a:pt x="81816" y="106655"/>
                  <a:pt x="83038" y="108000"/>
                  <a:pt x="84544" y="108000"/>
                </a:cubicBezTo>
                <a:cubicBezTo>
                  <a:pt x="86050" y="108000"/>
                  <a:pt x="87272" y="106655"/>
                  <a:pt x="87272" y="105000"/>
                </a:cubicBezTo>
                <a:lnTo>
                  <a:pt x="87272" y="87000"/>
                </a:lnTo>
                <a:cubicBezTo>
                  <a:pt x="87272" y="85344"/>
                  <a:pt x="86050" y="84000"/>
                  <a:pt x="84544" y="84000"/>
                </a:cubicBezTo>
                <a:moveTo>
                  <a:pt x="98183" y="72000"/>
                </a:moveTo>
                <a:lnTo>
                  <a:pt x="21816" y="72000"/>
                </a:lnTo>
                <a:cubicBezTo>
                  <a:pt x="12794" y="72000"/>
                  <a:pt x="5455" y="63927"/>
                  <a:pt x="5455" y="54000"/>
                </a:cubicBezTo>
                <a:cubicBezTo>
                  <a:pt x="5455" y="45638"/>
                  <a:pt x="10622" y="38444"/>
                  <a:pt x="18022" y="36511"/>
                </a:cubicBezTo>
                <a:cubicBezTo>
                  <a:pt x="20188" y="35944"/>
                  <a:pt x="21827" y="33983"/>
                  <a:pt x="22155" y="31561"/>
                </a:cubicBezTo>
                <a:cubicBezTo>
                  <a:pt x="24127" y="16988"/>
                  <a:pt x="35705" y="6000"/>
                  <a:pt x="49088" y="6000"/>
                </a:cubicBezTo>
                <a:cubicBezTo>
                  <a:pt x="58338" y="6000"/>
                  <a:pt x="64150" y="8127"/>
                  <a:pt x="69205" y="16722"/>
                </a:cubicBezTo>
                <a:cubicBezTo>
                  <a:pt x="70066" y="18183"/>
                  <a:pt x="74188" y="22161"/>
                  <a:pt x="75755" y="22400"/>
                </a:cubicBezTo>
                <a:cubicBezTo>
                  <a:pt x="76011" y="22438"/>
                  <a:pt x="76516" y="22461"/>
                  <a:pt x="76516" y="22461"/>
                </a:cubicBezTo>
                <a:cubicBezTo>
                  <a:pt x="77827" y="22461"/>
                  <a:pt x="79100" y="21938"/>
                  <a:pt x="80105" y="20977"/>
                </a:cubicBezTo>
                <a:cubicBezTo>
                  <a:pt x="82094" y="19061"/>
                  <a:pt x="84644" y="18000"/>
                  <a:pt x="87272" y="18000"/>
                </a:cubicBezTo>
                <a:cubicBezTo>
                  <a:pt x="93288" y="18000"/>
                  <a:pt x="98183" y="23383"/>
                  <a:pt x="98172" y="30066"/>
                </a:cubicBezTo>
                <a:lnTo>
                  <a:pt x="98150" y="30505"/>
                </a:lnTo>
                <a:cubicBezTo>
                  <a:pt x="98033" y="33344"/>
                  <a:pt x="99738" y="35883"/>
                  <a:pt x="102244" y="36588"/>
                </a:cubicBezTo>
                <a:cubicBezTo>
                  <a:pt x="109488" y="38633"/>
                  <a:pt x="114544" y="45788"/>
                  <a:pt x="114544" y="54000"/>
                </a:cubicBezTo>
                <a:cubicBezTo>
                  <a:pt x="114544" y="63927"/>
                  <a:pt x="107205" y="72000"/>
                  <a:pt x="98183" y="72000"/>
                </a:cubicBezTo>
                <a:moveTo>
                  <a:pt x="103600" y="30777"/>
                </a:moveTo>
                <a:cubicBezTo>
                  <a:pt x="103611" y="30516"/>
                  <a:pt x="103638" y="30261"/>
                  <a:pt x="103638" y="30000"/>
                </a:cubicBezTo>
                <a:cubicBezTo>
                  <a:pt x="103638" y="20061"/>
                  <a:pt x="96305" y="12000"/>
                  <a:pt x="87272" y="12000"/>
                </a:cubicBezTo>
                <a:cubicBezTo>
                  <a:pt x="83150" y="12000"/>
                  <a:pt x="79388" y="13688"/>
                  <a:pt x="76516" y="16461"/>
                </a:cubicBezTo>
                <a:cubicBezTo>
                  <a:pt x="70688" y="6566"/>
                  <a:pt x="60605" y="0"/>
                  <a:pt x="49088" y="0"/>
                </a:cubicBezTo>
                <a:cubicBezTo>
                  <a:pt x="32666" y="0"/>
                  <a:pt x="19105" y="13322"/>
                  <a:pt x="16761" y="30672"/>
                </a:cubicBezTo>
                <a:cubicBezTo>
                  <a:pt x="7155" y="33188"/>
                  <a:pt x="0" y="42661"/>
                  <a:pt x="0" y="54000"/>
                </a:cubicBezTo>
                <a:cubicBezTo>
                  <a:pt x="0" y="67255"/>
                  <a:pt x="9766" y="78000"/>
                  <a:pt x="21816" y="78000"/>
                </a:cubicBezTo>
                <a:lnTo>
                  <a:pt x="98183" y="78000"/>
                </a:lnTo>
                <a:cubicBezTo>
                  <a:pt x="110233" y="78000"/>
                  <a:pt x="120000" y="67255"/>
                  <a:pt x="120000" y="54000"/>
                </a:cubicBezTo>
                <a:cubicBezTo>
                  <a:pt x="120000" y="42811"/>
                  <a:pt x="113022" y="33433"/>
                  <a:pt x="103600" y="30777"/>
                </a:cubicBezTo>
                <a:moveTo>
                  <a:pt x="35455" y="90000"/>
                </a:moveTo>
                <a:cubicBezTo>
                  <a:pt x="33950" y="90000"/>
                  <a:pt x="32727" y="91344"/>
                  <a:pt x="32727" y="93000"/>
                </a:cubicBezTo>
                <a:lnTo>
                  <a:pt x="32727" y="105000"/>
                </a:lnTo>
                <a:cubicBezTo>
                  <a:pt x="32727" y="106655"/>
                  <a:pt x="33950" y="108000"/>
                  <a:pt x="35455" y="108000"/>
                </a:cubicBezTo>
                <a:cubicBezTo>
                  <a:pt x="36961" y="108000"/>
                  <a:pt x="38183" y="106655"/>
                  <a:pt x="38183" y="105000"/>
                </a:cubicBezTo>
                <a:lnTo>
                  <a:pt x="38183" y="93000"/>
                </a:lnTo>
                <a:cubicBezTo>
                  <a:pt x="38183" y="91344"/>
                  <a:pt x="36961" y="90000"/>
                  <a:pt x="35455" y="90000"/>
                </a:cubicBezTo>
                <a:moveTo>
                  <a:pt x="19088" y="84000"/>
                </a:moveTo>
                <a:cubicBezTo>
                  <a:pt x="17588" y="84000"/>
                  <a:pt x="16361" y="85344"/>
                  <a:pt x="16361" y="87000"/>
                </a:cubicBezTo>
                <a:lnTo>
                  <a:pt x="16361" y="105000"/>
                </a:lnTo>
                <a:cubicBezTo>
                  <a:pt x="16361" y="106655"/>
                  <a:pt x="17588" y="108000"/>
                  <a:pt x="19088" y="108000"/>
                </a:cubicBezTo>
                <a:cubicBezTo>
                  <a:pt x="20594" y="108000"/>
                  <a:pt x="21816" y="106655"/>
                  <a:pt x="21816" y="105000"/>
                </a:cubicBezTo>
                <a:lnTo>
                  <a:pt x="21816" y="87000"/>
                </a:lnTo>
                <a:cubicBezTo>
                  <a:pt x="21816" y="85344"/>
                  <a:pt x="20594" y="84000"/>
                  <a:pt x="19088" y="84000"/>
                </a:cubicBezTo>
                <a:moveTo>
                  <a:pt x="68183" y="90000"/>
                </a:moveTo>
                <a:cubicBezTo>
                  <a:pt x="66677" y="90000"/>
                  <a:pt x="65455" y="91344"/>
                  <a:pt x="65455" y="93000"/>
                </a:cubicBezTo>
                <a:lnTo>
                  <a:pt x="65455" y="111000"/>
                </a:lnTo>
                <a:cubicBezTo>
                  <a:pt x="65455" y="112655"/>
                  <a:pt x="66677" y="114000"/>
                  <a:pt x="68183" y="114000"/>
                </a:cubicBezTo>
                <a:cubicBezTo>
                  <a:pt x="69688" y="114000"/>
                  <a:pt x="70911" y="112655"/>
                  <a:pt x="70911" y="111000"/>
                </a:cubicBezTo>
                <a:lnTo>
                  <a:pt x="70911" y="93000"/>
                </a:lnTo>
                <a:cubicBezTo>
                  <a:pt x="70911" y="91344"/>
                  <a:pt x="69688" y="90000"/>
                  <a:pt x="68183" y="90000"/>
                </a:cubicBezTo>
                <a:moveTo>
                  <a:pt x="51816" y="96000"/>
                </a:moveTo>
                <a:cubicBezTo>
                  <a:pt x="50311" y="96000"/>
                  <a:pt x="49088" y="97344"/>
                  <a:pt x="49088" y="99000"/>
                </a:cubicBezTo>
                <a:lnTo>
                  <a:pt x="49088" y="117000"/>
                </a:lnTo>
                <a:cubicBezTo>
                  <a:pt x="49088" y="118655"/>
                  <a:pt x="50311" y="120000"/>
                  <a:pt x="51816" y="120000"/>
                </a:cubicBezTo>
                <a:cubicBezTo>
                  <a:pt x="53322" y="120000"/>
                  <a:pt x="54544" y="118655"/>
                  <a:pt x="54544" y="117000"/>
                </a:cubicBezTo>
                <a:lnTo>
                  <a:pt x="54544" y="99000"/>
                </a:lnTo>
                <a:cubicBezTo>
                  <a:pt x="54544" y="97344"/>
                  <a:pt x="53322" y="96000"/>
                  <a:pt x="51816" y="9600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09" name="Shape 4940">
            <a:extLst>
              <a:ext uri="{FF2B5EF4-FFF2-40B4-BE49-F238E27FC236}">
                <a16:creationId xmlns:a16="http://schemas.microsoft.com/office/drawing/2014/main" id="{885322B4-BAFC-4025-76FC-8FAE74D9F0AE}"/>
              </a:ext>
            </a:extLst>
          </p:cNvPr>
          <p:cNvSpPr/>
          <p:nvPr/>
        </p:nvSpPr>
        <p:spPr>
          <a:xfrm>
            <a:off x="3694173" y="330433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272" y="109088"/>
                </a:moveTo>
                <a:cubicBezTo>
                  <a:pt x="84261" y="109088"/>
                  <a:pt x="81816" y="111533"/>
                  <a:pt x="81816" y="114544"/>
                </a:cubicBezTo>
                <a:cubicBezTo>
                  <a:pt x="81816" y="117555"/>
                  <a:pt x="84261" y="120000"/>
                  <a:pt x="87272" y="120000"/>
                </a:cubicBezTo>
                <a:cubicBezTo>
                  <a:pt x="90283" y="120000"/>
                  <a:pt x="92727" y="117555"/>
                  <a:pt x="92727" y="114544"/>
                </a:cubicBezTo>
                <a:cubicBezTo>
                  <a:pt x="92727" y="111533"/>
                  <a:pt x="90283" y="109088"/>
                  <a:pt x="87272" y="109088"/>
                </a:cubicBezTo>
                <a:moveTo>
                  <a:pt x="103638" y="92727"/>
                </a:moveTo>
                <a:cubicBezTo>
                  <a:pt x="100627" y="92727"/>
                  <a:pt x="98183" y="95172"/>
                  <a:pt x="98183" y="98183"/>
                </a:cubicBezTo>
                <a:cubicBezTo>
                  <a:pt x="98183" y="101194"/>
                  <a:pt x="100627" y="103638"/>
                  <a:pt x="103638" y="103638"/>
                </a:cubicBezTo>
                <a:cubicBezTo>
                  <a:pt x="106644" y="103638"/>
                  <a:pt x="109088" y="101194"/>
                  <a:pt x="109088" y="98183"/>
                </a:cubicBezTo>
                <a:cubicBezTo>
                  <a:pt x="109088" y="95172"/>
                  <a:pt x="106644" y="92727"/>
                  <a:pt x="103638" y="92727"/>
                </a:cubicBezTo>
                <a:moveTo>
                  <a:pt x="98183" y="65455"/>
                </a:moveTo>
                <a:lnTo>
                  <a:pt x="21816" y="65455"/>
                </a:lnTo>
                <a:cubicBezTo>
                  <a:pt x="12794" y="65455"/>
                  <a:pt x="5455" y="58116"/>
                  <a:pt x="5455" y="49088"/>
                </a:cubicBezTo>
                <a:cubicBezTo>
                  <a:pt x="5455" y="41488"/>
                  <a:pt x="10616" y="34955"/>
                  <a:pt x="18022" y="33194"/>
                </a:cubicBezTo>
                <a:cubicBezTo>
                  <a:pt x="20188" y="32677"/>
                  <a:pt x="21827" y="30894"/>
                  <a:pt x="22155" y="28688"/>
                </a:cubicBezTo>
                <a:cubicBezTo>
                  <a:pt x="24122" y="15444"/>
                  <a:pt x="35705" y="5455"/>
                  <a:pt x="49088" y="5455"/>
                </a:cubicBezTo>
                <a:cubicBezTo>
                  <a:pt x="58338" y="5455"/>
                  <a:pt x="64150" y="7388"/>
                  <a:pt x="69205" y="15200"/>
                </a:cubicBezTo>
                <a:cubicBezTo>
                  <a:pt x="70066" y="16527"/>
                  <a:pt x="74188" y="20144"/>
                  <a:pt x="75755" y="20366"/>
                </a:cubicBezTo>
                <a:cubicBezTo>
                  <a:pt x="76011" y="20400"/>
                  <a:pt x="76511" y="20416"/>
                  <a:pt x="76511" y="20416"/>
                </a:cubicBezTo>
                <a:cubicBezTo>
                  <a:pt x="77827" y="20416"/>
                  <a:pt x="79100" y="19944"/>
                  <a:pt x="80105" y="19072"/>
                </a:cubicBezTo>
                <a:cubicBezTo>
                  <a:pt x="82094" y="17327"/>
                  <a:pt x="84644" y="16361"/>
                  <a:pt x="87272" y="16361"/>
                </a:cubicBezTo>
                <a:cubicBezTo>
                  <a:pt x="93288" y="16361"/>
                  <a:pt x="98183" y="21255"/>
                  <a:pt x="98172" y="27333"/>
                </a:cubicBezTo>
                <a:lnTo>
                  <a:pt x="98150" y="27733"/>
                </a:lnTo>
                <a:cubicBezTo>
                  <a:pt x="98033" y="30316"/>
                  <a:pt x="99744" y="32622"/>
                  <a:pt x="102244" y="33261"/>
                </a:cubicBezTo>
                <a:cubicBezTo>
                  <a:pt x="109488" y="35116"/>
                  <a:pt x="114544" y="41627"/>
                  <a:pt x="114544" y="49088"/>
                </a:cubicBezTo>
                <a:cubicBezTo>
                  <a:pt x="114544" y="58116"/>
                  <a:pt x="107205" y="65455"/>
                  <a:pt x="98183" y="65455"/>
                </a:cubicBezTo>
                <a:moveTo>
                  <a:pt x="103600" y="27977"/>
                </a:moveTo>
                <a:cubicBezTo>
                  <a:pt x="103611" y="27744"/>
                  <a:pt x="103638" y="27511"/>
                  <a:pt x="103638" y="27272"/>
                </a:cubicBezTo>
                <a:cubicBezTo>
                  <a:pt x="103638" y="18238"/>
                  <a:pt x="96305" y="10911"/>
                  <a:pt x="87272" y="10911"/>
                </a:cubicBezTo>
                <a:cubicBezTo>
                  <a:pt x="83150" y="10911"/>
                  <a:pt x="79394" y="12444"/>
                  <a:pt x="76511" y="14961"/>
                </a:cubicBezTo>
                <a:cubicBezTo>
                  <a:pt x="70688" y="5972"/>
                  <a:pt x="60605" y="0"/>
                  <a:pt x="49088" y="0"/>
                </a:cubicBezTo>
                <a:cubicBezTo>
                  <a:pt x="32661" y="0"/>
                  <a:pt x="19105" y="12111"/>
                  <a:pt x="16761" y="27883"/>
                </a:cubicBezTo>
                <a:cubicBezTo>
                  <a:pt x="7155" y="30172"/>
                  <a:pt x="0" y="38783"/>
                  <a:pt x="0" y="49088"/>
                </a:cubicBezTo>
                <a:cubicBezTo>
                  <a:pt x="0" y="61138"/>
                  <a:pt x="9766" y="70911"/>
                  <a:pt x="21816" y="70911"/>
                </a:cubicBezTo>
                <a:lnTo>
                  <a:pt x="98183" y="70911"/>
                </a:lnTo>
                <a:cubicBezTo>
                  <a:pt x="110233" y="70911"/>
                  <a:pt x="120000" y="61138"/>
                  <a:pt x="120000" y="49088"/>
                </a:cubicBezTo>
                <a:cubicBezTo>
                  <a:pt x="120000" y="38916"/>
                  <a:pt x="113022" y="30394"/>
                  <a:pt x="103600" y="27977"/>
                </a:cubicBezTo>
                <a:moveTo>
                  <a:pt x="87272" y="87272"/>
                </a:moveTo>
                <a:cubicBezTo>
                  <a:pt x="87272" y="84261"/>
                  <a:pt x="84827" y="81816"/>
                  <a:pt x="81816" y="81816"/>
                </a:cubicBezTo>
                <a:cubicBezTo>
                  <a:pt x="78811" y="81816"/>
                  <a:pt x="76361" y="84261"/>
                  <a:pt x="76361" y="87272"/>
                </a:cubicBezTo>
                <a:cubicBezTo>
                  <a:pt x="76361" y="90288"/>
                  <a:pt x="78811" y="92727"/>
                  <a:pt x="81816" y="92727"/>
                </a:cubicBezTo>
                <a:cubicBezTo>
                  <a:pt x="84827" y="92727"/>
                  <a:pt x="87272" y="90288"/>
                  <a:pt x="87272" y="87272"/>
                </a:cubicBezTo>
                <a:moveTo>
                  <a:pt x="60000" y="98183"/>
                </a:moveTo>
                <a:cubicBezTo>
                  <a:pt x="56988" y="98183"/>
                  <a:pt x="54544" y="100627"/>
                  <a:pt x="54544" y="103638"/>
                </a:cubicBezTo>
                <a:cubicBezTo>
                  <a:pt x="54544" y="106644"/>
                  <a:pt x="56988" y="109088"/>
                  <a:pt x="60000" y="109088"/>
                </a:cubicBezTo>
                <a:cubicBezTo>
                  <a:pt x="63011" y="109088"/>
                  <a:pt x="65455" y="106644"/>
                  <a:pt x="65455" y="103638"/>
                </a:cubicBezTo>
                <a:cubicBezTo>
                  <a:pt x="65455" y="100627"/>
                  <a:pt x="63011" y="98183"/>
                  <a:pt x="60000" y="98183"/>
                </a:cubicBezTo>
                <a:moveTo>
                  <a:pt x="16361" y="87272"/>
                </a:moveTo>
                <a:cubicBezTo>
                  <a:pt x="13355" y="87272"/>
                  <a:pt x="10911" y="89716"/>
                  <a:pt x="10911" y="92727"/>
                </a:cubicBezTo>
                <a:cubicBezTo>
                  <a:pt x="10911" y="95738"/>
                  <a:pt x="13355" y="98183"/>
                  <a:pt x="16361" y="98183"/>
                </a:cubicBezTo>
                <a:cubicBezTo>
                  <a:pt x="19372" y="98183"/>
                  <a:pt x="21816" y="95738"/>
                  <a:pt x="21816" y="92727"/>
                </a:cubicBezTo>
                <a:cubicBezTo>
                  <a:pt x="21816" y="89716"/>
                  <a:pt x="19372" y="87272"/>
                  <a:pt x="16361" y="87272"/>
                </a:cubicBezTo>
                <a:moveTo>
                  <a:pt x="27272" y="103638"/>
                </a:moveTo>
                <a:cubicBezTo>
                  <a:pt x="24261" y="103638"/>
                  <a:pt x="21816" y="106083"/>
                  <a:pt x="21816" y="109088"/>
                </a:cubicBezTo>
                <a:cubicBezTo>
                  <a:pt x="21816" y="112105"/>
                  <a:pt x="24261" y="114544"/>
                  <a:pt x="27272" y="114544"/>
                </a:cubicBezTo>
                <a:cubicBezTo>
                  <a:pt x="30283" y="114544"/>
                  <a:pt x="32727" y="112105"/>
                  <a:pt x="32727" y="109088"/>
                </a:cubicBezTo>
                <a:cubicBezTo>
                  <a:pt x="32727" y="106083"/>
                  <a:pt x="30283" y="103638"/>
                  <a:pt x="27272" y="103638"/>
                </a:cubicBezTo>
                <a:moveTo>
                  <a:pt x="43638" y="76361"/>
                </a:moveTo>
                <a:cubicBezTo>
                  <a:pt x="40627" y="76361"/>
                  <a:pt x="38183" y="78811"/>
                  <a:pt x="38183" y="81816"/>
                </a:cubicBezTo>
                <a:cubicBezTo>
                  <a:pt x="38183" y="84833"/>
                  <a:pt x="40627" y="87272"/>
                  <a:pt x="43638" y="87272"/>
                </a:cubicBezTo>
                <a:cubicBezTo>
                  <a:pt x="46644" y="87272"/>
                  <a:pt x="49088" y="84833"/>
                  <a:pt x="49088" y="81816"/>
                </a:cubicBezTo>
                <a:cubicBezTo>
                  <a:pt x="49088" y="78811"/>
                  <a:pt x="46644" y="76361"/>
                  <a:pt x="43638" y="7636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11" name="Shape 4941">
            <a:extLst>
              <a:ext uri="{FF2B5EF4-FFF2-40B4-BE49-F238E27FC236}">
                <a16:creationId xmlns:a16="http://schemas.microsoft.com/office/drawing/2014/main" id="{E996583E-190F-CC7D-58BE-501A3CFFFA0E}"/>
              </a:ext>
            </a:extLst>
          </p:cNvPr>
          <p:cNvSpPr/>
          <p:nvPr/>
        </p:nvSpPr>
        <p:spPr>
          <a:xfrm>
            <a:off x="4198359" y="330433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727" y="87272"/>
                </a:moveTo>
                <a:cubicBezTo>
                  <a:pt x="91972" y="87272"/>
                  <a:pt x="91294" y="87577"/>
                  <a:pt x="90800" y="88072"/>
                </a:cubicBezTo>
                <a:lnTo>
                  <a:pt x="74438" y="104433"/>
                </a:lnTo>
                <a:cubicBezTo>
                  <a:pt x="73944" y="104933"/>
                  <a:pt x="73638" y="105611"/>
                  <a:pt x="73638" y="106361"/>
                </a:cubicBezTo>
                <a:cubicBezTo>
                  <a:pt x="73638" y="107872"/>
                  <a:pt x="74855" y="109088"/>
                  <a:pt x="76361" y="109088"/>
                </a:cubicBezTo>
                <a:cubicBezTo>
                  <a:pt x="77116" y="109088"/>
                  <a:pt x="77794" y="108788"/>
                  <a:pt x="78294" y="108294"/>
                </a:cubicBezTo>
                <a:lnTo>
                  <a:pt x="94655" y="91927"/>
                </a:lnTo>
                <a:cubicBezTo>
                  <a:pt x="95150" y="91433"/>
                  <a:pt x="95455" y="90755"/>
                  <a:pt x="95455" y="90000"/>
                </a:cubicBezTo>
                <a:cubicBezTo>
                  <a:pt x="95455" y="88494"/>
                  <a:pt x="94233" y="87272"/>
                  <a:pt x="92727" y="87272"/>
                </a:cubicBezTo>
                <a:moveTo>
                  <a:pt x="98183" y="65455"/>
                </a:moveTo>
                <a:lnTo>
                  <a:pt x="21816" y="65455"/>
                </a:lnTo>
                <a:cubicBezTo>
                  <a:pt x="12794" y="65455"/>
                  <a:pt x="5455" y="58116"/>
                  <a:pt x="5455" y="49088"/>
                </a:cubicBezTo>
                <a:cubicBezTo>
                  <a:pt x="5455" y="41488"/>
                  <a:pt x="10616" y="34955"/>
                  <a:pt x="18022" y="33194"/>
                </a:cubicBezTo>
                <a:cubicBezTo>
                  <a:pt x="20188" y="32677"/>
                  <a:pt x="21827" y="30894"/>
                  <a:pt x="22155" y="28688"/>
                </a:cubicBezTo>
                <a:cubicBezTo>
                  <a:pt x="24122" y="15444"/>
                  <a:pt x="35705" y="5455"/>
                  <a:pt x="49088" y="5455"/>
                </a:cubicBezTo>
                <a:cubicBezTo>
                  <a:pt x="58338" y="5455"/>
                  <a:pt x="64150" y="7388"/>
                  <a:pt x="69205" y="15200"/>
                </a:cubicBezTo>
                <a:cubicBezTo>
                  <a:pt x="70066" y="16527"/>
                  <a:pt x="74188" y="20144"/>
                  <a:pt x="75755" y="20366"/>
                </a:cubicBezTo>
                <a:cubicBezTo>
                  <a:pt x="76011" y="20400"/>
                  <a:pt x="76511" y="20416"/>
                  <a:pt x="76511" y="20416"/>
                </a:cubicBezTo>
                <a:cubicBezTo>
                  <a:pt x="77827" y="20416"/>
                  <a:pt x="79100" y="19944"/>
                  <a:pt x="80105" y="19072"/>
                </a:cubicBezTo>
                <a:cubicBezTo>
                  <a:pt x="82094" y="17327"/>
                  <a:pt x="84644" y="16361"/>
                  <a:pt x="87272" y="16361"/>
                </a:cubicBezTo>
                <a:cubicBezTo>
                  <a:pt x="93288" y="16361"/>
                  <a:pt x="98183" y="21255"/>
                  <a:pt x="98172" y="27333"/>
                </a:cubicBezTo>
                <a:lnTo>
                  <a:pt x="98150" y="27733"/>
                </a:lnTo>
                <a:cubicBezTo>
                  <a:pt x="98033" y="30316"/>
                  <a:pt x="99744" y="32622"/>
                  <a:pt x="102244" y="33261"/>
                </a:cubicBezTo>
                <a:cubicBezTo>
                  <a:pt x="109483" y="35116"/>
                  <a:pt x="114544" y="41627"/>
                  <a:pt x="114544" y="49088"/>
                </a:cubicBezTo>
                <a:cubicBezTo>
                  <a:pt x="114544" y="58116"/>
                  <a:pt x="107205" y="65455"/>
                  <a:pt x="98183" y="65455"/>
                </a:cubicBezTo>
                <a:moveTo>
                  <a:pt x="103600" y="27983"/>
                </a:moveTo>
                <a:cubicBezTo>
                  <a:pt x="103611" y="27744"/>
                  <a:pt x="103638" y="27511"/>
                  <a:pt x="103638" y="27272"/>
                </a:cubicBezTo>
                <a:cubicBezTo>
                  <a:pt x="103638" y="18238"/>
                  <a:pt x="96305" y="10911"/>
                  <a:pt x="87272" y="10911"/>
                </a:cubicBezTo>
                <a:cubicBezTo>
                  <a:pt x="83150" y="10911"/>
                  <a:pt x="79394" y="12444"/>
                  <a:pt x="76511" y="14961"/>
                </a:cubicBezTo>
                <a:cubicBezTo>
                  <a:pt x="70688" y="5972"/>
                  <a:pt x="60605" y="0"/>
                  <a:pt x="49088" y="0"/>
                </a:cubicBezTo>
                <a:cubicBezTo>
                  <a:pt x="32661" y="0"/>
                  <a:pt x="19105" y="12111"/>
                  <a:pt x="16755" y="27883"/>
                </a:cubicBezTo>
                <a:cubicBezTo>
                  <a:pt x="7155" y="30172"/>
                  <a:pt x="0" y="38783"/>
                  <a:pt x="0" y="49088"/>
                </a:cubicBezTo>
                <a:cubicBezTo>
                  <a:pt x="0" y="61138"/>
                  <a:pt x="9766" y="70911"/>
                  <a:pt x="21816" y="70911"/>
                </a:cubicBezTo>
                <a:lnTo>
                  <a:pt x="98183" y="70911"/>
                </a:lnTo>
                <a:cubicBezTo>
                  <a:pt x="110233" y="70911"/>
                  <a:pt x="120000" y="61138"/>
                  <a:pt x="120000" y="49088"/>
                </a:cubicBezTo>
                <a:cubicBezTo>
                  <a:pt x="120000" y="38916"/>
                  <a:pt x="113022" y="30394"/>
                  <a:pt x="103600" y="27983"/>
                </a:cubicBezTo>
                <a:moveTo>
                  <a:pt x="35455" y="87272"/>
                </a:moveTo>
                <a:cubicBezTo>
                  <a:pt x="34700" y="87272"/>
                  <a:pt x="34016" y="87577"/>
                  <a:pt x="33527" y="88072"/>
                </a:cubicBezTo>
                <a:lnTo>
                  <a:pt x="17166" y="104433"/>
                </a:lnTo>
                <a:cubicBezTo>
                  <a:pt x="16672" y="104933"/>
                  <a:pt x="16361" y="105611"/>
                  <a:pt x="16361" y="106361"/>
                </a:cubicBezTo>
                <a:cubicBezTo>
                  <a:pt x="16361" y="107872"/>
                  <a:pt x="17583" y="109088"/>
                  <a:pt x="19088" y="109088"/>
                </a:cubicBezTo>
                <a:cubicBezTo>
                  <a:pt x="19844" y="109088"/>
                  <a:pt x="20527" y="108788"/>
                  <a:pt x="21016" y="108294"/>
                </a:cubicBezTo>
                <a:lnTo>
                  <a:pt x="37383" y="91927"/>
                </a:lnTo>
                <a:cubicBezTo>
                  <a:pt x="37877" y="91433"/>
                  <a:pt x="38183" y="90755"/>
                  <a:pt x="38183" y="90000"/>
                </a:cubicBezTo>
                <a:cubicBezTo>
                  <a:pt x="38183" y="88494"/>
                  <a:pt x="36961" y="87272"/>
                  <a:pt x="35455" y="87272"/>
                </a:cubicBezTo>
                <a:moveTo>
                  <a:pt x="65455" y="84544"/>
                </a:moveTo>
                <a:cubicBezTo>
                  <a:pt x="65455" y="83038"/>
                  <a:pt x="64233" y="81816"/>
                  <a:pt x="62727" y="81816"/>
                </a:cubicBezTo>
                <a:cubicBezTo>
                  <a:pt x="61972" y="81816"/>
                  <a:pt x="61288" y="82122"/>
                  <a:pt x="60800" y="82622"/>
                </a:cubicBezTo>
                <a:lnTo>
                  <a:pt x="44438" y="98977"/>
                </a:lnTo>
                <a:cubicBezTo>
                  <a:pt x="43944" y="99477"/>
                  <a:pt x="43638" y="100155"/>
                  <a:pt x="43638" y="100911"/>
                </a:cubicBezTo>
                <a:cubicBezTo>
                  <a:pt x="43638" y="102416"/>
                  <a:pt x="44855" y="103638"/>
                  <a:pt x="46361" y="103638"/>
                </a:cubicBezTo>
                <a:lnTo>
                  <a:pt x="56144" y="103638"/>
                </a:lnTo>
                <a:lnTo>
                  <a:pt x="44433" y="115344"/>
                </a:lnTo>
                <a:cubicBezTo>
                  <a:pt x="43944" y="115838"/>
                  <a:pt x="43638" y="116522"/>
                  <a:pt x="43638" y="117272"/>
                </a:cubicBezTo>
                <a:cubicBezTo>
                  <a:pt x="43638" y="118777"/>
                  <a:pt x="44855" y="120000"/>
                  <a:pt x="46361" y="120000"/>
                </a:cubicBezTo>
                <a:cubicBezTo>
                  <a:pt x="47116" y="120000"/>
                  <a:pt x="47800" y="119694"/>
                  <a:pt x="48294" y="119200"/>
                </a:cubicBezTo>
                <a:lnTo>
                  <a:pt x="64655" y="102838"/>
                </a:lnTo>
                <a:cubicBezTo>
                  <a:pt x="65150" y="102344"/>
                  <a:pt x="65455" y="101661"/>
                  <a:pt x="65455" y="100911"/>
                </a:cubicBezTo>
                <a:cubicBezTo>
                  <a:pt x="65455" y="99400"/>
                  <a:pt x="64233" y="98183"/>
                  <a:pt x="62727" y="98183"/>
                </a:cubicBezTo>
                <a:lnTo>
                  <a:pt x="62722" y="98183"/>
                </a:lnTo>
                <a:lnTo>
                  <a:pt x="52950" y="98183"/>
                </a:lnTo>
                <a:lnTo>
                  <a:pt x="64655" y="86472"/>
                </a:lnTo>
                <a:cubicBezTo>
                  <a:pt x="65150" y="85983"/>
                  <a:pt x="65455" y="85300"/>
                  <a:pt x="65455" y="845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13" name="Shape 4942">
            <a:extLst>
              <a:ext uri="{FF2B5EF4-FFF2-40B4-BE49-F238E27FC236}">
                <a16:creationId xmlns:a16="http://schemas.microsoft.com/office/drawing/2014/main" id="{F7C07EF1-52F8-592C-BEA8-305447998D50}"/>
              </a:ext>
            </a:extLst>
          </p:cNvPr>
          <p:cNvSpPr/>
          <p:nvPr/>
        </p:nvSpPr>
        <p:spPr>
          <a:xfrm>
            <a:off x="4702544" y="3304331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83" y="65455"/>
                </a:moveTo>
                <a:lnTo>
                  <a:pt x="21816" y="65455"/>
                </a:lnTo>
                <a:cubicBezTo>
                  <a:pt x="12794" y="65455"/>
                  <a:pt x="5455" y="58116"/>
                  <a:pt x="5455" y="49088"/>
                </a:cubicBezTo>
                <a:cubicBezTo>
                  <a:pt x="5455" y="41488"/>
                  <a:pt x="10616" y="34955"/>
                  <a:pt x="18022" y="33194"/>
                </a:cubicBezTo>
                <a:cubicBezTo>
                  <a:pt x="20188" y="32677"/>
                  <a:pt x="21827" y="30894"/>
                  <a:pt x="22155" y="28688"/>
                </a:cubicBezTo>
                <a:cubicBezTo>
                  <a:pt x="24122" y="15444"/>
                  <a:pt x="35705" y="5455"/>
                  <a:pt x="49088" y="5455"/>
                </a:cubicBezTo>
                <a:cubicBezTo>
                  <a:pt x="58338" y="5455"/>
                  <a:pt x="64150" y="7388"/>
                  <a:pt x="69205" y="15200"/>
                </a:cubicBezTo>
                <a:cubicBezTo>
                  <a:pt x="70066" y="16527"/>
                  <a:pt x="74188" y="20144"/>
                  <a:pt x="75755" y="20366"/>
                </a:cubicBezTo>
                <a:cubicBezTo>
                  <a:pt x="76011" y="20400"/>
                  <a:pt x="76511" y="20416"/>
                  <a:pt x="76511" y="20416"/>
                </a:cubicBezTo>
                <a:cubicBezTo>
                  <a:pt x="77827" y="20416"/>
                  <a:pt x="79100" y="19944"/>
                  <a:pt x="80105" y="19072"/>
                </a:cubicBezTo>
                <a:cubicBezTo>
                  <a:pt x="82094" y="17327"/>
                  <a:pt x="84644" y="16361"/>
                  <a:pt x="87272" y="16361"/>
                </a:cubicBezTo>
                <a:cubicBezTo>
                  <a:pt x="93288" y="16361"/>
                  <a:pt x="98183" y="21255"/>
                  <a:pt x="98172" y="27333"/>
                </a:cubicBezTo>
                <a:lnTo>
                  <a:pt x="98150" y="27733"/>
                </a:lnTo>
                <a:cubicBezTo>
                  <a:pt x="98033" y="30316"/>
                  <a:pt x="99744" y="32622"/>
                  <a:pt x="102244" y="33261"/>
                </a:cubicBezTo>
                <a:cubicBezTo>
                  <a:pt x="109488" y="35116"/>
                  <a:pt x="114544" y="41627"/>
                  <a:pt x="114544" y="49088"/>
                </a:cubicBezTo>
                <a:cubicBezTo>
                  <a:pt x="114544" y="58116"/>
                  <a:pt x="107205" y="65455"/>
                  <a:pt x="98183" y="65455"/>
                </a:cubicBezTo>
                <a:moveTo>
                  <a:pt x="103600" y="27983"/>
                </a:moveTo>
                <a:cubicBezTo>
                  <a:pt x="103611" y="27744"/>
                  <a:pt x="103638" y="27511"/>
                  <a:pt x="103638" y="27272"/>
                </a:cubicBezTo>
                <a:cubicBezTo>
                  <a:pt x="103638" y="18238"/>
                  <a:pt x="96305" y="10911"/>
                  <a:pt x="87272" y="10911"/>
                </a:cubicBezTo>
                <a:cubicBezTo>
                  <a:pt x="83150" y="10911"/>
                  <a:pt x="79394" y="12444"/>
                  <a:pt x="76511" y="14961"/>
                </a:cubicBezTo>
                <a:cubicBezTo>
                  <a:pt x="70688" y="5972"/>
                  <a:pt x="60605" y="0"/>
                  <a:pt x="49088" y="0"/>
                </a:cubicBezTo>
                <a:cubicBezTo>
                  <a:pt x="32661" y="0"/>
                  <a:pt x="19105" y="12111"/>
                  <a:pt x="16755" y="27883"/>
                </a:cubicBezTo>
                <a:cubicBezTo>
                  <a:pt x="7155" y="30172"/>
                  <a:pt x="0" y="38783"/>
                  <a:pt x="0" y="49088"/>
                </a:cubicBezTo>
                <a:cubicBezTo>
                  <a:pt x="0" y="61138"/>
                  <a:pt x="9766" y="70911"/>
                  <a:pt x="21816" y="70911"/>
                </a:cubicBezTo>
                <a:lnTo>
                  <a:pt x="98183" y="70911"/>
                </a:lnTo>
                <a:cubicBezTo>
                  <a:pt x="110233" y="70911"/>
                  <a:pt x="120000" y="61138"/>
                  <a:pt x="120000" y="49088"/>
                </a:cubicBezTo>
                <a:cubicBezTo>
                  <a:pt x="120000" y="38916"/>
                  <a:pt x="113022" y="30394"/>
                  <a:pt x="103600" y="27983"/>
                </a:cubicBezTo>
                <a:moveTo>
                  <a:pt x="65455" y="84544"/>
                </a:moveTo>
                <a:cubicBezTo>
                  <a:pt x="65455" y="83038"/>
                  <a:pt x="64233" y="81816"/>
                  <a:pt x="62727" y="81816"/>
                </a:cubicBezTo>
                <a:cubicBezTo>
                  <a:pt x="61972" y="81816"/>
                  <a:pt x="61288" y="82122"/>
                  <a:pt x="60800" y="82622"/>
                </a:cubicBezTo>
                <a:lnTo>
                  <a:pt x="44438" y="98977"/>
                </a:lnTo>
                <a:cubicBezTo>
                  <a:pt x="43944" y="99477"/>
                  <a:pt x="43638" y="100155"/>
                  <a:pt x="43638" y="100911"/>
                </a:cubicBezTo>
                <a:cubicBezTo>
                  <a:pt x="43638" y="102416"/>
                  <a:pt x="44855" y="103638"/>
                  <a:pt x="46361" y="103638"/>
                </a:cubicBezTo>
                <a:lnTo>
                  <a:pt x="56144" y="103638"/>
                </a:lnTo>
                <a:lnTo>
                  <a:pt x="44433" y="115344"/>
                </a:lnTo>
                <a:cubicBezTo>
                  <a:pt x="43938" y="115838"/>
                  <a:pt x="43638" y="116522"/>
                  <a:pt x="43638" y="117272"/>
                </a:cubicBezTo>
                <a:cubicBezTo>
                  <a:pt x="43638" y="118777"/>
                  <a:pt x="44855" y="120000"/>
                  <a:pt x="46361" y="120000"/>
                </a:cubicBezTo>
                <a:cubicBezTo>
                  <a:pt x="47116" y="120000"/>
                  <a:pt x="47794" y="119694"/>
                  <a:pt x="48294" y="119200"/>
                </a:cubicBezTo>
                <a:lnTo>
                  <a:pt x="64655" y="102838"/>
                </a:lnTo>
                <a:cubicBezTo>
                  <a:pt x="65150" y="102344"/>
                  <a:pt x="65455" y="101661"/>
                  <a:pt x="65455" y="100911"/>
                </a:cubicBezTo>
                <a:cubicBezTo>
                  <a:pt x="65455" y="99400"/>
                  <a:pt x="64233" y="98183"/>
                  <a:pt x="62727" y="98183"/>
                </a:cubicBezTo>
                <a:lnTo>
                  <a:pt x="62722" y="98183"/>
                </a:lnTo>
                <a:lnTo>
                  <a:pt x="52950" y="98183"/>
                </a:lnTo>
                <a:lnTo>
                  <a:pt x="64655" y="86472"/>
                </a:lnTo>
                <a:cubicBezTo>
                  <a:pt x="65150" y="85983"/>
                  <a:pt x="65455" y="85300"/>
                  <a:pt x="65455" y="8454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15" name="Shape 4943">
            <a:extLst>
              <a:ext uri="{FF2B5EF4-FFF2-40B4-BE49-F238E27FC236}">
                <a16:creationId xmlns:a16="http://schemas.microsoft.com/office/drawing/2014/main" id="{4157E009-5511-2200-9A82-EDC5080FBFD6}"/>
              </a:ext>
            </a:extLst>
          </p:cNvPr>
          <p:cNvSpPr/>
          <p:nvPr/>
        </p:nvSpPr>
        <p:spPr>
          <a:xfrm>
            <a:off x="7660122" y="3830474"/>
            <a:ext cx="264098" cy="22808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5455" y="69472"/>
                </a:moveTo>
                <a:lnTo>
                  <a:pt x="24544" y="69472"/>
                </a:lnTo>
                <a:cubicBezTo>
                  <a:pt x="23038" y="69472"/>
                  <a:pt x="21816" y="70883"/>
                  <a:pt x="21816" y="72633"/>
                </a:cubicBezTo>
                <a:cubicBezTo>
                  <a:pt x="21816" y="74377"/>
                  <a:pt x="23038" y="75788"/>
                  <a:pt x="24544" y="75788"/>
                </a:cubicBezTo>
                <a:lnTo>
                  <a:pt x="65455" y="75788"/>
                </a:lnTo>
                <a:cubicBezTo>
                  <a:pt x="74488" y="75788"/>
                  <a:pt x="81816" y="84277"/>
                  <a:pt x="81816" y="94738"/>
                </a:cubicBezTo>
                <a:cubicBezTo>
                  <a:pt x="81816" y="105205"/>
                  <a:pt x="74488" y="113683"/>
                  <a:pt x="65455" y="113683"/>
                </a:cubicBezTo>
                <a:lnTo>
                  <a:pt x="62727" y="113683"/>
                </a:lnTo>
                <a:cubicBezTo>
                  <a:pt x="61222" y="113683"/>
                  <a:pt x="60000" y="115094"/>
                  <a:pt x="60000" y="116844"/>
                </a:cubicBezTo>
                <a:cubicBezTo>
                  <a:pt x="60000" y="118588"/>
                  <a:pt x="61222" y="120000"/>
                  <a:pt x="62727" y="120000"/>
                </a:cubicBezTo>
                <a:lnTo>
                  <a:pt x="65455" y="120000"/>
                </a:lnTo>
                <a:cubicBezTo>
                  <a:pt x="77505" y="120000"/>
                  <a:pt x="87272" y="108688"/>
                  <a:pt x="87272" y="94738"/>
                </a:cubicBezTo>
                <a:cubicBezTo>
                  <a:pt x="87272" y="80783"/>
                  <a:pt x="77505" y="69472"/>
                  <a:pt x="65455" y="69472"/>
                </a:cubicBezTo>
                <a:moveTo>
                  <a:pt x="103638" y="56844"/>
                </a:moveTo>
                <a:lnTo>
                  <a:pt x="13638" y="56844"/>
                </a:lnTo>
                <a:cubicBezTo>
                  <a:pt x="12127" y="56844"/>
                  <a:pt x="10911" y="58255"/>
                  <a:pt x="10911" y="60000"/>
                </a:cubicBezTo>
                <a:cubicBezTo>
                  <a:pt x="10911" y="61744"/>
                  <a:pt x="12127" y="63155"/>
                  <a:pt x="13638" y="63155"/>
                </a:cubicBezTo>
                <a:lnTo>
                  <a:pt x="103638" y="63155"/>
                </a:lnTo>
                <a:cubicBezTo>
                  <a:pt x="109661" y="63155"/>
                  <a:pt x="114544" y="68811"/>
                  <a:pt x="114544" y="75788"/>
                </a:cubicBezTo>
                <a:cubicBezTo>
                  <a:pt x="114544" y="82766"/>
                  <a:pt x="109661" y="88422"/>
                  <a:pt x="103638" y="88422"/>
                </a:cubicBezTo>
                <a:lnTo>
                  <a:pt x="100911" y="88422"/>
                </a:lnTo>
                <a:cubicBezTo>
                  <a:pt x="99400" y="88422"/>
                  <a:pt x="98183" y="89833"/>
                  <a:pt x="98183" y="91577"/>
                </a:cubicBezTo>
                <a:cubicBezTo>
                  <a:pt x="98183" y="93322"/>
                  <a:pt x="99400" y="94738"/>
                  <a:pt x="100911" y="94738"/>
                </a:cubicBezTo>
                <a:lnTo>
                  <a:pt x="103638" y="94738"/>
                </a:lnTo>
                <a:cubicBezTo>
                  <a:pt x="112672" y="94738"/>
                  <a:pt x="120000" y="86255"/>
                  <a:pt x="120000" y="75788"/>
                </a:cubicBezTo>
                <a:cubicBezTo>
                  <a:pt x="120000" y="65327"/>
                  <a:pt x="112672" y="56844"/>
                  <a:pt x="103638" y="56844"/>
                </a:cubicBezTo>
                <a:moveTo>
                  <a:pt x="98183" y="37894"/>
                </a:moveTo>
                <a:cubicBezTo>
                  <a:pt x="98183" y="30916"/>
                  <a:pt x="93300" y="25261"/>
                  <a:pt x="87272" y="25261"/>
                </a:cubicBezTo>
                <a:lnTo>
                  <a:pt x="84544" y="25261"/>
                </a:lnTo>
                <a:cubicBezTo>
                  <a:pt x="83038" y="25261"/>
                  <a:pt x="81816" y="26677"/>
                  <a:pt x="81816" y="28422"/>
                </a:cubicBezTo>
                <a:cubicBezTo>
                  <a:pt x="81816" y="30166"/>
                  <a:pt x="83038" y="31577"/>
                  <a:pt x="84544" y="31577"/>
                </a:cubicBezTo>
                <a:lnTo>
                  <a:pt x="87272" y="31577"/>
                </a:lnTo>
                <a:cubicBezTo>
                  <a:pt x="90283" y="31577"/>
                  <a:pt x="92727" y="34411"/>
                  <a:pt x="92727" y="37894"/>
                </a:cubicBezTo>
                <a:cubicBezTo>
                  <a:pt x="92727" y="41377"/>
                  <a:pt x="90283" y="44211"/>
                  <a:pt x="87272" y="44211"/>
                </a:cubicBezTo>
                <a:lnTo>
                  <a:pt x="2727" y="44211"/>
                </a:lnTo>
                <a:cubicBezTo>
                  <a:pt x="1222" y="44211"/>
                  <a:pt x="0" y="45622"/>
                  <a:pt x="0" y="47366"/>
                </a:cubicBezTo>
                <a:cubicBezTo>
                  <a:pt x="0" y="49116"/>
                  <a:pt x="1222" y="50527"/>
                  <a:pt x="2727" y="50527"/>
                </a:cubicBezTo>
                <a:lnTo>
                  <a:pt x="87272" y="50527"/>
                </a:lnTo>
                <a:cubicBezTo>
                  <a:pt x="93300" y="50527"/>
                  <a:pt x="98183" y="44872"/>
                  <a:pt x="98183" y="37894"/>
                </a:cubicBezTo>
                <a:moveTo>
                  <a:pt x="13638" y="37894"/>
                </a:moveTo>
                <a:lnTo>
                  <a:pt x="54544" y="37894"/>
                </a:lnTo>
                <a:cubicBezTo>
                  <a:pt x="63577" y="37894"/>
                  <a:pt x="70911" y="29411"/>
                  <a:pt x="70911" y="18950"/>
                </a:cubicBezTo>
                <a:cubicBezTo>
                  <a:pt x="70911" y="8488"/>
                  <a:pt x="63577" y="0"/>
                  <a:pt x="54544" y="0"/>
                </a:cubicBezTo>
                <a:lnTo>
                  <a:pt x="51816" y="0"/>
                </a:lnTo>
                <a:cubicBezTo>
                  <a:pt x="50311" y="0"/>
                  <a:pt x="49088" y="1411"/>
                  <a:pt x="49088" y="3155"/>
                </a:cubicBezTo>
                <a:cubicBezTo>
                  <a:pt x="49088" y="4905"/>
                  <a:pt x="50311" y="6316"/>
                  <a:pt x="51816" y="6316"/>
                </a:cubicBezTo>
                <a:lnTo>
                  <a:pt x="54544" y="6316"/>
                </a:lnTo>
                <a:cubicBezTo>
                  <a:pt x="60572" y="6316"/>
                  <a:pt x="65455" y="11972"/>
                  <a:pt x="65455" y="18950"/>
                </a:cubicBezTo>
                <a:cubicBezTo>
                  <a:pt x="65455" y="25922"/>
                  <a:pt x="60572" y="31577"/>
                  <a:pt x="54544" y="31577"/>
                </a:cubicBezTo>
                <a:lnTo>
                  <a:pt x="13638" y="31577"/>
                </a:lnTo>
                <a:cubicBezTo>
                  <a:pt x="12127" y="31577"/>
                  <a:pt x="10911" y="32988"/>
                  <a:pt x="10911" y="34738"/>
                </a:cubicBezTo>
                <a:cubicBezTo>
                  <a:pt x="10911" y="36483"/>
                  <a:pt x="12127" y="37894"/>
                  <a:pt x="13638" y="3789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17" name="Shape 4944">
            <a:extLst>
              <a:ext uri="{FF2B5EF4-FFF2-40B4-BE49-F238E27FC236}">
                <a16:creationId xmlns:a16="http://schemas.microsoft.com/office/drawing/2014/main" id="{7ABBC540-BC11-7E1E-F4C0-4476896E6EDE}"/>
              </a:ext>
            </a:extLst>
          </p:cNvPr>
          <p:cNvSpPr/>
          <p:nvPr/>
        </p:nvSpPr>
        <p:spPr>
          <a:xfrm>
            <a:off x="10277983" y="3304984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80444" y="77427"/>
                </a:moveTo>
                <a:cubicBezTo>
                  <a:pt x="78594" y="78427"/>
                  <a:pt x="76688" y="78933"/>
                  <a:pt x="74727" y="78933"/>
                </a:cubicBezTo>
                <a:cubicBezTo>
                  <a:pt x="72216" y="78933"/>
                  <a:pt x="69944" y="78438"/>
                  <a:pt x="67916" y="77461"/>
                </a:cubicBezTo>
                <a:cubicBezTo>
                  <a:pt x="65883" y="76488"/>
                  <a:pt x="64138" y="75138"/>
                  <a:pt x="62677" y="73427"/>
                </a:cubicBezTo>
                <a:cubicBezTo>
                  <a:pt x="61222" y="71716"/>
                  <a:pt x="60088" y="69688"/>
                  <a:pt x="59288" y="67338"/>
                </a:cubicBezTo>
                <a:cubicBezTo>
                  <a:pt x="58494" y="64988"/>
                  <a:pt x="58094" y="62422"/>
                  <a:pt x="58094" y="59633"/>
                </a:cubicBezTo>
                <a:cubicBezTo>
                  <a:pt x="58094" y="57044"/>
                  <a:pt x="58494" y="54622"/>
                  <a:pt x="59288" y="52372"/>
                </a:cubicBezTo>
                <a:cubicBezTo>
                  <a:pt x="60088" y="50122"/>
                  <a:pt x="61222" y="48155"/>
                  <a:pt x="62677" y="46466"/>
                </a:cubicBezTo>
                <a:cubicBezTo>
                  <a:pt x="64138" y="44777"/>
                  <a:pt x="65883" y="43461"/>
                  <a:pt x="67916" y="42505"/>
                </a:cubicBezTo>
                <a:cubicBezTo>
                  <a:pt x="69944" y="41550"/>
                  <a:pt x="72216" y="41072"/>
                  <a:pt x="74727" y="41072"/>
                </a:cubicBezTo>
                <a:cubicBezTo>
                  <a:pt x="76416" y="41072"/>
                  <a:pt x="78094" y="41422"/>
                  <a:pt x="79761" y="42105"/>
                </a:cubicBezTo>
                <a:cubicBezTo>
                  <a:pt x="81422" y="42788"/>
                  <a:pt x="83144" y="44155"/>
                  <a:pt x="84927" y="46211"/>
                </a:cubicBezTo>
                <a:lnTo>
                  <a:pt x="91633" y="40927"/>
                </a:lnTo>
                <a:cubicBezTo>
                  <a:pt x="89216" y="37944"/>
                  <a:pt x="86605" y="35827"/>
                  <a:pt x="83794" y="34583"/>
                </a:cubicBezTo>
                <a:cubicBezTo>
                  <a:pt x="80988" y="33333"/>
                  <a:pt x="77944" y="32711"/>
                  <a:pt x="74661" y="32711"/>
                </a:cubicBezTo>
                <a:cubicBezTo>
                  <a:pt x="70916" y="32711"/>
                  <a:pt x="67483" y="33361"/>
                  <a:pt x="64355" y="34655"/>
                </a:cubicBezTo>
                <a:cubicBezTo>
                  <a:pt x="61227" y="35950"/>
                  <a:pt x="58538" y="37800"/>
                  <a:pt x="56283" y="40194"/>
                </a:cubicBezTo>
                <a:cubicBezTo>
                  <a:pt x="54022" y="42588"/>
                  <a:pt x="52250" y="45488"/>
                  <a:pt x="50977" y="48888"/>
                </a:cubicBezTo>
                <a:cubicBezTo>
                  <a:pt x="49700" y="52288"/>
                  <a:pt x="49061" y="56066"/>
                  <a:pt x="49061" y="60222"/>
                </a:cubicBezTo>
                <a:cubicBezTo>
                  <a:pt x="49061" y="64283"/>
                  <a:pt x="49700" y="67972"/>
                  <a:pt x="50977" y="71305"/>
                </a:cubicBezTo>
                <a:cubicBezTo>
                  <a:pt x="52250" y="74627"/>
                  <a:pt x="54022" y="77477"/>
                  <a:pt x="56283" y="79850"/>
                </a:cubicBezTo>
                <a:cubicBezTo>
                  <a:pt x="58538" y="82222"/>
                  <a:pt x="61227" y="84055"/>
                  <a:pt x="64355" y="85350"/>
                </a:cubicBezTo>
                <a:cubicBezTo>
                  <a:pt x="67483" y="86650"/>
                  <a:pt x="70916" y="87294"/>
                  <a:pt x="74661" y="87294"/>
                </a:cubicBezTo>
                <a:cubicBezTo>
                  <a:pt x="78216" y="87294"/>
                  <a:pt x="81572" y="86561"/>
                  <a:pt x="84722" y="85094"/>
                </a:cubicBezTo>
                <a:cubicBezTo>
                  <a:pt x="87866" y="83627"/>
                  <a:pt x="90538" y="81277"/>
                  <a:pt x="92727" y="78050"/>
                </a:cubicBezTo>
                <a:lnTo>
                  <a:pt x="85611" y="72622"/>
                </a:lnTo>
                <a:cubicBezTo>
                  <a:pt x="84011" y="74822"/>
                  <a:pt x="82294" y="76422"/>
                  <a:pt x="80444" y="77427"/>
                </a:cubicBezTo>
                <a:moveTo>
                  <a:pt x="32727" y="38183"/>
                </a:moveTo>
                <a:cubicBezTo>
                  <a:pt x="29716" y="38183"/>
                  <a:pt x="27272" y="35738"/>
                  <a:pt x="27272" y="32727"/>
                </a:cubicBezTo>
                <a:cubicBezTo>
                  <a:pt x="27272" y="29716"/>
                  <a:pt x="29716" y="27272"/>
                  <a:pt x="32727" y="27272"/>
                </a:cubicBezTo>
                <a:cubicBezTo>
                  <a:pt x="35738" y="27272"/>
                  <a:pt x="38183" y="29716"/>
                  <a:pt x="38183" y="32727"/>
                </a:cubicBezTo>
                <a:cubicBezTo>
                  <a:pt x="38183" y="35738"/>
                  <a:pt x="35738" y="38183"/>
                  <a:pt x="32727" y="38183"/>
                </a:cubicBezTo>
                <a:moveTo>
                  <a:pt x="32727" y="21816"/>
                </a:moveTo>
                <a:cubicBezTo>
                  <a:pt x="26700" y="21816"/>
                  <a:pt x="21816" y="26700"/>
                  <a:pt x="21816" y="32727"/>
                </a:cubicBezTo>
                <a:cubicBezTo>
                  <a:pt x="21816" y="38750"/>
                  <a:pt x="26700" y="43638"/>
                  <a:pt x="32727" y="43638"/>
                </a:cubicBezTo>
                <a:cubicBezTo>
                  <a:pt x="38750" y="43638"/>
                  <a:pt x="43638" y="38750"/>
                  <a:pt x="43638" y="32727"/>
                </a:cubicBezTo>
                <a:cubicBezTo>
                  <a:pt x="43638" y="26700"/>
                  <a:pt x="38750" y="21816"/>
                  <a:pt x="32727" y="218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19" name="Shape 4945">
            <a:extLst>
              <a:ext uri="{FF2B5EF4-FFF2-40B4-BE49-F238E27FC236}">
                <a16:creationId xmlns:a16="http://schemas.microsoft.com/office/drawing/2014/main" id="{E63ABBA2-1713-F694-E1FD-C43C79D5A48E}"/>
              </a:ext>
            </a:extLst>
          </p:cNvPr>
          <p:cNvSpPr/>
          <p:nvPr/>
        </p:nvSpPr>
        <p:spPr>
          <a:xfrm>
            <a:off x="10775965" y="3300923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44" y="109088"/>
                </a:moveTo>
                <a:cubicBezTo>
                  <a:pt x="114544" y="112100"/>
                  <a:pt x="112100" y="114544"/>
                  <a:pt x="109088" y="114544"/>
                </a:cubicBezTo>
                <a:lnTo>
                  <a:pt x="10911" y="114544"/>
                </a:lnTo>
                <a:cubicBezTo>
                  <a:pt x="7900" y="114544"/>
                  <a:pt x="5455" y="112100"/>
                  <a:pt x="5455" y="109088"/>
                </a:cubicBezTo>
                <a:lnTo>
                  <a:pt x="5455" y="10911"/>
                </a:lnTo>
                <a:cubicBezTo>
                  <a:pt x="5455" y="7900"/>
                  <a:pt x="7900" y="5455"/>
                  <a:pt x="10911" y="5455"/>
                </a:cubicBezTo>
                <a:lnTo>
                  <a:pt x="109088" y="5455"/>
                </a:lnTo>
                <a:cubicBezTo>
                  <a:pt x="112100" y="5455"/>
                  <a:pt x="114544" y="7900"/>
                  <a:pt x="114544" y="10911"/>
                </a:cubicBezTo>
                <a:cubicBezTo>
                  <a:pt x="114544" y="10911"/>
                  <a:pt x="114544" y="109088"/>
                  <a:pt x="114544" y="109088"/>
                </a:cubicBezTo>
                <a:close/>
                <a:moveTo>
                  <a:pt x="109088" y="0"/>
                </a:moveTo>
                <a:lnTo>
                  <a:pt x="10911" y="0"/>
                </a:lnTo>
                <a:cubicBezTo>
                  <a:pt x="4883" y="0"/>
                  <a:pt x="0" y="4883"/>
                  <a:pt x="0" y="10911"/>
                </a:cubicBezTo>
                <a:lnTo>
                  <a:pt x="0" y="109088"/>
                </a:lnTo>
                <a:cubicBezTo>
                  <a:pt x="0" y="115116"/>
                  <a:pt x="4883" y="120000"/>
                  <a:pt x="10911" y="120000"/>
                </a:cubicBezTo>
                <a:lnTo>
                  <a:pt x="109088" y="120000"/>
                </a:lnTo>
                <a:cubicBezTo>
                  <a:pt x="115116" y="120000"/>
                  <a:pt x="120000" y="115116"/>
                  <a:pt x="120000" y="109088"/>
                </a:cubicBezTo>
                <a:lnTo>
                  <a:pt x="120000" y="10911"/>
                </a:lnTo>
                <a:cubicBezTo>
                  <a:pt x="120000" y="4883"/>
                  <a:pt x="115116" y="0"/>
                  <a:pt x="109088" y="0"/>
                </a:cubicBezTo>
                <a:moveTo>
                  <a:pt x="54583" y="87244"/>
                </a:moveTo>
                <a:lnTo>
                  <a:pt x="62727" y="87272"/>
                </a:lnTo>
                <a:lnTo>
                  <a:pt x="62727" y="65455"/>
                </a:lnTo>
                <a:lnTo>
                  <a:pt x="84544" y="65455"/>
                </a:lnTo>
                <a:lnTo>
                  <a:pt x="84544" y="57272"/>
                </a:lnTo>
                <a:lnTo>
                  <a:pt x="62727" y="57272"/>
                </a:lnTo>
                <a:lnTo>
                  <a:pt x="62727" y="40911"/>
                </a:lnTo>
                <a:lnTo>
                  <a:pt x="87272" y="40911"/>
                </a:lnTo>
                <a:lnTo>
                  <a:pt x="87283" y="32761"/>
                </a:lnTo>
                <a:lnTo>
                  <a:pt x="54583" y="32761"/>
                </a:lnTo>
                <a:cubicBezTo>
                  <a:pt x="54583" y="32761"/>
                  <a:pt x="54583" y="87244"/>
                  <a:pt x="54583" y="87244"/>
                </a:cubicBezTo>
                <a:close/>
                <a:moveTo>
                  <a:pt x="32727" y="38183"/>
                </a:moveTo>
                <a:cubicBezTo>
                  <a:pt x="29716" y="38183"/>
                  <a:pt x="27272" y="35744"/>
                  <a:pt x="27272" y="32727"/>
                </a:cubicBezTo>
                <a:cubicBezTo>
                  <a:pt x="27272" y="29716"/>
                  <a:pt x="29716" y="27272"/>
                  <a:pt x="32727" y="27272"/>
                </a:cubicBezTo>
                <a:cubicBezTo>
                  <a:pt x="35738" y="27272"/>
                  <a:pt x="38183" y="29716"/>
                  <a:pt x="38183" y="32727"/>
                </a:cubicBezTo>
                <a:cubicBezTo>
                  <a:pt x="38183" y="35744"/>
                  <a:pt x="35738" y="38183"/>
                  <a:pt x="32727" y="38183"/>
                </a:cubicBezTo>
                <a:moveTo>
                  <a:pt x="32727" y="21816"/>
                </a:moveTo>
                <a:cubicBezTo>
                  <a:pt x="26700" y="21816"/>
                  <a:pt x="21816" y="26700"/>
                  <a:pt x="21816" y="32727"/>
                </a:cubicBezTo>
                <a:cubicBezTo>
                  <a:pt x="21816" y="38750"/>
                  <a:pt x="26700" y="43638"/>
                  <a:pt x="32727" y="43638"/>
                </a:cubicBezTo>
                <a:cubicBezTo>
                  <a:pt x="38750" y="43638"/>
                  <a:pt x="43638" y="38750"/>
                  <a:pt x="43638" y="32727"/>
                </a:cubicBezTo>
                <a:cubicBezTo>
                  <a:pt x="43638" y="26700"/>
                  <a:pt x="38750" y="21816"/>
                  <a:pt x="32727" y="218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21" name="Shape 4946">
            <a:extLst>
              <a:ext uri="{FF2B5EF4-FFF2-40B4-BE49-F238E27FC236}">
                <a16:creationId xmlns:a16="http://schemas.microsoft.com/office/drawing/2014/main" id="{5949308B-6091-62B8-897F-F70C48CB80F9}"/>
              </a:ext>
            </a:extLst>
          </p:cNvPr>
          <p:cNvSpPr/>
          <p:nvPr/>
        </p:nvSpPr>
        <p:spPr>
          <a:xfrm>
            <a:off x="5663798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23" name="Shape 4947">
            <a:extLst>
              <a:ext uri="{FF2B5EF4-FFF2-40B4-BE49-F238E27FC236}">
                <a16:creationId xmlns:a16="http://schemas.microsoft.com/office/drawing/2014/main" id="{BC89A196-1339-69CA-F331-6F0200962E5F}"/>
              </a:ext>
            </a:extLst>
          </p:cNvPr>
          <p:cNvSpPr/>
          <p:nvPr/>
        </p:nvSpPr>
        <p:spPr>
          <a:xfrm>
            <a:off x="6167984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7144" y="114022"/>
                </a:moveTo>
                <a:cubicBezTo>
                  <a:pt x="64800" y="114333"/>
                  <a:pt x="62427" y="114544"/>
                  <a:pt x="60000" y="114544"/>
                </a:cubicBezTo>
                <a:cubicBezTo>
                  <a:pt x="29872" y="114544"/>
                  <a:pt x="5455" y="90127"/>
                  <a:pt x="5455" y="60000"/>
                </a:cubicBezTo>
                <a:cubicBezTo>
                  <a:pt x="5455" y="29877"/>
                  <a:pt x="29872" y="5455"/>
                  <a:pt x="60000" y="5455"/>
                </a:cubicBezTo>
                <a:cubicBezTo>
                  <a:pt x="62427" y="5455"/>
                  <a:pt x="64805" y="5666"/>
                  <a:pt x="67144" y="5977"/>
                </a:cubicBezTo>
                <a:cubicBezTo>
                  <a:pt x="79661" y="20355"/>
                  <a:pt x="87272" y="39444"/>
                  <a:pt x="87272" y="60000"/>
                </a:cubicBezTo>
                <a:cubicBezTo>
                  <a:pt x="87272" y="80555"/>
                  <a:pt x="79661" y="99644"/>
                  <a:pt x="67144" y="114022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25" name="Shape 4948">
            <a:extLst>
              <a:ext uri="{FF2B5EF4-FFF2-40B4-BE49-F238E27FC236}">
                <a16:creationId xmlns:a16="http://schemas.microsoft.com/office/drawing/2014/main" id="{7A9200D2-2250-D766-FFD8-49E9100136A7}"/>
              </a:ext>
            </a:extLst>
          </p:cNvPr>
          <p:cNvSpPr/>
          <p:nvPr/>
        </p:nvSpPr>
        <p:spPr>
          <a:xfrm>
            <a:off x="6672170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60000" y="5455"/>
                  <a:pt x="60000" y="114544"/>
                  <a:pt x="60000" y="114544"/>
                </a:cubicBezTo>
                <a:close/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3" y="120000"/>
                  <a:pt x="120000" y="93138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27" name="Shape 4949">
            <a:extLst>
              <a:ext uri="{FF2B5EF4-FFF2-40B4-BE49-F238E27FC236}">
                <a16:creationId xmlns:a16="http://schemas.microsoft.com/office/drawing/2014/main" id="{2F29E2EA-E3D1-C181-340D-0742EFC22B0F}"/>
              </a:ext>
            </a:extLst>
          </p:cNvPr>
          <p:cNvSpPr/>
          <p:nvPr/>
        </p:nvSpPr>
        <p:spPr>
          <a:xfrm>
            <a:off x="7176355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3166" y="114072"/>
                </a:moveTo>
                <a:cubicBezTo>
                  <a:pt x="26277" y="110705"/>
                  <a:pt x="5455" y="87805"/>
                  <a:pt x="5455" y="60000"/>
                </a:cubicBezTo>
                <a:cubicBezTo>
                  <a:pt x="5455" y="32194"/>
                  <a:pt x="26277" y="9294"/>
                  <a:pt x="53166" y="5927"/>
                </a:cubicBezTo>
                <a:cubicBezTo>
                  <a:pt x="40455" y="20350"/>
                  <a:pt x="32727" y="39266"/>
                  <a:pt x="32727" y="60000"/>
                </a:cubicBezTo>
                <a:cubicBezTo>
                  <a:pt x="32727" y="80733"/>
                  <a:pt x="40455" y="99650"/>
                  <a:pt x="53166" y="114072"/>
                </a:cubicBezTo>
                <a:moveTo>
                  <a:pt x="60000" y="0"/>
                </a:moveTo>
                <a:cubicBezTo>
                  <a:pt x="26866" y="0"/>
                  <a:pt x="0" y="26861"/>
                  <a:pt x="0" y="60000"/>
                </a:cubicBezTo>
                <a:cubicBezTo>
                  <a:pt x="0" y="93138"/>
                  <a:pt x="26866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29" name="Shape 4950">
            <a:extLst>
              <a:ext uri="{FF2B5EF4-FFF2-40B4-BE49-F238E27FC236}">
                <a16:creationId xmlns:a16="http://schemas.microsoft.com/office/drawing/2014/main" id="{D624CD67-04E5-0ECF-8ED8-911C90CDADF8}"/>
              </a:ext>
            </a:extLst>
          </p:cNvPr>
          <p:cNvSpPr/>
          <p:nvPr/>
        </p:nvSpPr>
        <p:spPr>
          <a:xfrm>
            <a:off x="7680541" y="5307852"/>
            <a:ext cx="264098" cy="264098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31" name="Shape 4951">
            <a:extLst>
              <a:ext uri="{FF2B5EF4-FFF2-40B4-BE49-F238E27FC236}">
                <a16:creationId xmlns:a16="http://schemas.microsoft.com/office/drawing/2014/main" id="{C4AD6250-76A3-73D4-0E82-B2EDFE358A1F}"/>
              </a:ext>
            </a:extLst>
          </p:cNvPr>
          <p:cNvSpPr/>
          <p:nvPr/>
        </p:nvSpPr>
        <p:spPr>
          <a:xfrm>
            <a:off x="8184727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6833" y="114072"/>
                </a:moveTo>
                <a:cubicBezTo>
                  <a:pt x="79544" y="99650"/>
                  <a:pt x="87272" y="80733"/>
                  <a:pt x="87272" y="60000"/>
                </a:cubicBezTo>
                <a:cubicBezTo>
                  <a:pt x="87272" y="39266"/>
                  <a:pt x="79544" y="20350"/>
                  <a:pt x="66833" y="5927"/>
                </a:cubicBezTo>
                <a:cubicBezTo>
                  <a:pt x="93722" y="9294"/>
                  <a:pt x="114544" y="32194"/>
                  <a:pt x="114544" y="60000"/>
                </a:cubicBezTo>
                <a:cubicBezTo>
                  <a:pt x="114544" y="87805"/>
                  <a:pt x="93722" y="110705"/>
                  <a:pt x="66833" y="114072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33" name="Shape 4952">
            <a:extLst>
              <a:ext uri="{FF2B5EF4-FFF2-40B4-BE49-F238E27FC236}">
                <a16:creationId xmlns:a16="http://schemas.microsoft.com/office/drawing/2014/main" id="{4F27B11E-6980-66BA-4F67-00DB39839FD4}"/>
              </a:ext>
            </a:extLst>
          </p:cNvPr>
          <p:cNvSpPr/>
          <p:nvPr/>
        </p:nvSpPr>
        <p:spPr>
          <a:xfrm>
            <a:off x="8688914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lnTo>
                  <a:pt x="60000" y="5455"/>
                </a:ln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35" name="Shape 4953">
            <a:extLst>
              <a:ext uri="{FF2B5EF4-FFF2-40B4-BE49-F238E27FC236}">
                <a16:creationId xmlns:a16="http://schemas.microsoft.com/office/drawing/2014/main" id="{9597F531-AC27-48E8-337C-82EEBB716DFE}"/>
              </a:ext>
            </a:extLst>
          </p:cNvPr>
          <p:cNvSpPr/>
          <p:nvPr/>
        </p:nvSpPr>
        <p:spPr>
          <a:xfrm>
            <a:off x="9193100" y="5307852"/>
            <a:ext cx="264098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57655" y="114544"/>
                  <a:pt x="55355" y="114350"/>
                  <a:pt x="53088" y="114061"/>
                </a:cubicBezTo>
                <a:cubicBezTo>
                  <a:pt x="40422" y="99650"/>
                  <a:pt x="32727" y="80688"/>
                  <a:pt x="32727" y="60000"/>
                </a:cubicBezTo>
                <a:cubicBezTo>
                  <a:pt x="32727" y="39311"/>
                  <a:pt x="40422" y="20350"/>
                  <a:pt x="53088" y="5938"/>
                </a:cubicBezTo>
                <a:cubicBezTo>
                  <a:pt x="55355" y="5650"/>
                  <a:pt x="57655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60000" y="0"/>
                </a:moveTo>
                <a:cubicBezTo>
                  <a:pt x="26861" y="0"/>
                  <a:pt x="0" y="26861"/>
                  <a:pt x="0" y="60000"/>
                </a:cubicBezTo>
                <a:cubicBezTo>
                  <a:pt x="0" y="93138"/>
                  <a:pt x="26861" y="120000"/>
                  <a:pt x="60000" y="120000"/>
                </a:cubicBezTo>
                <a:cubicBezTo>
                  <a:pt x="93138" y="120000"/>
                  <a:pt x="120000" y="93138"/>
                  <a:pt x="120000" y="60000"/>
                </a:cubicBezTo>
                <a:cubicBezTo>
                  <a:pt x="120000" y="26861"/>
                  <a:pt x="93138" y="0"/>
                  <a:pt x="600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37" name="Shape 4954">
            <a:extLst>
              <a:ext uri="{FF2B5EF4-FFF2-40B4-BE49-F238E27FC236}">
                <a16:creationId xmlns:a16="http://schemas.microsoft.com/office/drawing/2014/main" id="{17BD48FE-F44A-6F7B-01B8-5A6A361D50D6}"/>
              </a:ext>
            </a:extLst>
          </p:cNvPr>
          <p:cNvSpPr/>
          <p:nvPr/>
        </p:nvSpPr>
        <p:spPr>
          <a:xfrm>
            <a:off x="9284772" y="4755648"/>
            <a:ext cx="120045" cy="264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33494" y="114544"/>
                  <a:pt x="12000" y="104777"/>
                  <a:pt x="12000" y="92727"/>
                </a:cubicBezTo>
                <a:cubicBezTo>
                  <a:pt x="12000" y="84655"/>
                  <a:pt x="21666" y="77627"/>
                  <a:pt x="36000" y="73850"/>
                </a:cubicBezTo>
                <a:lnTo>
                  <a:pt x="36000" y="16361"/>
                </a:lnTo>
                <a:cubicBezTo>
                  <a:pt x="36000" y="10338"/>
                  <a:pt x="46744" y="5455"/>
                  <a:pt x="60000" y="5455"/>
                </a:cubicBezTo>
                <a:cubicBezTo>
                  <a:pt x="73255" y="5455"/>
                  <a:pt x="84000" y="10338"/>
                  <a:pt x="84000" y="16361"/>
                </a:cubicBezTo>
                <a:lnTo>
                  <a:pt x="84000" y="73850"/>
                </a:lnTo>
                <a:cubicBezTo>
                  <a:pt x="98333" y="77627"/>
                  <a:pt x="108000" y="84655"/>
                  <a:pt x="108000" y="92727"/>
                </a:cubicBezTo>
                <a:cubicBezTo>
                  <a:pt x="108000" y="104777"/>
                  <a:pt x="86505" y="114544"/>
                  <a:pt x="60000" y="114544"/>
                </a:cubicBezTo>
                <a:moveTo>
                  <a:pt x="96000" y="70944"/>
                </a:moveTo>
                <a:lnTo>
                  <a:pt x="96000" y="16361"/>
                </a:lnTo>
                <a:cubicBezTo>
                  <a:pt x="96000" y="7322"/>
                  <a:pt x="79877" y="0"/>
                  <a:pt x="60000" y="0"/>
                </a:cubicBezTo>
                <a:cubicBezTo>
                  <a:pt x="40116" y="0"/>
                  <a:pt x="24000" y="7322"/>
                  <a:pt x="24000" y="16361"/>
                </a:cubicBezTo>
                <a:lnTo>
                  <a:pt x="24000" y="70944"/>
                </a:lnTo>
                <a:cubicBezTo>
                  <a:pt x="9450" y="75922"/>
                  <a:pt x="0" y="83816"/>
                  <a:pt x="0" y="92727"/>
                </a:cubicBezTo>
                <a:cubicBezTo>
                  <a:pt x="0" y="107788"/>
                  <a:pt x="26861" y="120000"/>
                  <a:pt x="60000" y="120000"/>
                </a:cubicBezTo>
                <a:cubicBezTo>
                  <a:pt x="93127" y="120000"/>
                  <a:pt x="120000" y="107788"/>
                  <a:pt x="120000" y="92727"/>
                </a:cubicBezTo>
                <a:cubicBezTo>
                  <a:pt x="120000" y="83816"/>
                  <a:pt x="110550" y="75922"/>
                  <a:pt x="96000" y="70944"/>
                </a:cubicBezTo>
                <a:moveTo>
                  <a:pt x="72000" y="77316"/>
                </a:moveTo>
                <a:lnTo>
                  <a:pt x="72000" y="43638"/>
                </a:lnTo>
                <a:cubicBezTo>
                  <a:pt x="72000" y="40627"/>
                  <a:pt x="66622" y="38183"/>
                  <a:pt x="60000" y="38183"/>
                </a:cubicBezTo>
                <a:cubicBezTo>
                  <a:pt x="53377" y="38183"/>
                  <a:pt x="48000" y="40627"/>
                  <a:pt x="48000" y="43638"/>
                </a:cubicBezTo>
                <a:lnTo>
                  <a:pt x="48000" y="77316"/>
                </a:lnTo>
                <a:cubicBezTo>
                  <a:pt x="34033" y="79566"/>
                  <a:pt x="24000" y="85605"/>
                  <a:pt x="24000" y="92727"/>
                </a:cubicBezTo>
                <a:cubicBezTo>
                  <a:pt x="24000" y="101766"/>
                  <a:pt x="40116" y="109088"/>
                  <a:pt x="60000" y="109088"/>
                </a:cubicBezTo>
                <a:cubicBezTo>
                  <a:pt x="79877" y="109088"/>
                  <a:pt x="96000" y="101766"/>
                  <a:pt x="96000" y="92727"/>
                </a:cubicBezTo>
                <a:cubicBezTo>
                  <a:pt x="96000" y="85605"/>
                  <a:pt x="85972" y="79566"/>
                  <a:pt x="72000" y="773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ato"/>
              <a:cs typeface="Arial" panose="020B0604020202020204" pitchFamily="34" charset="0"/>
              <a:sym typeface="Lato"/>
            </a:endParaRPr>
          </a:p>
        </p:txBody>
      </p:sp>
      <p:sp>
        <p:nvSpPr>
          <p:cNvPr id="439" name="Shape">
            <a:extLst>
              <a:ext uri="{FF2B5EF4-FFF2-40B4-BE49-F238E27FC236}">
                <a16:creationId xmlns:a16="http://schemas.microsoft.com/office/drawing/2014/main" id="{1A2BD587-734C-4438-6FB4-41ED34C96B12}"/>
              </a:ext>
            </a:extLst>
          </p:cNvPr>
          <p:cNvSpPr/>
          <p:nvPr/>
        </p:nvSpPr>
        <p:spPr>
          <a:xfrm>
            <a:off x="2662306" y="5311407"/>
            <a:ext cx="295175" cy="234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612"/>
                </a:moveTo>
                <a:lnTo>
                  <a:pt x="17053" y="10029"/>
                </a:lnTo>
                <a:lnTo>
                  <a:pt x="17053" y="21600"/>
                </a:lnTo>
                <a:lnTo>
                  <a:pt x="4460" y="21600"/>
                </a:lnTo>
                <a:lnTo>
                  <a:pt x="4460" y="10029"/>
                </a:lnTo>
                <a:lnTo>
                  <a:pt x="2274" y="8376"/>
                </a:lnTo>
                <a:lnTo>
                  <a:pt x="2274" y="17853"/>
                </a:lnTo>
                <a:lnTo>
                  <a:pt x="1487" y="17853"/>
                </a:lnTo>
                <a:lnTo>
                  <a:pt x="1487" y="7824"/>
                </a:lnTo>
                <a:lnTo>
                  <a:pt x="0" y="6612"/>
                </a:lnTo>
                <a:lnTo>
                  <a:pt x="10756" y="0"/>
                </a:lnTo>
                <a:lnTo>
                  <a:pt x="21600" y="6612"/>
                </a:lnTo>
                <a:close/>
                <a:moveTo>
                  <a:pt x="10756" y="1102"/>
                </a:moveTo>
                <a:lnTo>
                  <a:pt x="1574" y="6722"/>
                </a:lnTo>
                <a:lnTo>
                  <a:pt x="10756" y="13776"/>
                </a:lnTo>
                <a:lnTo>
                  <a:pt x="20026" y="6722"/>
                </a:lnTo>
                <a:lnTo>
                  <a:pt x="10756" y="1102"/>
                </a:lnTo>
                <a:close/>
                <a:moveTo>
                  <a:pt x="16353" y="20718"/>
                </a:moveTo>
                <a:lnTo>
                  <a:pt x="16353" y="10580"/>
                </a:lnTo>
                <a:lnTo>
                  <a:pt x="10756" y="14878"/>
                </a:lnTo>
                <a:lnTo>
                  <a:pt x="5247" y="10580"/>
                </a:lnTo>
                <a:lnTo>
                  <a:pt x="5247" y="20718"/>
                </a:lnTo>
                <a:lnTo>
                  <a:pt x="16353" y="2071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410766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i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FB6B66-7259-79D6-414C-DDF25B7675DA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095A2C5A-65BB-BB88-4B5E-164A3C00C9F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385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BDC5-60BC-4E8B-E9F4-6EA9D85C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FD56ACA-0EBC-8E75-D777-BCDD6838ADC8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18DF018D-A275-C305-2846-0259EF7A2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B5D73298-53C1-B64D-9BCF-993592AC5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234" name="TextBox 8">
            <a:extLst>
              <a:ext uri="{FF2B5EF4-FFF2-40B4-BE49-F238E27FC236}">
                <a16:creationId xmlns:a16="http://schemas.microsoft.com/office/drawing/2014/main" id="{16356168-3B47-5390-B76D-5DDF339BB9E0}"/>
              </a:ext>
            </a:extLst>
          </p:cNvPr>
          <p:cNvSpPr txBox="1"/>
          <p:nvPr/>
        </p:nvSpPr>
        <p:spPr>
          <a:xfrm>
            <a:off x="3158048" y="956602"/>
            <a:ext cx="519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accent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أيقونات متنوعة للاستفادة منها في العروض التقديمية </a:t>
            </a:r>
            <a:endParaRPr lang="en-US" dirty="0">
              <a:solidFill>
                <a:schemeClr val="accent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2" name="Shape 5056">
            <a:extLst>
              <a:ext uri="{FF2B5EF4-FFF2-40B4-BE49-F238E27FC236}">
                <a16:creationId xmlns:a16="http://schemas.microsoft.com/office/drawing/2014/main" id="{29017F2B-DB29-D014-6B2A-91FE1D817BF9}"/>
              </a:ext>
            </a:extLst>
          </p:cNvPr>
          <p:cNvSpPr/>
          <p:nvPr/>
        </p:nvSpPr>
        <p:spPr>
          <a:xfrm>
            <a:off x="3713960" y="5448486"/>
            <a:ext cx="245107" cy="1965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7" y="12134"/>
                </a:moveTo>
                <a:lnTo>
                  <a:pt x="107837" y="12134"/>
                </a:lnTo>
                <a:cubicBezTo>
                  <a:pt x="95945" y="0"/>
                  <a:pt x="79189" y="0"/>
                  <a:pt x="67027" y="12134"/>
                </a:cubicBezTo>
                <a:cubicBezTo>
                  <a:pt x="59729" y="20898"/>
                  <a:pt x="59729" y="20898"/>
                  <a:pt x="59729" y="20898"/>
                </a:cubicBezTo>
                <a:cubicBezTo>
                  <a:pt x="52702" y="12134"/>
                  <a:pt x="52702" y="12134"/>
                  <a:pt x="52702" y="12134"/>
                </a:cubicBezTo>
                <a:cubicBezTo>
                  <a:pt x="40810" y="0"/>
                  <a:pt x="24054" y="0"/>
                  <a:pt x="12162" y="12134"/>
                </a:cubicBezTo>
                <a:cubicBezTo>
                  <a:pt x="0" y="26966"/>
                  <a:pt x="0" y="50898"/>
                  <a:pt x="12162" y="62696"/>
                </a:cubicBezTo>
                <a:cubicBezTo>
                  <a:pt x="59729" y="119662"/>
                  <a:pt x="59729" y="119662"/>
                  <a:pt x="59729" y="119662"/>
                </a:cubicBezTo>
                <a:cubicBezTo>
                  <a:pt x="107837" y="62696"/>
                  <a:pt x="107837" y="62696"/>
                  <a:pt x="107837" y="62696"/>
                </a:cubicBezTo>
                <a:cubicBezTo>
                  <a:pt x="119729" y="50898"/>
                  <a:pt x="119729" y="26966"/>
                  <a:pt x="107837" y="1213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" name="Shape 5057">
            <a:extLst>
              <a:ext uri="{FF2B5EF4-FFF2-40B4-BE49-F238E27FC236}">
                <a16:creationId xmlns:a16="http://schemas.microsoft.com/office/drawing/2014/main" id="{A1A86DDB-964C-0DC3-DF99-67B8C42A3614}"/>
              </a:ext>
            </a:extLst>
          </p:cNvPr>
          <p:cNvSpPr/>
          <p:nvPr/>
        </p:nvSpPr>
        <p:spPr>
          <a:xfrm>
            <a:off x="3812878" y="2248746"/>
            <a:ext cx="136170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240" y="0"/>
                </a:moveTo>
                <a:lnTo>
                  <a:pt x="60240" y="0"/>
                </a:lnTo>
                <a:cubicBezTo>
                  <a:pt x="25542" y="0"/>
                  <a:pt x="0" y="16200"/>
                  <a:pt x="0" y="37500"/>
                </a:cubicBezTo>
                <a:cubicBezTo>
                  <a:pt x="0" y="72000"/>
                  <a:pt x="60240" y="119700"/>
                  <a:pt x="60240" y="119700"/>
                </a:cubicBezTo>
                <a:cubicBezTo>
                  <a:pt x="60240" y="119700"/>
                  <a:pt x="119518" y="72000"/>
                  <a:pt x="119518" y="37500"/>
                </a:cubicBezTo>
                <a:cubicBezTo>
                  <a:pt x="119518" y="16200"/>
                  <a:pt x="93975" y="0"/>
                  <a:pt x="60240" y="0"/>
                </a:cubicBezTo>
                <a:close/>
                <a:moveTo>
                  <a:pt x="60240" y="58800"/>
                </a:moveTo>
                <a:lnTo>
                  <a:pt x="60240" y="58800"/>
                </a:lnTo>
                <a:cubicBezTo>
                  <a:pt x="42409" y="58800"/>
                  <a:pt x="25542" y="48000"/>
                  <a:pt x="25542" y="37500"/>
                </a:cubicBezTo>
                <a:cubicBezTo>
                  <a:pt x="25542" y="26700"/>
                  <a:pt x="42409" y="16200"/>
                  <a:pt x="60240" y="16200"/>
                </a:cubicBezTo>
                <a:cubicBezTo>
                  <a:pt x="76626" y="16200"/>
                  <a:pt x="93975" y="26700"/>
                  <a:pt x="93975" y="37500"/>
                </a:cubicBezTo>
                <a:cubicBezTo>
                  <a:pt x="93975" y="48000"/>
                  <a:pt x="76626" y="58800"/>
                  <a:pt x="60240" y="5880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8" name="Shape 5058">
            <a:extLst>
              <a:ext uri="{FF2B5EF4-FFF2-40B4-BE49-F238E27FC236}">
                <a16:creationId xmlns:a16="http://schemas.microsoft.com/office/drawing/2014/main" id="{4176F9A6-20DF-BDAF-0533-BE602B88C219}"/>
              </a:ext>
            </a:extLst>
          </p:cNvPr>
          <p:cNvSpPr/>
          <p:nvPr/>
        </p:nvSpPr>
        <p:spPr>
          <a:xfrm>
            <a:off x="4291419" y="2248746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585" y="21300"/>
                </a:moveTo>
                <a:lnTo>
                  <a:pt x="117585" y="21300"/>
                </a:lnTo>
                <a:cubicBezTo>
                  <a:pt x="89818" y="0"/>
                  <a:pt x="89818" y="0"/>
                  <a:pt x="89818" y="0"/>
                </a:cubicBezTo>
                <a:cubicBezTo>
                  <a:pt x="87645" y="0"/>
                  <a:pt x="87645" y="0"/>
                  <a:pt x="85472" y="0"/>
                </a:cubicBezTo>
                <a:cubicBezTo>
                  <a:pt x="59879" y="21300"/>
                  <a:pt x="59879" y="21300"/>
                  <a:pt x="59879" y="21300"/>
                </a:cubicBezTo>
                <a:cubicBezTo>
                  <a:pt x="34285" y="0"/>
                  <a:pt x="34285" y="0"/>
                  <a:pt x="34285" y="0"/>
                </a:cubicBezTo>
                <a:cubicBezTo>
                  <a:pt x="31871" y="0"/>
                  <a:pt x="31871" y="0"/>
                  <a:pt x="29698" y="0"/>
                </a:cubicBezTo>
                <a:cubicBezTo>
                  <a:pt x="1931" y="21300"/>
                  <a:pt x="1931" y="21300"/>
                  <a:pt x="1931" y="21300"/>
                </a:cubicBezTo>
                <a:cubicBezTo>
                  <a:pt x="0" y="24000"/>
                  <a:pt x="0" y="24000"/>
                  <a:pt x="0" y="26700"/>
                </a:cubicBezTo>
                <a:cubicBezTo>
                  <a:pt x="0" y="114600"/>
                  <a:pt x="0" y="114600"/>
                  <a:pt x="0" y="114600"/>
                </a:cubicBezTo>
                <a:cubicBezTo>
                  <a:pt x="0" y="114600"/>
                  <a:pt x="0" y="117000"/>
                  <a:pt x="1931" y="117000"/>
                </a:cubicBezTo>
                <a:cubicBezTo>
                  <a:pt x="1931" y="119700"/>
                  <a:pt x="4104" y="119700"/>
                  <a:pt x="6277" y="117000"/>
                </a:cubicBezTo>
                <a:cubicBezTo>
                  <a:pt x="31871" y="98400"/>
                  <a:pt x="31871" y="98400"/>
                  <a:pt x="31871" y="98400"/>
                </a:cubicBezTo>
                <a:cubicBezTo>
                  <a:pt x="57706" y="117000"/>
                  <a:pt x="57706" y="117000"/>
                  <a:pt x="57706" y="117000"/>
                </a:cubicBezTo>
                <a:cubicBezTo>
                  <a:pt x="59879" y="119700"/>
                  <a:pt x="59879" y="119700"/>
                  <a:pt x="62052" y="117000"/>
                </a:cubicBezTo>
                <a:cubicBezTo>
                  <a:pt x="87645" y="98400"/>
                  <a:pt x="87645" y="98400"/>
                  <a:pt x="87645" y="98400"/>
                </a:cubicBezTo>
                <a:cubicBezTo>
                  <a:pt x="113480" y="117000"/>
                  <a:pt x="113480" y="117000"/>
                  <a:pt x="113480" y="117000"/>
                </a:cubicBezTo>
                <a:cubicBezTo>
                  <a:pt x="113480" y="119700"/>
                  <a:pt x="115412" y="119700"/>
                  <a:pt x="115412" y="119700"/>
                </a:cubicBezTo>
                <a:cubicBezTo>
                  <a:pt x="115412" y="119700"/>
                  <a:pt x="117585" y="119700"/>
                  <a:pt x="117585" y="117000"/>
                </a:cubicBezTo>
                <a:cubicBezTo>
                  <a:pt x="119758" y="117000"/>
                  <a:pt x="119758" y="114600"/>
                  <a:pt x="119758" y="114600"/>
                </a:cubicBezTo>
                <a:cubicBezTo>
                  <a:pt x="119758" y="26700"/>
                  <a:pt x="119758" y="26700"/>
                  <a:pt x="119758" y="26700"/>
                </a:cubicBezTo>
                <a:cubicBezTo>
                  <a:pt x="119758" y="24000"/>
                  <a:pt x="119758" y="24000"/>
                  <a:pt x="117585" y="21300"/>
                </a:cubicBezTo>
                <a:close/>
                <a:moveTo>
                  <a:pt x="27766" y="87900"/>
                </a:moveTo>
                <a:lnTo>
                  <a:pt x="27766" y="87900"/>
                </a:lnTo>
                <a:cubicBezTo>
                  <a:pt x="8450" y="103800"/>
                  <a:pt x="8450" y="103800"/>
                  <a:pt x="8450" y="103800"/>
                </a:cubicBezTo>
                <a:cubicBezTo>
                  <a:pt x="8450" y="29400"/>
                  <a:pt x="8450" y="29400"/>
                  <a:pt x="8450" y="29400"/>
                </a:cubicBezTo>
                <a:cubicBezTo>
                  <a:pt x="27766" y="13200"/>
                  <a:pt x="27766" y="13200"/>
                  <a:pt x="27766" y="13200"/>
                </a:cubicBezTo>
                <a:lnTo>
                  <a:pt x="27766" y="87900"/>
                </a:lnTo>
                <a:close/>
                <a:moveTo>
                  <a:pt x="55533" y="103800"/>
                </a:moveTo>
                <a:lnTo>
                  <a:pt x="55533" y="103800"/>
                </a:lnTo>
                <a:cubicBezTo>
                  <a:pt x="36217" y="87900"/>
                  <a:pt x="36217" y="87900"/>
                  <a:pt x="36217" y="87900"/>
                </a:cubicBezTo>
                <a:cubicBezTo>
                  <a:pt x="36217" y="13200"/>
                  <a:pt x="36217" y="13200"/>
                  <a:pt x="36217" y="13200"/>
                </a:cubicBezTo>
                <a:cubicBezTo>
                  <a:pt x="55533" y="29400"/>
                  <a:pt x="55533" y="29400"/>
                  <a:pt x="55533" y="29400"/>
                </a:cubicBezTo>
                <a:lnTo>
                  <a:pt x="55533" y="103800"/>
                </a:lnTo>
                <a:close/>
                <a:moveTo>
                  <a:pt x="83299" y="87900"/>
                </a:moveTo>
                <a:lnTo>
                  <a:pt x="83299" y="87900"/>
                </a:lnTo>
                <a:cubicBezTo>
                  <a:pt x="64225" y="103800"/>
                  <a:pt x="64225" y="103800"/>
                  <a:pt x="64225" y="103800"/>
                </a:cubicBezTo>
                <a:cubicBezTo>
                  <a:pt x="64225" y="29400"/>
                  <a:pt x="64225" y="29400"/>
                  <a:pt x="64225" y="29400"/>
                </a:cubicBezTo>
                <a:cubicBezTo>
                  <a:pt x="83299" y="13200"/>
                  <a:pt x="83299" y="13200"/>
                  <a:pt x="83299" y="13200"/>
                </a:cubicBezTo>
                <a:lnTo>
                  <a:pt x="83299" y="87900"/>
                </a:lnTo>
                <a:close/>
                <a:moveTo>
                  <a:pt x="111307" y="103800"/>
                </a:moveTo>
                <a:lnTo>
                  <a:pt x="111307" y="103800"/>
                </a:lnTo>
                <a:cubicBezTo>
                  <a:pt x="91750" y="87900"/>
                  <a:pt x="91750" y="87900"/>
                  <a:pt x="91750" y="87900"/>
                </a:cubicBezTo>
                <a:cubicBezTo>
                  <a:pt x="91750" y="13200"/>
                  <a:pt x="91750" y="13200"/>
                  <a:pt x="91750" y="13200"/>
                </a:cubicBezTo>
                <a:cubicBezTo>
                  <a:pt x="111307" y="29400"/>
                  <a:pt x="111307" y="29400"/>
                  <a:pt x="111307" y="29400"/>
                </a:cubicBezTo>
                <a:lnTo>
                  <a:pt x="111307" y="10380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9" name="Shape 5059">
            <a:extLst>
              <a:ext uri="{FF2B5EF4-FFF2-40B4-BE49-F238E27FC236}">
                <a16:creationId xmlns:a16="http://schemas.microsoft.com/office/drawing/2014/main" id="{D1479A70-8C87-C758-169C-8C14436CA367}"/>
              </a:ext>
            </a:extLst>
          </p:cNvPr>
          <p:cNvSpPr/>
          <p:nvPr/>
        </p:nvSpPr>
        <p:spPr>
          <a:xfrm>
            <a:off x="2655432" y="2248747"/>
            <a:ext cx="272340" cy="21598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9638" y="103427"/>
                </a:moveTo>
                <a:lnTo>
                  <a:pt x="89638" y="103427"/>
                </a:lnTo>
                <a:cubicBezTo>
                  <a:pt x="12771" y="103427"/>
                  <a:pt x="12771" y="103427"/>
                  <a:pt x="12771" y="103427"/>
                </a:cubicBezTo>
                <a:cubicBezTo>
                  <a:pt x="12771" y="35601"/>
                  <a:pt x="12771" y="35601"/>
                  <a:pt x="12771" y="35601"/>
                </a:cubicBezTo>
                <a:cubicBezTo>
                  <a:pt x="27951" y="35601"/>
                  <a:pt x="27951" y="35601"/>
                  <a:pt x="27951" y="35601"/>
                </a:cubicBezTo>
                <a:cubicBezTo>
                  <a:pt x="27951" y="35601"/>
                  <a:pt x="32048" y="30076"/>
                  <a:pt x="40722" y="21790"/>
                </a:cubicBezTo>
                <a:cubicBezTo>
                  <a:pt x="6506" y="21790"/>
                  <a:pt x="6506" y="21790"/>
                  <a:pt x="6506" y="21790"/>
                </a:cubicBezTo>
                <a:cubicBezTo>
                  <a:pt x="2168" y="21790"/>
                  <a:pt x="0" y="24552"/>
                  <a:pt x="0" y="27314"/>
                </a:cubicBezTo>
                <a:cubicBezTo>
                  <a:pt x="0" y="111406"/>
                  <a:pt x="0" y="111406"/>
                  <a:pt x="0" y="111406"/>
                </a:cubicBezTo>
                <a:cubicBezTo>
                  <a:pt x="0" y="117237"/>
                  <a:pt x="2168" y="119693"/>
                  <a:pt x="6506" y="119693"/>
                </a:cubicBezTo>
                <a:cubicBezTo>
                  <a:pt x="96144" y="119693"/>
                  <a:pt x="96144" y="119693"/>
                  <a:pt x="96144" y="119693"/>
                </a:cubicBezTo>
                <a:cubicBezTo>
                  <a:pt x="98313" y="119693"/>
                  <a:pt x="102650" y="117237"/>
                  <a:pt x="102650" y="111406"/>
                </a:cubicBezTo>
                <a:cubicBezTo>
                  <a:pt x="102650" y="84398"/>
                  <a:pt x="102650" y="84398"/>
                  <a:pt x="102650" y="84398"/>
                </a:cubicBezTo>
                <a:cubicBezTo>
                  <a:pt x="89638" y="95140"/>
                  <a:pt x="89638" y="95140"/>
                  <a:pt x="89638" y="95140"/>
                </a:cubicBezTo>
                <a:lnTo>
                  <a:pt x="89638" y="103427"/>
                </a:lnTo>
                <a:close/>
                <a:moveTo>
                  <a:pt x="79036" y="51867"/>
                </a:moveTo>
                <a:lnTo>
                  <a:pt x="79036" y="51867"/>
                </a:lnTo>
                <a:cubicBezTo>
                  <a:pt x="79036" y="78874"/>
                  <a:pt x="79036" y="78874"/>
                  <a:pt x="79036" y="78874"/>
                </a:cubicBezTo>
                <a:cubicBezTo>
                  <a:pt x="119759" y="38363"/>
                  <a:pt x="119759" y="38363"/>
                  <a:pt x="119759" y="38363"/>
                </a:cubicBezTo>
                <a:cubicBezTo>
                  <a:pt x="79036" y="0"/>
                  <a:pt x="79036" y="0"/>
                  <a:pt x="79036" y="0"/>
                </a:cubicBezTo>
                <a:cubicBezTo>
                  <a:pt x="79036" y="24552"/>
                  <a:pt x="79036" y="24552"/>
                  <a:pt x="79036" y="24552"/>
                </a:cubicBezTo>
                <a:cubicBezTo>
                  <a:pt x="32048" y="24552"/>
                  <a:pt x="32048" y="84398"/>
                  <a:pt x="32048" y="84398"/>
                </a:cubicBezTo>
                <a:cubicBezTo>
                  <a:pt x="44819" y="57391"/>
                  <a:pt x="53493" y="51867"/>
                  <a:pt x="79036" y="5186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0" name="Shape 5060">
            <a:extLst>
              <a:ext uri="{FF2B5EF4-FFF2-40B4-BE49-F238E27FC236}">
                <a16:creationId xmlns:a16="http://schemas.microsoft.com/office/drawing/2014/main" id="{82812F24-E9CF-FCE6-D705-0BA7C28A9898}"/>
              </a:ext>
            </a:extLst>
          </p:cNvPr>
          <p:cNvSpPr/>
          <p:nvPr/>
        </p:nvSpPr>
        <p:spPr>
          <a:xfrm>
            <a:off x="4841937" y="2223451"/>
            <a:ext cx="264560" cy="26462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50" y="0"/>
                </a:moveTo>
                <a:lnTo>
                  <a:pt x="59750" y="0"/>
                </a:lnTo>
                <a:cubicBezTo>
                  <a:pt x="26750" y="2250"/>
                  <a:pt x="0" y="28750"/>
                  <a:pt x="0" y="62000"/>
                </a:cubicBezTo>
                <a:cubicBezTo>
                  <a:pt x="0" y="93000"/>
                  <a:pt x="26750" y="119750"/>
                  <a:pt x="59750" y="119750"/>
                </a:cubicBezTo>
                <a:cubicBezTo>
                  <a:pt x="93000" y="119750"/>
                  <a:pt x="119750" y="93000"/>
                  <a:pt x="119750" y="60000"/>
                </a:cubicBezTo>
                <a:cubicBezTo>
                  <a:pt x="119750" y="26750"/>
                  <a:pt x="90750" y="0"/>
                  <a:pt x="59750" y="0"/>
                </a:cubicBezTo>
                <a:close/>
                <a:moveTo>
                  <a:pt x="59750" y="106500"/>
                </a:moveTo>
                <a:lnTo>
                  <a:pt x="59750" y="106500"/>
                </a:lnTo>
                <a:cubicBezTo>
                  <a:pt x="35500" y="108500"/>
                  <a:pt x="13250" y="86500"/>
                  <a:pt x="13250" y="62000"/>
                </a:cubicBezTo>
                <a:cubicBezTo>
                  <a:pt x="13250" y="35500"/>
                  <a:pt x="33250" y="13250"/>
                  <a:pt x="59750" y="13250"/>
                </a:cubicBezTo>
                <a:cubicBezTo>
                  <a:pt x="84000" y="13250"/>
                  <a:pt x="106500" y="33250"/>
                  <a:pt x="106500" y="60000"/>
                </a:cubicBezTo>
                <a:cubicBezTo>
                  <a:pt x="106500" y="86500"/>
                  <a:pt x="86250" y="106500"/>
                  <a:pt x="59750" y="106500"/>
                </a:cubicBezTo>
                <a:close/>
                <a:moveTo>
                  <a:pt x="30750" y="88500"/>
                </a:moveTo>
                <a:lnTo>
                  <a:pt x="30750" y="88500"/>
                </a:lnTo>
                <a:cubicBezTo>
                  <a:pt x="30750" y="88500"/>
                  <a:pt x="59750" y="84250"/>
                  <a:pt x="70750" y="73250"/>
                </a:cubicBezTo>
                <a:cubicBezTo>
                  <a:pt x="84000" y="60000"/>
                  <a:pt x="88500" y="31000"/>
                  <a:pt x="88500" y="31000"/>
                </a:cubicBezTo>
                <a:cubicBezTo>
                  <a:pt x="88500" y="31000"/>
                  <a:pt x="59750" y="35500"/>
                  <a:pt x="46500" y="48750"/>
                </a:cubicBezTo>
                <a:cubicBezTo>
                  <a:pt x="35500" y="60000"/>
                  <a:pt x="30750" y="88500"/>
                  <a:pt x="30750" y="88500"/>
                </a:cubicBezTo>
                <a:close/>
                <a:moveTo>
                  <a:pt x="53250" y="53250"/>
                </a:moveTo>
                <a:lnTo>
                  <a:pt x="53250" y="53250"/>
                </a:lnTo>
                <a:cubicBezTo>
                  <a:pt x="59750" y="48750"/>
                  <a:pt x="68500" y="44500"/>
                  <a:pt x="77500" y="42250"/>
                </a:cubicBezTo>
                <a:cubicBezTo>
                  <a:pt x="75250" y="51000"/>
                  <a:pt x="70750" y="62000"/>
                  <a:pt x="66500" y="66500"/>
                </a:cubicBezTo>
                <a:cubicBezTo>
                  <a:pt x="62000" y="68750"/>
                  <a:pt x="57500" y="68750"/>
                  <a:pt x="53250" y="66500"/>
                </a:cubicBezTo>
                <a:cubicBezTo>
                  <a:pt x="51000" y="62000"/>
                  <a:pt x="51000" y="57750"/>
                  <a:pt x="53250" y="5325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1" name="Shape 5061">
            <a:extLst>
              <a:ext uri="{FF2B5EF4-FFF2-40B4-BE49-F238E27FC236}">
                <a16:creationId xmlns:a16="http://schemas.microsoft.com/office/drawing/2014/main" id="{0206BEFD-4662-3872-E1D8-16BF79984AD2}"/>
              </a:ext>
            </a:extLst>
          </p:cNvPr>
          <p:cNvSpPr/>
          <p:nvPr/>
        </p:nvSpPr>
        <p:spPr>
          <a:xfrm>
            <a:off x="5402180" y="2233180"/>
            <a:ext cx="243161" cy="241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864" y="4689"/>
                </a:moveTo>
                <a:lnTo>
                  <a:pt x="114864" y="4689"/>
                </a:lnTo>
                <a:cubicBezTo>
                  <a:pt x="110270" y="0"/>
                  <a:pt x="107837" y="4689"/>
                  <a:pt x="93243" y="9655"/>
                </a:cubicBezTo>
                <a:cubicBezTo>
                  <a:pt x="59729" y="26758"/>
                  <a:pt x="0" y="61241"/>
                  <a:pt x="0" y="61241"/>
                </a:cubicBezTo>
                <a:cubicBezTo>
                  <a:pt x="52702" y="68413"/>
                  <a:pt x="52702" y="68413"/>
                  <a:pt x="52702" y="68413"/>
                </a:cubicBezTo>
                <a:cubicBezTo>
                  <a:pt x="59729" y="119724"/>
                  <a:pt x="59729" y="119724"/>
                  <a:pt x="59729" y="119724"/>
                </a:cubicBezTo>
                <a:cubicBezTo>
                  <a:pt x="59729" y="119724"/>
                  <a:pt x="93243" y="61241"/>
                  <a:pt x="107837" y="24551"/>
                </a:cubicBezTo>
                <a:cubicBezTo>
                  <a:pt x="114864" y="12137"/>
                  <a:pt x="119729" y="7172"/>
                  <a:pt x="114864" y="4689"/>
                </a:cubicBezTo>
                <a:close/>
                <a:moveTo>
                  <a:pt x="102972" y="17103"/>
                </a:moveTo>
                <a:lnTo>
                  <a:pt x="102972" y="17103"/>
                </a:lnTo>
                <a:cubicBezTo>
                  <a:pt x="64594" y="88000"/>
                  <a:pt x="64594" y="88000"/>
                  <a:pt x="64594" y="88000"/>
                </a:cubicBezTo>
                <a:cubicBezTo>
                  <a:pt x="62162" y="56275"/>
                  <a:pt x="62162" y="56275"/>
                  <a:pt x="62162" y="56275"/>
                </a:cubicBezTo>
                <a:lnTo>
                  <a:pt x="102972" y="1710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2" name="Shape 5062">
            <a:extLst>
              <a:ext uri="{FF2B5EF4-FFF2-40B4-BE49-F238E27FC236}">
                <a16:creationId xmlns:a16="http://schemas.microsoft.com/office/drawing/2014/main" id="{27F89DF0-5416-871F-4D70-3C0933E3DDC5}"/>
              </a:ext>
            </a:extLst>
          </p:cNvPr>
          <p:cNvSpPr/>
          <p:nvPr/>
        </p:nvSpPr>
        <p:spPr>
          <a:xfrm>
            <a:off x="7047894" y="2233181"/>
            <a:ext cx="213981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8153" y="81351"/>
                </a:moveTo>
                <a:lnTo>
                  <a:pt x="98153" y="81351"/>
                </a:lnTo>
                <a:cubicBezTo>
                  <a:pt x="92615" y="81351"/>
                  <a:pt x="87076" y="81351"/>
                  <a:pt x="84307" y="83783"/>
                </a:cubicBezTo>
                <a:cubicBezTo>
                  <a:pt x="43692" y="64594"/>
                  <a:pt x="43692" y="64594"/>
                  <a:pt x="43692" y="64594"/>
                </a:cubicBezTo>
                <a:cubicBezTo>
                  <a:pt x="43692" y="62162"/>
                  <a:pt x="43692" y="62162"/>
                  <a:pt x="43692" y="60000"/>
                </a:cubicBezTo>
                <a:lnTo>
                  <a:pt x="43692" y="57567"/>
                </a:lnTo>
                <a:cubicBezTo>
                  <a:pt x="84307" y="35945"/>
                  <a:pt x="84307" y="35945"/>
                  <a:pt x="84307" y="35945"/>
                </a:cubicBezTo>
                <a:cubicBezTo>
                  <a:pt x="87076" y="38378"/>
                  <a:pt x="92615" y="40810"/>
                  <a:pt x="98153" y="40810"/>
                </a:cubicBezTo>
                <a:cubicBezTo>
                  <a:pt x="111692" y="40810"/>
                  <a:pt x="119692" y="31081"/>
                  <a:pt x="119692" y="18918"/>
                </a:cubicBezTo>
                <a:cubicBezTo>
                  <a:pt x="119692" y="9459"/>
                  <a:pt x="111692" y="0"/>
                  <a:pt x="98153" y="0"/>
                </a:cubicBezTo>
                <a:cubicBezTo>
                  <a:pt x="84307" y="0"/>
                  <a:pt x="76307" y="9459"/>
                  <a:pt x="76307" y="18918"/>
                </a:cubicBezTo>
                <a:cubicBezTo>
                  <a:pt x="76307" y="21621"/>
                  <a:pt x="76307" y="21621"/>
                  <a:pt x="76307" y="24054"/>
                </a:cubicBezTo>
                <a:cubicBezTo>
                  <a:pt x="35384" y="45675"/>
                  <a:pt x="35384" y="45675"/>
                  <a:pt x="35384" y="45675"/>
                </a:cubicBezTo>
                <a:cubicBezTo>
                  <a:pt x="32923" y="40810"/>
                  <a:pt x="27076" y="40810"/>
                  <a:pt x="21538" y="40810"/>
                </a:cubicBezTo>
                <a:cubicBezTo>
                  <a:pt x="8000" y="40810"/>
                  <a:pt x="0" y="50270"/>
                  <a:pt x="0" y="60000"/>
                </a:cubicBezTo>
                <a:cubicBezTo>
                  <a:pt x="0" y="71891"/>
                  <a:pt x="8000" y="81351"/>
                  <a:pt x="21538" y="81351"/>
                </a:cubicBezTo>
                <a:cubicBezTo>
                  <a:pt x="27076" y="81351"/>
                  <a:pt x="32923" y="78918"/>
                  <a:pt x="35384" y="76486"/>
                </a:cubicBezTo>
                <a:cubicBezTo>
                  <a:pt x="76307" y="98108"/>
                  <a:pt x="76307" y="98108"/>
                  <a:pt x="76307" y="98108"/>
                </a:cubicBezTo>
                <a:lnTo>
                  <a:pt x="76307" y="100540"/>
                </a:lnTo>
                <a:cubicBezTo>
                  <a:pt x="76307" y="112432"/>
                  <a:pt x="84307" y="119729"/>
                  <a:pt x="98153" y="119729"/>
                </a:cubicBezTo>
                <a:cubicBezTo>
                  <a:pt x="111692" y="119729"/>
                  <a:pt x="119692" y="112432"/>
                  <a:pt x="119692" y="100540"/>
                </a:cubicBezTo>
                <a:cubicBezTo>
                  <a:pt x="119692" y="88648"/>
                  <a:pt x="111692" y="81351"/>
                  <a:pt x="98153" y="8135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3" name="Shape 5063">
            <a:extLst>
              <a:ext uri="{FF2B5EF4-FFF2-40B4-BE49-F238E27FC236}">
                <a16:creationId xmlns:a16="http://schemas.microsoft.com/office/drawing/2014/main" id="{036EF590-438F-6477-D3C7-2000D868BFB6}"/>
              </a:ext>
            </a:extLst>
          </p:cNvPr>
          <p:cNvSpPr/>
          <p:nvPr/>
        </p:nvSpPr>
        <p:spPr>
          <a:xfrm>
            <a:off x="5937133" y="5402630"/>
            <a:ext cx="27428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849" y="90810"/>
                </a:moveTo>
                <a:lnTo>
                  <a:pt x="74849" y="90810"/>
                </a:lnTo>
                <a:cubicBezTo>
                  <a:pt x="59879" y="83783"/>
                  <a:pt x="53360" y="78918"/>
                  <a:pt x="53360" y="69459"/>
                </a:cubicBezTo>
                <a:cubicBezTo>
                  <a:pt x="53360" y="62162"/>
                  <a:pt x="57706" y="64594"/>
                  <a:pt x="59879" y="52702"/>
                </a:cubicBezTo>
                <a:cubicBezTo>
                  <a:pt x="62052" y="47837"/>
                  <a:pt x="66156" y="52702"/>
                  <a:pt x="66156" y="40810"/>
                </a:cubicBezTo>
                <a:cubicBezTo>
                  <a:pt x="66156" y="35945"/>
                  <a:pt x="64225" y="35945"/>
                  <a:pt x="64225" y="35945"/>
                </a:cubicBezTo>
                <a:cubicBezTo>
                  <a:pt x="64225" y="35945"/>
                  <a:pt x="66156" y="28648"/>
                  <a:pt x="66156" y="24054"/>
                </a:cubicBezTo>
                <a:cubicBezTo>
                  <a:pt x="66156" y="16756"/>
                  <a:pt x="62052" y="0"/>
                  <a:pt x="42736" y="0"/>
                </a:cubicBezTo>
                <a:cubicBezTo>
                  <a:pt x="21247" y="0"/>
                  <a:pt x="16901" y="16756"/>
                  <a:pt x="16901" y="24054"/>
                </a:cubicBezTo>
                <a:cubicBezTo>
                  <a:pt x="16901" y="28648"/>
                  <a:pt x="19074" y="35945"/>
                  <a:pt x="19074" y="35945"/>
                </a:cubicBezTo>
                <a:cubicBezTo>
                  <a:pt x="19074" y="35945"/>
                  <a:pt x="16901" y="35945"/>
                  <a:pt x="16901" y="40810"/>
                </a:cubicBezTo>
                <a:cubicBezTo>
                  <a:pt x="16901" y="52702"/>
                  <a:pt x="21247" y="47837"/>
                  <a:pt x="23420" y="52702"/>
                </a:cubicBezTo>
                <a:cubicBezTo>
                  <a:pt x="25593" y="64594"/>
                  <a:pt x="29698" y="62162"/>
                  <a:pt x="29698" y="69459"/>
                </a:cubicBezTo>
                <a:cubicBezTo>
                  <a:pt x="29698" y="78918"/>
                  <a:pt x="23420" y="83783"/>
                  <a:pt x="8450" y="90810"/>
                </a:cubicBezTo>
                <a:cubicBezTo>
                  <a:pt x="8450" y="90810"/>
                  <a:pt x="4104" y="90810"/>
                  <a:pt x="0" y="93243"/>
                </a:cubicBezTo>
                <a:cubicBezTo>
                  <a:pt x="0" y="119729"/>
                  <a:pt x="0" y="119729"/>
                  <a:pt x="0" y="119729"/>
                </a:cubicBezTo>
                <a:cubicBezTo>
                  <a:pt x="96096" y="119729"/>
                  <a:pt x="96096" y="119729"/>
                  <a:pt x="96096" y="119729"/>
                </a:cubicBezTo>
                <a:cubicBezTo>
                  <a:pt x="96096" y="119729"/>
                  <a:pt x="96096" y="110270"/>
                  <a:pt x="96096" y="107837"/>
                </a:cubicBezTo>
                <a:cubicBezTo>
                  <a:pt x="96096" y="102972"/>
                  <a:pt x="89818" y="95675"/>
                  <a:pt x="74849" y="90810"/>
                </a:cubicBezTo>
                <a:close/>
                <a:moveTo>
                  <a:pt x="102615" y="52702"/>
                </a:moveTo>
                <a:lnTo>
                  <a:pt x="102615" y="52702"/>
                </a:lnTo>
                <a:cubicBezTo>
                  <a:pt x="102615" y="33513"/>
                  <a:pt x="102615" y="33513"/>
                  <a:pt x="102615" y="33513"/>
                </a:cubicBezTo>
                <a:cubicBezTo>
                  <a:pt x="89818" y="33513"/>
                  <a:pt x="89818" y="33513"/>
                  <a:pt x="89818" y="33513"/>
                </a:cubicBezTo>
                <a:cubicBezTo>
                  <a:pt x="89818" y="52702"/>
                  <a:pt x="89818" y="52702"/>
                  <a:pt x="89818" y="52702"/>
                </a:cubicBezTo>
                <a:cubicBezTo>
                  <a:pt x="72676" y="52702"/>
                  <a:pt x="72676" y="52702"/>
                  <a:pt x="72676" y="52702"/>
                </a:cubicBezTo>
                <a:cubicBezTo>
                  <a:pt x="72676" y="67027"/>
                  <a:pt x="72676" y="67027"/>
                  <a:pt x="72676" y="67027"/>
                </a:cubicBezTo>
                <a:cubicBezTo>
                  <a:pt x="89818" y="67027"/>
                  <a:pt x="89818" y="67027"/>
                  <a:pt x="89818" y="67027"/>
                </a:cubicBezTo>
                <a:cubicBezTo>
                  <a:pt x="89818" y="86216"/>
                  <a:pt x="89818" y="86216"/>
                  <a:pt x="89818" y="86216"/>
                </a:cubicBezTo>
                <a:cubicBezTo>
                  <a:pt x="102615" y="86216"/>
                  <a:pt x="102615" y="86216"/>
                  <a:pt x="102615" y="86216"/>
                </a:cubicBezTo>
                <a:cubicBezTo>
                  <a:pt x="102615" y="67027"/>
                  <a:pt x="102615" y="67027"/>
                  <a:pt x="102615" y="67027"/>
                </a:cubicBezTo>
                <a:cubicBezTo>
                  <a:pt x="119758" y="67027"/>
                  <a:pt x="119758" y="67027"/>
                  <a:pt x="119758" y="67027"/>
                </a:cubicBezTo>
                <a:cubicBezTo>
                  <a:pt x="119758" y="52702"/>
                  <a:pt x="119758" y="52702"/>
                  <a:pt x="119758" y="52702"/>
                </a:cubicBezTo>
                <a:lnTo>
                  <a:pt x="102615" y="5270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4" name="Shape 5064">
            <a:extLst>
              <a:ext uri="{FF2B5EF4-FFF2-40B4-BE49-F238E27FC236}">
                <a16:creationId xmlns:a16="http://schemas.microsoft.com/office/drawing/2014/main" id="{AD91DFA2-E32D-31B5-8E1B-9F18230E8744}"/>
              </a:ext>
            </a:extLst>
          </p:cNvPr>
          <p:cNvSpPr/>
          <p:nvPr/>
        </p:nvSpPr>
        <p:spPr>
          <a:xfrm>
            <a:off x="3177741" y="5429028"/>
            <a:ext cx="235380" cy="2354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18" y="0"/>
                </a:moveTo>
                <a:lnTo>
                  <a:pt x="59718" y="0"/>
                </a:lnTo>
                <a:cubicBezTo>
                  <a:pt x="27323" y="0"/>
                  <a:pt x="0" y="27323"/>
                  <a:pt x="0" y="59999"/>
                </a:cubicBezTo>
                <a:cubicBezTo>
                  <a:pt x="0" y="94647"/>
                  <a:pt x="27323" y="119718"/>
                  <a:pt x="59718" y="119718"/>
                </a:cubicBezTo>
                <a:cubicBezTo>
                  <a:pt x="92112" y="119718"/>
                  <a:pt x="119718" y="94647"/>
                  <a:pt x="119718" y="59999"/>
                </a:cubicBezTo>
                <a:cubicBezTo>
                  <a:pt x="119718" y="27323"/>
                  <a:pt x="92112" y="0"/>
                  <a:pt x="59718" y="0"/>
                </a:cubicBezTo>
                <a:close/>
                <a:moveTo>
                  <a:pt x="64507" y="109859"/>
                </a:moveTo>
                <a:lnTo>
                  <a:pt x="64507" y="109859"/>
                </a:lnTo>
                <a:cubicBezTo>
                  <a:pt x="64507" y="82253"/>
                  <a:pt x="64507" y="82253"/>
                  <a:pt x="64507" y="82253"/>
                </a:cubicBezTo>
                <a:cubicBezTo>
                  <a:pt x="54647" y="82253"/>
                  <a:pt x="54647" y="82253"/>
                  <a:pt x="54647" y="82253"/>
                </a:cubicBezTo>
                <a:cubicBezTo>
                  <a:pt x="54647" y="109859"/>
                  <a:pt x="54647" y="109859"/>
                  <a:pt x="54647" y="109859"/>
                </a:cubicBezTo>
                <a:cubicBezTo>
                  <a:pt x="32112" y="107042"/>
                  <a:pt x="12394" y="87323"/>
                  <a:pt x="9859" y="64788"/>
                </a:cubicBezTo>
                <a:cubicBezTo>
                  <a:pt x="37183" y="64788"/>
                  <a:pt x="37183" y="64788"/>
                  <a:pt x="37183" y="64788"/>
                </a:cubicBezTo>
                <a:cubicBezTo>
                  <a:pt x="37183" y="54929"/>
                  <a:pt x="37183" y="54929"/>
                  <a:pt x="37183" y="54929"/>
                </a:cubicBezTo>
                <a:cubicBezTo>
                  <a:pt x="9859" y="54929"/>
                  <a:pt x="9859" y="54929"/>
                  <a:pt x="9859" y="54929"/>
                </a:cubicBezTo>
                <a:cubicBezTo>
                  <a:pt x="12394" y="32394"/>
                  <a:pt x="32112" y="14929"/>
                  <a:pt x="54647" y="12394"/>
                </a:cubicBezTo>
                <a:cubicBezTo>
                  <a:pt x="54647" y="40000"/>
                  <a:pt x="54647" y="40000"/>
                  <a:pt x="54647" y="40000"/>
                </a:cubicBezTo>
                <a:cubicBezTo>
                  <a:pt x="64507" y="40000"/>
                  <a:pt x="64507" y="40000"/>
                  <a:pt x="64507" y="40000"/>
                </a:cubicBezTo>
                <a:cubicBezTo>
                  <a:pt x="64507" y="12394"/>
                  <a:pt x="64507" y="12394"/>
                  <a:pt x="64507" y="12394"/>
                </a:cubicBezTo>
                <a:cubicBezTo>
                  <a:pt x="87323" y="14929"/>
                  <a:pt x="107042" y="32394"/>
                  <a:pt x="107042" y="54929"/>
                </a:cubicBezTo>
                <a:cubicBezTo>
                  <a:pt x="82253" y="54929"/>
                  <a:pt x="82253" y="54929"/>
                  <a:pt x="82253" y="54929"/>
                </a:cubicBezTo>
                <a:cubicBezTo>
                  <a:pt x="82253" y="64788"/>
                  <a:pt x="82253" y="64788"/>
                  <a:pt x="82253" y="64788"/>
                </a:cubicBezTo>
                <a:cubicBezTo>
                  <a:pt x="107042" y="64788"/>
                  <a:pt x="107042" y="64788"/>
                  <a:pt x="107042" y="64788"/>
                </a:cubicBezTo>
                <a:cubicBezTo>
                  <a:pt x="107042" y="87323"/>
                  <a:pt x="87323" y="107042"/>
                  <a:pt x="64507" y="10985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5" name="Shape 5065">
            <a:extLst>
              <a:ext uri="{FF2B5EF4-FFF2-40B4-BE49-F238E27FC236}">
                <a16:creationId xmlns:a16="http://schemas.microsoft.com/office/drawing/2014/main" id="{C955D5C0-BA4E-C02F-2E50-F8F9B3769AF8}"/>
              </a:ext>
            </a:extLst>
          </p:cNvPr>
          <p:cNvSpPr/>
          <p:nvPr/>
        </p:nvSpPr>
        <p:spPr>
          <a:xfrm>
            <a:off x="10327650" y="2270150"/>
            <a:ext cx="229543" cy="2315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8564" y="0"/>
                </a:moveTo>
                <a:lnTo>
                  <a:pt x="58564" y="0"/>
                </a:lnTo>
                <a:cubicBezTo>
                  <a:pt x="25550" y="0"/>
                  <a:pt x="0" y="25323"/>
                  <a:pt x="0" y="58705"/>
                </a:cubicBezTo>
                <a:cubicBezTo>
                  <a:pt x="0" y="91798"/>
                  <a:pt x="25550" y="119712"/>
                  <a:pt x="58564" y="119712"/>
                </a:cubicBezTo>
                <a:cubicBezTo>
                  <a:pt x="91578" y="119712"/>
                  <a:pt x="119712" y="91798"/>
                  <a:pt x="119712" y="58705"/>
                </a:cubicBezTo>
                <a:cubicBezTo>
                  <a:pt x="119712" y="25323"/>
                  <a:pt x="91578" y="0"/>
                  <a:pt x="58564" y="0"/>
                </a:cubicBezTo>
                <a:close/>
                <a:moveTo>
                  <a:pt x="94162" y="50935"/>
                </a:moveTo>
                <a:lnTo>
                  <a:pt x="94162" y="50935"/>
                </a:lnTo>
                <a:cubicBezTo>
                  <a:pt x="94162" y="66187"/>
                  <a:pt x="94162" y="66187"/>
                  <a:pt x="94162" y="66187"/>
                </a:cubicBezTo>
                <a:cubicBezTo>
                  <a:pt x="22966" y="66187"/>
                  <a:pt x="22966" y="66187"/>
                  <a:pt x="22966" y="66187"/>
                </a:cubicBezTo>
                <a:cubicBezTo>
                  <a:pt x="22966" y="50935"/>
                  <a:pt x="22966" y="50935"/>
                  <a:pt x="22966" y="50935"/>
                </a:cubicBezTo>
                <a:lnTo>
                  <a:pt x="94162" y="5093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6" name="Shape 5066">
            <a:extLst>
              <a:ext uri="{FF2B5EF4-FFF2-40B4-BE49-F238E27FC236}">
                <a16:creationId xmlns:a16="http://schemas.microsoft.com/office/drawing/2014/main" id="{07678F15-59D4-4A8D-2DBE-826862A38FAC}"/>
              </a:ext>
            </a:extLst>
          </p:cNvPr>
          <p:cNvSpPr/>
          <p:nvPr/>
        </p:nvSpPr>
        <p:spPr>
          <a:xfrm>
            <a:off x="3194276" y="2807190"/>
            <a:ext cx="254834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40" y="2342"/>
                </a:moveTo>
                <a:lnTo>
                  <a:pt x="59740" y="2342"/>
                </a:lnTo>
                <a:cubicBezTo>
                  <a:pt x="25454" y="2342"/>
                  <a:pt x="0" y="27592"/>
                  <a:pt x="0" y="62212"/>
                </a:cubicBezTo>
                <a:cubicBezTo>
                  <a:pt x="0" y="94490"/>
                  <a:pt x="27792" y="119739"/>
                  <a:pt x="59740" y="119739"/>
                </a:cubicBezTo>
                <a:cubicBezTo>
                  <a:pt x="94285" y="119739"/>
                  <a:pt x="119740" y="92147"/>
                  <a:pt x="119740" y="59869"/>
                </a:cubicBezTo>
                <a:cubicBezTo>
                  <a:pt x="119740" y="27592"/>
                  <a:pt x="92207" y="0"/>
                  <a:pt x="59740" y="2342"/>
                </a:cubicBezTo>
                <a:close/>
                <a:moveTo>
                  <a:pt x="64415" y="20563"/>
                </a:moveTo>
                <a:lnTo>
                  <a:pt x="64415" y="20563"/>
                </a:lnTo>
                <a:cubicBezTo>
                  <a:pt x="71428" y="20563"/>
                  <a:pt x="73506" y="25249"/>
                  <a:pt x="73506" y="27592"/>
                </a:cubicBezTo>
                <a:cubicBezTo>
                  <a:pt x="73506" y="34360"/>
                  <a:pt x="69090" y="39045"/>
                  <a:pt x="62077" y="39045"/>
                </a:cubicBezTo>
                <a:cubicBezTo>
                  <a:pt x="57662" y="39045"/>
                  <a:pt x="55324" y="34360"/>
                  <a:pt x="55324" y="29934"/>
                </a:cubicBezTo>
                <a:cubicBezTo>
                  <a:pt x="55324" y="27592"/>
                  <a:pt x="57662" y="20563"/>
                  <a:pt x="64415" y="20563"/>
                </a:cubicBezTo>
                <a:close/>
                <a:moveTo>
                  <a:pt x="50649" y="96832"/>
                </a:moveTo>
                <a:lnTo>
                  <a:pt x="50649" y="96832"/>
                </a:lnTo>
                <a:cubicBezTo>
                  <a:pt x="45974" y="96832"/>
                  <a:pt x="43896" y="94490"/>
                  <a:pt x="45974" y="85119"/>
                </a:cubicBezTo>
                <a:cubicBezTo>
                  <a:pt x="50649" y="64555"/>
                  <a:pt x="50649" y="64555"/>
                  <a:pt x="50649" y="64555"/>
                </a:cubicBezTo>
                <a:cubicBezTo>
                  <a:pt x="50649" y="62212"/>
                  <a:pt x="50649" y="59869"/>
                  <a:pt x="50649" y="59869"/>
                </a:cubicBezTo>
                <a:cubicBezTo>
                  <a:pt x="48311" y="59869"/>
                  <a:pt x="43896" y="62212"/>
                  <a:pt x="41558" y="64555"/>
                </a:cubicBezTo>
                <a:cubicBezTo>
                  <a:pt x="39220" y="62212"/>
                  <a:pt x="39220" y="62212"/>
                  <a:pt x="39220" y="62212"/>
                </a:cubicBezTo>
                <a:cubicBezTo>
                  <a:pt x="48311" y="53101"/>
                  <a:pt x="59740" y="48156"/>
                  <a:pt x="64415" y="48156"/>
                </a:cubicBezTo>
                <a:cubicBezTo>
                  <a:pt x="69090" y="48156"/>
                  <a:pt x="69090" y="53101"/>
                  <a:pt x="69090" y="59869"/>
                </a:cubicBezTo>
                <a:cubicBezTo>
                  <a:pt x="62077" y="80694"/>
                  <a:pt x="62077" y="80694"/>
                  <a:pt x="62077" y="80694"/>
                </a:cubicBezTo>
                <a:cubicBezTo>
                  <a:pt x="62077" y="85119"/>
                  <a:pt x="62077" y="85119"/>
                  <a:pt x="62077" y="85119"/>
                </a:cubicBezTo>
                <a:cubicBezTo>
                  <a:pt x="64415" y="85119"/>
                  <a:pt x="69090" y="85119"/>
                  <a:pt x="71428" y="80694"/>
                </a:cubicBezTo>
                <a:cubicBezTo>
                  <a:pt x="73506" y="85119"/>
                  <a:pt x="73506" y="85119"/>
                  <a:pt x="73506" y="85119"/>
                </a:cubicBezTo>
                <a:cubicBezTo>
                  <a:pt x="64415" y="94490"/>
                  <a:pt x="55324" y="96832"/>
                  <a:pt x="50649" y="9683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7" name="Shape 5067">
            <a:extLst>
              <a:ext uri="{FF2B5EF4-FFF2-40B4-BE49-F238E27FC236}">
                <a16:creationId xmlns:a16="http://schemas.microsoft.com/office/drawing/2014/main" id="{77C4773A-605C-141F-219D-C85DAA72197A}"/>
              </a:ext>
            </a:extLst>
          </p:cNvPr>
          <p:cNvSpPr/>
          <p:nvPr/>
        </p:nvSpPr>
        <p:spPr>
          <a:xfrm>
            <a:off x="3231237" y="2188427"/>
            <a:ext cx="128388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068" y="0"/>
                </a:moveTo>
                <a:lnTo>
                  <a:pt x="92068" y="0"/>
                </a:lnTo>
                <a:cubicBezTo>
                  <a:pt x="110172" y="0"/>
                  <a:pt x="114827" y="6506"/>
                  <a:pt x="114827" y="12771"/>
                </a:cubicBezTo>
                <a:cubicBezTo>
                  <a:pt x="114827" y="19277"/>
                  <a:pt x="101379" y="27710"/>
                  <a:pt x="82758" y="27710"/>
                </a:cubicBezTo>
                <a:cubicBezTo>
                  <a:pt x="64655" y="27710"/>
                  <a:pt x="55344" y="23373"/>
                  <a:pt x="55344" y="14939"/>
                </a:cubicBezTo>
                <a:cubicBezTo>
                  <a:pt x="55344" y="8433"/>
                  <a:pt x="69310" y="0"/>
                  <a:pt x="92068" y="0"/>
                </a:cubicBezTo>
                <a:close/>
                <a:moveTo>
                  <a:pt x="37241" y="119759"/>
                </a:moveTo>
                <a:lnTo>
                  <a:pt x="37241" y="119759"/>
                </a:lnTo>
                <a:cubicBezTo>
                  <a:pt x="23275" y="119759"/>
                  <a:pt x="14482" y="115180"/>
                  <a:pt x="23275" y="98072"/>
                </a:cubicBezTo>
                <a:cubicBezTo>
                  <a:pt x="41896" y="68433"/>
                  <a:pt x="41896" y="68433"/>
                  <a:pt x="41896" y="68433"/>
                </a:cubicBezTo>
                <a:cubicBezTo>
                  <a:pt x="41896" y="64096"/>
                  <a:pt x="41896" y="61927"/>
                  <a:pt x="41896" y="61927"/>
                </a:cubicBezTo>
                <a:cubicBezTo>
                  <a:pt x="37241" y="61927"/>
                  <a:pt x="19137" y="66265"/>
                  <a:pt x="9827" y="68433"/>
                </a:cubicBezTo>
                <a:cubicBezTo>
                  <a:pt x="0" y="64096"/>
                  <a:pt x="0" y="64096"/>
                  <a:pt x="0" y="64096"/>
                </a:cubicBezTo>
                <a:cubicBezTo>
                  <a:pt x="32586" y="51325"/>
                  <a:pt x="73965" y="42891"/>
                  <a:pt x="87413" y="42891"/>
                </a:cubicBezTo>
                <a:cubicBezTo>
                  <a:pt x="101379" y="42891"/>
                  <a:pt x="106034" y="51325"/>
                  <a:pt x="96724" y="61927"/>
                </a:cubicBezTo>
                <a:cubicBezTo>
                  <a:pt x="78103" y="93975"/>
                  <a:pt x="78103" y="93975"/>
                  <a:pt x="78103" y="93975"/>
                </a:cubicBezTo>
                <a:cubicBezTo>
                  <a:pt x="78103" y="100240"/>
                  <a:pt x="78103" y="102409"/>
                  <a:pt x="82758" y="102409"/>
                </a:cubicBezTo>
                <a:cubicBezTo>
                  <a:pt x="82758" y="102409"/>
                  <a:pt x="96724" y="98072"/>
                  <a:pt x="110172" y="93975"/>
                </a:cubicBezTo>
                <a:cubicBezTo>
                  <a:pt x="119482" y="98072"/>
                  <a:pt x="119482" y="98072"/>
                  <a:pt x="119482" y="98072"/>
                </a:cubicBezTo>
                <a:cubicBezTo>
                  <a:pt x="87413" y="115180"/>
                  <a:pt x="50689" y="119759"/>
                  <a:pt x="37241" y="11975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8" name="Shape 5068">
            <a:extLst>
              <a:ext uri="{FF2B5EF4-FFF2-40B4-BE49-F238E27FC236}">
                <a16:creationId xmlns:a16="http://schemas.microsoft.com/office/drawing/2014/main" id="{24F03DF3-D2B6-2176-54AD-CBFC96DC32F9}"/>
              </a:ext>
            </a:extLst>
          </p:cNvPr>
          <p:cNvSpPr/>
          <p:nvPr/>
        </p:nvSpPr>
        <p:spPr>
          <a:xfrm>
            <a:off x="9744063" y="2807191"/>
            <a:ext cx="231489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1294" y="0"/>
                </a:moveTo>
                <a:lnTo>
                  <a:pt x="61294" y="0"/>
                </a:lnTo>
                <a:cubicBezTo>
                  <a:pt x="27913" y="0"/>
                  <a:pt x="0" y="25611"/>
                  <a:pt x="0" y="58705"/>
                </a:cubicBezTo>
                <a:cubicBezTo>
                  <a:pt x="0" y="91798"/>
                  <a:pt x="27913" y="119712"/>
                  <a:pt x="61294" y="119712"/>
                </a:cubicBezTo>
                <a:cubicBezTo>
                  <a:pt x="94388" y="119712"/>
                  <a:pt x="119712" y="91798"/>
                  <a:pt x="119712" y="58705"/>
                </a:cubicBezTo>
                <a:cubicBezTo>
                  <a:pt x="119712" y="25611"/>
                  <a:pt x="94388" y="0"/>
                  <a:pt x="61294" y="0"/>
                </a:cubicBezTo>
                <a:close/>
                <a:moveTo>
                  <a:pt x="73956" y="58705"/>
                </a:moveTo>
                <a:lnTo>
                  <a:pt x="73956" y="58705"/>
                </a:lnTo>
                <a:cubicBezTo>
                  <a:pt x="94388" y="81726"/>
                  <a:pt x="94388" y="81726"/>
                  <a:pt x="94388" y="81726"/>
                </a:cubicBezTo>
                <a:cubicBezTo>
                  <a:pt x="81726" y="94388"/>
                  <a:pt x="81726" y="94388"/>
                  <a:pt x="81726" y="94388"/>
                </a:cubicBezTo>
                <a:cubicBezTo>
                  <a:pt x="61294" y="71366"/>
                  <a:pt x="61294" y="71366"/>
                  <a:pt x="61294" y="71366"/>
                </a:cubicBezTo>
                <a:cubicBezTo>
                  <a:pt x="37985" y="94388"/>
                  <a:pt x="37985" y="94388"/>
                  <a:pt x="37985" y="94388"/>
                </a:cubicBezTo>
                <a:cubicBezTo>
                  <a:pt x="25323" y="81726"/>
                  <a:pt x="25323" y="81726"/>
                  <a:pt x="25323" y="81726"/>
                </a:cubicBezTo>
                <a:cubicBezTo>
                  <a:pt x="48345" y="58705"/>
                  <a:pt x="48345" y="58705"/>
                  <a:pt x="48345" y="58705"/>
                </a:cubicBezTo>
                <a:cubicBezTo>
                  <a:pt x="25323" y="38561"/>
                  <a:pt x="25323" y="38561"/>
                  <a:pt x="25323" y="38561"/>
                </a:cubicBezTo>
                <a:cubicBezTo>
                  <a:pt x="37985" y="25611"/>
                  <a:pt x="37985" y="25611"/>
                  <a:pt x="37985" y="25611"/>
                </a:cubicBezTo>
                <a:cubicBezTo>
                  <a:pt x="61294" y="45755"/>
                  <a:pt x="61294" y="45755"/>
                  <a:pt x="61294" y="45755"/>
                </a:cubicBezTo>
                <a:cubicBezTo>
                  <a:pt x="81726" y="25611"/>
                  <a:pt x="81726" y="25611"/>
                  <a:pt x="81726" y="25611"/>
                </a:cubicBezTo>
                <a:cubicBezTo>
                  <a:pt x="94388" y="38561"/>
                  <a:pt x="94388" y="38561"/>
                  <a:pt x="94388" y="38561"/>
                </a:cubicBezTo>
                <a:lnTo>
                  <a:pt x="73956" y="5870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" name="Shape 5069">
            <a:extLst>
              <a:ext uri="{FF2B5EF4-FFF2-40B4-BE49-F238E27FC236}">
                <a16:creationId xmlns:a16="http://schemas.microsoft.com/office/drawing/2014/main" id="{5A2AD733-B66B-BAB7-4821-7E86A2839BA2}"/>
              </a:ext>
            </a:extLst>
          </p:cNvPr>
          <p:cNvSpPr/>
          <p:nvPr/>
        </p:nvSpPr>
        <p:spPr>
          <a:xfrm>
            <a:off x="5396343" y="2779949"/>
            <a:ext cx="254834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130" y="2342"/>
                </a:moveTo>
                <a:lnTo>
                  <a:pt x="60130" y="2342"/>
                </a:lnTo>
                <a:cubicBezTo>
                  <a:pt x="25249" y="2342"/>
                  <a:pt x="0" y="27592"/>
                  <a:pt x="0" y="62212"/>
                </a:cubicBezTo>
                <a:cubicBezTo>
                  <a:pt x="0" y="94490"/>
                  <a:pt x="27592" y="119739"/>
                  <a:pt x="60130" y="119739"/>
                </a:cubicBezTo>
                <a:cubicBezTo>
                  <a:pt x="94490" y="119739"/>
                  <a:pt x="119739" y="92147"/>
                  <a:pt x="119739" y="59869"/>
                </a:cubicBezTo>
                <a:cubicBezTo>
                  <a:pt x="119739" y="27592"/>
                  <a:pt x="92147" y="0"/>
                  <a:pt x="60130" y="2342"/>
                </a:cubicBezTo>
                <a:close/>
                <a:moveTo>
                  <a:pt x="60130" y="96832"/>
                </a:moveTo>
                <a:lnTo>
                  <a:pt x="60130" y="96832"/>
                </a:lnTo>
                <a:cubicBezTo>
                  <a:pt x="57527" y="96832"/>
                  <a:pt x="57527" y="96832"/>
                  <a:pt x="57527" y="96832"/>
                </a:cubicBezTo>
                <a:cubicBezTo>
                  <a:pt x="53101" y="96832"/>
                  <a:pt x="50759" y="92147"/>
                  <a:pt x="50759" y="87462"/>
                </a:cubicBezTo>
                <a:cubicBezTo>
                  <a:pt x="50759" y="83036"/>
                  <a:pt x="53101" y="78351"/>
                  <a:pt x="60130" y="78351"/>
                </a:cubicBezTo>
                <a:lnTo>
                  <a:pt x="60130" y="78351"/>
                </a:lnTo>
                <a:cubicBezTo>
                  <a:pt x="64555" y="80694"/>
                  <a:pt x="66898" y="83036"/>
                  <a:pt x="66898" y="87462"/>
                </a:cubicBezTo>
                <a:cubicBezTo>
                  <a:pt x="66898" y="94490"/>
                  <a:pt x="64555" y="96832"/>
                  <a:pt x="60130" y="96832"/>
                </a:cubicBezTo>
                <a:close/>
                <a:moveTo>
                  <a:pt x="80694" y="55444"/>
                </a:moveTo>
                <a:lnTo>
                  <a:pt x="80694" y="55444"/>
                </a:lnTo>
                <a:cubicBezTo>
                  <a:pt x="78351" y="55444"/>
                  <a:pt x="76268" y="57527"/>
                  <a:pt x="73926" y="59869"/>
                </a:cubicBezTo>
                <a:cubicBezTo>
                  <a:pt x="69240" y="64555"/>
                  <a:pt x="69240" y="64555"/>
                  <a:pt x="69240" y="64555"/>
                </a:cubicBezTo>
                <a:cubicBezTo>
                  <a:pt x="66898" y="64555"/>
                  <a:pt x="66898" y="66898"/>
                  <a:pt x="66898" y="66898"/>
                </a:cubicBezTo>
                <a:cubicBezTo>
                  <a:pt x="64555" y="69240"/>
                  <a:pt x="64555" y="69240"/>
                  <a:pt x="64555" y="71323"/>
                </a:cubicBezTo>
                <a:lnTo>
                  <a:pt x="64555" y="71323"/>
                </a:lnTo>
                <a:cubicBezTo>
                  <a:pt x="50759" y="71323"/>
                  <a:pt x="50759" y="71323"/>
                  <a:pt x="50759" y="71323"/>
                </a:cubicBezTo>
                <a:lnTo>
                  <a:pt x="50759" y="71323"/>
                </a:lnTo>
                <a:cubicBezTo>
                  <a:pt x="50759" y="66898"/>
                  <a:pt x="50759" y="64555"/>
                  <a:pt x="53101" y="59869"/>
                </a:cubicBezTo>
                <a:cubicBezTo>
                  <a:pt x="57527" y="57527"/>
                  <a:pt x="64555" y="53101"/>
                  <a:pt x="64555" y="53101"/>
                </a:cubicBezTo>
                <a:lnTo>
                  <a:pt x="66898" y="50759"/>
                </a:lnTo>
                <a:cubicBezTo>
                  <a:pt x="66898" y="48156"/>
                  <a:pt x="69240" y="45813"/>
                  <a:pt x="69240" y="45813"/>
                </a:cubicBezTo>
                <a:cubicBezTo>
                  <a:pt x="69240" y="43731"/>
                  <a:pt x="66898" y="41648"/>
                  <a:pt x="66898" y="39045"/>
                </a:cubicBezTo>
                <a:cubicBezTo>
                  <a:pt x="64555" y="36702"/>
                  <a:pt x="62472" y="36702"/>
                  <a:pt x="60130" y="36702"/>
                </a:cubicBezTo>
                <a:cubicBezTo>
                  <a:pt x="57527" y="36702"/>
                  <a:pt x="55444" y="36702"/>
                  <a:pt x="53101" y="39045"/>
                </a:cubicBezTo>
                <a:cubicBezTo>
                  <a:pt x="50759" y="41648"/>
                  <a:pt x="50759" y="43731"/>
                  <a:pt x="50759" y="45813"/>
                </a:cubicBezTo>
                <a:cubicBezTo>
                  <a:pt x="50759" y="48156"/>
                  <a:pt x="50759" y="48156"/>
                  <a:pt x="50759" y="48156"/>
                </a:cubicBezTo>
                <a:cubicBezTo>
                  <a:pt x="36963" y="48156"/>
                  <a:pt x="36963" y="48156"/>
                  <a:pt x="36963" y="48156"/>
                </a:cubicBezTo>
                <a:cubicBezTo>
                  <a:pt x="36963" y="45813"/>
                  <a:pt x="36963" y="45813"/>
                  <a:pt x="36963" y="45813"/>
                </a:cubicBezTo>
                <a:cubicBezTo>
                  <a:pt x="36963" y="36702"/>
                  <a:pt x="39045" y="32017"/>
                  <a:pt x="46073" y="27592"/>
                </a:cubicBezTo>
                <a:cubicBezTo>
                  <a:pt x="48416" y="25249"/>
                  <a:pt x="53101" y="25249"/>
                  <a:pt x="60130" y="25249"/>
                </a:cubicBezTo>
                <a:cubicBezTo>
                  <a:pt x="66898" y="25249"/>
                  <a:pt x="71583" y="25249"/>
                  <a:pt x="76268" y="29934"/>
                </a:cubicBezTo>
                <a:cubicBezTo>
                  <a:pt x="80694" y="32017"/>
                  <a:pt x="83036" y="36702"/>
                  <a:pt x="83036" y="43731"/>
                </a:cubicBezTo>
                <a:cubicBezTo>
                  <a:pt x="83036" y="48156"/>
                  <a:pt x="83036" y="50759"/>
                  <a:pt x="80694" y="5544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" name="Shape 5070">
            <a:extLst>
              <a:ext uri="{FF2B5EF4-FFF2-40B4-BE49-F238E27FC236}">
                <a16:creationId xmlns:a16="http://schemas.microsoft.com/office/drawing/2014/main" id="{454B83CA-88F9-1FF6-C742-C6545848669F}"/>
              </a:ext>
            </a:extLst>
          </p:cNvPr>
          <p:cNvSpPr/>
          <p:nvPr/>
        </p:nvSpPr>
        <p:spPr>
          <a:xfrm>
            <a:off x="7032332" y="5441546"/>
            <a:ext cx="157569" cy="16344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1578" y="51020"/>
                </a:moveTo>
                <a:lnTo>
                  <a:pt x="111578" y="51020"/>
                </a:lnTo>
                <a:cubicBezTo>
                  <a:pt x="70736" y="51020"/>
                  <a:pt x="70736" y="51020"/>
                  <a:pt x="70736" y="51020"/>
                </a:cubicBezTo>
                <a:cubicBezTo>
                  <a:pt x="70736" y="7346"/>
                  <a:pt x="70736" y="7346"/>
                  <a:pt x="70736" y="7346"/>
                </a:cubicBezTo>
                <a:cubicBezTo>
                  <a:pt x="70736" y="0"/>
                  <a:pt x="63157" y="0"/>
                  <a:pt x="59368" y="0"/>
                </a:cubicBezTo>
                <a:cubicBezTo>
                  <a:pt x="52210" y="0"/>
                  <a:pt x="48421" y="0"/>
                  <a:pt x="48421" y="7346"/>
                </a:cubicBezTo>
                <a:cubicBezTo>
                  <a:pt x="48421" y="51020"/>
                  <a:pt x="48421" y="51020"/>
                  <a:pt x="48421" y="51020"/>
                </a:cubicBezTo>
                <a:cubicBezTo>
                  <a:pt x="3789" y="51020"/>
                  <a:pt x="3789" y="51020"/>
                  <a:pt x="3789" y="51020"/>
                </a:cubicBezTo>
                <a:cubicBezTo>
                  <a:pt x="0" y="51020"/>
                  <a:pt x="0" y="54285"/>
                  <a:pt x="0" y="57959"/>
                </a:cubicBezTo>
                <a:cubicBezTo>
                  <a:pt x="0" y="65306"/>
                  <a:pt x="0" y="68979"/>
                  <a:pt x="3789" y="68979"/>
                </a:cubicBezTo>
                <a:cubicBezTo>
                  <a:pt x="48421" y="68979"/>
                  <a:pt x="48421" y="68979"/>
                  <a:pt x="48421" y="68979"/>
                </a:cubicBezTo>
                <a:cubicBezTo>
                  <a:pt x="48421" y="112244"/>
                  <a:pt x="48421" y="112244"/>
                  <a:pt x="48421" y="112244"/>
                </a:cubicBezTo>
                <a:cubicBezTo>
                  <a:pt x="48421" y="115918"/>
                  <a:pt x="52210" y="119591"/>
                  <a:pt x="59368" y="119591"/>
                </a:cubicBezTo>
                <a:cubicBezTo>
                  <a:pt x="63157" y="119591"/>
                  <a:pt x="70736" y="115918"/>
                  <a:pt x="70736" y="112244"/>
                </a:cubicBezTo>
                <a:cubicBezTo>
                  <a:pt x="70736" y="68979"/>
                  <a:pt x="70736" y="68979"/>
                  <a:pt x="70736" y="68979"/>
                </a:cubicBezTo>
                <a:cubicBezTo>
                  <a:pt x="111578" y="68979"/>
                  <a:pt x="111578" y="68979"/>
                  <a:pt x="111578" y="68979"/>
                </a:cubicBezTo>
                <a:cubicBezTo>
                  <a:pt x="119578" y="68979"/>
                  <a:pt x="119578" y="65306"/>
                  <a:pt x="119578" y="57959"/>
                </a:cubicBezTo>
                <a:cubicBezTo>
                  <a:pt x="119578" y="54285"/>
                  <a:pt x="119578" y="51020"/>
                  <a:pt x="111578" y="5102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" name="Shape 5071">
            <a:extLst>
              <a:ext uri="{FF2B5EF4-FFF2-40B4-BE49-F238E27FC236}">
                <a16:creationId xmlns:a16="http://schemas.microsoft.com/office/drawing/2014/main" id="{4CA6D9E6-6574-AF07-E867-EF43B7EB4EF7}"/>
              </a:ext>
            </a:extLst>
          </p:cNvPr>
          <p:cNvSpPr/>
          <p:nvPr/>
        </p:nvSpPr>
        <p:spPr>
          <a:xfrm>
            <a:off x="2691690" y="3432164"/>
            <a:ext cx="155623" cy="2529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367" y="0"/>
                </a:moveTo>
                <a:lnTo>
                  <a:pt x="112367" y="0"/>
                </a:lnTo>
                <a:cubicBezTo>
                  <a:pt x="3816" y="0"/>
                  <a:pt x="3816" y="0"/>
                  <a:pt x="3816" y="0"/>
                </a:cubicBezTo>
                <a:cubicBezTo>
                  <a:pt x="0" y="0"/>
                  <a:pt x="0" y="21333"/>
                  <a:pt x="0" y="45333"/>
                </a:cubicBezTo>
                <a:cubicBezTo>
                  <a:pt x="0" y="93333"/>
                  <a:pt x="0" y="117333"/>
                  <a:pt x="3816" y="117333"/>
                </a:cubicBezTo>
                <a:cubicBezTo>
                  <a:pt x="112367" y="117333"/>
                  <a:pt x="112367" y="117333"/>
                  <a:pt x="112367" y="117333"/>
                </a:cubicBezTo>
                <a:cubicBezTo>
                  <a:pt x="119575" y="117333"/>
                  <a:pt x="119575" y="93333"/>
                  <a:pt x="119575" y="45333"/>
                </a:cubicBezTo>
                <a:cubicBezTo>
                  <a:pt x="119575" y="21333"/>
                  <a:pt x="119575" y="0"/>
                  <a:pt x="112367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" name="Shape 5072">
            <a:extLst>
              <a:ext uri="{FF2B5EF4-FFF2-40B4-BE49-F238E27FC236}">
                <a16:creationId xmlns:a16="http://schemas.microsoft.com/office/drawing/2014/main" id="{8ECB05CA-A68C-B2B2-BC9D-CB0D3D3B83EE}"/>
              </a:ext>
            </a:extLst>
          </p:cNvPr>
          <p:cNvSpPr/>
          <p:nvPr/>
        </p:nvSpPr>
        <p:spPr>
          <a:xfrm>
            <a:off x="3750629" y="3311151"/>
            <a:ext cx="274286" cy="2782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239" y="1900"/>
                </a:moveTo>
                <a:lnTo>
                  <a:pt x="113239" y="1900"/>
                </a:lnTo>
                <a:cubicBezTo>
                  <a:pt x="113239" y="1900"/>
                  <a:pt x="111307" y="0"/>
                  <a:pt x="109134" y="0"/>
                </a:cubicBezTo>
                <a:cubicBezTo>
                  <a:pt x="106961" y="1900"/>
                  <a:pt x="106961" y="4039"/>
                  <a:pt x="106961" y="4039"/>
                </a:cubicBezTo>
                <a:cubicBezTo>
                  <a:pt x="111307" y="20910"/>
                  <a:pt x="100442" y="33504"/>
                  <a:pt x="91991" y="39920"/>
                </a:cubicBezTo>
                <a:cubicBezTo>
                  <a:pt x="89818" y="33504"/>
                  <a:pt x="89818" y="33504"/>
                  <a:pt x="89818" y="33504"/>
                </a:cubicBezTo>
                <a:cubicBezTo>
                  <a:pt x="87645" y="33504"/>
                  <a:pt x="85714" y="31366"/>
                  <a:pt x="83541" y="31366"/>
                </a:cubicBezTo>
                <a:cubicBezTo>
                  <a:pt x="63983" y="31366"/>
                  <a:pt x="63983" y="31366"/>
                  <a:pt x="63983" y="31366"/>
                </a:cubicBezTo>
                <a:cubicBezTo>
                  <a:pt x="62052" y="31366"/>
                  <a:pt x="59879" y="31366"/>
                  <a:pt x="57947" y="33504"/>
                </a:cubicBezTo>
                <a:cubicBezTo>
                  <a:pt x="2173" y="71287"/>
                  <a:pt x="2173" y="71287"/>
                  <a:pt x="2173" y="71287"/>
                </a:cubicBezTo>
                <a:cubicBezTo>
                  <a:pt x="0" y="73425"/>
                  <a:pt x="0" y="77702"/>
                  <a:pt x="2173" y="79841"/>
                </a:cubicBezTo>
                <a:cubicBezTo>
                  <a:pt x="25593" y="115485"/>
                  <a:pt x="25593" y="115485"/>
                  <a:pt x="25593" y="115485"/>
                </a:cubicBezTo>
                <a:cubicBezTo>
                  <a:pt x="27766" y="119762"/>
                  <a:pt x="32112" y="117623"/>
                  <a:pt x="34285" y="117623"/>
                </a:cubicBezTo>
                <a:cubicBezTo>
                  <a:pt x="89818" y="77702"/>
                  <a:pt x="89818" y="77702"/>
                  <a:pt x="89818" y="77702"/>
                </a:cubicBezTo>
                <a:cubicBezTo>
                  <a:pt x="91991" y="77702"/>
                  <a:pt x="94164" y="73425"/>
                  <a:pt x="94164" y="73425"/>
                </a:cubicBezTo>
                <a:cubicBezTo>
                  <a:pt x="100442" y="54415"/>
                  <a:pt x="100442" y="54415"/>
                  <a:pt x="100442" y="54415"/>
                </a:cubicBezTo>
                <a:cubicBezTo>
                  <a:pt x="100442" y="52514"/>
                  <a:pt x="100442" y="50376"/>
                  <a:pt x="98511" y="48237"/>
                </a:cubicBezTo>
                <a:cubicBezTo>
                  <a:pt x="96338" y="43960"/>
                  <a:pt x="96338" y="43960"/>
                  <a:pt x="96338" y="43960"/>
                </a:cubicBezTo>
                <a:cubicBezTo>
                  <a:pt x="109134" y="35643"/>
                  <a:pt x="119758" y="20910"/>
                  <a:pt x="113239" y="1900"/>
                </a:cubicBezTo>
                <a:close/>
                <a:moveTo>
                  <a:pt x="87645" y="58693"/>
                </a:moveTo>
                <a:lnTo>
                  <a:pt x="87645" y="58693"/>
                </a:lnTo>
                <a:cubicBezTo>
                  <a:pt x="83541" y="60831"/>
                  <a:pt x="77022" y="60831"/>
                  <a:pt x="74849" y="54415"/>
                </a:cubicBezTo>
                <a:cubicBezTo>
                  <a:pt x="70744" y="50376"/>
                  <a:pt x="72676" y="46099"/>
                  <a:pt x="77022" y="41821"/>
                </a:cubicBezTo>
                <a:cubicBezTo>
                  <a:pt x="79195" y="39920"/>
                  <a:pt x="83541" y="39920"/>
                  <a:pt x="87645" y="41821"/>
                </a:cubicBezTo>
                <a:cubicBezTo>
                  <a:pt x="85714" y="43960"/>
                  <a:pt x="85714" y="43960"/>
                  <a:pt x="85714" y="43960"/>
                </a:cubicBezTo>
                <a:cubicBezTo>
                  <a:pt x="83541" y="43960"/>
                  <a:pt x="81368" y="46099"/>
                  <a:pt x="83541" y="48237"/>
                </a:cubicBezTo>
                <a:cubicBezTo>
                  <a:pt x="83541" y="50376"/>
                  <a:pt x="85714" y="50376"/>
                  <a:pt x="85714" y="50376"/>
                </a:cubicBezTo>
                <a:cubicBezTo>
                  <a:pt x="87645" y="50376"/>
                  <a:pt x="87645" y="50376"/>
                  <a:pt x="87645" y="50376"/>
                </a:cubicBezTo>
                <a:cubicBezTo>
                  <a:pt x="89818" y="50376"/>
                  <a:pt x="89818" y="50376"/>
                  <a:pt x="91991" y="48237"/>
                </a:cubicBezTo>
                <a:cubicBezTo>
                  <a:pt x="91991" y="52514"/>
                  <a:pt x="89818" y="56554"/>
                  <a:pt x="87645" y="5869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" name="Shape 5073">
            <a:extLst>
              <a:ext uri="{FF2B5EF4-FFF2-40B4-BE49-F238E27FC236}">
                <a16:creationId xmlns:a16="http://schemas.microsoft.com/office/drawing/2014/main" id="{1AFD02B4-73FA-B1AF-653D-7D127C04A743}"/>
              </a:ext>
            </a:extLst>
          </p:cNvPr>
          <p:cNvSpPr/>
          <p:nvPr/>
        </p:nvSpPr>
        <p:spPr>
          <a:xfrm>
            <a:off x="3744794" y="3918238"/>
            <a:ext cx="274285" cy="15371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120" y="0"/>
                </a:moveTo>
                <a:lnTo>
                  <a:pt x="60120" y="0"/>
                </a:lnTo>
                <a:cubicBezTo>
                  <a:pt x="21488" y="0"/>
                  <a:pt x="0" y="50000"/>
                  <a:pt x="0" y="57826"/>
                </a:cubicBezTo>
                <a:cubicBezTo>
                  <a:pt x="0" y="65652"/>
                  <a:pt x="21488" y="119565"/>
                  <a:pt x="60120" y="119565"/>
                </a:cubicBezTo>
                <a:cubicBezTo>
                  <a:pt x="98511" y="119565"/>
                  <a:pt x="119758" y="65652"/>
                  <a:pt x="119758" y="57826"/>
                </a:cubicBezTo>
                <a:cubicBezTo>
                  <a:pt x="119758" y="50000"/>
                  <a:pt x="98511" y="0"/>
                  <a:pt x="60120" y="0"/>
                </a:cubicBezTo>
                <a:close/>
                <a:moveTo>
                  <a:pt x="60120" y="103913"/>
                </a:moveTo>
                <a:lnTo>
                  <a:pt x="60120" y="103913"/>
                </a:lnTo>
                <a:cubicBezTo>
                  <a:pt x="44909" y="103913"/>
                  <a:pt x="34285" y="84782"/>
                  <a:pt x="34285" y="57826"/>
                </a:cubicBezTo>
                <a:cubicBezTo>
                  <a:pt x="34285" y="34347"/>
                  <a:pt x="44909" y="11304"/>
                  <a:pt x="60120" y="11304"/>
                </a:cubicBezTo>
                <a:cubicBezTo>
                  <a:pt x="74849" y="11304"/>
                  <a:pt x="85714" y="34347"/>
                  <a:pt x="85714" y="57826"/>
                </a:cubicBezTo>
                <a:cubicBezTo>
                  <a:pt x="85714" y="84782"/>
                  <a:pt x="74849" y="103913"/>
                  <a:pt x="60120" y="103913"/>
                </a:cubicBezTo>
                <a:close/>
                <a:moveTo>
                  <a:pt x="60120" y="57826"/>
                </a:moveTo>
                <a:lnTo>
                  <a:pt x="60120" y="57826"/>
                </a:lnTo>
                <a:cubicBezTo>
                  <a:pt x="57706" y="53478"/>
                  <a:pt x="64225" y="34347"/>
                  <a:pt x="60120" y="34347"/>
                </a:cubicBezTo>
                <a:cubicBezTo>
                  <a:pt x="53360" y="34347"/>
                  <a:pt x="47082" y="46521"/>
                  <a:pt x="47082" y="57826"/>
                </a:cubicBezTo>
                <a:cubicBezTo>
                  <a:pt x="47082" y="73043"/>
                  <a:pt x="53360" y="80869"/>
                  <a:pt x="60120" y="80869"/>
                </a:cubicBezTo>
                <a:cubicBezTo>
                  <a:pt x="66156" y="80869"/>
                  <a:pt x="72917" y="73043"/>
                  <a:pt x="72917" y="57826"/>
                </a:cubicBezTo>
                <a:cubicBezTo>
                  <a:pt x="72917" y="53478"/>
                  <a:pt x="62052" y="61739"/>
                  <a:pt x="60120" y="5782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" name="Shape 5074">
            <a:extLst>
              <a:ext uri="{FF2B5EF4-FFF2-40B4-BE49-F238E27FC236}">
                <a16:creationId xmlns:a16="http://schemas.microsoft.com/office/drawing/2014/main" id="{FB097CDE-98AD-B8CA-B4BF-CB5BF6ED5D9E}"/>
              </a:ext>
            </a:extLst>
          </p:cNvPr>
          <p:cNvSpPr/>
          <p:nvPr/>
        </p:nvSpPr>
        <p:spPr>
          <a:xfrm>
            <a:off x="3209839" y="3865702"/>
            <a:ext cx="254834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69" y="2082"/>
                </a:moveTo>
                <a:lnTo>
                  <a:pt x="59869" y="2082"/>
                </a:lnTo>
                <a:cubicBezTo>
                  <a:pt x="25249" y="2082"/>
                  <a:pt x="0" y="27592"/>
                  <a:pt x="0" y="62212"/>
                </a:cubicBezTo>
                <a:cubicBezTo>
                  <a:pt x="0" y="94490"/>
                  <a:pt x="27592" y="119739"/>
                  <a:pt x="59869" y="119739"/>
                </a:cubicBezTo>
                <a:cubicBezTo>
                  <a:pt x="94490" y="119739"/>
                  <a:pt x="119739" y="92147"/>
                  <a:pt x="119739" y="59869"/>
                </a:cubicBezTo>
                <a:cubicBezTo>
                  <a:pt x="119739" y="27592"/>
                  <a:pt x="92147" y="0"/>
                  <a:pt x="59869" y="2082"/>
                </a:cubicBezTo>
                <a:close/>
                <a:moveTo>
                  <a:pt x="59869" y="9110"/>
                </a:moveTo>
                <a:lnTo>
                  <a:pt x="59869" y="9110"/>
                </a:lnTo>
                <a:cubicBezTo>
                  <a:pt x="66637" y="9110"/>
                  <a:pt x="75748" y="11453"/>
                  <a:pt x="83036" y="13796"/>
                </a:cubicBezTo>
                <a:cubicBezTo>
                  <a:pt x="75748" y="27592"/>
                  <a:pt x="75748" y="27592"/>
                  <a:pt x="75748" y="27592"/>
                </a:cubicBezTo>
                <a:cubicBezTo>
                  <a:pt x="71583" y="25249"/>
                  <a:pt x="64295" y="25249"/>
                  <a:pt x="59869" y="25249"/>
                </a:cubicBezTo>
                <a:cubicBezTo>
                  <a:pt x="52841" y="25249"/>
                  <a:pt x="48156" y="25249"/>
                  <a:pt x="43731" y="27592"/>
                </a:cubicBezTo>
                <a:cubicBezTo>
                  <a:pt x="36702" y="13796"/>
                  <a:pt x="36702" y="13796"/>
                  <a:pt x="36702" y="13796"/>
                </a:cubicBezTo>
                <a:cubicBezTo>
                  <a:pt x="43731" y="11453"/>
                  <a:pt x="50498" y="9110"/>
                  <a:pt x="59869" y="9110"/>
                </a:cubicBezTo>
                <a:close/>
                <a:moveTo>
                  <a:pt x="27592" y="76008"/>
                </a:moveTo>
                <a:lnTo>
                  <a:pt x="27592" y="76008"/>
                </a:lnTo>
                <a:cubicBezTo>
                  <a:pt x="13796" y="85119"/>
                  <a:pt x="13796" y="85119"/>
                  <a:pt x="13796" y="85119"/>
                </a:cubicBezTo>
                <a:cubicBezTo>
                  <a:pt x="9110" y="78351"/>
                  <a:pt x="9110" y="68980"/>
                  <a:pt x="9110" y="62212"/>
                </a:cubicBezTo>
                <a:cubicBezTo>
                  <a:pt x="6767" y="53101"/>
                  <a:pt x="9110" y="43470"/>
                  <a:pt x="13796" y="36702"/>
                </a:cubicBezTo>
                <a:cubicBezTo>
                  <a:pt x="27592" y="43470"/>
                  <a:pt x="27592" y="43470"/>
                  <a:pt x="27592" y="43470"/>
                </a:cubicBezTo>
                <a:cubicBezTo>
                  <a:pt x="25249" y="48156"/>
                  <a:pt x="22906" y="55184"/>
                  <a:pt x="22906" y="59869"/>
                </a:cubicBezTo>
                <a:cubicBezTo>
                  <a:pt x="22906" y="66898"/>
                  <a:pt x="25249" y="71323"/>
                  <a:pt x="27592" y="76008"/>
                </a:cubicBezTo>
                <a:close/>
                <a:moveTo>
                  <a:pt x="59869" y="112711"/>
                </a:moveTo>
                <a:lnTo>
                  <a:pt x="59869" y="112711"/>
                </a:lnTo>
                <a:cubicBezTo>
                  <a:pt x="50498" y="112711"/>
                  <a:pt x="43731" y="110629"/>
                  <a:pt x="36702" y="105943"/>
                </a:cubicBezTo>
                <a:cubicBezTo>
                  <a:pt x="43731" y="92147"/>
                  <a:pt x="43731" y="92147"/>
                  <a:pt x="43731" y="92147"/>
                </a:cubicBezTo>
                <a:cubicBezTo>
                  <a:pt x="48156" y="94490"/>
                  <a:pt x="52841" y="96832"/>
                  <a:pt x="59869" y="96832"/>
                </a:cubicBezTo>
                <a:cubicBezTo>
                  <a:pt x="64295" y="96832"/>
                  <a:pt x="71583" y="94490"/>
                  <a:pt x="75748" y="92147"/>
                </a:cubicBezTo>
                <a:cubicBezTo>
                  <a:pt x="83036" y="105943"/>
                  <a:pt x="83036" y="105943"/>
                  <a:pt x="83036" y="105943"/>
                </a:cubicBezTo>
                <a:cubicBezTo>
                  <a:pt x="75748" y="110629"/>
                  <a:pt x="69240" y="112711"/>
                  <a:pt x="59869" y="112711"/>
                </a:cubicBezTo>
                <a:close/>
                <a:moveTo>
                  <a:pt x="59869" y="89804"/>
                </a:moveTo>
                <a:lnTo>
                  <a:pt x="59869" y="89804"/>
                </a:lnTo>
                <a:cubicBezTo>
                  <a:pt x="43731" y="89804"/>
                  <a:pt x="32277" y="76008"/>
                  <a:pt x="32277" y="59869"/>
                </a:cubicBezTo>
                <a:cubicBezTo>
                  <a:pt x="32277" y="43470"/>
                  <a:pt x="43731" y="32017"/>
                  <a:pt x="59869" y="32017"/>
                </a:cubicBezTo>
                <a:cubicBezTo>
                  <a:pt x="75748" y="32017"/>
                  <a:pt x="87462" y="43470"/>
                  <a:pt x="87462" y="59869"/>
                </a:cubicBezTo>
                <a:cubicBezTo>
                  <a:pt x="87462" y="76008"/>
                  <a:pt x="75748" y="89804"/>
                  <a:pt x="59869" y="89804"/>
                </a:cubicBezTo>
                <a:close/>
                <a:moveTo>
                  <a:pt x="92147" y="76008"/>
                </a:moveTo>
                <a:lnTo>
                  <a:pt x="92147" y="76008"/>
                </a:lnTo>
                <a:cubicBezTo>
                  <a:pt x="94490" y="71323"/>
                  <a:pt x="96832" y="66898"/>
                  <a:pt x="96832" y="59869"/>
                </a:cubicBezTo>
                <a:cubicBezTo>
                  <a:pt x="96832" y="55184"/>
                  <a:pt x="94490" y="48156"/>
                  <a:pt x="92147" y="43470"/>
                </a:cubicBezTo>
                <a:cubicBezTo>
                  <a:pt x="105943" y="36702"/>
                  <a:pt x="105943" y="36702"/>
                  <a:pt x="105943" y="36702"/>
                </a:cubicBezTo>
                <a:cubicBezTo>
                  <a:pt x="108286" y="43470"/>
                  <a:pt x="110629" y="50759"/>
                  <a:pt x="110629" y="59869"/>
                </a:cubicBezTo>
                <a:cubicBezTo>
                  <a:pt x="110629" y="68980"/>
                  <a:pt x="108286" y="76008"/>
                  <a:pt x="105943" y="85119"/>
                </a:cubicBezTo>
                <a:lnTo>
                  <a:pt x="92147" y="7600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" name="Shape 5075">
            <a:extLst>
              <a:ext uri="{FF2B5EF4-FFF2-40B4-BE49-F238E27FC236}">
                <a16:creationId xmlns:a16="http://schemas.microsoft.com/office/drawing/2014/main" id="{26091653-4F61-D191-F1C1-8B1A8CB2A3CE}"/>
              </a:ext>
            </a:extLst>
          </p:cNvPr>
          <p:cNvSpPr/>
          <p:nvPr/>
        </p:nvSpPr>
        <p:spPr>
          <a:xfrm>
            <a:off x="2128258" y="3879324"/>
            <a:ext cx="235380" cy="2315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908" y="15251"/>
                </a:moveTo>
                <a:lnTo>
                  <a:pt x="116908" y="15251"/>
                </a:lnTo>
                <a:cubicBezTo>
                  <a:pt x="114660" y="12661"/>
                  <a:pt x="102014" y="2589"/>
                  <a:pt x="99484" y="2589"/>
                </a:cubicBezTo>
                <a:cubicBezTo>
                  <a:pt x="99484" y="0"/>
                  <a:pt x="94707" y="0"/>
                  <a:pt x="92177" y="0"/>
                </a:cubicBezTo>
                <a:cubicBezTo>
                  <a:pt x="25011" y="0"/>
                  <a:pt x="25011" y="0"/>
                  <a:pt x="25011" y="0"/>
                </a:cubicBezTo>
                <a:cubicBezTo>
                  <a:pt x="25011" y="0"/>
                  <a:pt x="20234" y="0"/>
                  <a:pt x="17423" y="2589"/>
                </a:cubicBezTo>
                <a:cubicBezTo>
                  <a:pt x="17423" y="2589"/>
                  <a:pt x="5058" y="12661"/>
                  <a:pt x="2529" y="15251"/>
                </a:cubicBezTo>
                <a:cubicBezTo>
                  <a:pt x="0" y="15251"/>
                  <a:pt x="0" y="17841"/>
                  <a:pt x="0" y="23021"/>
                </a:cubicBezTo>
                <a:cubicBezTo>
                  <a:pt x="0" y="25323"/>
                  <a:pt x="12365" y="114820"/>
                  <a:pt x="12365" y="114820"/>
                </a:cubicBezTo>
                <a:cubicBezTo>
                  <a:pt x="14894" y="117122"/>
                  <a:pt x="17423" y="119712"/>
                  <a:pt x="20234" y="119712"/>
                </a:cubicBezTo>
                <a:cubicBezTo>
                  <a:pt x="99484" y="119712"/>
                  <a:pt x="99484" y="119712"/>
                  <a:pt x="99484" y="119712"/>
                </a:cubicBezTo>
                <a:cubicBezTo>
                  <a:pt x="102014" y="119712"/>
                  <a:pt x="104543" y="117122"/>
                  <a:pt x="107072" y="114820"/>
                </a:cubicBezTo>
                <a:cubicBezTo>
                  <a:pt x="107072" y="114820"/>
                  <a:pt x="119718" y="25323"/>
                  <a:pt x="119718" y="23021"/>
                </a:cubicBezTo>
                <a:cubicBezTo>
                  <a:pt x="119718" y="17841"/>
                  <a:pt x="116908" y="15251"/>
                  <a:pt x="116908" y="15251"/>
                </a:cubicBezTo>
                <a:close/>
                <a:moveTo>
                  <a:pt x="59859" y="76546"/>
                </a:moveTo>
                <a:lnTo>
                  <a:pt x="59859" y="76546"/>
                </a:lnTo>
                <a:cubicBezTo>
                  <a:pt x="37377" y="76546"/>
                  <a:pt x="32599" y="43165"/>
                  <a:pt x="30070" y="35683"/>
                </a:cubicBezTo>
                <a:cubicBezTo>
                  <a:pt x="44964" y="35683"/>
                  <a:pt x="44964" y="35683"/>
                  <a:pt x="44964" y="35683"/>
                </a:cubicBezTo>
                <a:cubicBezTo>
                  <a:pt x="44964" y="45755"/>
                  <a:pt x="50023" y="63884"/>
                  <a:pt x="59859" y="63884"/>
                </a:cubicBezTo>
                <a:cubicBezTo>
                  <a:pt x="69695" y="63884"/>
                  <a:pt x="72224" y="45755"/>
                  <a:pt x="74754" y="35683"/>
                </a:cubicBezTo>
                <a:cubicBezTo>
                  <a:pt x="87119" y="35683"/>
                  <a:pt x="87119" y="35683"/>
                  <a:pt x="87119" y="35683"/>
                </a:cubicBezTo>
                <a:cubicBezTo>
                  <a:pt x="87119" y="43165"/>
                  <a:pt x="82341" y="76546"/>
                  <a:pt x="59859" y="76546"/>
                </a:cubicBezTo>
                <a:close/>
                <a:moveTo>
                  <a:pt x="10117" y="23021"/>
                </a:moveTo>
                <a:lnTo>
                  <a:pt x="10117" y="23021"/>
                </a:lnTo>
                <a:cubicBezTo>
                  <a:pt x="25011" y="7769"/>
                  <a:pt x="25011" y="7769"/>
                  <a:pt x="25011" y="7769"/>
                </a:cubicBezTo>
                <a:cubicBezTo>
                  <a:pt x="92177" y="7769"/>
                  <a:pt x="92177" y="7769"/>
                  <a:pt x="92177" y="7769"/>
                </a:cubicBezTo>
                <a:cubicBezTo>
                  <a:pt x="109882" y="23021"/>
                  <a:pt x="109882" y="23021"/>
                  <a:pt x="109882" y="23021"/>
                </a:cubicBezTo>
                <a:lnTo>
                  <a:pt x="10117" y="2302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" name="Shape 5076">
            <a:extLst>
              <a:ext uri="{FF2B5EF4-FFF2-40B4-BE49-F238E27FC236}">
                <a16:creationId xmlns:a16="http://schemas.microsoft.com/office/drawing/2014/main" id="{A6CEB84E-2C90-3C79-182A-3B938214C851}"/>
              </a:ext>
            </a:extLst>
          </p:cNvPr>
          <p:cNvSpPr/>
          <p:nvPr/>
        </p:nvSpPr>
        <p:spPr>
          <a:xfrm>
            <a:off x="4291419" y="3340338"/>
            <a:ext cx="274286" cy="21792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79" y="45112"/>
                </a:moveTo>
                <a:lnTo>
                  <a:pt x="59879" y="45112"/>
                </a:lnTo>
                <a:cubicBezTo>
                  <a:pt x="49014" y="45112"/>
                  <a:pt x="42736" y="52932"/>
                  <a:pt x="42736" y="66466"/>
                </a:cubicBezTo>
                <a:cubicBezTo>
                  <a:pt x="42736" y="80000"/>
                  <a:pt x="49014" y="87819"/>
                  <a:pt x="59879" y="87819"/>
                </a:cubicBezTo>
                <a:cubicBezTo>
                  <a:pt x="70503" y="87819"/>
                  <a:pt x="77022" y="80000"/>
                  <a:pt x="77022" y="66466"/>
                </a:cubicBezTo>
                <a:cubicBezTo>
                  <a:pt x="77022" y="52932"/>
                  <a:pt x="70503" y="45112"/>
                  <a:pt x="59879" y="45112"/>
                </a:cubicBezTo>
                <a:close/>
                <a:moveTo>
                  <a:pt x="106720" y="21052"/>
                </a:moveTo>
                <a:lnTo>
                  <a:pt x="106720" y="21052"/>
                </a:lnTo>
                <a:cubicBezTo>
                  <a:pt x="93923" y="21052"/>
                  <a:pt x="93923" y="21052"/>
                  <a:pt x="93923" y="21052"/>
                </a:cubicBezTo>
                <a:cubicBezTo>
                  <a:pt x="91750" y="21052"/>
                  <a:pt x="89818" y="21052"/>
                  <a:pt x="87645" y="18345"/>
                </a:cubicBezTo>
                <a:cubicBezTo>
                  <a:pt x="85472" y="2406"/>
                  <a:pt x="85472" y="2406"/>
                  <a:pt x="85472" y="2406"/>
                </a:cubicBezTo>
                <a:cubicBezTo>
                  <a:pt x="83299" y="2406"/>
                  <a:pt x="81126" y="0"/>
                  <a:pt x="78953" y="0"/>
                </a:cubicBezTo>
                <a:cubicBezTo>
                  <a:pt x="38390" y="0"/>
                  <a:pt x="38390" y="0"/>
                  <a:pt x="38390" y="0"/>
                </a:cubicBezTo>
                <a:cubicBezTo>
                  <a:pt x="38390" y="0"/>
                  <a:pt x="36217" y="2406"/>
                  <a:pt x="34285" y="2406"/>
                </a:cubicBezTo>
                <a:cubicBezTo>
                  <a:pt x="29698" y="18345"/>
                  <a:pt x="29698" y="18345"/>
                  <a:pt x="29698" y="18345"/>
                </a:cubicBezTo>
                <a:cubicBezTo>
                  <a:pt x="29698" y="21052"/>
                  <a:pt x="27766" y="21052"/>
                  <a:pt x="25593" y="21052"/>
                </a:cubicBezTo>
                <a:cubicBezTo>
                  <a:pt x="12796" y="21052"/>
                  <a:pt x="12796" y="21052"/>
                  <a:pt x="12796" y="21052"/>
                </a:cubicBezTo>
                <a:cubicBezTo>
                  <a:pt x="4104" y="21052"/>
                  <a:pt x="0" y="29172"/>
                  <a:pt x="0" y="36992"/>
                </a:cubicBezTo>
                <a:cubicBezTo>
                  <a:pt x="0" y="103759"/>
                  <a:pt x="0" y="103759"/>
                  <a:pt x="0" y="103759"/>
                </a:cubicBezTo>
                <a:cubicBezTo>
                  <a:pt x="0" y="111879"/>
                  <a:pt x="4104" y="119699"/>
                  <a:pt x="12796" y="119699"/>
                </a:cubicBezTo>
                <a:cubicBezTo>
                  <a:pt x="106720" y="119699"/>
                  <a:pt x="106720" y="119699"/>
                  <a:pt x="106720" y="119699"/>
                </a:cubicBezTo>
                <a:cubicBezTo>
                  <a:pt x="113480" y="119699"/>
                  <a:pt x="119758" y="111879"/>
                  <a:pt x="119758" y="103759"/>
                </a:cubicBezTo>
                <a:cubicBezTo>
                  <a:pt x="119758" y="36992"/>
                  <a:pt x="119758" y="36992"/>
                  <a:pt x="119758" y="36992"/>
                </a:cubicBezTo>
                <a:cubicBezTo>
                  <a:pt x="119758" y="29172"/>
                  <a:pt x="113480" y="21052"/>
                  <a:pt x="106720" y="21052"/>
                </a:cubicBezTo>
                <a:close/>
                <a:moveTo>
                  <a:pt x="59879" y="103759"/>
                </a:moveTo>
                <a:lnTo>
                  <a:pt x="59879" y="103759"/>
                </a:lnTo>
                <a:cubicBezTo>
                  <a:pt x="42736" y="103759"/>
                  <a:pt x="29698" y="87819"/>
                  <a:pt x="29698" y="66466"/>
                </a:cubicBezTo>
                <a:cubicBezTo>
                  <a:pt x="29698" y="45112"/>
                  <a:pt x="42736" y="29172"/>
                  <a:pt x="59879" y="29172"/>
                </a:cubicBezTo>
                <a:cubicBezTo>
                  <a:pt x="77022" y="29172"/>
                  <a:pt x="89818" y="45112"/>
                  <a:pt x="89818" y="66466"/>
                </a:cubicBezTo>
                <a:cubicBezTo>
                  <a:pt x="89818" y="87819"/>
                  <a:pt x="77022" y="103759"/>
                  <a:pt x="59879" y="103759"/>
                </a:cubicBezTo>
                <a:close/>
                <a:moveTo>
                  <a:pt x="102615" y="47819"/>
                </a:moveTo>
                <a:lnTo>
                  <a:pt x="102615" y="47819"/>
                </a:lnTo>
                <a:cubicBezTo>
                  <a:pt x="100442" y="47819"/>
                  <a:pt x="98269" y="45112"/>
                  <a:pt x="98269" y="42406"/>
                </a:cubicBezTo>
                <a:cubicBezTo>
                  <a:pt x="98269" y="39699"/>
                  <a:pt x="100442" y="36992"/>
                  <a:pt x="102615" y="36992"/>
                </a:cubicBezTo>
                <a:cubicBezTo>
                  <a:pt x="104547" y="36992"/>
                  <a:pt x="106720" y="39699"/>
                  <a:pt x="106720" y="42406"/>
                </a:cubicBezTo>
                <a:cubicBezTo>
                  <a:pt x="106720" y="45112"/>
                  <a:pt x="104547" y="47819"/>
                  <a:pt x="102615" y="4781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" name="Shape 5077">
            <a:extLst>
              <a:ext uri="{FF2B5EF4-FFF2-40B4-BE49-F238E27FC236}">
                <a16:creationId xmlns:a16="http://schemas.microsoft.com/office/drawing/2014/main" id="{A7A7A676-B021-744F-A1D6-FCA3BCF864CE}"/>
              </a:ext>
            </a:extLst>
          </p:cNvPr>
          <p:cNvSpPr/>
          <p:nvPr/>
        </p:nvSpPr>
        <p:spPr>
          <a:xfrm>
            <a:off x="7071237" y="3320880"/>
            <a:ext cx="190639" cy="26268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7630" y="0"/>
                </a:moveTo>
                <a:lnTo>
                  <a:pt x="67630" y="0"/>
                </a:lnTo>
                <a:cubicBezTo>
                  <a:pt x="55491" y="0"/>
                  <a:pt x="55491" y="0"/>
                  <a:pt x="55491" y="0"/>
                </a:cubicBezTo>
                <a:cubicBezTo>
                  <a:pt x="55491" y="82171"/>
                  <a:pt x="55491" y="82171"/>
                  <a:pt x="55491" y="82171"/>
                </a:cubicBezTo>
                <a:cubicBezTo>
                  <a:pt x="46127" y="79916"/>
                  <a:pt x="37109" y="79916"/>
                  <a:pt x="27745" y="82171"/>
                </a:cubicBezTo>
                <a:cubicBezTo>
                  <a:pt x="9017" y="86680"/>
                  <a:pt x="0" y="97703"/>
                  <a:pt x="3468" y="106471"/>
                </a:cubicBezTo>
                <a:cubicBezTo>
                  <a:pt x="9017" y="115490"/>
                  <a:pt x="24624" y="119749"/>
                  <a:pt x="43005" y="115490"/>
                </a:cubicBezTo>
                <a:cubicBezTo>
                  <a:pt x="58612" y="110981"/>
                  <a:pt x="67630" y="102212"/>
                  <a:pt x="67630" y="93194"/>
                </a:cubicBezTo>
                <a:cubicBezTo>
                  <a:pt x="67630" y="26555"/>
                  <a:pt x="67630" y="26555"/>
                  <a:pt x="67630" y="26555"/>
                </a:cubicBezTo>
                <a:cubicBezTo>
                  <a:pt x="92254" y="31064"/>
                  <a:pt x="92254" y="53110"/>
                  <a:pt x="89132" y="57620"/>
                </a:cubicBezTo>
                <a:cubicBezTo>
                  <a:pt x="89132" y="59874"/>
                  <a:pt x="92254" y="62129"/>
                  <a:pt x="95375" y="57620"/>
                </a:cubicBezTo>
                <a:cubicBezTo>
                  <a:pt x="119653" y="28810"/>
                  <a:pt x="67630" y="15532"/>
                  <a:pt x="6763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8" name="Shape 5078">
            <a:extLst>
              <a:ext uri="{FF2B5EF4-FFF2-40B4-BE49-F238E27FC236}">
                <a16:creationId xmlns:a16="http://schemas.microsoft.com/office/drawing/2014/main" id="{2E4BE164-2F38-9E70-267E-D1C81A696BF9}"/>
              </a:ext>
            </a:extLst>
          </p:cNvPr>
          <p:cNvSpPr/>
          <p:nvPr/>
        </p:nvSpPr>
        <p:spPr>
          <a:xfrm>
            <a:off x="5406070" y="3334501"/>
            <a:ext cx="235380" cy="2393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2112" y="73103"/>
                </a:moveTo>
                <a:lnTo>
                  <a:pt x="72112" y="73103"/>
                </a:lnTo>
                <a:cubicBezTo>
                  <a:pt x="52394" y="92689"/>
                  <a:pt x="22535" y="95172"/>
                  <a:pt x="0" y="83034"/>
                </a:cubicBezTo>
                <a:cubicBezTo>
                  <a:pt x="2535" y="88000"/>
                  <a:pt x="4788" y="90482"/>
                  <a:pt x="9859" y="95172"/>
                </a:cubicBezTo>
                <a:cubicBezTo>
                  <a:pt x="34929" y="119724"/>
                  <a:pt x="72112" y="119724"/>
                  <a:pt x="97464" y="95172"/>
                </a:cubicBezTo>
                <a:cubicBezTo>
                  <a:pt x="119718" y="70620"/>
                  <a:pt x="119718" y="34206"/>
                  <a:pt x="97464" y="9655"/>
                </a:cubicBezTo>
                <a:cubicBezTo>
                  <a:pt x="92394" y="7172"/>
                  <a:pt x="87323" y="2482"/>
                  <a:pt x="82253" y="0"/>
                </a:cubicBezTo>
                <a:cubicBezTo>
                  <a:pt x="97464" y="24275"/>
                  <a:pt x="92394" y="53517"/>
                  <a:pt x="72112" y="7310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9" name="Shape 5079">
            <a:extLst>
              <a:ext uri="{FF2B5EF4-FFF2-40B4-BE49-F238E27FC236}">
                <a16:creationId xmlns:a16="http://schemas.microsoft.com/office/drawing/2014/main" id="{00963FDB-1A27-64B3-FAD8-553283DCDE7F}"/>
              </a:ext>
            </a:extLst>
          </p:cNvPr>
          <p:cNvSpPr/>
          <p:nvPr/>
        </p:nvSpPr>
        <p:spPr>
          <a:xfrm>
            <a:off x="5927407" y="3334500"/>
            <a:ext cx="278176" cy="21792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924" y="21052"/>
                </a:moveTo>
                <a:lnTo>
                  <a:pt x="102924" y="21052"/>
                </a:lnTo>
                <a:cubicBezTo>
                  <a:pt x="83952" y="5112"/>
                  <a:pt x="62845" y="0"/>
                  <a:pt x="39841" y="10526"/>
                </a:cubicBezTo>
                <a:cubicBezTo>
                  <a:pt x="21106" y="15939"/>
                  <a:pt x="2134" y="42406"/>
                  <a:pt x="2134" y="66466"/>
                </a:cubicBezTo>
                <a:cubicBezTo>
                  <a:pt x="0" y="95939"/>
                  <a:pt x="16837" y="119699"/>
                  <a:pt x="46245" y="119699"/>
                </a:cubicBezTo>
                <a:cubicBezTo>
                  <a:pt x="79920" y="119699"/>
                  <a:pt x="90355" y="98646"/>
                  <a:pt x="90355" y="93233"/>
                </a:cubicBezTo>
                <a:cubicBezTo>
                  <a:pt x="92490" y="87819"/>
                  <a:pt x="77786" y="74586"/>
                  <a:pt x="86086" y="63759"/>
                </a:cubicBezTo>
                <a:cubicBezTo>
                  <a:pt x="96758" y="50526"/>
                  <a:pt x="107193" y="61052"/>
                  <a:pt x="111225" y="61052"/>
                </a:cubicBezTo>
                <a:cubicBezTo>
                  <a:pt x="117628" y="58345"/>
                  <a:pt x="119762" y="37293"/>
                  <a:pt x="102924" y="21052"/>
                </a:cubicBezTo>
                <a:close/>
                <a:moveTo>
                  <a:pt x="64980" y="90526"/>
                </a:moveTo>
                <a:lnTo>
                  <a:pt x="64980" y="90526"/>
                </a:lnTo>
                <a:cubicBezTo>
                  <a:pt x="58814" y="90526"/>
                  <a:pt x="56679" y="85112"/>
                  <a:pt x="56679" y="79699"/>
                </a:cubicBezTo>
                <a:cubicBezTo>
                  <a:pt x="56679" y="74586"/>
                  <a:pt x="58814" y="69172"/>
                  <a:pt x="64980" y="69172"/>
                </a:cubicBezTo>
                <a:cubicBezTo>
                  <a:pt x="69486" y="69172"/>
                  <a:pt x="73280" y="74586"/>
                  <a:pt x="73280" y="79699"/>
                </a:cubicBezTo>
                <a:cubicBezTo>
                  <a:pt x="73280" y="85112"/>
                  <a:pt x="69486" y="90526"/>
                  <a:pt x="64980" y="9052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0" name="Shape 5080">
            <a:extLst>
              <a:ext uri="{FF2B5EF4-FFF2-40B4-BE49-F238E27FC236}">
                <a16:creationId xmlns:a16="http://schemas.microsoft.com/office/drawing/2014/main" id="{8708D327-4D89-0D99-32F0-6F03AF7DFEC8}"/>
              </a:ext>
            </a:extLst>
          </p:cNvPr>
          <p:cNvSpPr/>
          <p:nvPr/>
        </p:nvSpPr>
        <p:spPr>
          <a:xfrm>
            <a:off x="6477924" y="3324772"/>
            <a:ext cx="274286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9879" y="23253"/>
                </a:moveTo>
                <a:lnTo>
                  <a:pt x="29879" y="23253"/>
                </a:lnTo>
                <a:cubicBezTo>
                  <a:pt x="6506" y="38468"/>
                  <a:pt x="8674" y="63732"/>
                  <a:pt x="8674" y="74066"/>
                </a:cubicBezTo>
                <a:cubicBezTo>
                  <a:pt x="38313" y="30717"/>
                  <a:pt x="83373" y="33301"/>
                  <a:pt x="83373" y="33301"/>
                </a:cubicBezTo>
                <a:cubicBezTo>
                  <a:pt x="83373" y="33301"/>
                  <a:pt x="19277" y="58564"/>
                  <a:pt x="2168" y="109665"/>
                </a:cubicBezTo>
                <a:cubicBezTo>
                  <a:pt x="0" y="114832"/>
                  <a:pt x="8674" y="119712"/>
                  <a:pt x="10602" y="114832"/>
                </a:cubicBezTo>
                <a:cubicBezTo>
                  <a:pt x="14939" y="101913"/>
                  <a:pt x="23373" y="89282"/>
                  <a:pt x="23373" y="89282"/>
                </a:cubicBezTo>
                <a:cubicBezTo>
                  <a:pt x="36385" y="94449"/>
                  <a:pt x="55421" y="101913"/>
                  <a:pt x="70602" y="89282"/>
                </a:cubicBezTo>
                <a:cubicBezTo>
                  <a:pt x="87469" y="74066"/>
                  <a:pt x="87469" y="38468"/>
                  <a:pt x="113012" y="20669"/>
                </a:cubicBezTo>
                <a:cubicBezTo>
                  <a:pt x="119759" y="18086"/>
                  <a:pt x="60000" y="0"/>
                  <a:pt x="29879" y="2325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1" name="Shape 5081">
            <a:extLst>
              <a:ext uri="{FF2B5EF4-FFF2-40B4-BE49-F238E27FC236}">
                <a16:creationId xmlns:a16="http://schemas.microsoft.com/office/drawing/2014/main" id="{D0D129C5-F521-5309-8FEF-E92A8C14A45D}"/>
              </a:ext>
            </a:extLst>
          </p:cNvPr>
          <p:cNvSpPr/>
          <p:nvPr/>
        </p:nvSpPr>
        <p:spPr>
          <a:xfrm>
            <a:off x="3213730" y="3320881"/>
            <a:ext cx="245107" cy="2529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7027" y="87532"/>
                </a:moveTo>
                <a:lnTo>
                  <a:pt x="67027" y="87532"/>
                </a:lnTo>
                <a:cubicBezTo>
                  <a:pt x="67027" y="78441"/>
                  <a:pt x="74324" y="73506"/>
                  <a:pt x="86486" y="66753"/>
                </a:cubicBezTo>
                <a:cubicBezTo>
                  <a:pt x="100810" y="57402"/>
                  <a:pt x="119729" y="45974"/>
                  <a:pt x="119729" y="18441"/>
                </a:cubicBezTo>
                <a:cubicBezTo>
                  <a:pt x="119729" y="16103"/>
                  <a:pt x="117297" y="13766"/>
                  <a:pt x="115135" y="13766"/>
                </a:cubicBezTo>
                <a:cubicBezTo>
                  <a:pt x="93513" y="13766"/>
                  <a:pt x="93513" y="13766"/>
                  <a:pt x="93513" y="13766"/>
                </a:cubicBezTo>
                <a:cubicBezTo>
                  <a:pt x="88648" y="7012"/>
                  <a:pt x="79189" y="0"/>
                  <a:pt x="60000" y="0"/>
                </a:cubicBezTo>
                <a:cubicBezTo>
                  <a:pt x="40810" y="0"/>
                  <a:pt x="31351" y="7012"/>
                  <a:pt x="26486" y="13766"/>
                </a:cubicBezTo>
                <a:cubicBezTo>
                  <a:pt x="4864" y="13766"/>
                  <a:pt x="4864" y="13766"/>
                  <a:pt x="4864" y="13766"/>
                </a:cubicBezTo>
                <a:cubicBezTo>
                  <a:pt x="2432" y="13766"/>
                  <a:pt x="0" y="16103"/>
                  <a:pt x="0" y="18441"/>
                </a:cubicBezTo>
                <a:cubicBezTo>
                  <a:pt x="0" y="45974"/>
                  <a:pt x="16756" y="57402"/>
                  <a:pt x="33513" y="66753"/>
                </a:cubicBezTo>
                <a:cubicBezTo>
                  <a:pt x="45675" y="73506"/>
                  <a:pt x="52702" y="78441"/>
                  <a:pt x="52702" y="87532"/>
                </a:cubicBezTo>
                <a:cubicBezTo>
                  <a:pt x="52702" y="96623"/>
                  <a:pt x="52702" y="96623"/>
                  <a:pt x="52702" y="96623"/>
                </a:cubicBezTo>
                <a:cubicBezTo>
                  <a:pt x="38378" y="98961"/>
                  <a:pt x="28918" y="103636"/>
                  <a:pt x="28918" y="108051"/>
                </a:cubicBezTo>
                <a:cubicBezTo>
                  <a:pt x="28918" y="115064"/>
                  <a:pt x="43243" y="119740"/>
                  <a:pt x="60000" y="119740"/>
                </a:cubicBezTo>
                <a:cubicBezTo>
                  <a:pt x="76486" y="119740"/>
                  <a:pt x="88648" y="115064"/>
                  <a:pt x="88648" y="108051"/>
                </a:cubicBezTo>
                <a:cubicBezTo>
                  <a:pt x="88648" y="103636"/>
                  <a:pt x="81621" y="98961"/>
                  <a:pt x="67027" y="96623"/>
                </a:cubicBezTo>
                <a:lnTo>
                  <a:pt x="67027" y="87532"/>
                </a:lnTo>
                <a:close/>
                <a:moveTo>
                  <a:pt x="86486" y="55064"/>
                </a:moveTo>
                <a:lnTo>
                  <a:pt x="86486" y="55064"/>
                </a:lnTo>
                <a:cubicBezTo>
                  <a:pt x="91081" y="48311"/>
                  <a:pt x="93513" y="36883"/>
                  <a:pt x="93513" y="23116"/>
                </a:cubicBezTo>
                <a:cubicBezTo>
                  <a:pt x="110270" y="23116"/>
                  <a:pt x="110270" y="23116"/>
                  <a:pt x="110270" y="23116"/>
                </a:cubicBezTo>
                <a:cubicBezTo>
                  <a:pt x="107837" y="39220"/>
                  <a:pt x="98378" y="48311"/>
                  <a:pt x="86486" y="55064"/>
                </a:cubicBezTo>
                <a:close/>
                <a:moveTo>
                  <a:pt x="60000" y="9350"/>
                </a:moveTo>
                <a:lnTo>
                  <a:pt x="60000" y="9350"/>
                </a:lnTo>
                <a:cubicBezTo>
                  <a:pt x="79189" y="9350"/>
                  <a:pt x="86486" y="16103"/>
                  <a:pt x="86486" y="18441"/>
                </a:cubicBezTo>
                <a:cubicBezTo>
                  <a:pt x="86486" y="20779"/>
                  <a:pt x="79189" y="27532"/>
                  <a:pt x="60000" y="29870"/>
                </a:cubicBezTo>
                <a:cubicBezTo>
                  <a:pt x="40810" y="27532"/>
                  <a:pt x="33513" y="20779"/>
                  <a:pt x="33513" y="18441"/>
                </a:cubicBezTo>
                <a:cubicBezTo>
                  <a:pt x="33513" y="16103"/>
                  <a:pt x="40810" y="9350"/>
                  <a:pt x="60000" y="9350"/>
                </a:cubicBezTo>
                <a:close/>
                <a:moveTo>
                  <a:pt x="9729" y="23116"/>
                </a:moveTo>
                <a:lnTo>
                  <a:pt x="9729" y="23116"/>
                </a:lnTo>
                <a:cubicBezTo>
                  <a:pt x="26486" y="23116"/>
                  <a:pt x="26486" y="23116"/>
                  <a:pt x="26486" y="23116"/>
                </a:cubicBezTo>
                <a:cubicBezTo>
                  <a:pt x="26486" y="36883"/>
                  <a:pt x="28918" y="48311"/>
                  <a:pt x="33513" y="55064"/>
                </a:cubicBezTo>
                <a:cubicBezTo>
                  <a:pt x="21621" y="48311"/>
                  <a:pt x="9729" y="39220"/>
                  <a:pt x="9729" y="2311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2" name="Shape 5082">
            <a:extLst>
              <a:ext uri="{FF2B5EF4-FFF2-40B4-BE49-F238E27FC236}">
                <a16:creationId xmlns:a16="http://schemas.microsoft.com/office/drawing/2014/main" id="{45A3BA53-B0C3-97CB-B824-6BD4ECD1EAAF}"/>
              </a:ext>
            </a:extLst>
          </p:cNvPr>
          <p:cNvSpPr/>
          <p:nvPr/>
        </p:nvSpPr>
        <p:spPr>
          <a:xfrm>
            <a:off x="2655432" y="3865704"/>
            <a:ext cx="272340" cy="25879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048" y="119744"/>
                </a:moveTo>
                <a:lnTo>
                  <a:pt x="32048" y="119744"/>
                </a:lnTo>
                <a:cubicBezTo>
                  <a:pt x="44819" y="119744"/>
                  <a:pt x="44819" y="119744"/>
                  <a:pt x="44819" y="119744"/>
                </a:cubicBezTo>
                <a:cubicBezTo>
                  <a:pt x="70602" y="67659"/>
                  <a:pt x="70602" y="67659"/>
                  <a:pt x="70602" y="67659"/>
                </a:cubicBezTo>
                <a:cubicBezTo>
                  <a:pt x="102650" y="67659"/>
                  <a:pt x="102650" y="67659"/>
                  <a:pt x="102650" y="67659"/>
                </a:cubicBezTo>
                <a:cubicBezTo>
                  <a:pt x="102650" y="67659"/>
                  <a:pt x="119759" y="67659"/>
                  <a:pt x="119759" y="58723"/>
                </a:cubicBezTo>
                <a:cubicBezTo>
                  <a:pt x="119759" y="49787"/>
                  <a:pt x="102650" y="49787"/>
                  <a:pt x="102650" y="49787"/>
                </a:cubicBezTo>
                <a:cubicBezTo>
                  <a:pt x="70602" y="49787"/>
                  <a:pt x="70602" y="49787"/>
                  <a:pt x="70602" y="49787"/>
                </a:cubicBezTo>
                <a:cubicBezTo>
                  <a:pt x="44819" y="0"/>
                  <a:pt x="44819" y="0"/>
                  <a:pt x="44819" y="0"/>
                </a:cubicBezTo>
                <a:cubicBezTo>
                  <a:pt x="32048" y="0"/>
                  <a:pt x="32048" y="0"/>
                  <a:pt x="32048" y="0"/>
                </a:cubicBezTo>
                <a:cubicBezTo>
                  <a:pt x="46987" y="49787"/>
                  <a:pt x="46987" y="49787"/>
                  <a:pt x="46987" y="49787"/>
                </a:cubicBezTo>
                <a:cubicBezTo>
                  <a:pt x="25783" y="49787"/>
                  <a:pt x="25783" y="49787"/>
                  <a:pt x="25783" y="49787"/>
                </a:cubicBezTo>
                <a:cubicBezTo>
                  <a:pt x="12771" y="38297"/>
                  <a:pt x="12771" y="38297"/>
                  <a:pt x="12771" y="38297"/>
                </a:cubicBezTo>
                <a:cubicBezTo>
                  <a:pt x="0" y="38297"/>
                  <a:pt x="0" y="38297"/>
                  <a:pt x="0" y="38297"/>
                </a:cubicBezTo>
                <a:cubicBezTo>
                  <a:pt x="8674" y="58723"/>
                  <a:pt x="8674" y="58723"/>
                  <a:pt x="8674" y="58723"/>
                </a:cubicBezTo>
                <a:cubicBezTo>
                  <a:pt x="0" y="81446"/>
                  <a:pt x="0" y="81446"/>
                  <a:pt x="0" y="81446"/>
                </a:cubicBezTo>
                <a:cubicBezTo>
                  <a:pt x="12771" y="81446"/>
                  <a:pt x="12771" y="81446"/>
                  <a:pt x="12771" y="81446"/>
                </a:cubicBezTo>
                <a:cubicBezTo>
                  <a:pt x="25783" y="67659"/>
                  <a:pt x="25783" y="67659"/>
                  <a:pt x="25783" y="67659"/>
                </a:cubicBezTo>
                <a:cubicBezTo>
                  <a:pt x="46987" y="67659"/>
                  <a:pt x="46987" y="67659"/>
                  <a:pt x="46987" y="67659"/>
                </a:cubicBezTo>
                <a:lnTo>
                  <a:pt x="32048" y="119744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grpSp>
        <p:nvGrpSpPr>
          <p:cNvPr id="33" name="Shape 5083">
            <a:extLst>
              <a:ext uri="{FF2B5EF4-FFF2-40B4-BE49-F238E27FC236}">
                <a16:creationId xmlns:a16="http://schemas.microsoft.com/office/drawing/2014/main" id="{5FDEA1DE-C82B-AAE1-D572-2A16EB7718CE}"/>
              </a:ext>
            </a:extLst>
          </p:cNvPr>
          <p:cNvGrpSpPr/>
          <p:nvPr/>
        </p:nvGrpSpPr>
        <p:grpSpPr>
          <a:xfrm>
            <a:off x="4301146" y="3869594"/>
            <a:ext cx="254833" cy="251008"/>
            <a:chOff x="7197121" y="8332915"/>
            <a:chExt cx="553829" cy="54328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4" name="Shape 5084">
              <a:extLst>
                <a:ext uri="{FF2B5EF4-FFF2-40B4-BE49-F238E27FC236}">
                  <a16:creationId xmlns:a16="http://schemas.microsoft.com/office/drawing/2014/main" id="{9629C16C-4AC2-6521-F144-3540072FA7F8}"/>
                </a:ext>
              </a:extLst>
            </p:cNvPr>
            <p:cNvSpPr/>
            <p:nvPr/>
          </p:nvSpPr>
          <p:spPr>
            <a:xfrm>
              <a:off x="7197121" y="8332915"/>
              <a:ext cx="553829" cy="54328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999" y="0"/>
                  </a:moveTo>
                  <a:lnTo>
                    <a:pt x="59999" y="0"/>
                  </a:lnTo>
                  <a:cubicBezTo>
                    <a:pt x="27532" y="0"/>
                    <a:pt x="0" y="25960"/>
                    <a:pt x="0" y="58807"/>
                  </a:cubicBezTo>
                  <a:cubicBezTo>
                    <a:pt x="0" y="91655"/>
                    <a:pt x="27532" y="119735"/>
                    <a:pt x="59999" y="119735"/>
                  </a:cubicBezTo>
                  <a:cubicBezTo>
                    <a:pt x="92207" y="119735"/>
                    <a:pt x="119740" y="91655"/>
                    <a:pt x="119740" y="58807"/>
                  </a:cubicBezTo>
                  <a:cubicBezTo>
                    <a:pt x="119740" y="25960"/>
                    <a:pt x="92207" y="0"/>
                    <a:pt x="59999" y="0"/>
                  </a:cubicBezTo>
                  <a:close/>
                  <a:moveTo>
                    <a:pt x="59999" y="105695"/>
                  </a:moveTo>
                  <a:lnTo>
                    <a:pt x="59999" y="105695"/>
                  </a:lnTo>
                  <a:cubicBezTo>
                    <a:pt x="34545" y="105695"/>
                    <a:pt x="13766" y="84503"/>
                    <a:pt x="13766" y="58807"/>
                  </a:cubicBezTo>
                  <a:cubicBezTo>
                    <a:pt x="13766" y="32847"/>
                    <a:pt x="34545" y="11920"/>
                    <a:pt x="59999" y="11920"/>
                  </a:cubicBezTo>
                  <a:cubicBezTo>
                    <a:pt x="85194" y="11920"/>
                    <a:pt x="105974" y="32847"/>
                    <a:pt x="105974" y="58807"/>
                  </a:cubicBezTo>
                  <a:cubicBezTo>
                    <a:pt x="105974" y="84503"/>
                    <a:pt x="85194" y="105695"/>
                    <a:pt x="59999" y="1056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35" name="Shape 5085">
              <a:extLst>
                <a:ext uri="{FF2B5EF4-FFF2-40B4-BE49-F238E27FC236}">
                  <a16:creationId xmlns:a16="http://schemas.microsoft.com/office/drawing/2014/main" id="{3DFAAE35-1D0D-6CB8-F1E4-9A5EC7613D2F}"/>
                </a:ext>
              </a:extLst>
            </p:cNvPr>
            <p:cNvSpPr/>
            <p:nvPr/>
          </p:nvSpPr>
          <p:spPr>
            <a:xfrm>
              <a:off x="7450784" y="8450839"/>
              <a:ext cx="126831" cy="261114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40373" y="0"/>
                  </a:moveTo>
                  <a:lnTo>
                    <a:pt x="0" y="0"/>
                  </a:lnTo>
                  <a:lnTo>
                    <a:pt x="0" y="71891"/>
                  </a:lnTo>
                  <a:lnTo>
                    <a:pt x="99813" y="119459"/>
                  </a:lnTo>
                  <a:lnTo>
                    <a:pt x="118878" y="105405"/>
                  </a:lnTo>
                  <a:lnTo>
                    <a:pt x="40373" y="61621"/>
                  </a:lnTo>
                  <a:lnTo>
                    <a:pt x="40373" y="0"/>
                  </a:lnTo>
                </a:path>
              </a:pathLst>
            </a:custGeom>
            <a:grpFill/>
            <a:ln>
              <a:noFill/>
            </a:ln>
          </p:spPr>
          <p:txBody>
            <a:bodyPr lIns="45713" tIns="22850" rIns="45713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sp>
        <p:nvSpPr>
          <p:cNvPr id="36" name="Shape 5086">
            <a:extLst>
              <a:ext uri="{FF2B5EF4-FFF2-40B4-BE49-F238E27FC236}">
                <a16:creationId xmlns:a16="http://schemas.microsoft.com/office/drawing/2014/main" id="{61D594B6-B597-FAA3-7F04-5D2CC3F07528}"/>
              </a:ext>
            </a:extLst>
          </p:cNvPr>
          <p:cNvSpPr/>
          <p:nvPr/>
        </p:nvSpPr>
        <p:spPr>
          <a:xfrm>
            <a:off x="10327650" y="4990373"/>
            <a:ext cx="186748" cy="1965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4023" y="119662"/>
                </a:moveTo>
                <a:lnTo>
                  <a:pt x="44023" y="119662"/>
                </a:lnTo>
                <a:cubicBezTo>
                  <a:pt x="40828" y="119662"/>
                  <a:pt x="37988" y="116629"/>
                  <a:pt x="34792" y="113595"/>
                </a:cubicBezTo>
                <a:cubicBezTo>
                  <a:pt x="3195" y="74831"/>
                  <a:pt x="3195" y="74831"/>
                  <a:pt x="3195" y="74831"/>
                </a:cubicBezTo>
                <a:cubicBezTo>
                  <a:pt x="0" y="68764"/>
                  <a:pt x="0" y="63033"/>
                  <a:pt x="6390" y="60000"/>
                </a:cubicBezTo>
                <a:cubicBezTo>
                  <a:pt x="12781" y="53932"/>
                  <a:pt x="18816" y="56629"/>
                  <a:pt x="22011" y="60000"/>
                </a:cubicBezTo>
                <a:cubicBezTo>
                  <a:pt x="44023" y="86966"/>
                  <a:pt x="44023" y="86966"/>
                  <a:pt x="44023" y="86966"/>
                </a:cubicBezTo>
                <a:cubicBezTo>
                  <a:pt x="94437" y="9101"/>
                  <a:pt x="94437" y="9101"/>
                  <a:pt x="94437" y="9101"/>
                </a:cubicBezTo>
                <a:cubicBezTo>
                  <a:pt x="100828" y="3033"/>
                  <a:pt x="106863" y="0"/>
                  <a:pt x="113254" y="3033"/>
                </a:cubicBezTo>
                <a:cubicBezTo>
                  <a:pt x="119644" y="6067"/>
                  <a:pt x="119644" y="15168"/>
                  <a:pt x="116449" y="20898"/>
                </a:cubicBezTo>
                <a:cubicBezTo>
                  <a:pt x="56804" y="113595"/>
                  <a:pt x="56804" y="113595"/>
                  <a:pt x="56804" y="113595"/>
                </a:cubicBezTo>
                <a:cubicBezTo>
                  <a:pt x="53609" y="116629"/>
                  <a:pt x="50414" y="119662"/>
                  <a:pt x="44023" y="11966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7" name="Shape 5087">
            <a:extLst>
              <a:ext uri="{FF2B5EF4-FFF2-40B4-BE49-F238E27FC236}">
                <a16:creationId xmlns:a16="http://schemas.microsoft.com/office/drawing/2014/main" id="{527B92CE-CC24-76BA-373B-CDA8F51C06EB}"/>
              </a:ext>
            </a:extLst>
          </p:cNvPr>
          <p:cNvSpPr/>
          <p:nvPr/>
        </p:nvSpPr>
        <p:spPr>
          <a:xfrm>
            <a:off x="9257741" y="3855972"/>
            <a:ext cx="155623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577" y="27766"/>
                </a:moveTo>
                <a:lnTo>
                  <a:pt x="119577" y="27766"/>
                </a:lnTo>
                <a:cubicBezTo>
                  <a:pt x="119577" y="14969"/>
                  <a:pt x="119577" y="14969"/>
                  <a:pt x="119577" y="14969"/>
                </a:cubicBezTo>
                <a:cubicBezTo>
                  <a:pt x="119577" y="8450"/>
                  <a:pt x="93380" y="0"/>
                  <a:pt x="60000" y="0"/>
                </a:cubicBezTo>
                <a:cubicBezTo>
                  <a:pt x="25774" y="0"/>
                  <a:pt x="0" y="8450"/>
                  <a:pt x="0" y="14969"/>
                </a:cubicBezTo>
                <a:cubicBezTo>
                  <a:pt x="0" y="14969"/>
                  <a:pt x="0" y="14969"/>
                  <a:pt x="0" y="27766"/>
                </a:cubicBezTo>
                <a:cubicBezTo>
                  <a:pt x="0" y="40563"/>
                  <a:pt x="40985" y="51428"/>
                  <a:pt x="40985" y="59879"/>
                </a:cubicBezTo>
                <a:cubicBezTo>
                  <a:pt x="40985" y="70503"/>
                  <a:pt x="0" y="79195"/>
                  <a:pt x="0" y="91991"/>
                </a:cubicBezTo>
                <a:cubicBezTo>
                  <a:pt x="0" y="104788"/>
                  <a:pt x="0" y="106961"/>
                  <a:pt x="0" y="106961"/>
                </a:cubicBezTo>
                <a:cubicBezTo>
                  <a:pt x="0" y="111066"/>
                  <a:pt x="25774" y="119758"/>
                  <a:pt x="60000" y="119758"/>
                </a:cubicBezTo>
                <a:cubicBezTo>
                  <a:pt x="93380" y="119758"/>
                  <a:pt x="119577" y="111066"/>
                  <a:pt x="119577" y="106961"/>
                </a:cubicBezTo>
                <a:cubicBezTo>
                  <a:pt x="119577" y="106961"/>
                  <a:pt x="119577" y="104788"/>
                  <a:pt x="119577" y="91991"/>
                </a:cubicBezTo>
                <a:cubicBezTo>
                  <a:pt x="119577" y="79195"/>
                  <a:pt x="78591" y="70503"/>
                  <a:pt x="78591" y="59879"/>
                </a:cubicBezTo>
                <a:cubicBezTo>
                  <a:pt x="78591" y="51428"/>
                  <a:pt x="119577" y="40563"/>
                  <a:pt x="119577" y="27766"/>
                </a:cubicBezTo>
                <a:close/>
                <a:moveTo>
                  <a:pt x="18591" y="14969"/>
                </a:moveTo>
                <a:lnTo>
                  <a:pt x="18591" y="14969"/>
                </a:lnTo>
                <a:cubicBezTo>
                  <a:pt x="25774" y="12796"/>
                  <a:pt x="37183" y="8450"/>
                  <a:pt x="60000" y="8450"/>
                </a:cubicBezTo>
                <a:cubicBezTo>
                  <a:pt x="82394" y="8450"/>
                  <a:pt x="100985" y="14969"/>
                  <a:pt x="100985" y="14969"/>
                </a:cubicBezTo>
                <a:cubicBezTo>
                  <a:pt x="104788" y="14969"/>
                  <a:pt x="108591" y="17142"/>
                  <a:pt x="104788" y="17142"/>
                </a:cubicBezTo>
                <a:cubicBezTo>
                  <a:pt x="97183" y="21247"/>
                  <a:pt x="78591" y="23420"/>
                  <a:pt x="60000" y="23420"/>
                </a:cubicBezTo>
                <a:cubicBezTo>
                  <a:pt x="40985" y="23420"/>
                  <a:pt x="22394" y="21247"/>
                  <a:pt x="14788" y="17142"/>
                </a:cubicBezTo>
                <a:cubicBezTo>
                  <a:pt x="10985" y="17142"/>
                  <a:pt x="18591" y="14969"/>
                  <a:pt x="18591" y="14969"/>
                </a:cubicBezTo>
                <a:close/>
                <a:moveTo>
                  <a:pt x="63802" y="59879"/>
                </a:moveTo>
                <a:lnTo>
                  <a:pt x="63802" y="59879"/>
                </a:lnTo>
                <a:cubicBezTo>
                  <a:pt x="63802" y="68329"/>
                  <a:pt x="74788" y="72676"/>
                  <a:pt x="86197" y="79195"/>
                </a:cubicBezTo>
                <a:cubicBezTo>
                  <a:pt x="93380" y="83299"/>
                  <a:pt x="104788" y="89818"/>
                  <a:pt x="104788" y="91991"/>
                </a:cubicBezTo>
                <a:cubicBezTo>
                  <a:pt x="104788" y="100442"/>
                  <a:pt x="104788" y="100442"/>
                  <a:pt x="104788" y="100442"/>
                </a:cubicBezTo>
                <a:cubicBezTo>
                  <a:pt x="97183" y="98269"/>
                  <a:pt x="63802" y="94164"/>
                  <a:pt x="63802" y="85472"/>
                </a:cubicBezTo>
                <a:cubicBezTo>
                  <a:pt x="63802" y="81368"/>
                  <a:pt x="56197" y="81368"/>
                  <a:pt x="56197" y="85472"/>
                </a:cubicBezTo>
                <a:cubicBezTo>
                  <a:pt x="56197" y="94164"/>
                  <a:pt x="25774" y="98269"/>
                  <a:pt x="14788" y="100442"/>
                </a:cubicBezTo>
                <a:cubicBezTo>
                  <a:pt x="14788" y="91991"/>
                  <a:pt x="14788" y="91991"/>
                  <a:pt x="14788" y="91991"/>
                </a:cubicBezTo>
                <a:cubicBezTo>
                  <a:pt x="14788" y="89818"/>
                  <a:pt x="25774" y="83299"/>
                  <a:pt x="33802" y="79195"/>
                </a:cubicBezTo>
                <a:cubicBezTo>
                  <a:pt x="44788" y="72676"/>
                  <a:pt x="56197" y="68329"/>
                  <a:pt x="56197" y="59879"/>
                </a:cubicBezTo>
                <a:cubicBezTo>
                  <a:pt x="56197" y="53601"/>
                  <a:pt x="44788" y="49014"/>
                  <a:pt x="33802" y="42736"/>
                </a:cubicBezTo>
                <a:cubicBezTo>
                  <a:pt x="25774" y="38390"/>
                  <a:pt x="14788" y="31871"/>
                  <a:pt x="14788" y="27766"/>
                </a:cubicBezTo>
                <a:cubicBezTo>
                  <a:pt x="14788" y="21247"/>
                  <a:pt x="14788" y="21247"/>
                  <a:pt x="14788" y="21247"/>
                </a:cubicBezTo>
                <a:cubicBezTo>
                  <a:pt x="25774" y="25593"/>
                  <a:pt x="40985" y="27766"/>
                  <a:pt x="60000" y="27766"/>
                </a:cubicBezTo>
                <a:cubicBezTo>
                  <a:pt x="78591" y="27766"/>
                  <a:pt x="97183" y="25593"/>
                  <a:pt x="104788" y="21247"/>
                </a:cubicBezTo>
                <a:cubicBezTo>
                  <a:pt x="104788" y="27766"/>
                  <a:pt x="104788" y="27766"/>
                  <a:pt x="104788" y="27766"/>
                </a:cubicBezTo>
                <a:cubicBezTo>
                  <a:pt x="104788" y="31871"/>
                  <a:pt x="93380" y="38390"/>
                  <a:pt x="86197" y="42736"/>
                </a:cubicBezTo>
                <a:cubicBezTo>
                  <a:pt x="74788" y="49014"/>
                  <a:pt x="63802" y="53601"/>
                  <a:pt x="63802" y="5987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8" name="Shape 5088">
            <a:extLst>
              <a:ext uri="{FF2B5EF4-FFF2-40B4-BE49-F238E27FC236}">
                <a16:creationId xmlns:a16="http://schemas.microsoft.com/office/drawing/2014/main" id="{04903305-E20A-5A3C-F12A-A182561FAC9F}"/>
              </a:ext>
            </a:extLst>
          </p:cNvPr>
          <p:cNvSpPr/>
          <p:nvPr/>
        </p:nvSpPr>
        <p:spPr>
          <a:xfrm>
            <a:off x="6463818" y="5406414"/>
            <a:ext cx="196474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0" y="40575"/>
                </a:moveTo>
                <a:lnTo>
                  <a:pt x="107830" y="40575"/>
                </a:lnTo>
                <a:cubicBezTo>
                  <a:pt x="92619" y="40575"/>
                  <a:pt x="92619" y="40575"/>
                  <a:pt x="92619" y="40575"/>
                </a:cubicBezTo>
                <a:cubicBezTo>
                  <a:pt x="92619" y="30503"/>
                  <a:pt x="92619" y="30503"/>
                  <a:pt x="92619" y="30503"/>
                </a:cubicBezTo>
                <a:cubicBezTo>
                  <a:pt x="92619" y="10071"/>
                  <a:pt x="80450" y="0"/>
                  <a:pt x="59492" y="0"/>
                </a:cubicBezTo>
                <a:cubicBezTo>
                  <a:pt x="35830" y="0"/>
                  <a:pt x="26704" y="10071"/>
                  <a:pt x="26704" y="30503"/>
                </a:cubicBezTo>
                <a:cubicBezTo>
                  <a:pt x="26704" y="40575"/>
                  <a:pt x="26704" y="40575"/>
                  <a:pt x="26704" y="40575"/>
                </a:cubicBezTo>
                <a:cubicBezTo>
                  <a:pt x="8450" y="40575"/>
                  <a:pt x="8450" y="40575"/>
                  <a:pt x="8450" y="40575"/>
                </a:cubicBezTo>
                <a:cubicBezTo>
                  <a:pt x="5746" y="40575"/>
                  <a:pt x="0" y="45755"/>
                  <a:pt x="0" y="50935"/>
                </a:cubicBezTo>
                <a:cubicBezTo>
                  <a:pt x="0" y="107050"/>
                  <a:pt x="0" y="107050"/>
                  <a:pt x="0" y="107050"/>
                </a:cubicBezTo>
                <a:cubicBezTo>
                  <a:pt x="0" y="109640"/>
                  <a:pt x="5746" y="114532"/>
                  <a:pt x="8450" y="114532"/>
                </a:cubicBezTo>
                <a:cubicBezTo>
                  <a:pt x="17915" y="117122"/>
                  <a:pt x="17915" y="117122"/>
                  <a:pt x="17915" y="117122"/>
                </a:cubicBezTo>
                <a:cubicBezTo>
                  <a:pt x="23661" y="119712"/>
                  <a:pt x="29746" y="119712"/>
                  <a:pt x="35830" y="119712"/>
                </a:cubicBezTo>
                <a:cubicBezTo>
                  <a:pt x="83492" y="119712"/>
                  <a:pt x="83492" y="119712"/>
                  <a:pt x="83492" y="119712"/>
                </a:cubicBezTo>
                <a:cubicBezTo>
                  <a:pt x="89577" y="119712"/>
                  <a:pt x="95661" y="119712"/>
                  <a:pt x="101408" y="117122"/>
                </a:cubicBezTo>
                <a:cubicBezTo>
                  <a:pt x="110535" y="114532"/>
                  <a:pt x="110535" y="114532"/>
                  <a:pt x="110535" y="114532"/>
                </a:cubicBezTo>
                <a:cubicBezTo>
                  <a:pt x="113577" y="114532"/>
                  <a:pt x="119661" y="109640"/>
                  <a:pt x="119661" y="107050"/>
                </a:cubicBezTo>
                <a:cubicBezTo>
                  <a:pt x="119661" y="50935"/>
                  <a:pt x="119661" y="50935"/>
                  <a:pt x="119661" y="50935"/>
                </a:cubicBezTo>
                <a:cubicBezTo>
                  <a:pt x="119661" y="45755"/>
                  <a:pt x="113577" y="40575"/>
                  <a:pt x="107830" y="40575"/>
                </a:cubicBezTo>
                <a:close/>
                <a:moveTo>
                  <a:pt x="41577" y="27913"/>
                </a:moveTo>
                <a:lnTo>
                  <a:pt x="41577" y="27913"/>
                </a:lnTo>
                <a:cubicBezTo>
                  <a:pt x="41577" y="17841"/>
                  <a:pt x="50704" y="12661"/>
                  <a:pt x="59492" y="12661"/>
                </a:cubicBezTo>
                <a:cubicBezTo>
                  <a:pt x="68619" y="12661"/>
                  <a:pt x="77408" y="17841"/>
                  <a:pt x="77408" y="27913"/>
                </a:cubicBezTo>
                <a:cubicBezTo>
                  <a:pt x="77408" y="40575"/>
                  <a:pt x="77408" y="40575"/>
                  <a:pt x="77408" y="40575"/>
                </a:cubicBezTo>
                <a:cubicBezTo>
                  <a:pt x="41577" y="40575"/>
                  <a:pt x="41577" y="40575"/>
                  <a:pt x="41577" y="40575"/>
                </a:cubicBezTo>
                <a:lnTo>
                  <a:pt x="41577" y="2791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39" name="Shape 5089">
            <a:extLst>
              <a:ext uri="{FF2B5EF4-FFF2-40B4-BE49-F238E27FC236}">
                <a16:creationId xmlns:a16="http://schemas.microsoft.com/office/drawing/2014/main" id="{A7BD66F5-0A94-4B49-1DBA-E2FECD77A04F}"/>
              </a:ext>
            </a:extLst>
          </p:cNvPr>
          <p:cNvSpPr/>
          <p:nvPr/>
        </p:nvSpPr>
        <p:spPr>
          <a:xfrm>
            <a:off x="9742118" y="4416363"/>
            <a:ext cx="264560" cy="23933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50" y="90275"/>
                </a:moveTo>
                <a:lnTo>
                  <a:pt x="59750" y="90275"/>
                </a:lnTo>
                <a:cubicBezTo>
                  <a:pt x="53250" y="90275"/>
                  <a:pt x="46500" y="97706"/>
                  <a:pt x="46500" y="105137"/>
                </a:cubicBezTo>
                <a:cubicBezTo>
                  <a:pt x="46500" y="112568"/>
                  <a:pt x="53250" y="119724"/>
                  <a:pt x="59750" y="119724"/>
                </a:cubicBezTo>
                <a:cubicBezTo>
                  <a:pt x="66500" y="119724"/>
                  <a:pt x="73000" y="112568"/>
                  <a:pt x="73000" y="105137"/>
                </a:cubicBezTo>
                <a:cubicBezTo>
                  <a:pt x="73000" y="97706"/>
                  <a:pt x="66500" y="90275"/>
                  <a:pt x="59750" y="90275"/>
                </a:cubicBezTo>
                <a:close/>
                <a:moveTo>
                  <a:pt x="33250" y="75688"/>
                </a:moveTo>
                <a:lnTo>
                  <a:pt x="33250" y="75688"/>
                </a:lnTo>
                <a:cubicBezTo>
                  <a:pt x="42000" y="85596"/>
                  <a:pt x="42000" y="85596"/>
                  <a:pt x="42000" y="85596"/>
                </a:cubicBezTo>
                <a:cubicBezTo>
                  <a:pt x="51000" y="75688"/>
                  <a:pt x="66500" y="75688"/>
                  <a:pt x="77500" y="85596"/>
                </a:cubicBezTo>
                <a:cubicBezTo>
                  <a:pt x="86250" y="75688"/>
                  <a:pt x="86250" y="75688"/>
                  <a:pt x="86250" y="75688"/>
                </a:cubicBezTo>
                <a:cubicBezTo>
                  <a:pt x="70750" y="61100"/>
                  <a:pt x="48750" y="61100"/>
                  <a:pt x="33250" y="75688"/>
                </a:cubicBezTo>
                <a:close/>
                <a:moveTo>
                  <a:pt x="15500" y="56146"/>
                </a:moveTo>
                <a:lnTo>
                  <a:pt x="15500" y="56146"/>
                </a:lnTo>
                <a:cubicBezTo>
                  <a:pt x="24500" y="66055"/>
                  <a:pt x="24500" y="66055"/>
                  <a:pt x="24500" y="66055"/>
                </a:cubicBezTo>
                <a:cubicBezTo>
                  <a:pt x="44250" y="46513"/>
                  <a:pt x="75250" y="46513"/>
                  <a:pt x="95250" y="66055"/>
                </a:cubicBezTo>
                <a:cubicBezTo>
                  <a:pt x="104250" y="56146"/>
                  <a:pt x="104250" y="56146"/>
                  <a:pt x="104250" y="56146"/>
                </a:cubicBezTo>
                <a:cubicBezTo>
                  <a:pt x="79750" y="29449"/>
                  <a:pt x="40000" y="29449"/>
                  <a:pt x="15500" y="56146"/>
                </a:cubicBezTo>
                <a:close/>
                <a:moveTo>
                  <a:pt x="0" y="36880"/>
                </a:moveTo>
                <a:lnTo>
                  <a:pt x="0" y="36880"/>
                </a:lnTo>
                <a:cubicBezTo>
                  <a:pt x="6500" y="46513"/>
                  <a:pt x="6500" y="46513"/>
                  <a:pt x="6500" y="46513"/>
                </a:cubicBezTo>
                <a:cubicBezTo>
                  <a:pt x="35500" y="14862"/>
                  <a:pt x="82000" y="14862"/>
                  <a:pt x="110750" y="46513"/>
                </a:cubicBezTo>
                <a:cubicBezTo>
                  <a:pt x="119750" y="36880"/>
                  <a:pt x="119750" y="36880"/>
                  <a:pt x="119750" y="36880"/>
                </a:cubicBezTo>
                <a:cubicBezTo>
                  <a:pt x="86250" y="0"/>
                  <a:pt x="33250" y="0"/>
                  <a:pt x="0" y="3688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0" name="Shape 5090">
            <a:extLst>
              <a:ext uri="{FF2B5EF4-FFF2-40B4-BE49-F238E27FC236}">
                <a16:creationId xmlns:a16="http://schemas.microsoft.com/office/drawing/2014/main" id="{B86A95CC-E28A-A45F-D8C9-CC4CA9359014}"/>
              </a:ext>
            </a:extLst>
          </p:cNvPr>
          <p:cNvSpPr/>
          <p:nvPr/>
        </p:nvSpPr>
        <p:spPr>
          <a:xfrm>
            <a:off x="8688089" y="5457112"/>
            <a:ext cx="130335" cy="14788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000" y="95730"/>
                </a:moveTo>
                <a:lnTo>
                  <a:pt x="115000" y="95730"/>
                </a:lnTo>
                <a:cubicBezTo>
                  <a:pt x="80000" y="59775"/>
                  <a:pt x="80000" y="59775"/>
                  <a:pt x="80000" y="59775"/>
                </a:cubicBezTo>
                <a:cubicBezTo>
                  <a:pt x="115000" y="23820"/>
                  <a:pt x="115000" y="23820"/>
                  <a:pt x="115000" y="23820"/>
                </a:cubicBezTo>
                <a:cubicBezTo>
                  <a:pt x="119500" y="19775"/>
                  <a:pt x="119500" y="11685"/>
                  <a:pt x="115000" y="7640"/>
                </a:cubicBezTo>
                <a:cubicBezTo>
                  <a:pt x="111000" y="0"/>
                  <a:pt x="102000" y="0"/>
                  <a:pt x="92500" y="7640"/>
                </a:cubicBezTo>
                <a:cubicBezTo>
                  <a:pt x="62000" y="39550"/>
                  <a:pt x="62000" y="39550"/>
                  <a:pt x="62000" y="39550"/>
                </a:cubicBezTo>
                <a:cubicBezTo>
                  <a:pt x="31000" y="7640"/>
                  <a:pt x="31000" y="7640"/>
                  <a:pt x="31000" y="7640"/>
                </a:cubicBezTo>
                <a:cubicBezTo>
                  <a:pt x="22000" y="0"/>
                  <a:pt x="13000" y="0"/>
                  <a:pt x="9000" y="7640"/>
                </a:cubicBezTo>
                <a:cubicBezTo>
                  <a:pt x="0" y="11685"/>
                  <a:pt x="0" y="19775"/>
                  <a:pt x="9000" y="23820"/>
                </a:cubicBezTo>
                <a:cubicBezTo>
                  <a:pt x="44000" y="59775"/>
                  <a:pt x="44000" y="59775"/>
                  <a:pt x="44000" y="59775"/>
                </a:cubicBezTo>
                <a:cubicBezTo>
                  <a:pt x="9000" y="95730"/>
                  <a:pt x="9000" y="95730"/>
                  <a:pt x="9000" y="95730"/>
                </a:cubicBezTo>
                <a:cubicBezTo>
                  <a:pt x="0" y="99325"/>
                  <a:pt x="0" y="111460"/>
                  <a:pt x="9000" y="115505"/>
                </a:cubicBezTo>
                <a:cubicBezTo>
                  <a:pt x="13000" y="119550"/>
                  <a:pt x="22000" y="119550"/>
                  <a:pt x="31000" y="115505"/>
                </a:cubicBezTo>
                <a:cubicBezTo>
                  <a:pt x="62000" y="79550"/>
                  <a:pt x="62000" y="79550"/>
                  <a:pt x="62000" y="79550"/>
                </a:cubicBezTo>
                <a:cubicBezTo>
                  <a:pt x="92500" y="115505"/>
                  <a:pt x="92500" y="115505"/>
                  <a:pt x="92500" y="115505"/>
                </a:cubicBezTo>
                <a:cubicBezTo>
                  <a:pt x="102000" y="119550"/>
                  <a:pt x="111000" y="119550"/>
                  <a:pt x="115000" y="115505"/>
                </a:cubicBezTo>
                <a:cubicBezTo>
                  <a:pt x="119500" y="111460"/>
                  <a:pt x="119500" y="99325"/>
                  <a:pt x="115000" y="9573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2" name="Shape 5091">
            <a:extLst>
              <a:ext uri="{FF2B5EF4-FFF2-40B4-BE49-F238E27FC236}">
                <a16:creationId xmlns:a16="http://schemas.microsoft.com/office/drawing/2014/main" id="{E8843965-DBF2-50C4-F371-56E569867FA0}"/>
              </a:ext>
            </a:extLst>
          </p:cNvPr>
          <p:cNvSpPr/>
          <p:nvPr/>
        </p:nvSpPr>
        <p:spPr>
          <a:xfrm>
            <a:off x="6005219" y="3869594"/>
            <a:ext cx="110881" cy="25100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5219" y="117350"/>
                </a:moveTo>
                <a:lnTo>
                  <a:pt x="15219" y="117350"/>
                </a:lnTo>
                <a:cubicBezTo>
                  <a:pt x="9951" y="117350"/>
                  <a:pt x="62048" y="70463"/>
                  <a:pt x="62048" y="70463"/>
                </a:cubicBezTo>
                <a:cubicBezTo>
                  <a:pt x="56780" y="68079"/>
                  <a:pt x="4682" y="61192"/>
                  <a:pt x="4682" y="56158"/>
                </a:cubicBezTo>
                <a:cubicBezTo>
                  <a:pt x="0" y="51920"/>
                  <a:pt x="103609" y="0"/>
                  <a:pt x="108878" y="0"/>
                </a:cubicBezTo>
                <a:cubicBezTo>
                  <a:pt x="108878" y="2384"/>
                  <a:pt x="62048" y="46887"/>
                  <a:pt x="62048" y="49536"/>
                </a:cubicBezTo>
                <a:cubicBezTo>
                  <a:pt x="66731" y="51920"/>
                  <a:pt x="119414" y="58807"/>
                  <a:pt x="119414" y="63576"/>
                </a:cubicBezTo>
                <a:cubicBezTo>
                  <a:pt x="119414" y="65960"/>
                  <a:pt x="20487" y="119735"/>
                  <a:pt x="15219" y="11735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3" name="Shape 5092">
            <a:extLst>
              <a:ext uri="{FF2B5EF4-FFF2-40B4-BE49-F238E27FC236}">
                <a16:creationId xmlns:a16="http://schemas.microsoft.com/office/drawing/2014/main" id="{0E31D81B-4630-E49B-95E7-CFFD88371D96}"/>
              </a:ext>
            </a:extLst>
          </p:cNvPr>
          <p:cNvSpPr/>
          <p:nvPr/>
        </p:nvSpPr>
        <p:spPr>
          <a:xfrm>
            <a:off x="5396343" y="3869594"/>
            <a:ext cx="245107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7" y="14324"/>
                </a:moveTo>
                <a:lnTo>
                  <a:pt x="107837" y="14324"/>
                </a:lnTo>
                <a:cubicBezTo>
                  <a:pt x="100540" y="14324"/>
                  <a:pt x="100540" y="14324"/>
                  <a:pt x="100540" y="14324"/>
                </a:cubicBezTo>
                <a:cubicBezTo>
                  <a:pt x="100540" y="26486"/>
                  <a:pt x="100540" y="26486"/>
                  <a:pt x="100540" y="26486"/>
                </a:cubicBezTo>
                <a:cubicBezTo>
                  <a:pt x="79189" y="26486"/>
                  <a:pt x="79189" y="26486"/>
                  <a:pt x="79189" y="26486"/>
                </a:cubicBezTo>
                <a:cubicBezTo>
                  <a:pt x="79189" y="14324"/>
                  <a:pt x="79189" y="14324"/>
                  <a:pt x="79189" y="14324"/>
                </a:cubicBezTo>
                <a:cubicBezTo>
                  <a:pt x="40810" y="14324"/>
                  <a:pt x="40810" y="14324"/>
                  <a:pt x="40810" y="14324"/>
                </a:cubicBezTo>
                <a:cubicBezTo>
                  <a:pt x="40810" y="26486"/>
                  <a:pt x="40810" y="26486"/>
                  <a:pt x="40810" y="26486"/>
                </a:cubicBezTo>
                <a:cubicBezTo>
                  <a:pt x="19189" y="26486"/>
                  <a:pt x="19189" y="26486"/>
                  <a:pt x="19189" y="26486"/>
                </a:cubicBezTo>
                <a:cubicBezTo>
                  <a:pt x="19189" y="14324"/>
                  <a:pt x="19189" y="14324"/>
                  <a:pt x="19189" y="14324"/>
                </a:cubicBezTo>
                <a:cubicBezTo>
                  <a:pt x="12162" y="14324"/>
                  <a:pt x="12162" y="14324"/>
                  <a:pt x="12162" y="14324"/>
                </a:cubicBezTo>
                <a:cubicBezTo>
                  <a:pt x="4864" y="14324"/>
                  <a:pt x="0" y="19189"/>
                  <a:pt x="0" y="26486"/>
                </a:cubicBezTo>
                <a:cubicBezTo>
                  <a:pt x="0" y="107837"/>
                  <a:pt x="0" y="107837"/>
                  <a:pt x="0" y="107837"/>
                </a:cubicBezTo>
                <a:cubicBezTo>
                  <a:pt x="0" y="114864"/>
                  <a:pt x="4864" y="119729"/>
                  <a:pt x="12162" y="119729"/>
                </a:cubicBezTo>
                <a:cubicBezTo>
                  <a:pt x="107837" y="119729"/>
                  <a:pt x="107837" y="119729"/>
                  <a:pt x="107837" y="119729"/>
                </a:cubicBezTo>
                <a:cubicBezTo>
                  <a:pt x="114864" y="119729"/>
                  <a:pt x="119729" y="114864"/>
                  <a:pt x="119729" y="107837"/>
                </a:cubicBezTo>
                <a:cubicBezTo>
                  <a:pt x="119729" y="26486"/>
                  <a:pt x="119729" y="26486"/>
                  <a:pt x="119729" y="26486"/>
                </a:cubicBezTo>
                <a:cubicBezTo>
                  <a:pt x="119729" y="19189"/>
                  <a:pt x="114864" y="14324"/>
                  <a:pt x="107837" y="14324"/>
                </a:cubicBezTo>
                <a:close/>
                <a:moveTo>
                  <a:pt x="107837" y="107837"/>
                </a:moveTo>
                <a:lnTo>
                  <a:pt x="107837" y="107837"/>
                </a:lnTo>
                <a:cubicBezTo>
                  <a:pt x="12162" y="107837"/>
                  <a:pt x="12162" y="107837"/>
                  <a:pt x="12162" y="107837"/>
                </a:cubicBezTo>
                <a:cubicBezTo>
                  <a:pt x="12162" y="52972"/>
                  <a:pt x="12162" y="52972"/>
                  <a:pt x="12162" y="52972"/>
                </a:cubicBezTo>
                <a:cubicBezTo>
                  <a:pt x="107837" y="52972"/>
                  <a:pt x="107837" y="52972"/>
                  <a:pt x="107837" y="52972"/>
                </a:cubicBezTo>
                <a:lnTo>
                  <a:pt x="107837" y="107837"/>
                </a:lnTo>
                <a:close/>
                <a:moveTo>
                  <a:pt x="33513" y="0"/>
                </a:moveTo>
                <a:lnTo>
                  <a:pt x="33513" y="0"/>
                </a:lnTo>
                <a:cubicBezTo>
                  <a:pt x="24054" y="0"/>
                  <a:pt x="24054" y="0"/>
                  <a:pt x="24054" y="0"/>
                </a:cubicBezTo>
                <a:cubicBezTo>
                  <a:pt x="24054" y="24054"/>
                  <a:pt x="24054" y="24054"/>
                  <a:pt x="24054" y="24054"/>
                </a:cubicBezTo>
                <a:cubicBezTo>
                  <a:pt x="33513" y="24054"/>
                  <a:pt x="33513" y="24054"/>
                  <a:pt x="33513" y="24054"/>
                </a:cubicBezTo>
                <a:lnTo>
                  <a:pt x="33513" y="0"/>
                </a:lnTo>
                <a:close/>
                <a:moveTo>
                  <a:pt x="95675" y="0"/>
                </a:moveTo>
                <a:lnTo>
                  <a:pt x="95675" y="0"/>
                </a:lnTo>
                <a:cubicBezTo>
                  <a:pt x="86216" y="0"/>
                  <a:pt x="86216" y="0"/>
                  <a:pt x="86216" y="0"/>
                </a:cubicBezTo>
                <a:cubicBezTo>
                  <a:pt x="86216" y="24054"/>
                  <a:pt x="86216" y="24054"/>
                  <a:pt x="86216" y="24054"/>
                </a:cubicBezTo>
                <a:cubicBezTo>
                  <a:pt x="95675" y="24054"/>
                  <a:pt x="95675" y="24054"/>
                  <a:pt x="95675" y="24054"/>
                </a:cubicBezTo>
                <a:lnTo>
                  <a:pt x="95675" y="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grpSp>
        <p:nvGrpSpPr>
          <p:cNvPr id="44" name="Shape 5093">
            <a:extLst>
              <a:ext uri="{FF2B5EF4-FFF2-40B4-BE49-F238E27FC236}">
                <a16:creationId xmlns:a16="http://schemas.microsoft.com/office/drawing/2014/main" id="{E1BA1DBC-C087-8CD6-7417-199A4CB9C957}"/>
              </a:ext>
            </a:extLst>
          </p:cNvPr>
          <p:cNvGrpSpPr/>
          <p:nvPr/>
        </p:nvGrpSpPr>
        <p:grpSpPr>
          <a:xfrm>
            <a:off x="4884733" y="3855974"/>
            <a:ext cx="177021" cy="274357"/>
            <a:chOff x="8527946" y="7535335"/>
            <a:chExt cx="385131" cy="5969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5" name="Shape 5094">
              <a:extLst>
                <a:ext uri="{FF2B5EF4-FFF2-40B4-BE49-F238E27FC236}">
                  <a16:creationId xmlns:a16="http://schemas.microsoft.com/office/drawing/2014/main" id="{EAF93202-BE82-F978-9D82-44156084FD16}"/>
                </a:ext>
              </a:extLst>
            </p:cNvPr>
            <p:cNvSpPr/>
            <p:nvPr/>
          </p:nvSpPr>
          <p:spPr>
            <a:xfrm>
              <a:off x="8527946" y="7755467"/>
              <a:ext cx="385131" cy="3767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625" y="0"/>
                  </a:moveTo>
                  <a:lnTo>
                    <a:pt x="116625" y="0"/>
                  </a:lnTo>
                  <a:cubicBezTo>
                    <a:pt x="109875" y="0"/>
                    <a:pt x="109875" y="0"/>
                    <a:pt x="109875" y="0"/>
                  </a:cubicBezTo>
                  <a:cubicBezTo>
                    <a:pt x="106500" y="0"/>
                    <a:pt x="106500" y="0"/>
                    <a:pt x="106500" y="3461"/>
                  </a:cubicBezTo>
                  <a:cubicBezTo>
                    <a:pt x="106500" y="27692"/>
                    <a:pt x="106500" y="27692"/>
                    <a:pt x="106500" y="27692"/>
                  </a:cubicBezTo>
                  <a:cubicBezTo>
                    <a:pt x="106500" y="41153"/>
                    <a:pt x="96375" y="61538"/>
                    <a:pt x="60000" y="61538"/>
                  </a:cubicBezTo>
                  <a:cubicBezTo>
                    <a:pt x="23625" y="61538"/>
                    <a:pt x="13500" y="41153"/>
                    <a:pt x="13500" y="27692"/>
                  </a:cubicBezTo>
                  <a:cubicBezTo>
                    <a:pt x="13500" y="3461"/>
                    <a:pt x="13500" y="3461"/>
                    <a:pt x="13500" y="3461"/>
                  </a:cubicBezTo>
                  <a:cubicBezTo>
                    <a:pt x="13500" y="0"/>
                    <a:pt x="10500" y="0"/>
                    <a:pt x="10500" y="0"/>
                  </a:cubicBezTo>
                  <a:cubicBezTo>
                    <a:pt x="3375" y="0"/>
                    <a:pt x="3375" y="0"/>
                    <a:pt x="3375" y="0"/>
                  </a:cubicBezTo>
                  <a:cubicBezTo>
                    <a:pt x="3375" y="0"/>
                    <a:pt x="0" y="0"/>
                    <a:pt x="0" y="3461"/>
                  </a:cubicBezTo>
                  <a:cubicBezTo>
                    <a:pt x="0" y="27692"/>
                    <a:pt x="0" y="27692"/>
                    <a:pt x="0" y="27692"/>
                  </a:cubicBezTo>
                  <a:cubicBezTo>
                    <a:pt x="0" y="51538"/>
                    <a:pt x="16500" y="71923"/>
                    <a:pt x="50250" y="75384"/>
                  </a:cubicBezTo>
                  <a:cubicBezTo>
                    <a:pt x="50250" y="102307"/>
                    <a:pt x="50250" y="102307"/>
                    <a:pt x="50250" y="102307"/>
                  </a:cubicBezTo>
                  <a:cubicBezTo>
                    <a:pt x="27000" y="102307"/>
                    <a:pt x="27000" y="102307"/>
                    <a:pt x="27000" y="102307"/>
                  </a:cubicBezTo>
                  <a:cubicBezTo>
                    <a:pt x="23625" y="102307"/>
                    <a:pt x="23625" y="102307"/>
                    <a:pt x="23625" y="105769"/>
                  </a:cubicBezTo>
                  <a:cubicBezTo>
                    <a:pt x="23625" y="116153"/>
                    <a:pt x="23625" y="116153"/>
                    <a:pt x="23625" y="116153"/>
                  </a:cubicBezTo>
                  <a:cubicBezTo>
                    <a:pt x="23625" y="119615"/>
                    <a:pt x="23625" y="119615"/>
                    <a:pt x="27000" y="119615"/>
                  </a:cubicBezTo>
                  <a:cubicBezTo>
                    <a:pt x="93375" y="119615"/>
                    <a:pt x="93375" y="119615"/>
                    <a:pt x="93375" y="119615"/>
                  </a:cubicBezTo>
                  <a:cubicBezTo>
                    <a:pt x="96375" y="119615"/>
                    <a:pt x="96375" y="119615"/>
                    <a:pt x="96375" y="116153"/>
                  </a:cubicBezTo>
                  <a:cubicBezTo>
                    <a:pt x="96375" y="105769"/>
                    <a:pt x="96375" y="105769"/>
                    <a:pt x="96375" y="105769"/>
                  </a:cubicBezTo>
                  <a:cubicBezTo>
                    <a:pt x="96375" y="102307"/>
                    <a:pt x="96375" y="102307"/>
                    <a:pt x="93375" y="102307"/>
                  </a:cubicBezTo>
                  <a:cubicBezTo>
                    <a:pt x="70125" y="102307"/>
                    <a:pt x="70125" y="102307"/>
                    <a:pt x="70125" y="102307"/>
                  </a:cubicBezTo>
                  <a:cubicBezTo>
                    <a:pt x="70125" y="75384"/>
                    <a:pt x="70125" y="75384"/>
                    <a:pt x="70125" y="75384"/>
                  </a:cubicBezTo>
                  <a:cubicBezTo>
                    <a:pt x="103125" y="71923"/>
                    <a:pt x="119625" y="51538"/>
                    <a:pt x="119625" y="27692"/>
                  </a:cubicBezTo>
                  <a:cubicBezTo>
                    <a:pt x="119625" y="3461"/>
                    <a:pt x="119625" y="3461"/>
                    <a:pt x="119625" y="3461"/>
                  </a:cubicBezTo>
                  <a:cubicBezTo>
                    <a:pt x="119625" y="0"/>
                    <a:pt x="116625" y="0"/>
                    <a:pt x="116625" y="0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46" name="Shape 5095">
              <a:extLst>
                <a:ext uri="{FF2B5EF4-FFF2-40B4-BE49-F238E27FC236}">
                  <a16:creationId xmlns:a16="http://schemas.microsoft.com/office/drawing/2014/main" id="{AAA18B07-3136-429B-826E-8A3DAFC2B401}"/>
                </a:ext>
              </a:extLst>
            </p:cNvPr>
            <p:cNvSpPr/>
            <p:nvPr/>
          </p:nvSpPr>
          <p:spPr>
            <a:xfrm>
              <a:off x="8633750" y="7755467"/>
              <a:ext cx="169288" cy="14393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59580" y="118974"/>
                  </a:moveTo>
                  <a:lnTo>
                    <a:pt x="59580" y="118974"/>
                  </a:lnTo>
                  <a:cubicBezTo>
                    <a:pt x="111608" y="118974"/>
                    <a:pt x="119160" y="92307"/>
                    <a:pt x="119160" y="73846"/>
                  </a:cubicBezTo>
                  <a:cubicBezTo>
                    <a:pt x="119160" y="0"/>
                    <a:pt x="119160" y="0"/>
                    <a:pt x="1191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3846"/>
                    <a:pt x="0" y="73846"/>
                    <a:pt x="0" y="73846"/>
                  </a:cubicBezTo>
                  <a:cubicBezTo>
                    <a:pt x="0" y="92307"/>
                    <a:pt x="7552" y="118974"/>
                    <a:pt x="59580" y="118974"/>
                  </a:cubicBez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47" name="Shape 5096">
              <a:extLst>
                <a:ext uri="{FF2B5EF4-FFF2-40B4-BE49-F238E27FC236}">
                  <a16:creationId xmlns:a16="http://schemas.microsoft.com/office/drawing/2014/main" id="{0C156957-72EF-B8BB-8F14-B540C2E2FA66}"/>
                </a:ext>
              </a:extLst>
            </p:cNvPr>
            <p:cNvSpPr/>
            <p:nvPr/>
          </p:nvSpPr>
          <p:spPr>
            <a:xfrm>
              <a:off x="8633750" y="7535335"/>
              <a:ext cx="169288" cy="1778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160" y="34966"/>
                  </a:moveTo>
                  <a:lnTo>
                    <a:pt x="119160" y="34966"/>
                  </a:lnTo>
                  <a:cubicBezTo>
                    <a:pt x="119160" y="20662"/>
                    <a:pt x="111608" y="0"/>
                    <a:pt x="59580" y="0"/>
                  </a:cubicBezTo>
                  <a:cubicBezTo>
                    <a:pt x="7552" y="0"/>
                    <a:pt x="0" y="20662"/>
                    <a:pt x="0" y="34966"/>
                  </a:cubicBezTo>
                  <a:cubicBezTo>
                    <a:pt x="0" y="119205"/>
                    <a:pt x="0" y="119205"/>
                    <a:pt x="0" y="119205"/>
                  </a:cubicBezTo>
                  <a:cubicBezTo>
                    <a:pt x="119160" y="119205"/>
                    <a:pt x="119160" y="119205"/>
                    <a:pt x="119160" y="119205"/>
                  </a:cubicBezTo>
                  <a:lnTo>
                    <a:pt x="119160" y="34966"/>
                  </a:lnTo>
                </a:path>
              </a:pathLst>
            </a:custGeom>
            <a:grpFill/>
            <a:ln>
              <a:noFill/>
            </a:ln>
          </p:spPr>
          <p:txBody>
            <a:bodyPr lIns="45700" tIns="22850" rIns="45700" bIns="2285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sp>
        <p:nvSpPr>
          <p:cNvPr id="48" name="Shape 5097">
            <a:extLst>
              <a:ext uri="{FF2B5EF4-FFF2-40B4-BE49-F238E27FC236}">
                <a16:creationId xmlns:a16="http://schemas.microsoft.com/office/drawing/2014/main" id="{AE14CA72-1939-75E6-4974-06429B5511D1}"/>
              </a:ext>
            </a:extLst>
          </p:cNvPr>
          <p:cNvSpPr/>
          <p:nvPr/>
        </p:nvSpPr>
        <p:spPr>
          <a:xfrm>
            <a:off x="1609967" y="1673214"/>
            <a:ext cx="196474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30" y="46887"/>
                </a:moveTo>
                <a:lnTo>
                  <a:pt x="107830" y="46887"/>
                </a:lnTo>
                <a:cubicBezTo>
                  <a:pt x="92957" y="46887"/>
                  <a:pt x="92957" y="46887"/>
                  <a:pt x="92957" y="46887"/>
                </a:cubicBezTo>
                <a:cubicBezTo>
                  <a:pt x="92957" y="30463"/>
                  <a:pt x="92957" y="30463"/>
                  <a:pt x="92957" y="30463"/>
                </a:cubicBezTo>
                <a:cubicBezTo>
                  <a:pt x="92957" y="11655"/>
                  <a:pt x="80450" y="0"/>
                  <a:pt x="59830" y="0"/>
                </a:cubicBezTo>
                <a:cubicBezTo>
                  <a:pt x="35830" y="0"/>
                  <a:pt x="26704" y="11655"/>
                  <a:pt x="26704" y="30463"/>
                </a:cubicBezTo>
                <a:cubicBezTo>
                  <a:pt x="26704" y="32847"/>
                  <a:pt x="26704" y="32847"/>
                  <a:pt x="26704" y="32847"/>
                </a:cubicBezTo>
                <a:cubicBezTo>
                  <a:pt x="41915" y="32847"/>
                  <a:pt x="41915" y="32847"/>
                  <a:pt x="41915" y="32847"/>
                </a:cubicBezTo>
                <a:cubicBezTo>
                  <a:pt x="41915" y="28079"/>
                  <a:pt x="41915" y="28079"/>
                  <a:pt x="41915" y="28079"/>
                </a:cubicBezTo>
                <a:cubicBezTo>
                  <a:pt x="41915" y="18807"/>
                  <a:pt x="50704" y="14039"/>
                  <a:pt x="59830" y="14039"/>
                </a:cubicBezTo>
                <a:cubicBezTo>
                  <a:pt x="68619" y="14039"/>
                  <a:pt x="77746" y="18807"/>
                  <a:pt x="77746" y="28079"/>
                </a:cubicBezTo>
                <a:cubicBezTo>
                  <a:pt x="77746" y="46887"/>
                  <a:pt x="77746" y="46887"/>
                  <a:pt x="77746" y="46887"/>
                </a:cubicBezTo>
                <a:cubicBezTo>
                  <a:pt x="8788" y="46887"/>
                  <a:pt x="8788" y="46887"/>
                  <a:pt x="8788" y="46887"/>
                </a:cubicBezTo>
                <a:cubicBezTo>
                  <a:pt x="5746" y="46887"/>
                  <a:pt x="0" y="51655"/>
                  <a:pt x="0" y="54039"/>
                </a:cubicBezTo>
                <a:cubicBezTo>
                  <a:pt x="0" y="105695"/>
                  <a:pt x="0" y="105695"/>
                  <a:pt x="0" y="105695"/>
                </a:cubicBezTo>
                <a:cubicBezTo>
                  <a:pt x="0" y="108079"/>
                  <a:pt x="5746" y="112582"/>
                  <a:pt x="8788" y="114966"/>
                </a:cubicBezTo>
                <a:cubicBezTo>
                  <a:pt x="17915" y="117350"/>
                  <a:pt x="17915" y="117350"/>
                  <a:pt x="17915" y="117350"/>
                </a:cubicBezTo>
                <a:cubicBezTo>
                  <a:pt x="24000" y="117350"/>
                  <a:pt x="29746" y="119735"/>
                  <a:pt x="35830" y="119735"/>
                </a:cubicBezTo>
                <a:cubicBezTo>
                  <a:pt x="83830" y="119735"/>
                  <a:pt x="83830" y="119735"/>
                  <a:pt x="83830" y="119735"/>
                </a:cubicBezTo>
                <a:cubicBezTo>
                  <a:pt x="89915" y="119735"/>
                  <a:pt x="95661" y="117350"/>
                  <a:pt x="101746" y="117350"/>
                </a:cubicBezTo>
                <a:cubicBezTo>
                  <a:pt x="110873" y="114966"/>
                  <a:pt x="110873" y="114966"/>
                  <a:pt x="110873" y="114966"/>
                </a:cubicBezTo>
                <a:cubicBezTo>
                  <a:pt x="113577" y="112582"/>
                  <a:pt x="119661" y="108079"/>
                  <a:pt x="119661" y="105695"/>
                </a:cubicBezTo>
                <a:cubicBezTo>
                  <a:pt x="119661" y="54039"/>
                  <a:pt x="119661" y="54039"/>
                  <a:pt x="119661" y="54039"/>
                </a:cubicBezTo>
                <a:cubicBezTo>
                  <a:pt x="119661" y="51655"/>
                  <a:pt x="113577" y="46887"/>
                  <a:pt x="107830" y="46887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49" name="Shape 5098">
            <a:extLst>
              <a:ext uri="{FF2B5EF4-FFF2-40B4-BE49-F238E27FC236}">
                <a16:creationId xmlns:a16="http://schemas.microsoft.com/office/drawing/2014/main" id="{BB93F263-23E9-E720-CE5E-35B21560A240}"/>
              </a:ext>
            </a:extLst>
          </p:cNvPr>
          <p:cNvSpPr/>
          <p:nvPr/>
        </p:nvSpPr>
        <p:spPr>
          <a:xfrm>
            <a:off x="4865280" y="1703924"/>
            <a:ext cx="215926" cy="2140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8644" y="10741"/>
                </a:moveTo>
                <a:lnTo>
                  <a:pt x="108644" y="10741"/>
                </a:lnTo>
                <a:cubicBezTo>
                  <a:pt x="97902" y="0"/>
                  <a:pt x="89616" y="0"/>
                  <a:pt x="89616" y="0"/>
                </a:cubicBezTo>
                <a:cubicBezTo>
                  <a:pt x="51867" y="40818"/>
                  <a:pt x="51867" y="40818"/>
                  <a:pt x="51867" y="40818"/>
                </a:cubicBezTo>
                <a:cubicBezTo>
                  <a:pt x="7979" y="84398"/>
                  <a:pt x="7979" y="84398"/>
                  <a:pt x="7979" y="84398"/>
                </a:cubicBezTo>
                <a:cubicBezTo>
                  <a:pt x="0" y="119693"/>
                  <a:pt x="0" y="119693"/>
                  <a:pt x="0" y="119693"/>
                </a:cubicBezTo>
                <a:cubicBezTo>
                  <a:pt x="35601" y="111406"/>
                  <a:pt x="35601" y="111406"/>
                  <a:pt x="35601" y="111406"/>
                </a:cubicBezTo>
                <a:cubicBezTo>
                  <a:pt x="81636" y="68132"/>
                  <a:pt x="81636" y="68132"/>
                  <a:pt x="81636" y="68132"/>
                </a:cubicBezTo>
                <a:cubicBezTo>
                  <a:pt x="119693" y="29769"/>
                  <a:pt x="119693" y="29769"/>
                  <a:pt x="119693" y="29769"/>
                </a:cubicBezTo>
                <a:cubicBezTo>
                  <a:pt x="119693" y="29769"/>
                  <a:pt x="119693" y="21790"/>
                  <a:pt x="108644" y="10741"/>
                </a:cubicBezTo>
                <a:close/>
                <a:moveTo>
                  <a:pt x="35601" y="108644"/>
                </a:moveTo>
                <a:lnTo>
                  <a:pt x="35601" y="108644"/>
                </a:lnTo>
                <a:cubicBezTo>
                  <a:pt x="21790" y="111406"/>
                  <a:pt x="21790" y="111406"/>
                  <a:pt x="21790" y="111406"/>
                </a:cubicBezTo>
                <a:cubicBezTo>
                  <a:pt x="21790" y="108644"/>
                  <a:pt x="19335" y="106189"/>
                  <a:pt x="16572" y="103427"/>
                </a:cubicBezTo>
                <a:cubicBezTo>
                  <a:pt x="13503" y="100664"/>
                  <a:pt x="10741" y="100664"/>
                  <a:pt x="10741" y="97902"/>
                </a:cubicBezTo>
                <a:cubicBezTo>
                  <a:pt x="13503" y="87161"/>
                  <a:pt x="13503" y="87161"/>
                  <a:pt x="13503" y="87161"/>
                </a:cubicBezTo>
                <a:cubicBezTo>
                  <a:pt x="16572" y="81636"/>
                  <a:pt x="16572" y="81636"/>
                  <a:pt x="16572" y="81636"/>
                </a:cubicBezTo>
                <a:cubicBezTo>
                  <a:pt x="16572" y="81636"/>
                  <a:pt x="21790" y="81636"/>
                  <a:pt x="30076" y="89616"/>
                </a:cubicBezTo>
                <a:cubicBezTo>
                  <a:pt x="38056" y="97902"/>
                  <a:pt x="38056" y="103427"/>
                  <a:pt x="38056" y="103427"/>
                </a:cubicBezTo>
                <a:lnTo>
                  <a:pt x="35601" y="10864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0" name="Shape 5099">
            <a:extLst>
              <a:ext uri="{FF2B5EF4-FFF2-40B4-BE49-F238E27FC236}">
                <a16:creationId xmlns:a16="http://schemas.microsoft.com/office/drawing/2014/main" id="{F4398670-5773-A798-72B8-653A6ECFFDF1}"/>
              </a:ext>
            </a:extLst>
          </p:cNvPr>
          <p:cNvSpPr/>
          <p:nvPr/>
        </p:nvSpPr>
        <p:spPr>
          <a:xfrm>
            <a:off x="8664428" y="1688357"/>
            <a:ext cx="254834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490" y="91015"/>
                </a:moveTo>
                <a:lnTo>
                  <a:pt x="94490" y="91015"/>
                </a:lnTo>
                <a:cubicBezTo>
                  <a:pt x="78351" y="83972"/>
                  <a:pt x="73926" y="79097"/>
                  <a:pt x="73926" y="67178"/>
                </a:cubicBezTo>
                <a:cubicBezTo>
                  <a:pt x="73926" y="62302"/>
                  <a:pt x="78351" y="64740"/>
                  <a:pt x="80694" y="52821"/>
                </a:cubicBezTo>
                <a:cubicBezTo>
                  <a:pt x="80694" y="47674"/>
                  <a:pt x="85379" y="52821"/>
                  <a:pt x="85379" y="40902"/>
                </a:cubicBezTo>
                <a:cubicBezTo>
                  <a:pt x="85379" y="35756"/>
                  <a:pt x="83036" y="35756"/>
                  <a:pt x="83036" y="35756"/>
                </a:cubicBezTo>
                <a:cubicBezTo>
                  <a:pt x="83036" y="35756"/>
                  <a:pt x="85379" y="28713"/>
                  <a:pt x="85379" y="23837"/>
                </a:cubicBezTo>
                <a:cubicBezTo>
                  <a:pt x="85379" y="16523"/>
                  <a:pt x="83036" y="0"/>
                  <a:pt x="59869" y="0"/>
                </a:cubicBezTo>
                <a:cubicBezTo>
                  <a:pt x="36702" y="0"/>
                  <a:pt x="34360" y="16523"/>
                  <a:pt x="34360" y="23837"/>
                </a:cubicBezTo>
                <a:cubicBezTo>
                  <a:pt x="34360" y="28713"/>
                  <a:pt x="36702" y="35756"/>
                  <a:pt x="36702" y="35756"/>
                </a:cubicBezTo>
                <a:cubicBezTo>
                  <a:pt x="36702" y="35756"/>
                  <a:pt x="34360" y="35756"/>
                  <a:pt x="34360" y="40902"/>
                </a:cubicBezTo>
                <a:cubicBezTo>
                  <a:pt x="34360" y="52821"/>
                  <a:pt x="39045" y="47674"/>
                  <a:pt x="39045" y="52821"/>
                </a:cubicBezTo>
                <a:cubicBezTo>
                  <a:pt x="41388" y="64740"/>
                  <a:pt x="46073" y="62302"/>
                  <a:pt x="46073" y="67178"/>
                </a:cubicBezTo>
                <a:cubicBezTo>
                  <a:pt x="46073" y="79097"/>
                  <a:pt x="41388" y="83972"/>
                  <a:pt x="25249" y="91015"/>
                </a:cubicBezTo>
                <a:cubicBezTo>
                  <a:pt x="9110" y="95891"/>
                  <a:pt x="0" y="102934"/>
                  <a:pt x="0" y="107810"/>
                </a:cubicBezTo>
                <a:cubicBezTo>
                  <a:pt x="0" y="110248"/>
                  <a:pt x="0" y="119729"/>
                  <a:pt x="0" y="119729"/>
                </a:cubicBezTo>
                <a:cubicBezTo>
                  <a:pt x="59869" y="119729"/>
                  <a:pt x="59869" y="119729"/>
                  <a:pt x="59869" y="119729"/>
                </a:cubicBezTo>
                <a:cubicBezTo>
                  <a:pt x="119739" y="119729"/>
                  <a:pt x="119739" y="119729"/>
                  <a:pt x="119739" y="119729"/>
                </a:cubicBezTo>
                <a:cubicBezTo>
                  <a:pt x="119739" y="119729"/>
                  <a:pt x="119739" y="110248"/>
                  <a:pt x="119739" y="107810"/>
                </a:cubicBezTo>
                <a:cubicBezTo>
                  <a:pt x="119739" y="102934"/>
                  <a:pt x="110629" y="95891"/>
                  <a:pt x="94490" y="9101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1" name="Shape 5100">
            <a:extLst>
              <a:ext uri="{FF2B5EF4-FFF2-40B4-BE49-F238E27FC236}">
                <a16:creationId xmlns:a16="http://schemas.microsoft.com/office/drawing/2014/main" id="{98E525F1-8A29-E2AC-4D06-CBC745035A92}"/>
              </a:ext>
            </a:extLst>
          </p:cNvPr>
          <p:cNvSpPr/>
          <p:nvPr/>
        </p:nvSpPr>
        <p:spPr>
          <a:xfrm>
            <a:off x="9201327" y="1694194"/>
            <a:ext cx="272340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59" y="119724"/>
                </a:moveTo>
                <a:lnTo>
                  <a:pt x="119759" y="119724"/>
                </a:lnTo>
                <a:cubicBezTo>
                  <a:pt x="119759" y="119724"/>
                  <a:pt x="119759" y="92965"/>
                  <a:pt x="117349" y="90482"/>
                </a:cubicBezTo>
                <a:cubicBezTo>
                  <a:pt x="115421" y="88000"/>
                  <a:pt x="111325" y="83310"/>
                  <a:pt x="102409" y="80827"/>
                </a:cubicBezTo>
                <a:cubicBezTo>
                  <a:pt x="93975" y="75862"/>
                  <a:pt x="89638" y="70896"/>
                  <a:pt x="89638" y="63724"/>
                </a:cubicBezTo>
                <a:cubicBezTo>
                  <a:pt x="89638" y="58758"/>
                  <a:pt x="93975" y="61241"/>
                  <a:pt x="93975" y="54068"/>
                </a:cubicBezTo>
                <a:cubicBezTo>
                  <a:pt x="93975" y="49103"/>
                  <a:pt x="98313" y="54068"/>
                  <a:pt x="98313" y="43862"/>
                </a:cubicBezTo>
                <a:cubicBezTo>
                  <a:pt x="98313" y="41655"/>
                  <a:pt x="96144" y="41655"/>
                  <a:pt x="96144" y="41655"/>
                </a:cubicBezTo>
                <a:cubicBezTo>
                  <a:pt x="96144" y="41655"/>
                  <a:pt x="98313" y="36689"/>
                  <a:pt x="98313" y="31724"/>
                </a:cubicBezTo>
                <a:cubicBezTo>
                  <a:pt x="98313" y="27034"/>
                  <a:pt x="96144" y="17103"/>
                  <a:pt x="83373" y="17103"/>
                </a:cubicBezTo>
                <a:cubicBezTo>
                  <a:pt x="70602" y="17103"/>
                  <a:pt x="68433" y="27034"/>
                  <a:pt x="68433" y="31724"/>
                </a:cubicBezTo>
                <a:cubicBezTo>
                  <a:pt x="68433" y="36689"/>
                  <a:pt x="70602" y="41655"/>
                  <a:pt x="70602" y="41655"/>
                </a:cubicBezTo>
                <a:cubicBezTo>
                  <a:pt x="70602" y="41655"/>
                  <a:pt x="68433" y="41655"/>
                  <a:pt x="68433" y="43862"/>
                </a:cubicBezTo>
                <a:cubicBezTo>
                  <a:pt x="68433" y="54068"/>
                  <a:pt x="70602" y="49103"/>
                  <a:pt x="72771" y="54068"/>
                </a:cubicBezTo>
                <a:cubicBezTo>
                  <a:pt x="72771" y="61241"/>
                  <a:pt x="74939" y="58758"/>
                  <a:pt x="74939" y="63724"/>
                </a:cubicBezTo>
                <a:cubicBezTo>
                  <a:pt x="74939" y="68689"/>
                  <a:pt x="74939" y="73379"/>
                  <a:pt x="70602" y="75862"/>
                </a:cubicBezTo>
                <a:cubicBezTo>
                  <a:pt x="89638" y="88000"/>
                  <a:pt x="91807" y="88000"/>
                  <a:pt x="91807" y="100413"/>
                </a:cubicBezTo>
                <a:cubicBezTo>
                  <a:pt x="91807" y="119724"/>
                  <a:pt x="91807" y="119724"/>
                  <a:pt x="91807" y="119724"/>
                </a:cubicBezTo>
                <a:lnTo>
                  <a:pt x="119759" y="119724"/>
                </a:lnTo>
                <a:close/>
                <a:moveTo>
                  <a:pt x="62168" y="83310"/>
                </a:moveTo>
                <a:lnTo>
                  <a:pt x="62168" y="83310"/>
                </a:lnTo>
                <a:cubicBezTo>
                  <a:pt x="49156" y="78344"/>
                  <a:pt x="45060" y="73379"/>
                  <a:pt x="45060" y="63724"/>
                </a:cubicBezTo>
                <a:cubicBezTo>
                  <a:pt x="45060" y="56275"/>
                  <a:pt x="49156" y="58758"/>
                  <a:pt x="51325" y="46344"/>
                </a:cubicBezTo>
                <a:cubicBezTo>
                  <a:pt x="51325" y="43862"/>
                  <a:pt x="55662" y="46344"/>
                  <a:pt x="55662" y="36689"/>
                </a:cubicBezTo>
                <a:cubicBezTo>
                  <a:pt x="55662" y="31724"/>
                  <a:pt x="53493" y="31724"/>
                  <a:pt x="53493" y="31724"/>
                </a:cubicBezTo>
                <a:cubicBezTo>
                  <a:pt x="53493" y="31724"/>
                  <a:pt x="53493" y="24551"/>
                  <a:pt x="55662" y="19586"/>
                </a:cubicBezTo>
                <a:cubicBezTo>
                  <a:pt x="55662" y="14620"/>
                  <a:pt x="51325" y="0"/>
                  <a:pt x="36385" y="0"/>
                </a:cubicBezTo>
                <a:cubicBezTo>
                  <a:pt x="19277" y="0"/>
                  <a:pt x="17108" y="14620"/>
                  <a:pt x="17108" y="19586"/>
                </a:cubicBezTo>
                <a:cubicBezTo>
                  <a:pt x="17108" y="24551"/>
                  <a:pt x="17108" y="31724"/>
                  <a:pt x="17108" y="31724"/>
                </a:cubicBezTo>
                <a:cubicBezTo>
                  <a:pt x="17108" y="31724"/>
                  <a:pt x="17108" y="31724"/>
                  <a:pt x="17108" y="36689"/>
                </a:cubicBezTo>
                <a:cubicBezTo>
                  <a:pt x="17108" y="46344"/>
                  <a:pt x="19277" y="43862"/>
                  <a:pt x="21445" y="46344"/>
                </a:cubicBezTo>
                <a:cubicBezTo>
                  <a:pt x="21445" y="58758"/>
                  <a:pt x="25783" y="56275"/>
                  <a:pt x="25783" y="63724"/>
                </a:cubicBezTo>
                <a:cubicBezTo>
                  <a:pt x="25783" y="73379"/>
                  <a:pt x="21445" y="78344"/>
                  <a:pt x="10843" y="83310"/>
                </a:cubicBezTo>
                <a:cubicBezTo>
                  <a:pt x="6506" y="85517"/>
                  <a:pt x="0" y="88000"/>
                  <a:pt x="0" y="95448"/>
                </a:cubicBezTo>
                <a:cubicBezTo>
                  <a:pt x="0" y="119724"/>
                  <a:pt x="0" y="119724"/>
                  <a:pt x="0" y="119724"/>
                </a:cubicBezTo>
                <a:cubicBezTo>
                  <a:pt x="83373" y="119724"/>
                  <a:pt x="83373" y="119724"/>
                  <a:pt x="83373" y="119724"/>
                </a:cubicBezTo>
                <a:cubicBezTo>
                  <a:pt x="83373" y="119724"/>
                  <a:pt x="83373" y="105103"/>
                  <a:pt x="83373" y="100413"/>
                </a:cubicBezTo>
                <a:cubicBezTo>
                  <a:pt x="83373" y="95448"/>
                  <a:pt x="72771" y="90482"/>
                  <a:pt x="62168" y="8331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2" name="Shape 5101">
            <a:extLst>
              <a:ext uri="{FF2B5EF4-FFF2-40B4-BE49-F238E27FC236}">
                <a16:creationId xmlns:a16="http://schemas.microsoft.com/office/drawing/2014/main" id="{89D6EEA3-E3AD-F820-8E89-35EDCF9CDE92}"/>
              </a:ext>
            </a:extLst>
          </p:cNvPr>
          <p:cNvSpPr/>
          <p:nvPr/>
        </p:nvSpPr>
        <p:spPr>
          <a:xfrm>
            <a:off x="7032332" y="1717545"/>
            <a:ext cx="245107" cy="184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30" y="119643"/>
                </a:moveTo>
                <a:lnTo>
                  <a:pt x="119730" y="119643"/>
                </a:lnTo>
                <a:cubicBezTo>
                  <a:pt x="119730" y="119643"/>
                  <a:pt x="107595" y="34896"/>
                  <a:pt x="48000" y="34896"/>
                </a:cubicBezTo>
                <a:cubicBezTo>
                  <a:pt x="48000" y="0"/>
                  <a:pt x="48000" y="0"/>
                  <a:pt x="48000" y="0"/>
                </a:cubicBezTo>
                <a:cubicBezTo>
                  <a:pt x="0" y="56617"/>
                  <a:pt x="0" y="56617"/>
                  <a:pt x="0" y="56617"/>
                </a:cubicBezTo>
                <a:cubicBezTo>
                  <a:pt x="48000" y="116439"/>
                  <a:pt x="48000" y="116439"/>
                  <a:pt x="48000" y="116439"/>
                </a:cubicBezTo>
                <a:cubicBezTo>
                  <a:pt x="48000" y="78694"/>
                  <a:pt x="48000" y="78694"/>
                  <a:pt x="48000" y="78694"/>
                </a:cubicBezTo>
                <a:cubicBezTo>
                  <a:pt x="79011" y="78694"/>
                  <a:pt x="102741" y="81899"/>
                  <a:pt x="119730" y="11964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3" name="Shape 5102">
            <a:extLst>
              <a:ext uri="{FF2B5EF4-FFF2-40B4-BE49-F238E27FC236}">
                <a16:creationId xmlns:a16="http://schemas.microsoft.com/office/drawing/2014/main" id="{24A48569-D1E6-E3E1-243D-7CC79C7ED5A7}"/>
              </a:ext>
            </a:extLst>
          </p:cNvPr>
          <p:cNvSpPr/>
          <p:nvPr/>
        </p:nvSpPr>
        <p:spPr>
          <a:xfrm>
            <a:off x="8123638" y="1717545"/>
            <a:ext cx="245107" cy="184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1891" y="78694"/>
                </a:moveTo>
                <a:lnTo>
                  <a:pt x="71891" y="78694"/>
                </a:lnTo>
                <a:cubicBezTo>
                  <a:pt x="71891" y="116439"/>
                  <a:pt x="71891" y="116439"/>
                  <a:pt x="71891" y="116439"/>
                </a:cubicBezTo>
                <a:cubicBezTo>
                  <a:pt x="119729" y="56617"/>
                  <a:pt x="119729" y="56617"/>
                  <a:pt x="119729" y="56617"/>
                </a:cubicBezTo>
                <a:cubicBezTo>
                  <a:pt x="71891" y="0"/>
                  <a:pt x="71891" y="0"/>
                  <a:pt x="71891" y="0"/>
                </a:cubicBezTo>
                <a:cubicBezTo>
                  <a:pt x="71891" y="34896"/>
                  <a:pt x="71891" y="34896"/>
                  <a:pt x="71891" y="34896"/>
                </a:cubicBezTo>
                <a:cubicBezTo>
                  <a:pt x="12162" y="34896"/>
                  <a:pt x="0" y="119643"/>
                  <a:pt x="0" y="119643"/>
                </a:cubicBezTo>
                <a:cubicBezTo>
                  <a:pt x="16756" y="81899"/>
                  <a:pt x="40810" y="78694"/>
                  <a:pt x="71891" y="78694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4" name="Shape 5103">
            <a:extLst>
              <a:ext uri="{FF2B5EF4-FFF2-40B4-BE49-F238E27FC236}">
                <a16:creationId xmlns:a16="http://schemas.microsoft.com/office/drawing/2014/main" id="{403673A5-090F-221B-25A9-E67F75C5D999}"/>
              </a:ext>
            </a:extLst>
          </p:cNvPr>
          <p:cNvSpPr/>
          <p:nvPr/>
        </p:nvSpPr>
        <p:spPr>
          <a:xfrm>
            <a:off x="2653486" y="5418196"/>
            <a:ext cx="245107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9459" y="69616"/>
                </a:moveTo>
                <a:lnTo>
                  <a:pt x="69459" y="69616"/>
                </a:lnTo>
                <a:cubicBezTo>
                  <a:pt x="60000" y="79097"/>
                  <a:pt x="47837" y="88577"/>
                  <a:pt x="43243" y="83972"/>
                </a:cubicBezTo>
                <a:cubicBezTo>
                  <a:pt x="35945" y="76659"/>
                  <a:pt x="31081" y="71783"/>
                  <a:pt x="16756" y="83972"/>
                </a:cubicBezTo>
                <a:cubicBezTo>
                  <a:pt x="0" y="95891"/>
                  <a:pt x="11891" y="105372"/>
                  <a:pt x="19189" y="110248"/>
                </a:cubicBezTo>
                <a:cubicBezTo>
                  <a:pt x="26216" y="119729"/>
                  <a:pt x="55135" y="112686"/>
                  <a:pt x="83783" y="83972"/>
                </a:cubicBezTo>
                <a:cubicBezTo>
                  <a:pt x="112432" y="55259"/>
                  <a:pt x="119729" y="26275"/>
                  <a:pt x="112432" y="16523"/>
                </a:cubicBezTo>
                <a:cubicBezTo>
                  <a:pt x="105405" y="9480"/>
                  <a:pt x="98108" y="0"/>
                  <a:pt x="86216" y="14356"/>
                </a:cubicBezTo>
                <a:cubicBezTo>
                  <a:pt x="74324" y="28713"/>
                  <a:pt x="79189" y="33318"/>
                  <a:pt x="86216" y="40902"/>
                </a:cubicBezTo>
                <a:cubicBezTo>
                  <a:pt x="91081" y="45237"/>
                  <a:pt x="81621" y="57426"/>
                  <a:pt x="69459" y="696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5" name="Shape 5104">
            <a:extLst>
              <a:ext uri="{FF2B5EF4-FFF2-40B4-BE49-F238E27FC236}">
                <a16:creationId xmlns:a16="http://schemas.microsoft.com/office/drawing/2014/main" id="{0750A866-6DA5-6633-23E6-44A58B2F90A5}"/>
              </a:ext>
            </a:extLst>
          </p:cNvPr>
          <p:cNvSpPr/>
          <p:nvPr/>
        </p:nvSpPr>
        <p:spPr>
          <a:xfrm>
            <a:off x="3754519" y="1731165"/>
            <a:ext cx="254834" cy="15760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685" y="11368"/>
                </a:moveTo>
                <a:lnTo>
                  <a:pt x="4685" y="11368"/>
                </a:lnTo>
                <a:cubicBezTo>
                  <a:pt x="9110" y="14736"/>
                  <a:pt x="52841" y="52631"/>
                  <a:pt x="52841" y="52631"/>
                </a:cubicBezTo>
                <a:cubicBezTo>
                  <a:pt x="55184" y="56000"/>
                  <a:pt x="57527" y="56000"/>
                  <a:pt x="60130" y="56000"/>
                </a:cubicBezTo>
                <a:cubicBezTo>
                  <a:pt x="62212" y="56000"/>
                  <a:pt x="64555" y="56000"/>
                  <a:pt x="64555" y="52631"/>
                </a:cubicBezTo>
                <a:cubicBezTo>
                  <a:pt x="66637" y="52631"/>
                  <a:pt x="110629" y="14736"/>
                  <a:pt x="112971" y="11368"/>
                </a:cubicBezTo>
                <a:cubicBezTo>
                  <a:pt x="117657" y="7578"/>
                  <a:pt x="119739" y="0"/>
                  <a:pt x="115314" y="0"/>
                </a:cubicBezTo>
                <a:cubicBezTo>
                  <a:pt x="4685" y="0"/>
                  <a:pt x="4685" y="0"/>
                  <a:pt x="4685" y="0"/>
                </a:cubicBezTo>
                <a:cubicBezTo>
                  <a:pt x="0" y="0"/>
                  <a:pt x="2342" y="7578"/>
                  <a:pt x="4685" y="11368"/>
                </a:cubicBezTo>
                <a:close/>
                <a:moveTo>
                  <a:pt x="115314" y="33684"/>
                </a:moveTo>
                <a:lnTo>
                  <a:pt x="115314" y="33684"/>
                </a:lnTo>
                <a:cubicBezTo>
                  <a:pt x="112971" y="33684"/>
                  <a:pt x="66637" y="71157"/>
                  <a:pt x="64555" y="74947"/>
                </a:cubicBezTo>
                <a:cubicBezTo>
                  <a:pt x="64555" y="74947"/>
                  <a:pt x="62212" y="74947"/>
                  <a:pt x="60130" y="74947"/>
                </a:cubicBezTo>
                <a:cubicBezTo>
                  <a:pt x="57527" y="74947"/>
                  <a:pt x="55184" y="74947"/>
                  <a:pt x="52841" y="74947"/>
                </a:cubicBezTo>
                <a:cubicBezTo>
                  <a:pt x="50498" y="71157"/>
                  <a:pt x="7028" y="33684"/>
                  <a:pt x="4685" y="33684"/>
                </a:cubicBezTo>
                <a:cubicBezTo>
                  <a:pt x="2342" y="30315"/>
                  <a:pt x="2342" y="33684"/>
                  <a:pt x="2342" y="33684"/>
                </a:cubicBezTo>
                <a:cubicBezTo>
                  <a:pt x="2342" y="37052"/>
                  <a:pt x="2342" y="112000"/>
                  <a:pt x="2342" y="112000"/>
                </a:cubicBezTo>
                <a:cubicBezTo>
                  <a:pt x="2342" y="115789"/>
                  <a:pt x="4685" y="119578"/>
                  <a:pt x="9110" y="119578"/>
                </a:cubicBezTo>
                <a:cubicBezTo>
                  <a:pt x="110629" y="119578"/>
                  <a:pt x="110629" y="119578"/>
                  <a:pt x="110629" y="119578"/>
                </a:cubicBezTo>
                <a:cubicBezTo>
                  <a:pt x="115314" y="119578"/>
                  <a:pt x="117657" y="115789"/>
                  <a:pt x="117657" y="112000"/>
                </a:cubicBezTo>
                <a:cubicBezTo>
                  <a:pt x="117657" y="112000"/>
                  <a:pt x="117657" y="37052"/>
                  <a:pt x="117657" y="33684"/>
                </a:cubicBezTo>
                <a:cubicBezTo>
                  <a:pt x="117657" y="33684"/>
                  <a:pt x="117657" y="30315"/>
                  <a:pt x="115314" y="3368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6" name="Shape 5105">
            <a:extLst>
              <a:ext uri="{FF2B5EF4-FFF2-40B4-BE49-F238E27FC236}">
                <a16:creationId xmlns:a16="http://schemas.microsoft.com/office/drawing/2014/main" id="{BC17DB24-045D-B8DE-B819-D7BECB27E957}"/>
              </a:ext>
            </a:extLst>
          </p:cNvPr>
          <p:cNvSpPr/>
          <p:nvPr/>
        </p:nvSpPr>
        <p:spPr>
          <a:xfrm>
            <a:off x="4795827" y="5389010"/>
            <a:ext cx="264560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3319" y="119759"/>
                </a:moveTo>
                <a:lnTo>
                  <a:pt x="33319" y="119759"/>
                </a:lnTo>
                <a:cubicBezTo>
                  <a:pt x="26555" y="119759"/>
                  <a:pt x="17787" y="115180"/>
                  <a:pt x="13277" y="110843"/>
                </a:cubicBezTo>
                <a:cubicBezTo>
                  <a:pt x="2254" y="100240"/>
                  <a:pt x="0" y="81204"/>
                  <a:pt x="13277" y="68433"/>
                </a:cubicBezTo>
                <a:cubicBezTo>
                  <a:pt x="22296" y="59759"/>
                  <a:pt x="57620" y="25542"/>
                  <a:pt x="75407" y="8433"/>
                </a:cubicBezTo>
                <a:cubicBezTo>
                  <a:pt x="82171" y="2168"/>
                  <a:pt x="90939" y="0"/>
                  <a:pt x="97703" y="2168"/>
                </a:cubicBezTo>
                <a:cubicBezTo>
                  <a:pt x="104217" y="4337"/>
                  <a:pt x="110981" y="10602"/>
                  <a:pt x="113235" y="17108"/>
                </a:cubicBezTo>
                <a:cubicBezTo>
                  <a:pt x="115490" y="23373"/>
                  <a:pt x="113235" y="32048"/>
                  <a:pt x="106471" y="38313"/>
                </a:cubicBezTo>
                <a:cubicBezTo>
                  <a:pt x="48851" y="93975"/>
                  <a:pt x="48851" y="93975"/>
                  <a:pt x="48851" y="93975"/>
                </a:cubicBezTo>
                <a:cubicBezTo>
                  <a:pt x="44342" y="98072"/>
                  <a:pt x="39832" y="100240"/>
                  <a:pt x="37578" y="100240"/>
                </a:cubicBezTo>
                <a:cubicBezTo>
                  <a:pt x="33319" y="100240"/>
                  <a:pt x="28810" y="100240"/>
                  <a:pt x="26555" y="96144"/>
                </a:cubicBezTo>
                <a:cubicBezTo>
                  <a:pt x="22296" y="91807"/>
                  <a:pt x="22296" y="85301"/>
                  <a:pt x="28810" y="76867"/>
                </a:cubicBezTo>
                <a:cubicBezTo>
                  <a:pt x="71148" y="36144"/>
                  <a:pt x="71148" y="36144"/>
                  <a:pt x="71148" y="36144"/>
                </a:cubicBezTo>
                <a:cubicBezTo>
                  <a:pt x="73402" y="36144"/>
                  <a:pt x="75407" y="36144"/>
                  <a:pt x="77411" y="36144"/>
                </a:cubicBezTo>
                <a:cubicBezTo>
                  <a:pt x="77411" y="38313"/>
                  <a:pt x="77411" y="40481"/>
                  <a:pt x="77411" y="42891"/>
                </a:cubicBezTo>
                <a:cubicBezTo>
                  <a:pt x="35574" y="83132"/>
                  <a:pt x="35574" y="83132"/>
                  <a:pt x="35574" y="83132"/>
                </a:cubicBezTo>
                <a:cubicBezTo>
                  <a:pt x="31064" y="85301"/>
                  <a:pt x="31064" y="89638"/>
                  <a:pt x="33319" y="91807"/>
                </a:cubicBezTo>
                <a:lnTo>
                  <a:pt x="35574" y="91807"/>
                </a:lnTo>
                <a:cubicBezTo>
                  <a:pt x="37578" y="91807"/>
                  <a:pt x="39832" y="89638"/>
                  <a:pt x="42087" y="89638"/>
                </a:cubicBezTo>
                <a:cubicBezTo>
                  <a:pt x="99958" y="32048"/>
                  <a:pt x="99958" y="32048"/>
                  <a:pt x="99958" y="32048"/>
                </a:cubicBezTo>
                <a:cubicBezTo>
                  <a:pt x="104217" y="27710"/>
                  <a:pt x="106471" y="23373"/>
                  <a:pt x="104217" y="19277"/>
                </a:cubicBezTo>
                <a:cubicBezTo>
                  <a:pt x="104217" y="14939"/>
                  <a:pt x="99958" y="10602"/>
                  <a:pt x="95448" y="10602"/>
                </a:cubicBezTo>
                <a:cubicBezTo>
                  <a:pt x="90939" y="8433"/>
                  <a:pt x="86680" y="10602"/>
                  <a:pt x="82171" y="14939"/>
                </a:cubicBezTo>
                <a:cubicBezTo>
                  <a:pt x="64133" y="32048"/>
                  <a:pt x="28810" y="66265"/>
                  <a:pt x="20041" y="72530"/>
                </a:cubicBezTo>
                <a:cubicBezTo>
                  <a:pt x="9018" y="85301"/>
                  <a:pt x="11022" y="98072"/>
                  <a:pt x="20041" y="104578"/>
                </a:cubicBezTo>
                <a:cubicBezTo>
                  <a:pt x="26555" y="110843"/>
                  <a:pt x="39832" y="115180"/>
                  <a:pt x="50855" y="102409"/>
                </a:cubicBezTo>
                <a:cubicBezTo>
                  <a:pt x="113235" y="44819"/>
                  <a:pt x="113235" y="44819"/>
                  <a:pt x="113235" y="44819"/>
                </a:cubicBezTo>
                <a:cubicBezTo>
                  <a:pt x="115490" y="42891"/>
                  <a:pt x="117494" y="42891"/>
                  <a:pt x="119749" y="44819"/>
                </a:cubicBezTo>
                <a:lnTo>
                  <a:pt x="119749" y="48915"/>
                </a:lnTo>
                <a:cubicBezTo>
                  <a:pt x="57620" y="108915"/>
                  <a:pt x="57620" y="108915"/>
                  <a:pt x="57620" y="108915"/>
                </a:cubicBezTo>
                <a:cubicBezTo>
                  <a:pt x="50855" y="115180"/>
                  <a:pt x="42087" y="119759"/>
                  <a:pt x="33319" y="119759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7" name="Shape 5106">
            <a:extLst>
              <a:ext uri="{FF2B5EF4-FFF2-40B4-BE49-F238E27FC236}">
                <a16:creationId xmlns:a16="http://schemas.microsoft.com/office/drawing/2014/main" id="{67F6E0FD-765D-1BAD-B2E3-C8714EE90885}"/>
              </a:ext>
            </a:extLst>
          </p:cNvPr>
          <p:cNvSpPr/>
          <p:nvPr/>
        </p:nvSpPr>
        <p:spPr>
          <a:xfrm>
            <a:off x="7563394" y="1717545"/>
            <a:ext cx="274286" cy="1848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2736" y="24925"/>
                </a:moveTo>
                <a:lnTo>
                  <a:pt x="42736" y="24925"/>
                </a:lnTo>
                <a:cubicBezTo>
                  <a:pt x="42736" y="0"/>
                  <a:pt x="42736" y="0"/>
                  <a:pt x="42736" y="0"/>
                </a:cubicBezTo>
                <a:cubicBezTo>
                  <a:pt x="0" y="56617"/>
                  <a:pt x="0" y="56617"/>
                  <a:pt x="0" y="56617"/>
                </a:cubicBezTo>
                <a:cubicBezTo>
                  <a:pt x="42736" y="116439"/>
                  <a:pt x="42736" y="116439"/>
                  <a:pt x="42736" y="116439"/>
                </a:cubicBezTo>
                <a:cubicBezTo>
                  <a:pt x="42736" y="91513"/>
                  <a:pt x="42736" y="91513"/>
                  <a:pt x="42736" y="91513"/>
                </a:cubicBezTo>
                <a:cubicBezTo>
                  <a:pt x="17142" y="56617"/>
                  <a:pt x="17142" y="56617"/>
                  <a:pt x="17142" y="56617"/>
                </a:cubicBezTo>
                <a:lnTo>
                  <a:pt x="42736" y="24925"/>
                </a:lnTo>
                <a:close/>
                <a:moveTo>
                  <a:pt x="72676" y="34896"/>
                </a:moveTo>
                <a:lnTo>
                  <a:pt x="72676" y="34896"/>
                </a:lnTo>
                <a:cubicBezTo>
                  <a:pt x="72676" y="0"/>
                  <a:pt x="72676" y="0"/>
                  <a:pt x="72676" y="0"/>
                </a:cubicBezTo>
                <a:cubicBezTo>
                  <a:pt x="29939" y="56617"/>
                  <a:pt x="29939" y="56617"/>
                  <a:pt x="29939" y="56617"/>
                </a:cubicBezTo>
                <a:cubicBezTo>
                  <a:pt x="72676" y="116439"/>
                  <a:pt x="72676" y="116439"/>
                  <a:pt x="72676" y="116439"/>
                </a:cubicBezTo>
                <a:cubicBezTo>
                  <a:pt x="72676" y="78694"/>
                  <a:pt x="72676" y="78694"/>
                  <a:pt x="72676" y="78694"/>
                </a:cubicBezTo>
                <a:cubicBezTo>
                  <a:pt x="91991" y="78694"/>
                  <a:pt x="105030" y="81899"/>
                  <a:pt x="119758" y="119643"/>
                </a:cubicBezTo>
                <a:cubicBezTo>
                  <a:pt x="119758" y="119643"/>
                  <a:pt x="117826" y="34896"/>
                  <a:pt x="72676" y="3489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8" name="Shape 5107">
            <a:extLst>
              <a:ext uri="{FF2B5EF4-FFF2-40B4-BE49-F238E27FC236}">
                <a16:creationId xmlns:a16="http://schemas.microsoft.com/office/drawing/2014/main" id="{1F89C17B-4779-032A-1FD6-3CC402C3B297}"/>
              </a:ext>
            </a:extLst>
          </p:cNvPr>
          <p:cNvSpPr/>
          <p:nvPr/>
        </p:nvSpPr>
        <p:spPr>
          <a:xfrm>
            <a:off x="10262108" y="2809304"/>
            <a:ext cx="274285" cy="243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1187" y="0"/>
                </a:moveTo>
                <a:lnTo>
                  <a:pt x="51187" y="0"/>
                </a:lnTo>
                <a:cubicBezTo>
                  <a:pt x="44909" y="0"/>
                  <a:pt x="44909" y="0"/>
                  <a:pt x="44909" y="0"/>
                </a:cubicBezTo>
                <a:lnTo>
                  <a:pt x="42736" y="2167"/>
                </a:lnTo>
                <a:cubicBezTo>
                  <a:pt x="42736" y="28713"/>
                  <a:pt x="42736" y="28713"/>
                  <a:pt x="42736" y="28713"/>
                </a:cubicBezTo>
                <a:cubicBezTo>
                  <a:pt x="21247" y="28713"/>
                  <a:pt x="21247" y="28713"/>
                  <a:pt x="21247" y="28713"/>
                </a:cubicBezTo>
                <a:lnTo>
                  <a:pt x="19315" y="28713"/>
                </a:lnTo>
                <a:cubicBezTo>
                  <a:pt x="17142" y="28713"/>
                  <a:pt x="17142" y="28713"/>
                  <a:pt x="14969" y="30880"/>
                </a:cubicBezTo>
                <a:cubicBezTo>
                  <a:pt x="0" y="40902"/>
                  <a:pt x="0" y="40902"/>
                  <a:pt x="0" y="40902"/>
                </a:cubicBezTo>
                <a:cubicBezTo>
                  <a:pt x="0" y="43069"/>
                  <a:pt x="0" y="43069"/>
                  <a:pt x="0" y="43069"/>
                </a:cubicBezTo>
                <a:cubicBezTo>
                  <a:pt x="0" y="45237"/>
                  <a:pt x="0" y="45237"/>
                  <a:pt x="0" y="45237"/>
                </a:cubicBezTo>
                <a:cubicBezTo>
                  <a:pt x="14969" y="57426"/>
                  <a:pt x="14969" y="57426"/>
                  <a:pt x="14969" y="57426"/>
                </a:cubicBezTo>
                <a:cubicBezTo>
                  <a:pt x="17142" y="57426"/>
                  <a:pt x="17142" y="57426"/>
                  <a:pt x="19315" y="57426"/>
                </a:cubicBezTo>
                <a:cubicBezTo>
                  <a:pt x="19315" y="59864"/>
                  <a:pt x="21247" y="59864"/>
                  <a:pt x="21247" y="59864"/>
                </a:cubicBezTo>
                <a:cubicBezTo>
                  <a:pt x="42736" y="59864"/>
                  <a:pt x="42736" y="59864"/>
                  <a:pt x="42736" y="59864"/>
                </a:cubicBezTo>
                <a:cubicBezTo>
                  <a:pt x="42736" y="117291"/>
                  <a:pt x="42736" y="117291"/>
                  <a:pt x="42736" y="117291"/>
                </a:cubicBezTo>
                <a:cubicBezTo>
                  <a:pt x="42736" y="119729"/>
                  <a:pt x="44909" y="119729"/>
                  <a:pt x="44909" y="119729"/>
                </a:cubicBezTo>
                <a:cubicBezTo>
                  <a:pt x="51187" y="119729"/>
                  <a:pt x="51187" y="119729"/>
                  <a:pt x="51187" y="119729"/>
                </a:cubicBezTo>
                <a:cubicBezTo>
                  <a:pt x="51187" y="119729"/>
                  <a:pt x="53360" y="119729"/>
                  <a:pt x="53360" y="117291"/>
                </a:cubicBezTo>
                <a:cubicBezTo>
                  <a:pt x="53360" y="2167"/>
                  <a:pt x="53360" y="2167"/>
                  <a:pt x="53360" y="2167"/>
                </a:cubicBezTo>
                <a:lnTo>
                  <a:pt x="51187" y="0"/>
                </a:lnTo>
                <a:close/>
                <a:moveTo>
                  <a:pt x="117585" y="28713"/>
                </a:moveTo>
                <a:lnTo>
                  <a:pt x="117585" y="28713"/>
                </a:lnTo>
                <a:cubicBezTo>
                  <a:pt x="104788" y="16523"/>
                  <a:pt x="104788" y="16523"/>
                  <a:pt x="104788" y="16523"/>
                </a:cubicBezTo>
                <a:cubicBezTo>
                  <a:pt x="102615" y="16523"/>
                  <a:pt x="102615" y="16523"/>
                  <a:pt x="100442" y="14356"/>
                </a:cubicBezTo>
                <a:lnTo>
                  <a:pt x="98269" y="14356"/>
                </a:lnTo>
                <a:cubicBezTo>
                  <a:pt x="57706" y="14356"/>
                  <a:pt x="57706" y="14356"/>
                  <a:pt x="57706" y="14356"/>
                </a:cubicBezTo>
                <a:cubicBezTo>
                  <a:pt x="61810" y="45237"/>
                  <a:pt x="61810" y="45237"/>
                  <a:pt x="61810" y="45237"/>
                </a:cubicBezTo>
                <a:cubicBezTo>
                  <a:pt x="98269" y="45237"/>
                  <a:pt x="98269" y="45237"/>
                  <a:pt x="98269" y="45237"/>
                </a:cubicBezTo>
                <a:lnTo>
                  <a:pt x="100442" y="45237"/>
                </a:lnTo>
                <a:cubicBezTo>
                  <a:pt x="102615" y="45237"/>
                  <a:pt x="102615" y="43069"/>
                  <a:pt x="104788" y="43069"/>
                </a:cubicBezTo>
                <a:cubicBezTo>
                  <a:pt x="117585" y="33318"/>
                  <a:pt x="117585" y="33318"/>
                  <a:pt x="117585" y="33318"/>
                </a:cubicBezTo>
                <a:cubicBezTo>
                  <a:pt x="119758" y="30880"/>
                  <a:pt x="119758" y="30880"/>
                  <a:pt x="119758" y="30880"/>
                </a:cubicBezTo>
                <a:cubicBezTo>
                  <a:pt x="119758" y="28713"/>
                  <a:pt x="119758" y="28713"/>
                  <a:pt x="117585" y="2871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59" name="Shape 5108">
            <a:extLst>
              <a:ext uri="{FF2B5EF4-FFF2-40B4-BE49-F238E27FC236}">
                <a16:creationId xmlns:a16="http://schemas.microsoft.com/office/drawing/2014/main" id="{1A0F9004-73FB-02A8-48A9-AC26C2CBA341}"/>
              </a:ext>
            </a:extLst>
          </p:cNvPr>
          <p:cNvSpPr/>
          <p:nvPr/>
        </p:nvSpPr>
        <p:spPr>
          <a:xfrm>
            <a:off x="2707955" y="1674737"/>
            <a:ext cx="167295" cy="2821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475" y="84747"/>
                </a:moveTo>
                <a:lnTo>
                  <a:pt x="112475" y="84747"/>
                </a:lnTo>
                <a:cubicBezTo>
                  <a:pt x="87920" y="39221"/>
                  <a:pt x="87920" y="39221"/>
                  <a:pt x="87920" y="39221"/>
                </a:cubicBezTo>
                <a:cubicBezTo>
                  <a:pt x="80792" y="28949"/>
                  <a:pt x="56237" y="20544"/>
                  <a:pt x="35247" y="24747"/>
                </a:cubicBezTo>
                <a:cubicBezTo>
                  <a:pt x="17821" y="2101"/>
                  <a:pt x="17821" y="2101"/>
                  <a:pt x="17821" y="2101"/>
                </a:cubicBezTo>
                <a:cubicBezTo>
                  <a:pt x="14257" y="0"/>
                  <a:pt x="11089" y="0"/>
                  <a:pt x="7524" y="0"/>
                </a:cubicBezTo>
                <a:cubicBezTo>
                  <a:pt x="3960" y="2101"/>
                  <a:pt x="3960" y="4202"/>
                  <a:pt x="3960" y="6303"/>
                </a:cubicBezTo>
                <a:cubicBezTo>
                  <a:pt x="24950" y="28949"/>
                  <a:pt x="24950" y="28949"/>
                  <a:pt x="24950" y="28949"/>
                </a:cubicBezTo>
                <a:cubicBezTo>
                  <a:pt x="11089" y="32918"/>
                  <a:pt x="0" y="45291"/>
                  <a:pt x="7524" y="55797"/>
                </a:cubicBezTo>
                <a:cubicBezTo>
                  <a:pt x="28514" y="101322"/>
                  <a:pt x="28514" y="101322"/>
                  <a:pt x="28514" y="101322"/>
                </a:cubicBezTo>
                <a:cubicBezTo>
                  <a:pt x="32079" y="113696"/>
                  <a:pt x="56237" y="119766"/>
                  <a:pt x="80792" y="116031"/>
                </a:cubicBezTo>
                <a:cubicBezTo>
                  <a:pt x="105742" y="109494"/>
                  <a:pt x="119603" y="95019"/>
                  <a:pt x="112475" y="84747"/>
                </a:cubicBezTo>
                <a:close/>
                <a:moveTo>
                  <a:pt x="49504" y="51828"/>
                </a:moveTo>
                <a:lnTo>
                  <a:pt x="49504" y="51828"/>
                </a:lnTo>
                <a:cubicBezTo>
                  <a:pt x="42376" y="53929"/>
                  <a:pt x="35247" y="51828"/>
                  <a:pt x="32079" y="47392"/>
                </a:cubicBezTo>
                <a:cubicBezTo>
                  <a:pt x="28514" y="43424"/>
                  <a:pt x="32079" y="37120"/>
                  <a:pt x="38811" y="37120"/>
                </a:cubicBezTo>
                <a:cubicBezTo>
                  <a:pt x="49504" y="35019"/>
                  <a:pt x="56237" y="37120"/>
                  <a:pt x="56237" y="41556"/>
                </a:cubicBezTo>
                <a:cubicBezTo>
                  <a:pt x="59801" y="45291"/>
                  <a:pt x="56237" y="51828"/>
                  <a:pt x="49504" y="5182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0" name="Shape 5109">
            <a:extLst>
              <a:ext uri="{FF2B5EF4-FFF2-40B4-BE49-F238E27FC236}">
                <a16:creationId xmlns:a16="http://schemas.microsoft.com/office/drawing/2014/main" id="{08BA944A-CE6B-6203-CD08-5F65320F3FC2}"/>
              </a:ext>
            </a:extLst>
          </p:cNvPr>
          <p:cNvSpPr/>
          <p:nvPr/>
        </p:nvSpPr>
        <p:spPr>
          <a:xfrm>
            <a:off x="5949744" y="1770896"/>
            <a:ext cx="206200" cy="15955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7326" y="90511"/>
                </a:moveTo>
                <a:lnTo>
                  <a:pt x="17326" y="90511"/>
                </a:lnTo>
                <a:cubicBezTo>
                  <a:pt x="79572" y="90511"/>
                  <a:pt x="79572" y="90511"/>
                  <a:pt x="79572" y="90511"/>
                </a:cubicBezTo>
                <a:cubicBezTo>
                  <a:pt x="79572" y="119590"/>
                  <a:pt x="79572" y="119590"/>
                  <a:pt x="79572" y="119590"/>
                </a:cubicBezTo>
                <a:cubicBezTo>
                  <a:pt x="119679" y="76177"/>
                  <a:pt x="119679" y="76177"/>
                  <a:pt x="119679" y="76177"/>
                </a:cubicBezTo>
                <a:cubicBezTo>
                  <a:pt x="79572" y="29078"/>
                  <a:pt x="79572" y="29078"/>
                  <a:pt x="79572" y="29078"/>
                </a:cubicBezTo>
                <a:cubicBezTo>
                  <a:pt x="79572" y="61433"/>
                  <a:pt x="79572" y="61433"/>
                  <a:pt x="79572" y="61433"/>
                </a:cubicBezTo>
                <a:cubicBezTo>
                  <a:pt x="22780" y="61433"/>
                  <a:pt x="22780" y="61433"/>
                  <a:pt x="22780" y="61433"/>
                </a:cubicBezTo>
                <a:cubicBezTo>
                  <a:pt x="22780" y="0"/>
                  <a:pt x="22780" y="0"/>
                  <a:pt x="227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8805"/>
                  <a:pt x="0" y="68805"/>
                  <a:pt x="0" y="68805"/>
                </a:cubicBezTo>
                <a:cubicBezTo>
                  <a:pt x="0" y="79863"/>
                  <a:pt x="8663" y="90511"/>
                  <a:pt x="17326" y="9051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1" name="Shape 5110">
            <a:extLst>
              <a:ext uri="{FF2B5EF4-FFF2-40B4-BE49-F238E27FC236}">
                <a16:creationId xmlns:a16="http://schemas.microsoft.com/office/drawing/2014/main" id="{EF45D738-8F41-E647-62BE-92598499CF87}"/>
              </a:ext>
            </a:extLst>
          </p:cNvPr>
          <p:cNvSpPr/>
          <p:nvPr/>
        </p:nvSpPr>
        <p:spPr>
          <a:xfrm>
            <a:off x="9228563" y="2789678"/>
            <a:ext cx="213981" cy="2257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3384" y="93594"/>
                </a:moveTo>
                <a:lnTo>
                  <a:pt x="43384" y="93594"/>
                </a:lnTo>
                <a:cubicBezTo>
                  <a:pt x="38153" y="101222"/>
                  <a:pt x="38153" y="101222"/>
                  <a:pt x="38153" y="101222"/>
                </a:cubicBezTo>
                <a:cubicBezTo>
                  <a:pt x="32615" y="106797"/>
                  <a:pt x="24307" y="106797"/>
                  <a:pt x="18769" y="101222"/>
                </a:cubicBezTo>
                <a:cubicBezTo>
                  <a:pt x="16307" y="98581"/>
                  <a:pt x="13538" y="93594"/>
                  <a:pt x="13538" y="91246"/>
                </a:cubicBezTo>
                <a:cubicBezTo>
                  <a:pt x="13538" y="88312"/>
                  <a:pt x="16307" y="85672"/>
                  <a:pt x="18769" y="83031"/>
                </a:cubicBezTo>
                <a:cubicBezTo>
                  <a:pt x="40923" y="59853"/>
                  <a:pt x="40923" y="59853"/>
                  <a:pt x="40923" y="59853"/>
                </a:cubicBezTo>
                <a:cubicBezTo>
                  <a:pt x="46153" y="57212"/>
                  <a:pt x="54461" y="49290"/>
                  <a:pt x="60000" y="54572"/>
                </a:cubicBezTo>
                <a:cubicBezTo>
                  <a:pt x="62769" y="59853"/>
                  <a:pt x="68000" y="59853"/>
                  <a:pt x="70769" y="54572"/>
                </a:cubicBezTo>
                <a:cubicBezTo>
                  <a:pt x="73538" y="51931"/>
                  <a:pt x="73538" y="49290"/>
                  <a:pt x="70769" y="46943"/>
                </a:cubicBezTo>
                <a:cubicBezTo>
                  <a:pt x="60000" y="36381"/>
                  <a:pt x="43384" y="36381"/>
                  <a:pt x="29846" y="49290"/>
                </a:cubicBezTo>
                <a:cubicBezTo>
                  <a:pt x="8000" y="72762"/>
                  <a:pt x="8000" y="72762"/>
                  <a:pt x="8000" y="72762"/>
                </a:cubicBezTo>
                <a:cubicBezTo>
                  <a:pt x="2461" y="78044"/>
                  <a:pt x="0" y="83031"/>
                  <a:pt x="0" y="91246"/>
                </a:cubicBezTo>
                <a:cubicBezTo>
                  <a:pt x="0" y="98581"/>
                  <a:pt x="2461" y="106797"/>
                  <a:pt x="8000" y="111784"/>
                </a:cubicBezTo>
                <a:cubicBezTo>
                  <a:pt x="13538" y="117066"/>
                  <a:pt x="21538" y="119706"/>
                  <a:pt x="27076" y="119706"/>
                </a:cubicBezTo>
                <a:cubicBezTo>
                  <a:pt x="35076" y="119706"/>
                  <a:pt x="43384" y="117066"/>
                  <a:pt x="48923" y="111784"/>
                </a:cubicBezTo>
                <a:cubicBezTo>
                  <a:pt x="54461" y="104156"/>
                  <a:pt x="54461" y="104156"/>
                  <a:pt x="54461" y="104156"/>
                </a:cubicBezTo>
                <a:cubicBezTo>
                  <a:pt x="57230" y="101222"/>
                  <a:pt x="57230" y="96234"/>
                  <a:pt x="54461" y="93594"/>
                </a:cubicBezTo>
                <a:cubicBezTo>
                  <a:pt x="51692" y="91246"/>
                  <a:pt x="46153" y="91246"/>
                  <a:pt x="43384" y="93594"/>
                </a:cubicBezTo>
                <a:close/>
                <a:moveTo>
                  <a:pt x="111692" y="10562"/>
                </a:moveTo>
                <a:lnTo>
                  <a:pt x="111692" y="10562"/>
                </a:lnTo>
                <a:cubicBezTo>
                  <a:pt x="100615" y="0"/>
                  <a:pt x="84307" y="0"/>
                  <a:pt x="73538" y="10562"/>
                </a:cubicBezTo>
                <a:cubicBezTo>
                  <a:pt x="65230" y="15550"/>
                  <a:pt x="65230" y="15550"/>
                  <a:pt x="65230" y="15550"/>
                </a:cubicBezTo>
                <a:cubicBezTo>
                  <a:pt x="62769" y="20831"/>
                  <a:pt x="62769" y="23471"/>
                  <a:pt x="65230" y="26112"/>
                </a:cubicBezTo>
                <a:cubicBezTo>
                  <a:pt x="68000" y="28753"/>
                  <a:pt x="73538" y="28753"/>
                  <a:pt x="76307" y="26112"/>
                </a:cubicBezTo>
                <a:cubicBezTo>
                  <a:pt x="84307" y="20831"/>
                  <a:pt x="84307" y="20831"/>
                  <a:pt x="84307" y="20831"/>
                </a:cubicBezTo>
                <a:cubicBezTo>
                  <a:pt x="89846" y="15550"/>
                  <a:pt x="97846" y="15550"/>
                  <a:pt x="100615" y="20831"/>
                </a:cubicBezTo>
                <a:cubicBezTo>
                  <a:pt x="103384" y="23471"/>
                  <a:pt x="106153" y="26112"/>
                  <a:pt x="106153" y="31393"/>
                </a:cubicBezTo>
                <a:cubicBezTo>
                  <a:pt x="106153" y="33740"/>
                  <a:pt x="103384" y="36381"/>
                  <a:pt x="100615" y="39022"/>
                </a:cubicBezTo>
                <a:cubicBezTo>
                  <a:pt x="79076" y="62493"/>
                  <a:pt x="79076" y="62493"/>
                  <a:pt x="79076" y="62493"/>
                </a:cubicBezTo>
                <a:cubicBezTo>
                  <a:pt x="65230" y="72762"/>
                  <a:pt x="62769" y="67481"/>
                  <a:pt x="60000" y="64841"/>
                </a:cubicBezTo>
                <a:cubicBezTo>
                  <a:pt x="57230" y="62493"/>
                  <a:pt x="51692" y="62493"/>
                  <a:pt x="48923" y="64841"/>
                </a:cubicBezTo>
                <a:cubicBezTo>
                  <a:pt x="46153" y="67481"/>
                  <a:pt x="46153" y="72762"/>
                  <a:pt x="48923" y="75403"/>
                </a:cubicBezTo>
                <a:cubicBezTo>
                  <a:pt x="54461" y="80684"/>
                  <a:pt x="60000" y="83031"/>
                  <a:pt x="65230" y="83031"/>
                </a:cubicBezTo>
                <a:cubicBezTo>
                  <a:pt x="73538" y="83031"/>
                  <a:pt x="81538" y="80684"/>
                  <a:pt x="87076" y="72762"/>
                </a:cubicBezTo>
                <a:cubicBezTo>
                  <a:pt x="111692" y="49290"/>
                  <a:pt x="111692" y="49290"/>
                  <a:pt x="111692" y="49290"/>
                </a:cubicBezTo>
                <a:cubicBezTo>
                  <a:pt x="116923" y="44303"/>
                  <a:pt x="119692" y="36381"/>
                  <a:pt x="119692" y="31393"/>
                </a:cubicBezTo>
                <a:cubicBezTo>
                  <a:pt x="119692" y="23471"/>
                  <a:pt x="116923" y="15550"/>
                  <a:pt x="111692" y="1056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2" name="Shape 5111">
            <a:extLst>
              <a:ext uri="{FF2B5EF4-FFF2-40B4-BE49-F238E27FC236}">
                <a16:creationId xmlns:a16="http://schemas.microsoft.com/office/drawing/2014/main" id="{C45DB878-3815-B27E-458A-ADF19F43B8E4}"/>
              </a:ext>
            </a:extLst>
          </p:cNvPr>
          <p:cNvSpPr/>
          <p:nvPr/>
        </p:nvSpPr>
        <p:spPr>
          <a:xfrm>
            <a:off x="4320599" y="2809135"/>
            <a:ext cx="212036" cy="1887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153" y="0"/>
                </a:moveTo>
                <a:lnTo>
                  <a:pt x="106153" y="0"/>
                </a:lnTo>
                <a:cubicBezTo>
                  <a:pt x="13538" y="0"/>
                  <a:pt x="13538" y="0"/>
                  <a:pt x="13538" y="0"/>
                </a:cubicBezTo>
                <a:cubicBezTo>
                  <a:pt x="5230" y="0"/>
                  <a:pt x="0" y="5895"/>
                  <a:pt x="0" y="15260"/>
                </a:cubicBezTo>
                <a:cubicBezTo>
                  <a:pt x="0" y="76647"/>
                  <a:pt x="0" y="76647"/>
                  <a:pt x="0" y="76647"/>
                </a:cubicBezTo>
                <a:cubicBezTo>
                  <a:pt x="0" y="85664"/>
                  <a:pt x="5230" y="91907"/>
                  <a:pt x="13538" y="91907"/>
                </a:cubicBezTo>
                <a:cubicBezTo>
                  <a:pt x="43692" y="91907"/>
                  <a:pt x="43692" y="91907"/>
                  <a:pt x="43692" y="91907"/>
                </a:cubicBezTo>
                <a:cubicBezTo>
                  <a:pt x="76307" y="119653"/>
                  <a:pt x="76307" y="119653"/>
                  <a:pt x="76307" y="119653"/>
                </a:cubicBezTo>
                <a:cubicBezTo>
                  <a:pt x="76307" y="91907"/>
                  <a:pt x="76307" y="91907"/>
                  <a:pt x="76307" y="91907"/>
                </a:cubicBezTo>
                <a:cubicBezTo>
                  <a:pt x="106153" y="91907"/>
                  <a:pt x="106153" y="91907"/>
                  <a:pt x="106153" y="91907"/>
                </a:cubicBezTo>
                <a:cubicBezTo>
                  <a:pt x="114461" y="91907"/>
                  <a:pt x="119692" y="85664"/>
                  <a:pt x="119692" y="76647"/>
                </a:cubicBezTo>
                <a:cubicBezTo>
                  <a:pt x="119692" y="15260"/>
                  <a:pt x="119692" y="15260"/>
                  <a:pt x="119692" y="15260"/>
                </a:cubicBezTo>
                <a:cubicBezTo>
                  <a:pt x="119692" y="5895"/>
                  <a:pt x="114461" y="0"/>
                  <a:pt x="106153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63" name="Shape 5112">
            <a:extLst>
              <a:ext uri="{FF2B5EF4-FFF2-40B4-BE49-F238E27FC236}">
                <a16:creationId xmlns:a16="http://schemas.microsoft.com/office/drawing/2014/main" id="{CAE7C6B4-9576-0AA8-99BB-2A40B2035827}"/>
              </a:ext>
            </a:extLst>
          </p:cNvPr>
          <p:cNvSpPr/>
          <p:nvPr/>
        </p:nvSpPr>
        <p:spPr>
          <a:xfrm>
            <a:off x="9214945" y="2239018"/>
            <a:ext cx="245107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0"/>
                </a:moveTo>
                <a:lnTo>
                  <a:pt x="76756" y="44137"/>
                </a:lnTo>
                <a:lnTo>
                  <a:pt x="119729" y="44137"/>
                </a:lnTo>
                <a:lnTo>
                  <a:pt x="83783" y="70896"/>
                </a:lnTo>
                <a:lnTo>
                  <a:pt x="95675" y="119724"/>
                </a:lnTo>
                <a:lnTo>
                  <a:pt x="60000" y="90206"/>
                </a:lnTo>
                <a:lnTo>
                  <a:pt x="23783" y="119724"/>
                </a:lnTo>
                <a:lnTo>
                  <a:pt x="35945" y="70896"/>
                </a:lnTo>
                <a:lnTo>
                  <a:pt x="0" y="44137"/>
                </a:lnTo>
                <a:lnTo>
                  <a:pt x="43243" y="44137"/>
                </a:lnTo>
                <a:lnTo>
                  <a:pt x="60000" y="0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2" name="Shape 5113">
            <a:extLst>
              <a:ext uri="{FF2B5EF4-FFF2-40B4-BE49-F238E27FC236}">
                <a16:creationId xmlns:a16="http://schemas.microsoft.com/office/drawing/2014/main" id="{7B626ECA-8884-52A3-EBA8-47DA60976542}"/>
              </a:ext>
            </a:extLst>
          </p:cNvPr>
          <p:cNvSpPr/>
          <p:nvPr/>
        </p:nvSpPr>
        <p:spPr>
          <a:xfrm>
            <a:off x="2128258" y="3334501"/>
            <a:ext cx="231491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9640" y="58417"/>
                </a:moveTo>
                <a:lnTo>
                  <a:pt x="109640" y="58417"/>
                </a:lnTo>
                <a:cubicBezTo>
                  <a:pt x="109640" y="50935"/>
                  <a:pt x="114820" y="45755"/>
                  <a:pt x="119712" y="40575"/>
                </a:cubicBezTo>
                <a:cubicBezTo>
                  <a:pt x="119712" y="37985"/>
                  <a:pt x="117410" y="33093"/>
                  <a:pt x="117410" y="30503"/>
                </a:cubicBezTo>
                <a:cubicBezTo>
                  <a:pt x="107050" y="33093"/>
                  <a:pt x="101870" y="27913"/>
                  <a:pt x="96978" y="22733"/>
                </a:cubicBezTo>
                <a:cubicBezTo>
                  <a:pt x="91798" y="17841"/>
                  <a:pt x="89208" y="12661"/>
                  <a:pt x="91798" y="4892"/>
                </a:cubicBezTo>
                <a:cubicBezTo>
                  <a:pt x="89208" y="2589"/>
                  <a:pt x="84316" y="0"/>
                  <a:pt x="79136" y="0"/>
                </a:cubicBezTo>
                <a:cubicBezTo>
                  <a:pt x="76546" y="4892"/>
                  <a:pt x="69064" y="10071"/>
                  <a:pt x="61294" y="10071"/>
                </a:cubicBezTo>
                <a:cubicBezTo>
                  <a:pt x="53812" y="10071"/>
                  <a:pt x="46043" y="4892"/>
                  <a:pt x="43453" y="0"/>
                </a:cubicBezTo>
                <a:cubicBezTo>
                  <a:pt x="38273" y="0"/>
                  <a:pt x="33381" y="2589"/>
                  <a:pt x="30791" y="4892"/>
                </a:cubicBezTo>
                <a:cubicBezTo>
                  <a:pt x="33381" y="12661"/>
                  <a:pt x="30791" y="17841"/>
                  <a:pt x="25611" y="22733"/>
                </a:cubicBezTo>
                <a:cubicBezTo>
                  <a:pt x="20719" y="27913"/>
                  <a:pt x="12661" y="33093"/>
                  <a:pt x="5179" y="30503"/>
                </a:cubicBezTo>
                <a:cubicBezTo>
                  <a:pt x="5179" y="33093"/>
                  <a:pt x="2589" y="37985"/>
                  <a:pt x="0" y="40575"/>
                </a:cubicBezTo>
                <a:cubicBezTo>
                  <a:pt x="7769" y="45755"/>
                  <a:pt x="12661" y="50935"/>
                  <a:pt x="12661" y="58417"/>
                </a:cubicBezTo>
                <a:cubicBezTo>
                  <a:pt x="12661" y="66187"/>
                  <a:pt x="7769" y="73669"/>
                  <a:pt x="0" y="79136"/>
                </a:cubicBezTo>
                <a:cubicBezTo>
                  <a:pt x="2589" y="81438"/>
                  <a:pt x="5179" y="86618"/>
                  <a:pt x="5179" y="89208"/>
                </a:cubicBezTo>
                <a:cubicBezTo>
                  <a:pt x="12661" y="89208"/>
                  <a:pt x="20719" y="89208"/>
                  <a:pt x="25611" y="94388"/>
                </a:cubicBezTo>
                <a:cubicBezTo>
                  <a:pt x="30791" y="99280"/>
                  <a:pt x="33381" y="107050"/>
                  <a:pt x="30791" y="114532"/>
                </a:cubicBezTo>
                <a:cubicBezTo>
                  <a:pt x="33381" y="117122"/>
                  <a:pt x="38273" y="117122"/>
                  <a:pt x="43453" y="119712"/>
                </a:cubicBezTo>
                <a:cubicBezTo>
                  <a:pt x="46043" y="111942"/>
                  <a:pt x="53812" y="107050"/>
                  <a:pt x="61294" y="107050"/>
                </a:cubicBezTo>
                <a:cubicBezTo>
                  <a:pt x="69064" y="107050"/>
                  <a:pt x="76546" y="111942"/>
                  <a:pt x="79136" y="119712"/>
                </a:cubicBezTo>
                <a:cubicBezTo>
                  <a:pt x="84316" y="117122"/>
                  <a:pt x="89208" y="117122"/>
                  <a:pt x="91798" y="114532"/>
                </a:cubicBezTo>
                <a:cubicBezTo>
                  <a:pt x="89208" y="107050"/>
                  <a:pt x="91798" y="99280"/>
                  <a:pt x="96978" y="94388"/>
                </a:cubicBezTo>
                <a:cubicBezTo>
                  <a:pt x="101870" y="89208"/>
                  <a:pt x="107050" y="86618"/>
                  <a:pt x="117410" y="89208"/>
                </a:cubicBezTo>
                <a:cubicBezTo>
                  <a:pt x="117410" y="84028"/>
                  <a:pt x="119712" y="81438"/>
                  <a:pt x="119712" y="76258"/>
                </a:cubicBezTo>
                <a:cubicBezTo>
                  <a:pt x="114820" y="73669"/>
                  <a:pt x="109640" y="66187"/>
                  <a:pt x="109640" y="58417"/>
                </a:cubicBezTo>
                <a:close/>
                <a:moveTo>
                  <a:pt x="61294" y="84028"/>
                </a:moveTo>
                <a:lnTo>
                  <a:pt x="61294" y="84028"/>
                </a:lnTo>
                <a:cubicBezTo>
                  <a:pt x="46043" y="84028"/>
                  <a:pt x="35971" y="73669"/>
                  <a:pt x="35971" y="58417"/>
                </a:cubicBezTo>
                <a:cubicBezTo>
                  <a:pt x="35971" y="45755"/>
                  <a:pt x="46043" y="33093"/>
                  <a:pt x="61294" y="33093"/>
                </a:cubicBezTo>
                <a:cubicBezTo>
                  <a:pt x="76546" y="33093"/>
                  <a:pt x="86618" y="45755"/>
                  <a:pt x="86618" y="58417"/>
                </a:cubicBezTo>
                <a:cubicBezTo>
                  <a:pt x="86618" y="73669"/>
                  <a:pt x="76546" y="84028"/>
                  <a:pt x="61294" y="8402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3" name="Shape 5114">
            <a:extLst>
              <a:ext uri="{FF2B5EF4-FFF2-40B4-BE49-F238E27FC236}">
                <a16:creationId xmlns:a16="http://schemas.microsoft.com/office/drawing/2014/main" id="{1D02C8DC-7843-C1BD-6FAF-C0B7B7358A13}"/>
              </a:ext>
            </a:extLst>
          </p:cNvPr>
          <p:cNvSpPr/>
          <p:nvPr/>
        </p:nvSpPr>
        <p:spPr>
          <a:xfrm>
            <a:off x="7573122" y="2774112"/>
            <a:ext cx="254833" cy="254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5974" y="14025"/>
                </a:moveTo>
                <a:lnTo>
                  <a:pt x="105974" y="14025"/>
                </a:lnTo>
                <a:cubicBezTo>
                  <a:pt x="94285" y="4935"/>
                  <a:pt x="80519" y="0"/>
                  <a:pt x="75844" y="4935"/>
                </a:cubicBezTo>
                <a:cubicBezTo>
                  <a:pt x="59740" y="20779"/>
                  <a:pt x="59740" y="20779"/>
                  <a:pt x="59740" y="20779"/>
                </a:cubicBezTo>
                <a:cubicBezTo>
                  <a:pt x="57402" y="23116"/>
                  <a:pt x="55324" y="32467"/>
                  <a:pt x="55324" y="41558"/>
                </a:cubicBezTo>
                <a:cubicBezTo>
                  <a:pt x="2077" y="94285"/>
                  <a:pt x="2077" y="94285"/>
                  <a:pt x="2077" y="94285"/>
                </a:cubicBezTo>
                <a:cubicBezTo>
                  <a:pt x="0" y="96623"/>
                  <a:pt x="2077" y="105974"/>
                  <a:pt x="9090" y="110649"/>
                </a:cubicBezTo>
                <a:cubicBezTo>
                  <a:pt x="16103" y="117662"/>
                  <a:pt x="23116" y="119740"/>
                  <a:pt x="25454" y="117662"/>
                </a:cubicBezTo>
                <a:cubicBezTo>
                  <a:pt x="78181" y="64415"/>
                  <a:pt x="78181" y="64415"/>
                  <a:pt x="78181" y="64415"/>
                </a:cubicBezTo>
                <a:cubicBezTo>
                  <a:pt x="87272" y="64415"/>
                  <a:pt x="96623" y="62337"/>
                  <a:pt x="98961" y="59999"/>
                </a:cubicBezTo>
                <a:cubicBezTo>
                  <a:pt x="115064" y="43896"/>
                  <a:pt x="115064" y="43896"/>
                  <a:pt x="115064" y="43896"/>
                </a:cubicBezTo>
                <a:cubicBezTo>
                  <a:pt x="119740" y="39220"/>
                  <a:pt x="117402" y="25454"/>
                  <a:pt x="105974" y="14025"/>
                </a:cubicBezTo>
                <a:close/>
                <a:moveTo>
                  <a:pt x="48311" y="66753"/>
                </a:moveTo>
                <a:lnTo>
                  <a:pt x="48311" y="66753"/>
                </a:lnTo>
                <a:cubicBezTo>
                  <a:pt x="45974" y="64415"/>
                  <a:pt x="45974" y="59999"/>
                  <a:pt x="50649" y="57662"/>
                </a:cubicBezTo>
                <a:cubicBezTo>
                  <a:pt x="52987" y="52987"/>
                  <a:pt x="57402" y="52987"/>
                  <a:pt x="59740" y="55324"/>
                </a:cubicBezTo>
                <a:cubicBezTo>
                  <a:pt x="62077" y="57662"/>
                  <a:pt x="62077" y="62337"/>
                  <a:pt x="57402" y="64415"/>
                </a:cubicBezTo>
                <a:cubicBezTo>
                  <a:pt x="55324" y="69090"/>
                  <a:pt x="50649" y="69090"/>
                  <a:pt x="48311" y="66753"/>
                </a:cubicBezTo>
                <a:close/>
                <a:moveTo>
                  <a:pt x="91948" y="30129"/>
                </a:moveTo>
                <a:lnTo>
                  <a:pt x="91948" y="30129"/>
                </a:lnTo>
                <a:cubicBezTo>
                  <a:pt x="82857" y="20779"/>
                  <a:pt x="80519" y="9350"/>
                  <a:pt x="80519" y="9350"/>
                </a:cubicBezTo>
                <a:cubicBezTo>
                  <a:pt x="82857" y="7012"/>
                  <a:pt x="91948" y="11428"/>
                  <a:pt x="101298" y="18701"/>
                </a:cubicBezTo>
                <a:cubicBezTo>
                  <a:pt x="110389" y="27792"/>
                  <a:pt x="112727" y="36883"/>
                  <a:pt x="110389" y="39220"/>
                </a:cubicBezTo>
                <a:cubicBezTo>
                  <a:pt x="110389" y="39220"/>
                  <a:pt x="98961" y="36883"/>
                  <a:pt x="91948" y="3012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4" name="Shape 5115">
            <a:extLst>
              <a:ext uri="{FF2B5EF4-FFF2-40B4-BE49-F238E27FC236}">
                <a16:creationId xmlns:a16="http://schemas.microsoft.com/office/drawing/2014/main" id="{9A72BAC4-8881-3383-EC9C-1730C111FA99}"/>
              </a:ext>
            </a:extLst>
          </p:cNvPr>
          <p:cNvSpPr/>
          <p:nvPr/>
        </p:nvSpPr>
        <p:spPr>
          <a:xfrm>
            <a:off x="1577742" y="3272236"/>
            <a:ext cx="250941" cy="29186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966" y="41876"/>
                </a:moveTo>
                <a:lnTo>
                  <a:pt x="114966" y="41876"/>
                </a:lnTo>
                <a:cubicBezTo>
                  <a:pt x="39999" y="67767"/>
                  <a:pt x="70463" y="0"/>
                  <a:pt x="11655" y="36022"/>
                </a:cubicBezTo>
                <a:cubicBezTo>
                  <a:pt x="0" y="40075"/>
                  <a:pt x="0" y="40075"/>
                  <a:pt x="0" y="40075"/>
                </a:cubicBezTo>
                <a:cubicBezTo>
                  <a:pt x="23311" y="119774"/>
                  <a:pt x="23311" y="119774"/>
                  <a:pt x="23311" y="119774"/>
                </a:cubicBezTo>
                <a:cubicBezTo>
                  <a:pt x="37350" y="119774"/>
                  <a:pt x="37350" y="119774"/>
                  <a:pt x="37350" y="119774"/>
                </a:cubicBezTo>
                <a:cubicBezTo>
                  <a:pt x="25695" y="79924"/>
                  <a:pt x="25695" y="79924"/>
                  <a:pt x="25695" y="79924"/>
                </a:cubicBezTo>
                <a:cubicBezTo>
                  <a:pt x="77615" y="43902"/>
                  <a:pt x="56423" y="119774"/>
                  <a:pt x="117350" y="43902"/>
                </a:cubicBezTo>
                <a:cubicBezTo>
                  <a:pt x="119735" y="43902"/>
                  <a:pt x="117350" y="41876"/>
                  <a:pt x="114966" y="4187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5" name="Shape 5116">
            <a:extLst>
              <a:ext uri="{FF2B5EF4-FFF2-40B4-BE49-F238E27FC236}">
                <a16:creationId xmlns:a16="http://schemas.microsoft.com/office/drawing/2014/main" id="{ADF67676-B80B-9C93-0F83-F3BE2FC895FA}"/>
              </a:ext>
            </a:extLst>
          </p:cNvPr>
          <p:cNvSpPr/>
          <p:nvPr/>
        </p:nvSpPr>
        <p:spPr>
          <a:xfrm>
            <a:off x="8674156" y="2779949"/>
            <a:ext cx="235380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112" y="48311"/>
                </a:moveTo>
                <a:lnTo>
                  <a:pt x="92112" y="48311"/>
                </a:lnTo>
                <a:cubicBezTo>
                  <a:pt x="77183" y="16363"/>
                  <a:pt x="67042" y="4675"/>
                  <a:pt x="42253" y="4675"/>
                </a:cubicBezTo>
                <a:cubicBezTo>
                  <a:pt x="32112" y="4675"/>
                  <a:pt x="34647" y="0"/>
                  <a:pt x="27323" y="2597"/>
                </a:cubicBezTo>
                <a:cubicBezTo>
                  <a:pt x="19718" y="4675"/>
                  <a:pt x="27323" y="7012"/>
                  <a:pt x="19718" y="14025"/>
                </a:cubicBezTo>
                <a:cubicBezTo>
                  <a:pt x="0" y="27792"/>
                  <a:pt x="2253" y="43896"/>
                  <a:pt x="9859" y="76103"/>
                </a:cubicBezTo>
                <a:cubicBezTo>
                  <a:pt x="14929" y="89870"/>
                  <a:pt x="2253" y="91948"/>
                  <a:pt x="7323" y="105974"/>
                </a:cubicBezTo>
                <a:cubicBezTo>
                  <a:pt x="9859" y="115324"/>
                  <a:pt x="39718" y="119740"/>
                  <a:pt x="69859" y="108311"/>
                </a:cubicBezTo>
                <a:cubicBezTo>
                  <a:pt x="99718" y="99220"/>
                  <a:pt x="119718" y="78181"/>
                  <a:pt x="114647" y="69090"/>
                </a:cubicBezTo>
                <a:cubicBezTo>
                  <a:pt x="109577" y="55324"/>
                  <a:pt x="99718" y="62077"/>
                  <a:pt x="92112" y="48311"/>
                </a:cubicBezTo>
                <a:close/>
                <a:moveTo>
                  <a:pt x="67042" y="101558"/>
                </a:moveTo>
                <a:lnTo>
                  <a:pt x="67042" y="101558"/>
                </a:lnTo>
                <a:cubicBezTo>
                  <a:pt x="39718" y="110649"/>
                  <a:pt x="17183" y="103636"/>
                  <a:pt x="14929" y="101558"/>
                </a:cubicBezTo>
                <a:cubicBezTo>
                  <a:pt x="14929" y="99220"/>
                  <a:pt x="24788" y="82857"/>
                  <a:pt x="54647" y="73766"/>
                </a:cubicBezTo>
                <a:cubicBezTo>
                  <a:pt x="87323" y="62077"/>
                  <a:pt x="104788" y="66753"/>
                  <a:pt x="104788" y="71428"/>
                </a:cubicBezTo>
                <a:cubicBezTo>
                  <a:pt x="107042" y="73766"/>
                  <a:pt x="94647" y="91948"/>
                  <a:pt x="67042" y="101558"/>
                </a:cubicBezTo>
                <a:close/>
                <a:moveTo>
                  <a:pt x="57183" y="78181"/>
                </a:moveTo>
                <a:lnTo>
                  <a:pt x="57183" y="78181"/>
                </a:lnTo>
                <a:cubicBezTo>
                  <a:pt x="42253" y="82857"/>
                  <a:pt x="34647" y="87532"/>
                  <a:pt x="27323" y="94285"/>
                </a:cubicBezTo>
                <a:cubicBezTo>
                  <a:pt x="32112" y="96883"/>
                  <a:pt x="39718" y="99220"/>
                  <a:pt x="47042" y="94285"/>
                </a:cubicBezTo>
                <a:cubicBezTo>
                  <a:pt x="59718" y="91948"/>
                  <a:pt x="64788" y="82857"/>
                  <a:pt x="62253" y="76103"/>
                </a:cubicBezTo>
                <a:lnTo>
                  <a:pt x="62253" y="76103"/>
                </a:lnTo>
                <a:cubicBezTo>
                  <a:pt x="62253" y="76103"/>
                  <a:pt x="59718" y="78181"/>
                  <a:pt x="57183" y="7818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6" name="Shape 5117">
            <a:extLst>
              <a:ext uri="{FF2B5EF4-FFF2-40B4-BE49-F238E27FC236}">
                <a16:creationId xmlns:a16="http://schemas.microsoft.com/office/drawing/2014/main" id="{C18F85E8-95EC-3969-6545-AEC0FE71C0C7}"/>
              </a:ext>
            </a:extLst>
          </p:cNvPr>
          <p:cNvSpPr/>
          <p:nvPr/>
        </p:nvSpPr>
        <p:spPr>
          <a:xfrm>
            <a:off x="8113912" y="2783841"/>
            <a:ext cx="264560" cy="2354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513" y="34647"/>
                </a:moveTo>
                <a:lnTo>
                  <a:pt x="6513" y="34647"/>
                </a:lnTo>
                <a:cubicBezTo>
                  <a:pt x="112985" y="34647"/>
                  <a:pt x="112985" y="34647"/>
                  <a:pt x="112985" y="34647"/>
                </a:cubicBezTo>
                <a:cubicBezTo>
                  <a:pt x="115240" y="34647"/>
                  <a:pt x="115240" y="32394"/>
                  <a:pt x="112985" y="29859"/>
                </a:cubicBezTo>
                <a:cubicBezTo>
                  <a:pt x="112985" y="29859"/>
                  <a:pt x="93194" y="22253"/>
                  <a:pt x="88684" y="22253"/>
                </a:cubicBezTo>
                <a:cubicBezTo>
                  <a:pt x="84175" y="22253"/>
                  <a:pt x="84175" y="22253"/>
                  <a:pt x="84175" y="22253"/>
                </a:cubicBezTo>
                <a:cubicBezTo>
                  <a:pt x="84175" y="0"/>
                  <a:pt x="84175" y="0"/>
                  <a:pt x="84175" y="0"/>
                </a:cubicBezTo>
                <a:cubicBezTo>
                  <a:pt x="35323" y="0"/>
                  <a:pt x="35323" y="0"/>
                  <a:pt x="35323" y="0"/>
                </a:cubicBezTo>
                <a:cubicBezTo>
                  <a:pt x="35323" y="22253"/>
                  <a:pt x="35323" y="22253"/>
                  <a:pt x="35323" y="22253"/>
                </a:cubicBezTo>
                <a:cubicBezTo>
                  <a:pt x="31064" y="22253"/>
                  <a:pt x="31064" y="22253"/>
                  <a:pt x="31064" y="22253"/>
                </a:cubicBezTo>
                <a:cubicBezTo>
                  <a:pt x="26555" y="22253"/>
                  <a:pt x="6513" y="29859"/>
                  <a:pt x="6513" y="29859"/>
                </a:cubicBezTo>
                <a:cubicBezTo>
                  <a:pt x="4258" y="32394"/>
                  <a:pt x="4258" y="34647"/>
                  <a:pt x="6513" y="34647"/>
                </a:cubicBezTo>
                <a:close/>
                <a:moveTo>
                  <a:pt x="112985" y="44788"/>
                </a:moveTo>
                <a:lnTo>
                  <a:pt x="112985" y="44788"/>
                </a:lnTo>
                <a:cubicBezTo>
                  <a:pt x="6513" y="44788"/>
                  <a:pt x="6513" y="44788"/>
                  <a:pt x="6513" y="44788"/>
                </a:cubicBezTo>
                <a:cubicBezTo>
                  <a:pt x="2004" y="44788"/>
                  <a:pt x="0" y="47323"/>
                  <a:pt x="0" y="52112"/>
                </a:cubicBezTo>
                <a:cubicBezTo>
                  <a:pt x="0" y="77183"/>
                  <a:pt x="0" y="77183"/>
                  <a:pt x="0" y="77183"/>
                </a:cubicBezTo>
                <a:cubicBezTo>
                  <a:pt x="0" y="79718"/>
                  <a:pt x="2004" y="84507"/>
                  <a:pt x="6513" y="84507"/>
                </a:cubicBezTo>
                <a:cubicBezTo>
                  <a:pt x="17787" y="84507"/>
                  <a:pt x="17787" y="84507"/>
                  <a:pt x="17787" y="84507"/>
                </a:cubicBezTo>
                <a:cubicBezTo>
                  <a:pt x="13277" y="119718"/>
                  <a:pt x="13277" y="119718"/>
                  <a:pt x="13277" y="119718"/>
                </a:cubicBezTo>
                <a:cubicBezTo>
                  <a:pt x="106471" y="119718"/>
                  <a:pt x="106471" y="119718"/>
                  <a:pt x="106471" y="119718"/>
                </a:cubicBezTo>
                <a:cubicBezTo>
                  <a:pt x="101962" y="84507"/>
                  <a:pt x="101962" y="84507"/>
                  <a:pt x="101962" y="84507"/>
                </a:cubicBezTo>
                <a:cubicBezTo>
                  <a:pt x="112985" y="84507"/>
                  <a:pt x="112985" y="84507"/>
                  <a:pt x="112985" y="84507"/>
                </a:cubicBezTo>
                <a:cubicBezTo>
                  <a:pt x="117494" y="84507"/>
                  <a:pt x="119749" y="79718"/>
                  <a:pt x="119749" y="77183"/>
                </a:cubicBezTo>
                <a:cubicBezTo>
                  <a:pt x="119749" y="52112"/>
                  <a:pt x="119749" y="52112"/>
                  <a:pt x="119749" y="52112"/>
                </a:cubicBezTo>
                <a:cubicBezTo>
                  <a:pt x="119749" y="47323"/>
                  <a:pt x="117494" y="44788"/>
                  <a:pt x="112985" y="44788"/>
                </a:cubicBezTo>
                <a:close/>
                <a:moveTo>
                  <a:pt x="24300" y="104788"/>
                </a:moveTo>
                <a:lnTo>
                  <a:pt x="24300" y="104788"/>
                </a:lnTo>
                <a:cubicBezTo>
                  <a:pt x="33068" y="59718"/>
                  <a:pt x="33068" y="59718"/>
                  <a:pt x="33068" y="59718"/>
                </a:cubicBezTo>
                <a:cubicBezTo>
                  <a:pt x="86430" y="59718"/>
                  <a:pt x="86430" y="59718"/>
                  <a:pt x="86430" y="59718"/>
                </a:cubicBezTo>
                <a:cubicBezTo>
                  <a:pt x="95448" y="104788"/>
                  <a:pt x="95448" y="104788"/>
                  <a:pt x="95448" y="104788"/>
                </a:cubicBezTo>
                <a:lnTo>
                  <a:pt x="24300" y="10478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7" name="Shape 5118">
            <a:extLst>
              <a:ext uri="{FF2B5EF4-FFF2-40B4-BE49-F238E27FC236}">
                <a16:creationId xmlns:a16="http://schemas.microsoft.com/office/drawing/2014/main" id="{91CFF962-30F6-BB6C-F0F3-83C479B7864A}"/>
              </a:ext>
            </a:extLst>
          </p:cNvPr>
          <p:cNvSpPr/>
          <p:nvPr/>
        </p:nvSpPr>
        <p:spPr>
          <a:xfrm>
            <a:off x="3744794" y="2779950"/>
            <a:ext cx="274285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4285" y="74157"/>
                </a:moveTo>
                <a:lnTo>
                  <a:pt x="34285" y="74157"/>
                </a:lnTo>
                <a:cubicBezTo>
                  <a:pt x="34285" y="33707"/>
                  <a:pt x="34285" y="33707"/>
                  <a:pt x="34285" y="33707"/>
                </a:cubicBezTo>
                <a:cubicBezTo>
                  <a:pt x="12796" y="33707"/>
                  <a:pt x="12796" y="33707"/>
                  <a:pt x="12796" y="33707"/>
                </a:cubicBezTo>
                <a:cubicBezTo>
                  <a:pt x="4346" y="33707"/>
                  <a:pt x="0" y="40719"/>
                  <a:pt x="0" y="48000"/>
                </a:cubicBezTo>
                <a:cubicBezTo>
                  <a:pt x="0" y="86022"/>
                  <a:pt x="0" y="86022"/>
                  <a:pt x="0" y="86022"/>
                </a:cubicBezTo>
                <a:cubicBezTo>
                  <a:pt x="0" y="95460"/>
                  <a:pt x="4346" y="100584"/>
                  <a:pt x="12796" y="100584"/>
                </a:cubicBezTo>
                <a:cubicBezTo>
                  <a:pt x="17142" y="100584"/>
                  <a:pt x="17142" y="100584"/>
                  <a:pt x="17142" y="100584"/>
                </a:cubicBezTo>
                <a:cubicBezTo>
                  <a:pt x="17142" y="119730"/>
                  <a:pt x="17142" y="119730"/>
                  <a:pt x="17142" y="119730"/>
                </a:cubicBezTo>
                <a:cubicBezTo>
                  <a:pt x="36458" y="100584"/>
                  <a:pt x="36458" y="100584"/>
                  <a:pt x="36458" y="100584"/>
                </a:cubicBezTo>
                <a:cubicBezTo>
                  <a:pt x="66156" y="100584"/>
                  <a:pt x="66156" y="100584"/>
                  <a:pt x="66156" y="100584"/>
                </a:cubicBezTo>
                <a:cubicBezTo>
                  <a:pt x="72917" y="100584"/>
                  <a:pt x="77022" y="95460"/>
                  <a:pt x="77022" y="86022"/>
                </a:cubicBezTo>
                <a:cubicBezTo>
                  <a:pt x="77022" y="74157"/>
                  <a:pt x="77022" y="74157"/>
                  <a:pt x="77022" y="74157"/>
                </a:cubicBezTo>
                <a:lnTo>
                  <a:pt x="77022" y="74157"/>
                </a:lnTo>
                <a:lnTo>
                  <a:pt x="34285" y="74157"/>
                </a:lnTo>
                <a:close/>
                <a:moveTo>
                  <a:pt x="106961" y="0"/>
                </a:moveTo>
                <a:lnTo>
                  <a:pt x="106961" y="0"/>
                </a:lnTo>
                <a:cubicBezTo>
                  <a:pt x="53360" y="0"/>
                  <a:pt x="53360" y="0"/>
                  <a:pt x="53360" y="0"/>
                </a:cubicBezTo>
                <a:cubicBezTo>
                  <a:pt x="47082" y="0"/>
                  <a:pt x="42736" y="7280"/>
                  <a:pt x="42736" y="14561"/>
                </a:cubicBezTo>
                <a:cubicBezTo>
                  <a:pt x="42736" y="66876"/>
                  <a:pt x="42736" y="66876"/>
                  <a:pt x="42736" y="66876"/>
                </a:cubicBezTo>
                <a:cubicBezTo>
                  <a:pt x="83541" y="66876"/>
                  <a:pt x="83541" y="66876"/>
                  <a:pt x="83541" y="66876"/>
                </a:cubicBezTo>
                <a:cubicBezTo>
                  <a:pt x="102615" y="86022"/>
                  <a:pt x="102615" y="86022"/>
                  <a:pt x="102615" y="86022"/>
                </a:cubicBezTo>
                <a:cubicBezTo>
                  <a:pt x="102615" y="66876"/>
                  <a:pt x="102615" y="66876"/>
                  <a:pt x="102615" y="66876"/>
                </a:cubicBezTo>
                <a:cubicBezTo>
                  <a:pt x="106961" y="66876"/>
                  <a:pt x="106961" y="66876"/>
                  <a:pt x="106961" y="66876"/>
                </a:cubicBezTo>
                <a:cubicBezTo>
                  <a:pt x="113480" y="66876"/>
                  <a:pt x="119758" y="62292"/>
                  <a:pt x="119758" y="52584"/>
                </a:cubicBezTo>
                <a:cubicBezTo>
                  <a:pt x="119758" y="14561"/>
                  <a:pt x="119758" y="14561"/>
                  <a:pt x="119758" y="14561"/>
                </a:cubicBezTo>
                <a:cubicBezTo>
                  <a:pt x="119758" y="7280"/>
                  <a:pt x="113480" y="0"/>
                  <a:pt x="106961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8" name="Shape 5119">
            <a:extLst>
              <a:ext uri="{FF2B5EF4-FFF2-40B4-BE49-F238E27FC236}">
                <a16:creationId xmlns:a16="http://schemas.microsoft.com/office/drawing/2014/main" id="{F68FF5F6-B6DE-F788-D7AA-03E441F11F99}"/>
              </a:ext>
            </a:extLst>
          </p:cNvPr>
          <p:cNvSpPr/>
          <p:nvPr/>
        </p:nvSpPr>
        <p:spPr>
          <a:xfrm>
            <a:off x="4871115" y="2813027"/>
            <a:ext cx="245107" cy="1829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918" y="0"/>
                </a:moveTo>
                <a:lnTo>
                  <a:pt x="18918" y="0"/>
                </a:lnTo>
                <a:cubicBezTo>
                  <a:pt x="7027" y="0"/>
                  <a:pt x="0" y="12765"/>
                  <a:pt x="0" y="25531"/>
                </a:cubicBezTo>
                <a:cubicBezTo>
                  <a:pt x="0" y="41945"/>
                  <a:pt x="7027" y="54711"/>
                  <a:pt x="18918" y="54711"/>
                </a:cubicBezTo>
                <a:cubicBezTo>
                  <a:pt x="38378" y="54711"/>
                  <a:pt x="26486" y="106139"/>
                  <a:pt x="0" y="106139"/>
                </a:cubicBezTo>
                <a:cubicBezTo>
                  <a:pt x="0" y="119635"/>
                  <a:pt x="0" y="119635"/>
                  <a:pt x="0" y="119635"/>
                </a:cubicBezTo>
                <a:cubicBezTo>
                  <a:pt x="45405" y="119635"/>
                  <a:pt x="64594" y="0"/>
                  <a:pt x="18918" y="0"/>
                </a:cubicBezTo>
                <a:close/>
                <a:moveTo>
                  <a:pt x="74324" y="0"/>
                </a:moveTo>
                <a:lnTo>
                  <a:pt x="74324" y="0"/>
                </a:lnTo>
                <a:cubicBezTo>
                  <a:pt x="64594" y="0"/>
                  <a:pt x="55135" y="12765"/>
                  <a:pt x="55135" y="25531"/>
                </a:cubicBezTo>
                <a:cubicBezTo>
                  <a:pt x="55135" y="41945"/>
                  <a:pt x="64594" y="54711"/>
                  <a:pt x="74324" y="54711"/>
                </a:cubicBezTo>
                <a:cubicBezTo>
                  <a:pt x="95675" y="54711"/>
                  <a:pt x="81351" y="106139"/>
                  <a:pt x="55135" y="106139"/>
                </a:cubicBezTo>
                <a:cubicBezTo>
                  <a:pt x="55135" y="119635"/>
                  <a:pt x="55135" y="119635"/>
                  <a:pt x="55135" y="119635"/>
                </a:cubicBezTo>
                <a:cubicBezTo>
                  <a:pt x="102972" y="119635"/>
                  <a:pt x="119729" y="0"/>
                  <a:pt x="74324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199" name="Shape 5120">
            <a:extLst>
              <a:ext uri="{FF2B5EF4-FFF2-40B4-BE49-F238E27FC236}">
                <a16:creationId xmlns:a16="http://schemas.microsoft.com/office/drawing/2014/main" id="{DE155F3D-4077-3F78-D8CE-04E6E5CD6DAE}"/>
              </a:ext>
            </a:extLst>
          </p:cNvPr>
          <p:cNvSpPr/>
          <p:nvPr/>
        </p:nvSpPr>
        <p:spPr>
          <a:xfrm>
            <a:off x="6501267" y="2793570"/>
            <a:ext cx="215927" cy="22182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189" y="0"/>
                </a:moveTo>
                <a:lnTo>
                  <a:pt x="106189" y="0"/>
                </a:lnTo>
                <a:cubicBezTo>
                  <a:pt x="43580" y="0"/>
                  <a:pt x="43580" y="0"/>
                  <a:pt x="43580" y="0"/>
                </a:cubicBezTo>
                <a:cubicBezTo>
                  <a:pt x="35294" y="0"/>
                  <a:pt x="30076" y="5400"/>
                  <a:pt x="30076" y="13200"/>
                </a:cubicBezTo>
                <a:cubicBezTo>
                  <a:pt x="30076" y="74400"/>
                  <a:pt x="30076" y="74400"/>
                  <a:pt x="30076" y="74400"/>
                </a:cubicBezTo>
                <a:cubicBezTo>
                  <a:pt x="30076" y="82200"/>
                  <a:pt x="35294" y="87600"/>
                  <a:pt x="43580" y="87600"/>
                </a:cubicBezTo>
                <a:cubicBezTo>
                  <a:pt x="106189" y="87600"/>
                  <a:pt x="106189" y="87600"/>
                  <a:pt x="106189" y="87600"/>
                </a:cubicBezTo>
                <a:cubicBezTo>
                  <a:pt x="114168" y="87600"/>
                  <a:pt x="119693" y="82200"/>
                  <a:pt x="119693" y="74400"/>
                </a:cubicBezTo>
                <a:cubicBezTo>
                  <a:pt x="119693" y="13200"/>
                  <a:pt x="119693" y="13200"/>
                  <a:pt x="119693" y="13200"/>
                </a:cubicBezTo>
                <a:cubicBezTo>
                  <a:pt x="119693" y="5400"/>
                  <a:pt x="114168" y="0"/>
                  <a:pt x="106189" y="0"/>
                </a:cubicBezTo>
                <a:close/>
                <a:moveTo>
                  <a:pt x="106189" y="74400"/>
                </a:moveTo>
                <a:lnTo>
                  <a:pt x="106189" y="74400"/>
                </a:lnTo>
                <a:cubicBezTo>
                  <a:pt x="43580" y="74400"/>
                  <a:pt x="43580" y="74400"/>
                  <a:pt x="43580" y="74400"/>
                </a:cubicBezTo>
                <a:cubicBezTo>
                  <a:pt x="43580" y="13200"/>
                  <a:pt x="43580" y="13200"/>
                  <a:pt x="43580" y="13200"/>
                </a:cubicBezTo>
                <a:cubicBezTo>
                  <a:pt x="106189" y="13200"/>
                  <a:pt x="106189" y="13200"/>
                  <a:pt x="106189" y="13200"/>
                </a:cubicBezTo>
                <a:lnTo>
                  <a:pt x="106189" y="74400"/>
                </a:lnTo>
                <a:close/>
                <a:moveTo>
                  <a:pt x="13810" y="58500"/>
                </a:moveTo>
                <a:lnTo>
                  <a:pt x="13810" y="58500"/>
                </a:lnTo>
                <a:cubicBezTo>
                  <a:pt x="0" y="58500"/>
                  <a:pt x="0" y="58500"/>
                  <a:pt x="0" y="58500"/>
                </a:cubicBezTo>
                <a:cubicBezTo>
                  <a:pt x="0" y="103800"/>
                  <a:pt x="0" y="103800"/>
                  <a:pt x="0" y="103800"/>
                </a:cubicBezTo>
                <a:cubicBezTo>
                  <a:pt x="0" y="111600"/>
                  <a:pt x="5524" y="119700"/>
                  <a:pt x="13810" y="119700"/>
                </a:cubicBezTo>
                <a:cubicBezTo>
                  <a:pt x="60153" y="119700"/>
                  <a:pt x="60153" y="119700"/>
                  <a:pt x="60153" y="119700"/>
                </a:cubicBezTo>
                <a:cubicBezTo>
                  <a:pt x="60153" y="103800"/>
                  <a:pt x="60153" y="103800"/>
                  <a:pt x="60153" y="103800"/>
                </a:cubicBezTo>
                <a:cubicBezTo>
                  <a:pt x="13810" y="103800"/>
                  <a:pt x="13810" y="103800"/>
                  <a:pt x="13810" y="103800"/>
                </a:cubicBezTo>
                <a:lnTo>
                  <a:pt x="13810" y="5850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0" name="Shape 5121">
            <a:extLst>
              <a:ext uri="{FF2B5EF4-FFF2-40B4-BE49-F238E27FC236}">
                <a16:creationId xmlns:a16="http://schemas.microsoft.com/office/drawing/2014/main" id="{D4EF0DD9-6B13-DA3F-4536-C0709A810186}"/>
              </a:ext>
            </a:extLst>
          </p:cNvPr>
          <p:cNvSpPr/>
          <p:nvPr/>
        </p:nvSpPr>
        <p:spPr>
          <a:xfrm>
            <a:off x="10290689" y="3387038"/>
            <a:ext cx="235380" cy="15955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4543" y="21706"/>
                </a:moveTo>
                <a:lnTo>
                  <a:pt x="104543" y="21706"/>
                </a:lnTo>
                <a:cubicBezTo>
                  <a:pt x="30070" y="21706"/>
                  <a:pt x="30070" y="21706"/>
                  <a:pt x="30070" y="21706"/>
                </a:cubicBezTo>
                <a:cubicBezTo>
                  <a:pt x="30070" y="0"/>
                  <a:pt x="30070" y="0"/>
                  <a:pt x="30070" y="0"/>
                </a:cubicBezTo>
                <a:cubicBezTo>
                  <a:pt x="0" y="36450"/>
                  <a:pt x="0" y="36450"/>
                  <a:pt x="0" y="36450"/>
                </a:cubicBezTo>
                <a:cubicBezTo>
                  <a:pt x="30070" y="72491"/>
                  <a:pt x="30070" y="72491"/>
                  <a:pt x="30070" y="72491"/>
                </a:cubicBezTo>
                <a:cubicBezTo>
                  <a:pt x="30070" y="50784"/>
                  <a:pt x="30070" y="50784"/>
                  <a:pt x="30070" y="50784"/>
                </a:cubicBezTo>
                <a:cubicBezTo>
                  <a:pt x="99484" y="50784"/>
                  <a:pt x="99484" y="50784"/>
                  <a:pt x="99484" y="50784"/>
                </a:cubicBezTo>
                <a:cubicBezTo>
                  <a:pt x="99484" y="90511"/>
                  <a:pt x="99484" y="90511"/>
                  <a:pt x="99484" y="90511"/>
                </a:cubicBezTo>
                <a:cubicBezTo>
                  <a:pt x="7587" y="90511"/>
                  <a:pt x="7587" y="90511"/>
                  <a:pt x="7587" y="90511"/>
                </a:cubicBezTo>
                <a:cubicBezTo>
                  <a:pt x="7587" y="119590"/>
                  <a:pt x="7587" y="119590"/>
                  <a:pt x="7587" y="119590"/>
                </a:cubicBezTo>
                <a:cubicBezTo>
                  <a:pt x="104543" y="119590"/>
                  <a:pt x="104543" y="119590"/>
                  <a:pt x="104543" y="119590"/>
                </a:cubicBezTo>
                <a:cubicBezTo>
                  <a:pt x="112131" y="119590"/>
                  <a:pt x="119718" y="112218"/>
                  <a:pt x="119718" y="101569"/>
                </a:cubicBezTo>
                <a:cubicBezTo>
                  <a:pt x="119718" y="39726"/>
                  <a:pt x="119718" y="39726"/>
                  <a:pt x="119718" y="39726"/>
                </a:cubicBezTo>
                <a:cubicBezTo>
                  <a:pt x="119718" y="29078"/>
                  <a:pt x="112131" y="21706"/>
                  <a:pt x="104543" y="2170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1" name="Shape 5122">
            <a:extLst>
              <a:ext uri="{FF2B5EF4-FFF2-40B4-BE49-F238E27FC236}">
                <a16:creationId xmlns:a16="http://schemas.microsoft.com/office/drawing/2014/main" id="{4E63581D-2AE1-4ED9-3E25-41FAD8FD1A97}"/>
              </a:ext>
            </a:extLst>
          </p:cNvPr>
          <p:cNvSpPr/>
          <p:nvPr/>
        </p:nvSpPr>
        <p:spPr>
          <a:xfrm>
            <a:off x="5937133" y="2789678"/>
            <a:ext cx="254834" cy="2257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396" y="62493"/>
                </a:moveTo>
                <a:lnTo>
                  <a:pt x="117396" y="62493"/>
                </a:lnTo>
                <a:cubicBezTo>
                  <a:pt x="64295" y="4987"/>
                  <a:pt x="64295" y="4987"/>
                  <a:pt x="64295" y="4987"/>
                </a:cubicBezTo>
                <a:cubicBezTo>
                  <a:pt x="61952" y="0"/>
                  <a:pt x="57527" y="0"/>
                  <a:pt x="55184" y="4987"/>
                </a:cubicBezTo>
                <a:cubicBezTo>
                  <a:pt x="2342" y="62493"/>
                  <a:pt x="2342" y="62493"/>
                  <a:pt x="2342" y="62493"/>
                </a:cubicBezTo>
                <a:cubicBezTo>
                  <a:pt x="0" y="64841"/>
                  <a:pt x="2342" y="67481"/>
                  <a:pt x="4685" y="67481"/>
                </a:cubicBezTo>
                <a:cubicBezTo>
                  <a:pt x="16138" y="67481"/>
                  <a:pt x="16138" y="67481"/>
                  <a:pt x="16138" y="67481"/>
                </a:cubicBezTo>
                <a:cubicBezTo>
                  <a:pt x="16138" y="114425"/>
                  <a:pt x="16138" y="114425"/>
                  <a:pt x="16138" y="114425"/>
                </a:cubicBezTo>
                <a:cubicBezTo>
                  <a:pt x="16138" y="117066"/>
                  <a:pt x="16138" y="119706"/>
                  <a:pt x="20563" y="119706"/>
                </a:cubicBezTo>
                <a:cubicBezTo>
                  <a:pt x="46073" y="119706"/>
                  <a:pt x="46073" y="119706"/>
                  <a:pt x="46073" y="119706"/>
                </a:cubicBezTo>
                <a:cubicBezTo>
                  <a:pt x="46073" y="72762"/>
                  <a:pt x="46073" y="72762"/>
                  <a:pt x="46073" y="72762"/>
                </a:cubicBezTo>
                <a:cubicBezTo>
                  <a:pt x="73665" y="72762"/>
                  <a:pt x="73665" y="72762"/>
                  <a:pt x="73665" y="72762"/>
                </a:cubicBezTo>
                <a:cubicBezTo>
                  <a:pt x="73665" y="119706"/>
                  <a:pt x="73665" y="119706"/>
                  <a:pt x="73665" y="119706"/>
                </a:cubicBezTo>
                <a:cubicBezTo>
                  <a:pt x="99175" y="119706"/>
                  <a:pt x="99175" y="119706"/>
                  <a:pt x="99175" y="119706"/>
                </a:cubicBezTo>
                <a:cubicBezTo>
                  <a:pt x="103600" y="119706"/>
                  <a:pt x="103600" y="117066"/>
                  <a:pt x="103600" y="114425"/>
                </a:cubicBezTo>
                <a:cubicBezTo>
                  <a:pt x="103600" y="67481"/>
                  <a:pt x="103600" y="67481"/>
                  <a:pt x="103600" y="67481"/>
                </a:cubicBezTo>
                <a:cubicBezTo>
                  <a:pt x="115314" y="67481"/>
                  <a:pt x="115314" y="67481"/>
                  <a:pt x="115314" y="67481"/>
                </a:cubicBezTo>
                <a:cubicBezTo>
                  <a:pt x="117396" y="67481"/>
                  <a:pt x="119739" y="64841"/>
                  <a:pt x="117396" y="6249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2" name="Shape 5123">
            <a:extLst>
              <a:ext uri="{FF2B5EF4-FFF2-40B4-BE49-F238E27FC236}">
                <a16:creationId xmlns:a16="http://schemas.microsoft.com/office/drawing/2014/main" id="{2E1B30CE-52F1-B5CA-89BC-F707A033F151}"/>
              </a:ext>
            </a:extLst>
          </p:cNvPr>
          <p:cNvSpPr/>
          <p:nvPr/>
        </p:nvSpPr>
        <p:spPr>
          <a:xfrm>
            <a:off x="2108805" y="2248746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5400"/>
                  <a:pt x="0" y="13200"/>
                </a:cubicBezTo>
                <a:cubicBezTo>
                  <a:pt x="0" y="103800"/>
                  <a:pt x="0" y="103800"/>
                  <a:pt x="0" y="103800"/>
                </a:cubicBezTo>
                <a:cubicBezTo>
                  <a:pt x="0" y="111900"/>
                  <a:pt x="4104" y="119700"/>
                  <a:pt x="12796" y="119700"/>
                </a:cubicBezTo>
                <a:cubicBezTo>
                  <a:pt x="106961" y="119700"/>
                  <a:pt x="106961" y="119700"/>
                  <a:pt x="106961" y="119700"/>
                </a:cubicBezTo>
                <a:cubicBezTo>
                  <a:pt x="113480" y="119700"/>
                  <a:pt x="119758" y="111900"/>
                  <a:pt x="119758" y="103800"/>
                </a:cubicBezTo>
                <a:cubicBezTo>
                  <a:pt x="119758" y="13200"/>
                  <a:pt x="119758" y="13200"/>
                  <a:pt x="119758" y="13200"/>
                </a:cubicBezTo>
                <a:cubicBezTo>
                  <a:pt x="119758" y="5400"/>
                  <a:pt x="113480" y="0"/>
                  <a:pt x="106961" y="0"/>
                </a:cubicBezTo>
                <a:close/>
                <a:moveTo>
                  <a:pt x="106961" y="103800"/>
                </a:moveTo>
                <a:lnTo>
                  <a:pt x="106961" y="103800"/>
                </a:lnTo>
                <a:cubicBezTo>
                  <a:pt x="12796" y="103800"/>
                  <a:pt x="12796" y="103800"/>
                  <a:pt x="12796" y="103800"/>
                </a:cubicBezTo>
                <a:cubicBezTo>
                  <a:pt x="12796" y="13200"/>
                  <a:pt x="12796" y="13200"/>
                  <a:pt x="12796" y="13200"/>
                </a:cubicBezTo>
                <a:cubicBezTo>
                  <a:pt x="106961" y="13200"/>
                  <a:pt x="106961" y="13200"/>
                  <a:pt x="106961" y="13200"/>
                </a:cubicBezTo>
                <a:lnTo>
                  <a:pt x="106961" y="103800"/>
                </a:lnTo>
                <a:close/>
                <a:moveTo>
                  <a:pt x="53601" y="74700"/>
                </a:moveTo>
                <a:lnTo>
                  <a:pt x="53601" y="74700"/>
                </a:lnTo>
                <a:cubicBezTo>
                  <a:pt x="23420" y="74700"/>
                  <a:pt x="23420" y="74700"/>
                  <a:pt x="23420" y="74700"/>
                </a:cubicBezTo>
                <a:cubicBezTo>
                  <a:pt x="23420" y="87900"/>
                  <a:pt x="23420" y="87900"/>
                  <a:pt x="23420" y="87900"/>
                </a:cubicBezTo>
                <a:cubicBezTo>
                  <a:pt x="53601" y="87900"/>
                  <a:pt x="53601" y="87900"/>
                  <a:pt x="53601" y="87900"/>
                </a:cubicBezTo>
                <a:lnTo>
                  <a:pt x="53601" y="74700"/>
                </a:lnTo>
                <a:close/>
                <a:moveTo>
                  <a:pt x="53601" y="53400"/>
                </a:moveTo>
                <a:lnTo>
                  <a:pt x="53601" y="53400"/>
                </a:lnTo>
                <a:cubicBezTo>
                  <a:pt x="23420" y="53400"/>
                  <a:pt x="23420" y="53400"/>
                  <a:pt x="23420" y="53400"/>
                </a:cubicBezTo>
                <a:cubicBezTo>
                  <a:pt x="23420" y="66600"/>
                  <a:pt x="23420" y="66600"/>
                  <a:pt x="23420" y="66600"/>
                </a:cubicBezTo>
                <a:cubicBezTo>
                  <a:pt x="53601" y="66600"/>
                  <a:pt x="53601" y="66600"/>
                  <a:pt x="53601" y="66600"/>
                </a:cubicBezTo>
                <a:lnTo>
                  <a:pt x="53601" y="53400"/>
                </a:lnTo>
                <a:close/>
                <a:moveTo>
                  <a:pt x="53601" y="29400"/>
                </a:moveTo>
                <a:lnTo>
                  <a:pt x="53601" y="29400"/>
                </a:lnTo>
                <a:cubicBezTo>
                  <a:pt x="23420" y="29400"/>
                  <a:pt x="23420" y="29400"/>
                  <a:pt x="23420" y="29400"/>
                </a:cubicBezTo>
                <a:cubicBezTo>
                  <a:pt x="23420" y="42900"/>
                  <a:pt x="23420" y="42900"/>
                  <a:pt x="23420" y="42900"/>
                </a:cubicBezTo>
                <a:cubicBezTo>
                  <a:pt x="53601" y="42900"/>
                  <a:pt x="53601" y="42900"/>
                  <a:pt x="53601" y="42900"/>
                </a:cubicBezTo>
                <a:lnTo>
                  <a:pt x="53601" y="29400"/>
                </a:lnTo>
                <a:close/>
                <a:moveTo>
                  <a:pt x="93923" y="77100"/>
                </a:moveTo>
                <a:lnTo>
                  <a:pt x="93923" y="77100"/>
                </a:lnTo>
                <a:cubicBezTo>
                  <a:pt x="93923" y="77100"/>
                  <a:pt x="85472" y="74700"/>
                  <a:pt x="85472" y="69300"/>
                </a:cubicBezTo>
                <a:cubicBezTo>
                  <a:pt x="85472" y="61200"/>
                  <a:pt x="91991" y="58800"/>
                  <a:pt x="91991" y="45300"/>
                </a:cubicBezTo>
                <a:cubicBezTo>
                  <a:pt x="91991" y="37500"/>
                  <a:pt x="89818" y="29400"/>
                  <a:pt x="81126" y="29400"/>
                </a:cubicBezTo>
                <a:cubicBezTo>
                  <a:pt x="72676" y="29400"/>
                  <a:pt x="70503" y="37500"/>
                  <a:pt x="70503" y="45300"/>
                </a:cubicBezTo>
                <a:cubicBezTo>
                  <a:pt x="70503" y="58800"/>
                  <a:pt x="77022" y="61200"/>
                  <a:pt x="77022" y="69300"/>
                </a:cubicBezTo>
                <a:cubicBezTo>
                  <a:pt x="77022" y="74700"/>
                  <a:pt x="66398" y="77100"/>
                  <a:pt x="66398" y="77100"/>
                </a:cubicBezTo>
                <a:lnTo>
                  <a:pt x="66398" y="87900"/>
                </a:lnTo>
                <a:cubicBezTo>
                  <a:pt x="96096" y="87900"/>
                  <a:pt x="96096" y="87900"/>
                  <a:pt x="96096" y="87900"/>
                </a:cubicBezTo>
                <a:cubicBezTo>
                  <a:pt x="96096" y="87900"/>
                  <a:pt x="96096" y="77100"/>
                  <a:pt x="93923" y="7710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3" name="Shape 5124">
            <a:extLst>
              <a:ext uri="{FF2B5EF4-FFF2-40B4-BE49-F238E27FC236}">
                <a16:creationId xmlns:a16="http://schemas.microsoft.com/office/drawing/2014/main" id="{197B6993-343A-CC51-CD8F-C9D0253BD8CF}"/>
              </a:ext>
            </a:extLst>
          </p:cNvPr>
          <p:cNvSpPr/>
          <p:nvPr/>
        </p:nvSpPr>
        <p:spPr>
          <a:xfrm>
            <a:off x="2167164" y="1678629"/>
            <a:ext cx="155623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0918" y="0"/>
                </a:moveTo>
                <a:lnTo>
                  <a:pt x="100918" y="0"/>
                </a:lnTo>
                <a:cubicBezTo>
                  <a:pt x="18657" y="0"/>
                  <a:pt x="18657" y="0"/>
                  <a:pt x="18657" y="0"/>
                </a:cubicBezTo>
                <a:cubicBezTo>
                  <a:pt x="7208" y="0"/>
                  <a:pt x="0" y="4417"/>
                  <a:pt x="0" y="10797"/>
                </a:cubicBezTo>
                <a:cubicBezTo>
                  <a:pt x="0" y="106503"/>
                  <a:pt x="0" y="106503"/>
                  <a:pt x="0" y="106503"/>
                </a:cubicBezTo>
                <a:cubicBezTo>
                  <a:pt x="0" y="112883"/>
                  <a:pt x="7208" y="119754"/>
                  <a:pt x="18657" y="119754"/>
                </a:cubicBezTo>
                <a:cubicBezTo>
                  <a:pt x="100918" y="119754"/>
                  <a:pt x="100918" y="119754"/>
                  <a:pt x="100918" y="119754"/>
                </a:cubicBezTo>
                <a:cubicBezTo>
                  <a:pt x="112367" y="119754"/>
                  <a:pt x="119575" y="112883"/>
                  <a:pt x="119575" y="106503"/>
                </a:cubicBezTo>
                <a:cubicBezTo>
                  <a:pt x="119575" y="10797"/>
                  <a:pt x="119575" y="10797"/>
                  <a:pt x="119575" y="10797"/>
                </a:cubicBezTo>
                <a:cubicBezTo>
                  <a:pt x="119575" y="4417"/>
                  <a:pt x="112367" y="0"/>
                  <a:pt x="100918" y="0"/>
                </a:cubicBezTo>
                <a:close/>
                <a:moveTo>
                  <a:pt x="59787" y="112883"/>
                </a:moveTo>
                <a:lnTo>
                  <a:pt x="59787" y="112883"/>
                </a:lnTo>
                <a:cubicBezTo>
                  <a:pt x="52155" y="112883"/>
                  <a:pt x="44946" y="110674"/>
                  <a:pt x="44946" y="108711"/>
                </a:cubicBezTo>
                <a:cubicBezTo>
                  <a:pt x="44946" y="104294"/>
                  <a:pt x="52155" y="102085"/>
                  <a:pt x="59787" y="102085"/>
                </a:cubicBezTo>
                <a:cubicBezTo>
                  <a:pt x="67420" y="102085"/>
                  <a:pt x="74628" y="104294"/>
                  <a:pt x="74628" y="108711"/>
                </a:cubicBezTo>
                <a:cubicBezTo>
                  <a:pt x="74628" y="110674"/>
                  <a:pt x="67420" y="112883"/>
                  <a:pt x="59787" y="112883"/>
                </a:cubicBezTo>
                <a:close/>
                <a:moveTo>
                  <a:pt x="104734" y="95705"/>
                </a:moveTo>
                <a:lnTo>
                  <a:pt x="104734" y="95705"/>
                </a:lnTo>
                <a:cubicBezTo>
                  <a:pt x="14840" y="95705"/>
                  <a:pt x="14840" y="95705"/>
                  <a:pt x="14840" y="95705"/>
                </a:cubicBezTo>
                <a:cubicBezTo>
                  <a:pt x="14840" y="15214"/>
                  <a:pt x="14840" y="15214"/>
                  <a:pt x="14840" y="15214"/>
                </a:cubicBezTo>
                <a:cubicBezTo>
                  <a:pt x="104734" y="15214"/>
                  <a:pt x="104734" y="15214"/>
                  <a:pt x="104734" y="15214"/>
                </a:cubicBezTo>
                <a:lnTo>
                  <a:pt x="104734" y="9570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4" name="Shape 5125">
            <a:extLst>
              <a:ext uri="{FF2B5EF4-FFF2-40B4-BE49-F238E27FC236}">
                <a16:creationId xmlns:a16="http://schemas.microsoft.com/office/drawing/2014/main" id="{FE23B9A7-0517-11A3-32CF-C431E6336011}"/>
              </a:ext>
            </a:extLst>
          </p:cNvPr>
          <p:cNvSpPr/>
          <p:nvPr/>
        </p:nvSpPr>
        <p:spPr>
          <a:xfrm>
            <a:off x="9724612" y="3352013"/>
            <a:ext cx="274285" cy="2315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9818" y="35598"/>
                </a:moveTo>
                <a:lnTo>
                  <a:pt x="89818" y="35598"/>
                </a:lnTo>
                <a:cubicBezTo>
                  <a:pt x="93923" y="35598"/>
                  <a:pt x="93923" y="35598"/>
                  <a:pt x="93923" y="35598"/>
                </a:cubicBezTo>
                <a:cubicBezTo>
                  <a:pt x="93923" y="51100"/>
                  <a:pt x="93923" y="51100"/>
                  <a:pt x="93923" y="51100"/>
                </a:cubicBezTo>
                <a:cubicBezTo>
                  <a:pt x="119758" y="25550"/>
                  <a:pt x="119758" y="25550"/>
                  <a:pt x="119758" y="25550"/>
                </a:cubicBezTo>
                <a:cubicBezTo>
                  <a:pt x="93923" y="0"/>
                  <a:pt x="93923" y="0"/>
                  <a:pt x="93923" y="0"/>
                </a:cubicBezTo>
                <a:cubicBezTo>
                  <a:pt x="93923" y="15215"/>
                  <a:pt x="93923" y="15215"/>
                  <a:pt x="93923" y="15215"/>
                </a:cubicBezTo>
                <a:cubicBezTo>
                  <a:pt x="89818" y="15215"/>
                  <a:pt x="89818" y="15215"/>
                  <a:pt x="89818" y="15215"/>
                </a:cubicBezTo>
                <a:cubicBezTo>
                  <a:pt x="68329" y="15215"/>
                  <a:pt x="55533" y="35598"/>
                  <a:pt x="44909" y="53684"/>
                </a:cubicBezTo>
                <a:cubicBezTo>
                  <a:pt x="34044" y="68899"/>
                  <a:pt x="25593" y="81531"/>
                  <a:pt x="12796" y="81531"/>
                </a:cubicBezTo>
                <a:cubicBezTo>
                  <a:pt x="0" y="81531"/>
                  <a:pt x="0" y="81531"/>
                  <a:pt x="0" y="81531"/>
                </a:cubicBezTo>
                <a:cubicBezTo>
                  <a:pt x="0" y="101913"/>
                  <a:pt x="0" y="101913"/>
                  <a:pt x="0" y="101913"/>
                </a:cubicBezTo>
                <a:cubicBezTo>
                  <a:pt x="12796" y="101913"/>
                  <a:pt x="12796" y="101913"/>
                  <a:pt x="12796" y="101913"/>
                </a:cubicBezTo>
                <a:cubicBezTo>
                  <a:pt x="34044" y="101913"/>
                  <a:pt x="46841" y="81531"/>
                  <a:pt x="57706" y="63732"/>
                </a:cubicBezTo>
                <a:cubicBezTo>
                  <a:pt x="68329" y="48516"/>
                  <a:pt x="77022" y="35598"/>
                  <a:pt x="89818" y="35598"/>
                </a:cubicBezTo>
                <a:close/>
                <a:moveTo>
                  <a:pt x="31871" y="48516"/>
                </a:moveTo>
                <a:lnTo>
                  <a:pt x="31871" y="48516"/>
                </a:lnTo>
                <a:cubicBezTo>
                  <a:pt x="31871" y="45933"/>
                  <a:pt x="34044" y="45933"/>
                  <a:pt x="34044" y="43636"/>
                </a:cubicBezTo>
                <a:cubicBezTo>
                  <a:pt x="36217" y="41052"/>
                  <a:pt x="40321" y="35598"/>
                  <a:pt x="42736" y="33301"/>
                </a:cubicBezTo>
                <a:cubicBezTo>
                  <a:pt x="34044" y="22966"/>
                  <a:pt x="25593" y="18086"/>
                  <a:pt x="12796" y="18086"/>
                </a:cubicBezTo>
                <a:cubicBezTo>
                  <a:pt x="0" y="18086"/>
                  <a:pt x="0" y="18086"/>
                  <a:pt x="0" y="18086"/>
                </a:cubicBezTo>
                <a:cubicBezTo>
                  <a:pt x="0" y="38468"/>
                  <a:pt x="0" y="38468"/>
                  <a:pt x="0" y="38468"/>
                </a:cubicBezTo>
                <a:cubicBezTo>
                  <a:pt x="12796" y="38468"/>
                  <a:pt x="12796" y="38468"/>
                  <a:pt x="12796" y="38468"/>
                </a:cubicBezTo>
                <a:cubicBezTo>
                  <a:pt x="19074" y="38468"/>
                  <a:pt x="25593" y="41052"/>
                  <a:pt x="31871" y="48516"/>
                </a:cubicBezTo>
                <a:close/>
                <a:moveTo>
                  <a:pt x="93923" y="84114"/>
                </a:moveTo>
                <a:lnTo>
                  <a:pt x="93923" y="84114"/>
                </a:lnTo>
                <a:cubicBezTo>
                  <a:pt x="89818" y="84114"/>
                  <a:pt x="89818" y="84114"/>
                  <a:pt x="89818" y="84114"/>
                </a:cubicBezTo>
                <a:cubicBezTo>
                  <a:pt x="81126" y="84114"/>
                  <a:pt x="74849" y="78947"/>
                  <a:pt x="68329" y="71483"/>
                </a:cubicBezTo>
                <a:cubicBezTo>
                  <a:pt x="68329" y="71483"/>
                  <a:pt x="68329" y="71483"/>
                  <a:pt x="68329" y="74066"/>
                </a:cubicBezTo>
                <a:cubicBezTo>
                  <a:pt x="64225" y="76363"/>
                  <a:pt x="62052" y="81531"/>
                  <a:pt x="59879" y="86698"/>
                </a:cubicBezTo>
                <a:cubicBezTo>
                  <a:pt x="66156" y="96746"/>
                  <a:pt x="77022" y="101913"/>
                  <a:pt x="89818" y="101913"/>
                </a:cubicBezTo>
                <a:cubicBezTo>
                  <a:pt x="93923" y="101913"/>
                  <a:pt x="93923" y="101913"/>
                  <a:pt x="93923" y="101913"/>
                </a:cubicBezTo>
                <a:cubicBezTo>
                  <a:pt x="93923" y="119712"/>
                  <a:pt x="93923" y="119712"/>
                  <a:pt x="93923" y="119712"/>
                </a:cubicBezTo>
                <a:cubicBezTo>
                  <a:pt x="119758" y="94162"/>
                  <a:pt x="119758" y="94162"/>
                  <a:pt x="119758" y="94162"/>
                </a:cubicBezTo>
                <a:cubicBezTo>
                  <a:pt x="93923" y="68899"/>
                  <a:pt x="93923" y="68899"/>
                  <a:pt x="93923" y="68899"/>
                </a:cubicBezTo>
                <a:lnTo>
                  <a:pt x="93923" y="8411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5" name="Shape 5126">
            <a:extLst>
              <a:ext uri="{FF2B5EF4-FFF2-40B4-BE49-F238E27FC236}">
                <a16:creationId xmlns:a16="http://schemas.microsoft.com/office/drawing/2014/main" id="{C847A464-E07E-0A2C-1B1F-F198C5EED242}"/>
              </a:ext>
            </a:extLst>
          </p:cNvPr>
          <p:cNvSpPr/>
          <p:nvPr/>
        </p:nvSpPr>
        <p:spPr>
          <a:xfrm>
            <a:off x="7047893" y="2793570"/>
            <a:ext cx="217872" cy="22182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86" y="100800"/>
                </a:moveTo>
                <a:lnTo>
                  <a:pt x="114586" y="100800"/>
                </a:lnTo>
                <a:cubicBezTo>
                  <a:pt x="87819" y="71700"/>
                  <a:pt x="87819" y="71700"/>
                  <a:pt x="87819" y="71700"/>
                </a:cubicBezTo>
                <a:cubicBezTo>
                  <a:pt x="90526" y="63600"/>
                  <a:pt x="93233" y="55800"/>
                  <a:pt x="93233" y="47700"/>
                </a:cubicBezTo>
                <a:cubicBezTo>
                  <a:pt x="93233" y="21300"/>
                  <a:pt x="71879" y="0"/>
                  <a:pt x="45413" y="0"/>
                </a:cubicBezTo>
                <a:cubicBezTo>
                  <a:pt x="21052" y="0"/>
                  <a:pt x="0" y="21300"/>
                  <a:pt x="0" y="45300"/>
                </a:cubicBezTo>
                <a:cubicBezTo>
                  <a:pt x="0" y="71700"/>
                  <a:pt x="21052" y="93000"/>
                  <a:pt x="48120" y="93000"/>
                </a:cubicBezTo>
                <a:cubicBezTo>
                  <a:pt x="55939" y="93000"/>
                  <a:pt x="64060" y="90600"/>
                  <a:pt x="69172" y="87600"/>
                </a:cubicBezTo>
                <a:cubicBezTo>
                  <a:pt x="98646" y="117000"/>
                  <a:pt x="98646" y="117000"/>
                  <a:pt x="98646" y="117000"/>
                </a:cubicBezTo>
                <a:cubicBezTo>
                  <a:pt x="101052" y="119700"/>
                  <a:pt x="106466" y="119700"/>
                  <a:pt x="109172" y="117000"/>
                </a:cubicBezTo>
                <a:cubicBezTo>
                  <a:pt x="116992" y="109200"/>
                  <a:pt x="116992" y="109200"/>
                  <a:pt x="116992" y="109200"/>
                </a:cubicBezTo>
                <a:cubicBezTo>
                  <a:pt x="119699" y="106500"/>
                  <a:pt x="116992" y="103800"/>
                  <a:pt x="114586" y="100800"/>
                </a:cubicBezTo>
                <a:close/>
                <a:moveTo>
                  <a:pt x="13233" y="45300"/>
                </a:moveTo>
                <a:lnTo>
                  <a:pt x="13233" y="45300"/>
                </a:lnTo>
                <a:cubicBezTo>
                  <a:pt x="13233" y="29400"/>
                  <a:pt x="29473" y="13200"/>
                  <a:pt x="45413" y="13200"/>
                </a:cubicBezTo>
                <a:cubicBezTo>
                  <a:pt x="64060" y="13200"/>
                  <a:pt x="80000" y="29400"/>
                  <a:pt x="80000" y="47700"/>
                </a:cubicBezTo>
                <a:cubicBezTo>
                  <a:pt x="80000" y="66300"/>
                  <a:pt x="64060" y="79800"/>
                  <a:pt x="48120" y="79800"/>
                </a:cubicBezTo>
                <a:cubicBezTo>
                  <a:pt x="29473" y="79800"/>
                  <a:pt x="13233" y="63600"/>
                  <a:pt x="13233" y="4530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6" name="Shape 5127">
            <a:extLst>
              <a:ext uri="{FF2B5EF4-FFF2-40B4-BE49-F238E27FC236}">
                <a16:creationId xmlns:a16="http://schemas.microsoft.com/office/drawing/2014/main" id="{F461B7F1-F38D-6819-AF3D-8DCD7F6193C6}"/>
              </a:ext>
            </a:extLst>
          </p:cNvPr>
          <p:cNvSpPr/>
          <p:nvPr/>
        </p:nvSpPr>
        <p:spPr>
          <a:xfrm>
            <a:off x="8660538" y="4406634"/>
            <a:ext cx="262614" cy="26462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74" y="0"/>
                </a:moveTo>
                <a:lnTo>
                  <a:pt x="59874" y="0"/>
                </a:lnTo>
                <a:cubicBezTo>
                  <a:pt x="26555" y="0"/>
                  <a:pt x="0" y="26555"/>
                  <a:pt x="0" y="59874"/>
                </a:cubicBezTo>
                <a:cubicBezTo>
                  <a:pt x="0" y="93194"/>
                  <a:pt x="26555" y="119749"/>
                  <a:pt x="59874" y="119749"/>
                </a:cubicBezTo>
                <a:cubicBezTo>
                  <a:pt x="93194" y="119749"/>
                  <a:pt x="119749" y="93194"/>
                  <a:pt x="119749" y="59874"/>
                </a:cubicBezTo>
                <a:cubicBezTo>
                  <a:pt x="119749" y="26555"/>
                  <a:pt x="93194" y="0"/>
                  <a:pt x="59874" y="0"/>
                </a:cubicBezTo>
                <a:close/>
                <a:moveTo>
                  <a:pt x="110981" y="59874"/>
                </a:moveTo>
                <a:lnTo>
                  <a:pt x="110981" y="59874"/>
                </a:lnTo>
                <a:cubicBezTo>
                  <a:pt x="110981" y="73152"/>
                  <a:pt x="106471" y="82171"/>
                  <a:pt x="99958" y="90939"/>
                </a:cubicBezTo>
                <a:cubicBezTo>
                  <a:pt x="97703" y="90939"/>
                  <a:pt x="95448" y="86430"/>
                  <a:pt x="97703" y="82171"/>
                </a:cubicBezTo>
                <a:cubicBezTo>
                  <a:pt x="99958" y="77661"/>
                  <a:pt x="99958" y="68893"/>
                  <a:pt x="99958" y="64384"/>
                </a:cubicBezTo>
                <a:cubicBezTo>
                  <a:pt x="99958" y="59874"/>
                  <a:pt x="97703" y="51106"/>
                  <a:pt x="93194" y="51106"/>
                </a:cubicBezTo>
                <a:cubicBezTo>
                  <a:pt x="86680" y="51106"/>
                  <a:pt x="84425" y="51106"/>
                  <a:pt x="79916" y="44592"/>
                </a:cubicBezTo>
                <a:cubicBezTo>
                  <a:pt x="75407" y="31064"/>
                  <a:pt x="93194" y="28810"/>
                  <a:pt x="86680" y="22045"/>
                </a:cubicBezTo>
                <a:cubicBezTo>
                  <a:pt x="84425" y="20041"/>
                  <a:pt x="75407" y="28810"/>
                  <a:pt x="73402" y="15532"/>
                </a:cubicBezTo>
                <a:lnTo>
                  <a:pt x="75407" y="13277"/>
                </a:lnTo>
                <a:cubicBezTo>
                  <a:pt x="95448" y="20041"/>
                  <a:pt x="110981" y="37578"/>
                  <a:pt x="110981" y="59874"/>
                </a:cubicBezTo>
                <a:close/>
                <a:moveTo>
                  <a:pt x="53110" y="11022"/>
                </a:moveTo>
                <a:lnTo>
                  <a:pt x="53110" y="11022"/>
                </a:lnTo>
                <a:cubicBezTo>
                  <a:pt x="51106" y="13277"/>
                  <a:pt x="48601" y="13277"/>
                  <a:pt x="46597" y="15532"/>
                </a:cubicBezTo>
                <a:cubicBezTo>
                  <a:pt x="42087" y="20041"/>
                  <a:pt x="39832" y="17787"/>
                  <a:pt x="37578" y="22045"/>
                </a:cubicBezTo>
                <a:cubicBezTo>
                  <a:pt x="35323" y="26555"/>
                  <a:pt x="28810" y="31064"/>
                  <a:pt x="28810" y="33319"/>
                </a:cubicBezTo>
                <a:cubicBezTo>
                  <a:pt x="28810" y="35574"/>
                  <a:pt x="33319" y="39832"/>
                  <a:pt x="33319" y="39832"/>
                </a:cubicBezTo>
                <a:cubicBezTo>
                  <a:pt x="35323" y="37578"/>
                  <a:pt x="39832" y="37578"/>
                  <a:pt x="44342" y="39832"/>
                </a:cubicBezTo>
                <a:cubicBezTo>
                  <a:pt x="46597" y="39832"/>
                  <a:pt x="68893" y="42338"/>
                  <a:pt x="62129" y="59874"/>
                </a:cubicBezTo>
                <a:cubicBezTo>
                  <a:pt x="59874" y="66638"/>
                  <a:pt x="48601" y="64384"/>
                  <a:pt x="46597" y="73152"/>
                </a:cubicBezTo>
                <a:cubicBezTo>
                  <a:pt x="46597" y="75407"/>
                  <a:pt x="46597" y="82171"/>
                  <a:pt x="44342" y="84425"/>
                </a:cubicBezTo>
                <a:cubicBezTo>
                  <a:pt x="44342" y="86430"/>
                  <a:pt x="46597" y="97703"/>
                  <a:pt x="44342" y="97703"/>
                </a:cubicBezTo>
                <a:cubicBezTo>
                  <a:pt x="42087" y="97703"/>
                  <a:pt x="33319" y="86430"/>
                  <a:pt x="33319" y="86430"/>
                </a:cubicBezTo>
                <a:cubicBezTo>
                  <a:pt x="33319" y="84425"/>
                  <a:pt x="31064" y="77661"/>
                  <a:pt x="31064" y="71148"/>
                </a:cubicBezTo>
                <a:cubicBezTo>
                  <a:pt x="31064" y="66638"/>
                  <a:pt x="22045" y="66638"/>
                  <a:pt x="22045" y="59874"/>
                </a:cubicBezTo>
                <a:cubicBezTo>
                  <a:pt x="22045" y="53361"/>
                  <a:pt x="26555" y="48851"/>
                  <a:pt x="26555" y="46597"/>
                </a:cubicBezTo>
                <a:cubicBezTo>
                  <a:pt x="24300" y="42338"/>
                  <a:pt x="15532" y="42338"/>
                  <a:pt x="13277" y="42338"/>
                </a:cubicBezTo>
                <a:cubicBezTo>
                  <a:pt x="20041" y="24300"/>
                  <a:pt x="35323" y="13277"/>
                  <a:pt x="53110" y="11022"/>
                </a:cubicBezTo>
                <a:close/>
                <a:moveTo>
                  <a:pt x="44342" y="108726"/>
                </a:moveTo>
                <a:lnTo>
                  <a:pt x="44342" y="108726"/>
                </a:lnTo>
                <a:cubicBezTo>
                  <a:pt x="46597" y="106471"/>
                  <a:pt x="46597" y="104217"/>
                  <a:pt x="51106" y="104217"/>
                </a:cubicBezTo>
                <a:cubicBezTo>
                  <a:pt x="53110" y="104217"/>
                  <a:pt x="55365" y="104217"/>
                  <a:pt x="59874" y="101962"/>
                </a:cubicBezTo>
                <a:cubicBezTo>
                  <a:pt x="62129" y="101962"/>
                  <a:pt x="68893" y="99707"/>
                  <a:pt x="73402" y="97703"/>
                </a:cubicBezTo>
                <a:cubicBezTo>
                  <a:pt x="77661" y="97703"/>
                  <a:pt x="86680" y="99707"/>
                  <a:pt x="88684" y="101962"/>
                </a:cubicBezTo>
                <a:cubicBezTo>
                  <a:pt x="79916" y="108726"/>
                  <a:pt x="71148" y="110981"/>
                  <a:pt x="59874" y="110981"/>
                </a:cubicBezTo>
                <a:cubicBezTo>
                  <a:pt x="55365" y="110981"/>
                  <a:pt x="48601" y="110981"/>
                  <a:pt x="44342" y="10872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7" name="Shape 5128">
            <a:extLst>
              <a:ext uri="{FF2B5EF4-FFF2-40B4-BE49-F238E27FC236}">
                <a16:creationId xmlns:a16="http://schemas.microsoft.com/office/drawing/2014/main" id="{DB729C4F-70B6-3D1B-E2A2-AE5E2862C294}"/>
              </a:ext>
            </a:extLst>
          </p:cNvPr>
          <p:cNvSpPr/>
          <p:nvPr/>
        </p:nvSpPr>
        <p:spPr>
          <a:xfrm>
            <a:off x="9201327" y="4455278"/>
            <a:ext cx="272340" cy="16733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1325" y="0"/>
                </a:moveTo>
                <a:lnTo>
                  <a:pt x="111325" y="0"/>
                </a:lnTo>
                <a:cubicBezTo>
                  <a:pt x="8674" y="0"/>
                  <a:pt x="8674" y="0"/>
                  <a:pt x="8674" y="0"/>
                </a:cubicBezTo>
                <a:cubicBezTo>
                  <a:pt x="4337" y="0"/>
                  <a:pt x="0" y="7128"/>
                  <a:pt x="0" y="14257"/>
                </a:cubicBezTo>
                <a:cubicBezTo>
                  <a:pt x="0" y="105346"/>
                  <a:pt x="0" y="105346"/>
                  <a:pt x="0" y="105346"/>
                </a:cubicBezTo>
                <a:cubicBezTo>
                  <a:pt x="0" y="112475"/>
                  <a:pt x="4337" y="119603"/>
                  <a:pt x="8674" y="119603"/>
                </a:cubicBezTo>
                <a:cubicBezTo>
                  <a:pt x="111325" y="119603"/>
                  <a:pt x="111325" y="119603"/>
                  <a:pt x="111325" y="119603"/>
                </a:cubicBezTo>
                <a:cubicBezTo>
                  <a:pt x="115421" y="119603"/>
                  <a:pt x="119759" y="112475"/>
                  <a:pt x="119759" y="105346"/>
                </a:cubicBezTo>
                <a:cubicBezTo>
                  <a:pt x="119759" y="14257"/>
                  <a:pt x="119759" y="14257"/>
                  <a:pt x="119759" y="14257"/>
                </a:cubicBezTo>
                <a:cubicBezTo>
                  <a:pt x="119759" y="7128"/>
                  <a:pt x="115421" y="0"/>
                  <a:pt x="111325" y="0"/>
                </a:cubicBezTo>
                <a:close/>
                <a:moveTo>
                  <a:pt x="66265" y="21386"/>
                </a:moveTo>
                <a:lnTo>
                  <a:pt x="66265" y="21386"/>
                </a:lnTo>
                <a:cubicBezTo>
                  <a:pt x="76867" y="21386"/>
                  <a:pt x="76867" y="21386"/>
                  <a:pt x="76867" y="21386"/>
                </a:cubicBezTo>
                <a:cubicBezTo>
                  <a:pt x="76867" y="42376"/>
                  <a:pt x="76867" y="42376"/>
                  <a:pt x="76867" y="42376"/>
                </a:cubicBezTo>
                <a:cubicBezTo>
                  <a:pt x="66265" y="42376"/>
                  <a:pt x="66265" y="42376"/>
                  <a:pt x="66265" y="42376"/>
                </a:cubicBezTo>
                <a:lnTo>
                  <a:pt x="66265" y="21386"/>
                </a:lnTo>
                <a:close/>
                <a:moveTo>
                  <a:pt x="83373" y="49504"/>
                </a:moveTo>
                <a:lnTo>
                  <a:pt x="83373" y="49504"/>
                </a:lnTo>
                <a:cubicBezTo>
                  <a:pt x="83373" y="70495"/>
                  <a:pt x="83373" y="70495"/>
                  <a:pt x="83373" y="70495"/>
                </a:cubicBezTo>
                <a:cubicBezTo>
                  <a:pt x="72771" y="70495"/>
                  <a:pt x="72771" y="70495"/>
                  <a:pt x="72771" y="70495"/>
                </a:cubicBezTo>
                <a:cubicBezTo>
                  <a:pt x="72771" y="49504"/>
                  <a:pt x="72771" y="49504"/>
                  <a:pt x="72771" y="49504"/>
                </a:cubicBezTo>
                <a:lnTo>
                  <a:pt x="83373" y="49504"/>
                </a:lnTo>
                <a:close/>
                <a:moveTo>
                  <a:pt x="46987" y="21386"/>
                </a:moveTo>
                <a:lnTo>
                  <a:pt x="46987" y="21386"/>
                </a:lnTo>
                <a:cubicBezTo>
                  <a:pt x="60000" y="21386"/>
                  <a:pt x="60000" y="21386"/>
                  <a:pt x="60000" y="21386"/>
                </a:cubicBezTo>
                <a:cubicBezTo>
                  <a:pt x="60000" y="42376"/>
                  <a:pt x="60000" y="42376"/>
                  <a:pt x="60000" y="42376"/>
                </a:cubicBezTo>
                <a:cubicBezTo>
                  <a:pt x="46987" y="42376"/>
                  <a:pt x="46987" y="42376"/>
                  <a:pt x="46987" y="42376"/>
                </a:cubicBezTo>
                <a:lnTo>
                  <a:pt x="46987" y="21386"/>
                </a:lnTo>
                <a:close/>
                <a:moveTo>
                  <a:pt x="66265" y="49504"/>
                </a:moveTo>
                <a:lnTo>
                  <a:pt x="66265" y="49504"/>
                </a:lnTo>
                <a:cubicBezTo>
                  <a:pt x="66265" y="70495"/>
                  <a:pt x="66265" y="70495"/>
                  <a:pt x="66265" y="70495"/>
                </a:cubicBezTo>
                <a:cubicBezTo>
                  <a:pt x="53493" y="70495"/>
                  <a:pt x="53493" y="70495"/>
                  <a:pt x="53493" y="70495"/>
                </a:cubicBezTo>
                <a:cubicBezTo>
                  <a:pt x="53493" y="49504"/>
                  <a:pt x="53493" y="49504"/>
                  <a:pt x="53493" y="49504"/>
                </a:cubicBezTo>
                <a:lnTo>
                  <a:pt x="66265" y="49504"/>
                </a:lnTo>
                <a:close/>
                <a:moveTo>
                  <a:pt x="29879" y="21386"/>
                </a:moveTo>
                <a:lnTo>
                  <a:pt x="29879" y="21386"/>
                </a:lnTo>
                <a:cubicBezTo>
                  <a:pt x="42891" y="21386"/>
                  <a:pt x="42891" y="21386"/>
                  <a:pt x="42891" y="21386"/>
                </a:cubicBezTo>
                <a:cubicBezTo>
                  <a:pt x="42891" y="42376"/>
                  <a:pt x="42891" y="42376"/>
                  <a:pt x="42891" y="42376"/>
                </a:cubicBezTo>
                <a:cubicBezTo>
                  <a:pt x="29879" y="42376"/>
                  <a:pt x="29879" y="42376"/>
                  <a:pt x="29879" y="42376"/>
                </a:cubicBezTo>
                <a:lnTo>
                  <a:pt x="29879" y="21386"/>
                </a:lnTo>
                <a:close/>
                <a:moveTo>
                  <a:pt x="46987" y="49504"/>
                </a:moveTo>
                <a:lnTo>
                  <a:pt x="46987" y="49504"/>
                </a:lnTo>
                <a:cubicBezTo>
                  <a:pt x="46987" y="70495"/>
                  <a:pt x="46987" y="70495"/>
                  <a:pt x="46987" y="70495"/>
                </a:cubicBezTo>
                <a:cubicBezTo>
                  <a:pt x="36385" y="70495"/>
                  <a:pt x="36385" y="70495"/>
                  <a:pt x="36385" y="70495"/>
                </a:cubicBezTo>
                <a:cubicBezTo>
                  <a:pt x="36385" y="49504"/>
                  <a:pt x="36385" y="49504"/>
                  <a:pt x="36385" y="49504"/>
                </a:cubicBezTo>
                <a:lnTo>
                  <a:pt x="46987" y="49504"/>
                </a:lnTo>
                <a:close/>
                <a:moveTo>
                  <a:pt x="13012" y="21386"/>
                </a:moveTo>
                <a:lnTo>
                  <a:pt x="13012" y="21386"/>
                </a:lnTo>
                <a:cubicBezTo>
                  <a:pt x="23614" y="21386"/>
                  <a:pt x="23614" y="21386"/>
                  <a:pt x="23614" y="21386"/>
                </a:cubicBezTo>
                <a:cubicBezTo>
                  <a:pt x="23614" y="42376"/>
                  <a:pt x="23614" y="42376"/>
                  <a:pt x="23614" y="42376"/>
                </a:cubicBezTo>
                <a:cubicBezTo>
                  <a:pt x="13012" y="42376"/>
                  <a:pt x="13012" y="42376"/>
                  <a:pt x="13012" y="42376"/>
                </a:cubicBezTo>
                <a:lnTo>
                  <a:pt x="13012" y="21386"/>
                </a:lnTo>
                <a:close/>
                <a:moveTo>
                  <a:pt x="29879" y="49504"/>
                </a:moveTo>
                <a:lnTo>
                  <a:pt x="29879" y="49504"/>
                </a:lnTo>
                <a:cubicBezTo>
                  <a:pt x="29879" y="70495"/>
                  <a:pt x="29879" y="70495"/>
                  <a:pt x="29879" y="70495"/>
                </a:cubicBezTo>
                <a:cubicBezTo>
                  <a:pt x="17108" y="70495"/>
                  <a:pt x="17108" y="70495"/>
                  <a:pt x="17108" y="70495"/>
                </a:cubicBezTo>
                <a:cubicBezTo>
                  <a:pt x="17108" y="49504"/>
                  <a:pt x="17108" y="49504"/>
                  <a:pt x="17108" y="49504"/>
                </a:cubicBezTo>
                <a:lnTo>
                  <a:pt x="29879" y="49504"/>
                </a:lnTo>
                <a:close/>
                <a:moveTo>
                  <a:pt x="23614" y="98613"/>
                </a:moveTo>
                <a:lnTo>
                  <a:pt x="23614" y="98613"/>
                </a:lnTo>
                <a:cubicBezTo>
                  <a:pt x="13012" y="98613"/>
                  <a:pt x="13012" y="98613"/>
                  <a:pt x="13012" y="98613"/>
                </a:cubicBezTo>
                <a:cubicBezTo>
                  <a:pt x="13012" y="80792"/>
                  <a:pt x="13012" y="80792"/>
                  <a:pt x="13012" y="80792"/>
                </a:cubicBezTo>
                <a:cubicBezTo>
                  <a:pt x="23614" y="80792"/>
                  <a:pt x="23614" y="80792"/>
                  <a:pt x="23614" y="80792"/>
                </a:cubicBezTo>
                <a:lnTo>
                  <a:pt x="23614" y="98613"/>
                </a:lnTo>
                <a:close/>
                <a:moveTo>
                  <a:pt x="89638" y="98613"/>
                </a:moveTo>
                <a:lnTo>
                  <a:pt x="89638" y="98613"/>
                </a:lnTo>
                <a:cubicBezTo>
                  <a:pt x="29879" y="98613"/>
                  <a:pt x="29879" y="98613"/>
                  <a:pt x="29879" y="98613"/>
                </a:cubicBezTo>
                <a:cubicBezTo>
                  <a:pt x="29879" y="80792"/>
                  <a:pt x="29879" y="80792"/>
                  <a:pt x="29879" y="80792"/>
                </a:cubicBezTo>
                <a:cubicBezTo>
                  <a:pt x="89638" y="80792"/>
                  <a:pt x="89638" y="80792"/>
                  <a:pt x="89638" y="80792"/>
                </a:cubicBezTo>
                <a:lnTo>
                  <a:pt x="89638" y="98613"/>
                </a:lnTo>
                <a:close/>
                <a:moveTo>
                  <a:pt x="106746" y="98613"/>
                </a:moveTo>
                <a:lnTo>
                  <a:pt x="106746" y="98613"/>
                </a:lnTo>
                <a:cubicBezTo>
                  <a:pt x="96144" y="98613"/>
                  <a:pt x="96144" y="98613"/>
                  <a:pt x="96144" y="98613"/>
                </a:cubicBezTo>
                <a:cubicBezTo>
                  <a:pt x="96144" y="80792"/>
                  <a:pt x="96144" y="80792"/>
                  <a:pt x="96144" y="80792"/>
                </a:cubicBezTo>
                <a:cubicBezTo>
                  <a:pt x="106746" y="80792"/>
                  <a:pt x="106746" y="80792"/>
                  <a:pt x="106746" y="80792"/>
                </a:cubicBezTo>
                <a:lnTo>
                  <a:pt x="106746" y="98613"/>
                </a:lnTo>
                <a:close/>
                <a:moveTo>
                  <a:pt x="89638" y="70495"/>
                </a:moveTo>
                <a:lnTo>
                  <a:pt x="89638" y="70495"/>
                </a:lnTo>
                <a:cubicBezTo>
                  <a:pt x="89638" y="49504"/>
                  <a:pt x="89638" y="49504"/>
                  <a:pt x="89638" y="49504"/>
                </a:cubicBezTo>
                <a:cubicBezTo>
                  <a:pt x="102409" y="49504"/>
                  <a:pt x="102409" y="49504"/>
                  <a:pt x="102409" y="49504"/>
                </a:cubicBezTo>
                <a:cubicBezTo>
                  <a:pt x="102409" y="70495"/>
                  <a:pt x="102409" y="70495"/>
                  <a:pt x="102409" y="70495"/>
                </a:cubicBezTo>
                <a:lnTo>
                  <a:pt x="89638" y="70495"/>
                </a:lnTo>
                <a:close/>
                <a:moveTo>
                  <a:pt x="106746" y="42376"/>
                </a:moveTo>
                <a:lnTo>
                  <a:pt x="106746" y="42376"/>
                </a:lnTo>
                <a:cubicBezTo>
                  <a:pt x="83373" y="42376"/>
                  <a:pt x="83373" y="42376"/>
                  <a:pt x="83373" y="42376"/>
                </a:cubicBezTo>
                <a:cubicBezTo>
                  <a:pt x="83373" y="21386"/>
                  <a:pt x="83373" y="21386"/>
                  <a:pt x="83373" y="21386"/>
                </a:cubicBezTo>
                <a:cubicBezTo>
                  <a:pt x="106746" y="21386"/>
                  <a:pt x="106746" y="21386"/>
                  <a:pt x="106746" y="21386"/>
                </a:cubicBezTo>
                <a:lnTo>
                  <a:pt x="106746" y="4237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8" name="Shape 5129">
            <a:extLst>
              <a:ext uri="{FF2B5EF4-FFF2-40B4-BE49-F238E27FC236}">
                <a16:creationId xmlns:a16="http://schemas.microsoft.com/office/drawing/2014/main" id="{2D7C083E-9AE4-04BC-6321-D90E18FA0594}"/>
              </a:ext>
            </a:extLst>
          </p:cNvPr>
          <p:cNvSpPr/>
          <p:nvPr/>
        </p:nvSpPr>
        <p:spPr>
          <a:xfrm>
            <a:off x="1564124" y="4976750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720" y="0"/>
                </a:moveTo>
                <a:lnTo>
                  <a:pt x="106720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5685"/>
                  <a:pt x="0" y="13466"/>
                </a:cubicBezTo>
                <a:cubicBezTo>
                  <a:pt x="0" y="103840"/>
                  <a:pt x="0" y="103840"/>
                  <a:pt x="0" y="103840"/>
                </a:cubicBezTo>
                <a:cubicBezTo>
                  <a:pt x="0" y="111620"/>
                  <a:pt x="4104" y="119700"/>
                  <a:pt x="12796" y="119700"/>
                </a:cubicBezTo>
                <a:cubicBezTo>
                  <a:pt x="106720" y="119700"/>
                  <a:pt x="106720" y="119700"/>
                  <a:pt x="106720" y="119700"/>
                </a:cubicBezTo>
                <a:cubicBezTo>
                  <a:pt x="113239" y="119700"/>
                  <a:pt x="119758" y="111620"/>
                  <a:pt x="119758" y="103840"/>
                </a:cubicBezTo>
                <a:cubicBezTo>
                  <a:pt x="119758" y="13466"/>
                  <a:pt x="119758" y="13466"/>
                  <a:pt x="119758" y="13466"/>
                </a:cubicBezTo>
                <a:cubicBezTo>
                  <a:pt x="119758" y="5685"/>
                  <a:pt x="113239" y="0"/>
                  <a:pt x="106720" y="0"/>
                </a:cubicBezTo>
                <a:close/>
                <a:moveTo>
                  <a:pt x="27525" y="13466"/>
                </a:moveTo>
                <a:lnTo>
                  <a:pt x="27525" y="13466"/>
                </a:lnTo>
                <a:cubicBezTo>
                  <a:pt x="29698" y="13466"/>
                  <a:pt x="31871" y="16159"/>
                  <a:pt x="31871" y="18852"/>
                </a:cubicBezTo>
                <a:cubicBezTo>
                  <a:pt x="31871" y="21546"/>
                  <a:pt x="29698" y="23940"/>
                  <a:pt x="27525" y="23940"/>
                </a:cubicBezTo>
                <a:cubicBezTo>
                  <a:pt x="25593" y="23940"/>
                  <a:pt x="23420" y="21546"/>
                  <a:pt x="23420" y="18852"/>
                </a:cubicBezTo>
                <a:cubicBezTo>
                  <a:pt x="23420" y="16159"/>
                  <a:pt x="25593" y="13466"/>
                  <a:pt x="27525" y="13466"/>
                </a:cubicBezTo>
                <a:close/>
                <a:moveTo>
                  <a:pt x="10623" y="18852"/>
                </a:moveTo>
                <a:lnTo>
                  <a:pt x="10623" y="18852"/>
                </a:lnTo>
                <a:cubicBezTo>
                  <a:pt x="10623" y="16159"/>
                  <a:pt x="12796" y="13466"/>
                  <a:pt x="14728" y="13466"/>
                </a:cubicBezTo>
                <a:cubicBezTo>
                  <a:pt x="16901" y="13466"/>
                  <a:pt x="19074" y="16159"/>
                  <a:pt x="19074" y="18852"/>
                </a:cubicBezTo>
                <a:cubicBezTo>
                  <a:pt x="19074" y="21546"/>
                  <a:pt x="16901" y="23940"/>
                  <a:pt x="14728" y="23940"/>
                </a:cubicBezTo>
                <a:cubicBezTo>
                  <a:pt x="12796" y="23940"/>
                  <a:pt x="10623" y="21546"/>
                  <a:pt x="10623" y="18852"/>
                </a:cubicBezTo>
                <a:close/>
                <a:moveTo>
                  <a:pt x="106720" y="103840"/>
                </a:moveTo>
                <a:lnTo>
                  <a:pt x="106720" y="103840"/>
                </a:lnTo>
                <a:cubicBezTo>
                  <a:pt x="10623" y="103840"/>
                  <a:pt x="10623" y="103840"/>
                  <a:pt x="10623" y="103840"/>
                </a:cubicBezTo>
                <a:cubicBezTo>
                  <a:pt x="10623" y="34713"/>
                  <a:pt x="10623" y="34713"/>
                  <a:pt x="10623" y="34713"/>
                </a:cubicBezTo>
                <a:cubicBezTo>
                  <a:pt x="106720" y="34713"/>
                  <a:pt x="106720" y="34713"/>
                  <a:pt x="106720" y="34713"/>
                </a:cubicBezTo>
                <a:lnTo>
                  <a:pt x="106720" y="103840"/>
                </a:lnTo>
                <a:close/>
                <a:moveTo>
                  <a:pt x="106720" y="23940"/>
                </a:moveTo>
                <a:lnTo>
                  <a:pt x="106720" y="23940"/>
                </a:lnTo>
                <a:cubicBezTo>
                  <a:pt x="36217" y="23940"/>
                  <a:pt x="36217" y="23940"/>
                  <a:pt x="36217" y="23940"/>
                </a:cubicBezTo>
                <a:cubicBezTo>
                  <a:pt x="36217" y="13466"/>
                  <a:pt x="36217" y="13466"/>
                  <a:pt x="36217" y="13466"/>
                </a:cubicBezTo>
                <a:cubicBezTo>
                  <a:pt x="106720" y="13466"/>
                  <a:pt x="106720" y="13466"/>
                  <a:pt x="106720" y="13466"/>
                </a:cubicBezTo>
                <a:lnTo>
                  <a:pt x="106720" y="2394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09" name="Shape 5130">
            <a:extLst>
              <a:ext uri="{FF2B5EF4-FFF2-40B4-BE49-F238E27FC236}">
                <a16:creationId xmlns:a16="http://schemas.microsoft.com/office/drawing/2014/main" id="{620C4B12-4392-375F-43A9-86813DA599F0}"/>
              </a:ext>
            </a:extLst>
          </p:cNvPr>
          <p:cNvSpPr/>
          <p:nvPr/>
        </p:nvSpPr>
        <p:spPr>
          <a:xfrm>
            <a:off x="2108805" y="4961185"/>
            <a:ext cx="27428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7027"/>
                  <a:pt x="0" y="14324"/>
                </a:cubicBezTo>
                <a:cubicBezTo>
                  <a:pt x="0" y="93243"/>
                  <a:pt x="0" y="93243"/>
                  <a:pt x="0" y="93243"/>
                </a:cubicBezTo>
                <a:cubicBezTo>
                  <a:pt x="0" y="100810"/>
                  <a:pt x="4104" y="107837"/>
                  <a:pt x="12796" y="107837"/>
                </a:cubicBezTo>
                <a:cubicBezTo>
                  <a:pt x="36458" y="107837"/>
                  <a:pt x="36458" y="107837"/>
                  <a:pt x="36458" y="107837"/>
                </a:cubicBezTo>
                <a:cubicBezTo>
                  <a:pt x="36458" y="93243"/>
                  <a:pt x="36458" y="93243"/>
                  <a:pt x="36458" y="93243"/>
                </a:cubicBezTo>
                <a:cubicBezTo>
                  <a:pt x="10623" y="93243"/>
                  <a:pt x="10623" y="93243"/>
                  <a:pt x="10623" y="93243"/>
                </a:cubicBezTo>
                <a:cubicBezTo>
                  <a:pt x="10623" y="33513"/>
                  <a:pt x="10623" y="33513"/>
                  <a:pt x="10623" y="33513"/>
                </a:cubicBezTo>
                <a:cubicBezTo>
                  <a:pt x="106961" y="33513"/>
                  <a:pt x="106961" y="33513"/>
                  <a:pt x="106961" y="33513"/>
                </a:cubicBezTo>
                <a:cubicBezTo>
                  <a:pt x="106961" y="93243"/>
                  <a:pt x="106961" y="93243"/>
                  <a:pt x="106961" y="93243"/>
                </a:cubicBezTo>
                <a:cubicBezTo>
                  <a:pt x="83299" y="93243"/>
                  <a:pt x="83299" y="93243"/>
                  <a:pt x="83299" y="93243"/>
                </a:cubicBezTo>
                <a:cubicBezTo>
                  <a:pt x="83299" y="107837"/>
                  <a:pt x="83299" y="107837"/>
                  <a:pt x="83299" y="107837"/>
                </a:cubicBezTo>
                <a:cubicBezTo>
                  <a:pt x="106961" y="107837"/>
                  <a:pt x="106961" y="107837"/>
                  <a:pt x="106961" y="107837"/>
                </a:cubicBezTo>
                <a:cubicBezTo>
                  <a:pt x="113480" y="107837"/>
                  <a:pt x="119758" y="100810"/>
                  <a:pt x="119758" y="93243"/>
                </a:cubicBezTo>
                <a:cubicBezTo>
                  <a:pt x="119758" y="14324"/>
                  <a:pt x="119758" y="14324"/>
                  <a:pt x="119758" y="14324"/>
                </a:cubicBezTo>
                <a:cubicBezTo>
                  <a:pt x="119758" y="7027"/>
                  <a:pt x="113480" y="0"/>
                  <a:pt x="106961" y="0"/>
                </a:cubicBezTo>
                <a:close/>
                <a:moveTo>
                  <a:pt x="14969" y="21621"/>
                </a:moveTo>
                <a:lnTo>
                  <a:pt x="14969" y="21621"/>
                </a:lnTo>
                <a:cubicBezTo>
                  <a:pt x="12796" y="21621"/>
                  <a:pt x="10623" y="19189"/>
                  <a:pt x="10623" y="16756"/>
                </a:cubicBezTo>
                <a:cubicBezTo>
                  <a:pt x="10623" y="14324"/>
                  <a:pt x="12796" y="12162"/>
                  <a:pt x="14969" y="12162"/>
                </a:cubicBezTo>
                <a:cubicBezTo>
                  <a:pt x="17142" y="12162"/>
                  <a:pt x="19074" y="14324"/>
                  <a:pt x="19074" y="16756"/>
                </a:cubicBezTo>
                <a:cubicBezTo>
                  <a:pt x="19074" y="19189"/>
                  <a:pt x="17142" y="21621"/>
                  <a:pt x="14969" y="21621"/>
                </a:cubicBezTo>
                <a:close/>
                <a:moveTo>
                  <a:pt x="28008" y="21621"/>
                </a:moveTo>
                <a:lnTo>
                  <a:pt x="28008" y="21621"/>
                </a:lnTo>
                <a:cubicBezTo>
                  <a:pt x="25835" y="21621"/>
                  <a:pt x="23420" y="19189"/>
                  <a:pt x="23420" y="16756"/>
                </a:cubicBezTo>
                <a:cubicBezTo>
                  <a:pt x="23420" y="14324"/>
                  <a:pt x="25835" y="12162"/>
                  <a:pt x="28008" y="12162"/>
                </a:cubicBezTo>
                <a:cubicBezTo>
                  <a:pt x="29939" y="12162"/>
                  <a:pt x="31871" y="14324"/>
                  <a:pt x="31871" y="16756"/>
                </a:cubicBezTo>
                <a:cubicBezTo>
                  <a:pt x="31871" y="19189"/>
                  <a:pt x="29939" y="21621"/>
                  <a:pt x="28008" y="21621"/>
                </a:cubicBezTo>
                <a:close/>
                <a:moveTo>
                  <a:pt x="106961" y="21621"/>
                </a:moveTo>
                <a:lnTo>
                  <a:pt x="106961" y="21621"/>
                </a:lnTo>
                <a:cubicBezTo>
                  <a:pt x="36458" y="21621"/>
                  <a:pt x="36458" y="21621"/>
                  <a:pt x="36458" y="21621"/>
                </a:cubicBezTo>
                <a:cubicBezTo>
                  <a:pt x="36458" y="14324"/>
                  <a:pt x="36458" y="14324"/>
                  <a:pt x="36458" y="14324"/>
                </a:cubicBezTo>
                <a:cubicBezTo>
                  <a:pt x="106961" y="14324"/>
                  <a:pt x="106961" y="14324"/>
                  <a:pt x="106961" y="14324"/>
                </a:cubicBezTo>
                <a:lnTo>
                  <a:pt x="106961" y="21621"/>
                </a:lnTo>
                <a:close/>
                <a:moveTo>
                  <a:pt x="59879" y="47837"/>
                </a:moveTo>
                <a:lnTo>
                  <a:pt x="59879" y="47837"/>
                </a:lnTo>
                <a:cubicBezTo>
                  <a:pt x="29939" y="81351"/>
                  <a:pt x="29939" y="81351"/>
                  <a:pt x="29939" y="81351"/>
                </a:cubicBezTo>
                <a:cubicBezTo>
                  <a:pt x="49255" y="81351"/>
                  <a:pt x="49255" y="81351"/>
                  <a:pt x="49255" y="81351"/>
                </a:cubicBezTo>
                <a:cubicBezTo>
                  <a:pt x="49255" y="119729"/>
                  <a:pt x="49255" y="119729"/>
                  <a:pt x="49255" y="119729"/>
                </a:cubicBezTo>
                <a:cubicBezTo>
                  <a:pt x="70503" y="119729"/>
                  <a:pt x="70503" y="119729"/>
                  <a:pt x="70503" y="119729"/>
                </a:cubicBezTo>
                <a:cubicBezTo>
                  <a:pt x="70503" y="81351"/>
                  <a:pt x="70503" y="81351"/>
                  <a:pt x="70503" y="81351"/>
                </a:cubicBezTo>
                <a:cubicBezTo>
                  <a:pt x="87645" y="81351"/>
                  <a:pt x="87645" y="81351"/>
                  <a:pt x="87645" y="81351"/>
                </a:cubicBezTo>
                <a:lnTo>
                  <a:pt x="59879" y="4783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0" name="Shape 5131">
            <a:extLst>
              <a:ext uri="{FF2B5EF4-FFF2-40B4-BE49-F238E27FC236}">
                <a16:creationId xmlns:a16="http://schemas.microsoft.com/office/drawing/2014/main" id="{9F0BBBEC-71B3-1CD4-0246-151705741A4B}"/>
              </a:ext>
            </a:extLst>
          </p:cNvPr>
          <p:cNvSpPr/>
          <p:nvPr/>
        </p:nvSpPr>
        <p:spPr>
          <a:xfrm>
            <a:off x="4875006" y="4990372"/>
            <a:ext cx="196474" cy="1906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662" y="30778"/>
                </a:moveTo>
                <a:lnTo>
                  <a:pt x="59662" y="30778"/>
                </a:lnTo>
                <a:cubicBezTo>
                  <a:pt x="44831" y="30778"/>
                  <a:pt x="33033" y="42881"/>
                  <a:pt x="33033" y="58443"/>
                </a:cubicBezTo>
                <a:cubicBezTo>
                  <a:pt x="33033" y="73659"/>
                  <a:pt x="44831" y="85763"/>
                  <a:pt x="59662" y="85763"/>
                </a:cubicBezTo>
                <a:cubicBezTo>
                  <a:pt x="74494" y="85763"/>
                  <a:pt x="86629" y="73659"/>
                  <a:pt x="86629" y="58443"/>
                </a:cubicBezTo>
                <a:cubicBezTo>
                  <a:pt x="86629" y="42881"/>
                  <a:pt x="74494" y="30778"/>
                  <a:pt x="59662" y="30778"/>
                </a:cubicBezTo>
                <a:close/>
                <a:moveTo>
                  <a:pt x="59662" y="76772"/>
                </a:moveTo>
                <a:lnTo>
                  <a:pt x="59662" y="76772"/>
                </a:lnTo>
                <a:cubicBezTo>
                  <a:pt x="50898" y="76772"/>
                  <a:pt x="41797" y="67435"/>
                  <a:pt x="41797" y="58443"/>
                </a:cubicBezTo>
                <a:cubicBezTo>
                  <a:pt x="41797" y="49106"/>
                  <a:pt x="50898" y="42881"/>
                  <a:pt x="59662" y="42881"/>
                </a:cubicBezTo>
                <a:cubicBezTo>
                  <a:pt x="68764" y="42881"/>
                  <a:pt x="77528" y="49106"/>
                  <a:pt x="77528" y="58443"/>
                </a:cubicBezTo>
                <a:cubicBezTo>
                  <a:pt x="77528" y="67435"/>
                  <a:pt x="68764" y="76772"/>
                  <a:pt x="59662" y="76772"/>
                </a:cubicBezTo>
                <a:close/>
                <a:moveTo>
                  <a:pt x="8764" y="52219"/>
                </a:moveTo>
                <a:lnTo>
                  <a:pt x="8764" y="52219"/>
                </a:lnTo>
                <a:cubicBezTo>
                  <a:pt x="5730" y="52219"/>
                  <a:pt x="0" y="55331"/>
                  <a:pt x="0" y="58443"/>
                </a:cubicBezTo>
                <a:cubicBezTo>
                  <a:pt x="0" y="64322"/>
                  <a:pt x="5730" y="67435"/>
                  <a:pt x="8764" y="67435"/>
                </a:cubicBezTo>
                <a:cubicBezTo>
                  <a:pt x="15168" y="67435"/>
                  <a:pt x="17865" y="64322"/>
                  <a:pt x="17865" y="58443"/>
                </a:cubicBezTo>
                <a:cubicBezTo>
                  <a:pt x="17865" y="55331"/>
                  <a:pt x="15168" y="52219"/>
                  <a:pt x="8764" y="52219"/>
                </a:cubicBezTo>
                <a:close/>
                <a:moveTo>
                  <a:pt x="101460" y="18328"/>
                </a:moveTo>
                <a:lnTo>
                  <a:pt x="101460" y="18328"/>
                </a:lnTo>
                <a:cubicBezTo>
                  <a:pt x="98426" y="15561"/>
                  <a:pt x="92359" y="15561"/>
                  <a:pt x="89662" y="18328"/>
                </a:cubicBezTo>
                <a:cubicBezTo>
                  <a:pt x="86629" y="21786"/>
                  <a:pt x="86629" y="27665"/>
                  <a:pt x="89662" y="30778"/>
                </a:cubicBezTo>
                <a:cubicBezTo>
                  <a:pt x="92359" y="30778"/>
                  <a:pt x="95393" y="30778"/>
                  <a:pt x="98426" y="27665"/>
                </a:cubicBezTo>
                <a:cubicBezTo>
                  <a:pt x="101460" y="24553"/>
                  <a:pt x="104494" y="18328"/>
                  <a:pt x="101460" y="18328"/>
                </a:cubicBezTo>
                <a:close/>
                <a:moveTo>
                  <a:pt x="110561" y="52219"/>
                </a:moveTo>
                <a:lnTo>
                  <a:pt x="110561" y="52219"/>
                </a:lnTo>
                <a:cubicBezTo>
                  <a:pt x="104494" y="52219"/>
                  <a:pt x="101460" y="55331"/>
                  <a:pt x="101460" y="58443"/>
                </a:cubicBezTo>
                <a:cubicBezTo>
                  <a:pt x="101460" y="64322"/>
                  <a:pt x="104494" y="67435"/>
                  <a:pt x="110561" y="67435"/>
                </a:cubicBezTo>
                <a:cubicBezTo>
                  <a:pt x="113258" y="67435"/>
                  <a:pt x="119662" y="64322"/>
                  <a:pt x="119662" y="58443"/>
                </a:cubicBezTo>
                <a:cubicBezTo>
                  <a:pt x="119662" y="55331"/>
                  <a:pt x="113258" y="52219"/>
                  <a:pt x="110561" y="52219"/>
                </a:cubicBezTo>
                <a:close/>
                <a:moveTo>
                  <a:pt x="59662" y="100979"/>
                </a:moveTo>
                <a:lnTo>
                  <a:pt x="59662" y="100979"/>
                </a:lnTo>
                <a:cubicBezTo>
                  <a:pt x="56629" y="100979"/>
                  <a:pt x="53595" y="107550"/>
                  <a:pt x="53595" y="110662"/>
                </a:cubicBezTo>
                <a:cubicBezTo>
                  <a:pt x="53595" y="116541"/>
                  <a:pt x="56629" y="119654"/>
                  <a:pt x="59662" y="119654"/>
                </a:cubicBezTo>
                <a:cubicBezTo>
                  <a:pt x="62696" y="119654"/>
                  <a:pt x="65730" y="116541"/>
                  <a:pt x="65730" y="110662"/>
                </a:cubicBezTo>
                <a:cubicBezTo>
                  <a:pt x="65730" y="107550"/>
                  <a:pt x="62696" y="100979"/>
                  <a:pt x="59662" y="100979"/>
                </a:cubicBezTo>
                <a:close/>
                <a:moveTo>
                  <a:pt x="20561" y="91988"/>
                </a:moveTo>
                <a:lnTo>
                  <a:pt x="20561" y="91988"/>
                </a:lnTo>
                <a:cubicBezTo>
                  <a:pt x="17865" y="95100"/>
                  <a:pt x="15168" y="98213"/>
                  <a:pt x="17865" y="100979"/>
                </a:cubicBezTo>
                <a:cubicBezTo>
                  <a:pt x="20561" y="104092"/>
                  <a:pt x="26966" y="104092"/>
                  <a:pt x="30000" y="100979"/>
                </a:cubicBezTo>
                <a:cubicBezTo>
                  <a:pt x="33033" y="98213"/>
                  <a:pt x="33033" y="91988"/>
                  <a:pt x="30000" y="88876"/>
                </a:cubicBezTo>
                <a:cubicBezTo>
                  <a:pt x="26966" y="85763"/>
                  <a:pt x="23932" y="88876"/>
                  <a:pt x="20561" y="91988"/>
                </a:cubicBezTo>
                <a:close/>
                <a:moveTo>
                  <a:pt x="17865" y="18328"/>
                </a:moveTo>
                <a:lnTo>
                  <a:pt x="17865" y="18328"/>
                </a:lnTo>
                <a:cubicBezTo>
                  <a:pt x="15168" y="21786"/>
                  <a:pt x="15168" y="24553"/>
                  <a:pt x="17865" y="27665"/>
                </a:cubicBezTo>
                <a:cubicBezTo>
                  <a:pt x="23932" y="30778"/>
                  <a:pt x="26966" y="33890"/>
                  <a:pt x="30000" y="30778"/>
                </a:cubicBezTo>
                <a:cubicBezTo>
                  <a:pt x="33033" y="27665"/>
                  <a:pt x="33033" y="21786"/>
                  <a:pt x="30000" y="18328"/>
                </a:cubicBezTo>
                <a:cubicBezTo>
                  <a:pt x="26966" y="15561"/>
                  <a:pt x="20561" y="15561"/>
                  <a:pt x="17865" y="18328"/>
                </a:cubicBezTo>
                <a:close/>
                <a:moveTo>
                  <a:pt x="89662" y="100979"/>
                </a:moveTo>
                <a:lnTo>
                  <a:pt x="89662" y="100979"/>
                </a:lnTo>
                <a:cubicBezTo>
                  <a:pt x="92359" y="104092"/>
                  <a:pt x="98426" y="104092"/>
                  <a:pt x="101460" y="100979"/>
                </a:cubicBezTo>
                <a:cubicBezTo>
                  <a:pt x="104494" y="98213"/>
                  <a:pt x="104494" y="95100"/>
                  <a:pt x="98426" y="91988"/>
                </a:cubicBezTo>
                <a:cubicBezTo>
                  <a:pt x="95393" y="88876"/>
                  <a:pt x="92359" y="85763"/>
                  <a:pt x="89662" y="88876"/>
                </a:cubicBezTo>
                <a:cubicBezTo>
                  <a:pt x="86629" y="91988"/>
                  <a:pt x="86629" y="98213"/>
                  <a:pt x="89662" y="100979"/>
                </a:cubicBezTo>
                <a:close/>
                <a:moveTo>
                  <a:pt x="59662" y="15561"/>
                </a:moveTo>
                <a:lnTo>
                  <a:pt x="59662" y="15561"/>
                </a:lnTo>
                <a:cubicBezTo>
                  <a:pt x="62696" y="15561"/>
                  <a:pt x="65730" y="12449"/>
                  <a:pt x="65730" y="6224"/>
                </a:cubicBezTo>
                <a:cubicBezTo>
                  <a:pt x="65730" y="3112"/>
                  <a:pt x="62696" y="0"/>
                  <a:pt x="59662" y="0"/>
                </a:cubicBezTo>
                <a:cubicBezTo>
                  <a:pt x="56629" y="0"/>
                  <a:pt x="53595" y="3112"/>
                  <a:pt x="53595" y="6224"/>
                </a:cubicBezTo>
                <a:cubicBezTo>
                  <a:pt x="53595" y="12449"/>
                  <a:pt x="56629" y="15561"/>
                  <a:pt x="59662" y="1556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1" name="Shape 5132">
            <a:extLst>
              <a:ext uri="{FF2B5EF4-FFF2-40B4-BE49-F238E27FC236}">
                <a16:creationId xmlns:a16="http://schemas.microsoft.com/office/drawing/2014/main" id="{23071A4D-4330-4FC2-C0CA-CB5F4623CDBB}"/>
              </a:ext>
            </a:extLst>
          </p:cNvPr>
          <p:cNvSpPr/>
          <p:nvPr/>
        </p:nvSpPr>
        <p:spPr>
          <a:xfrm>
            <a:off x="5382726" y="4947565"/>
            <a:ext cx="272340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239" y="55662"/>
                </a:moveTo>
                <a:lnTo>
                  <a:pt x="113239" y="55662"/>
                </a:lnTo>
                <a:cubicBezTo>
                  <a:pt x="113239" y="55662"/>
                  <a:pt x="108893" y="55662"/>
                  <a:pt x="106961" y="55662"/>
                </a:cubicBezTo>
                <a:cubicBezTo>
                  <a:pt x="104788" y="55662"/>
                  <a:pt x="102615" y="57831"/>
                  <a:pt x="102615" y="60000"/>
                </a:cubicBezTo>
                <a:cubicBezTo>
                  <a:pt x="102615" y="64096"/>
                  <a:pt x="104788" y="66265"/>
                  <a:pt x="106961" y="66265"/>
                </a:cubicBezTo>
                <a:cubicBezTo>
                  <a:pt x="108893" y="66265"/>
                  <a:pt x="113239" y="66265"/>
                  <a:pt x="113239" y="66265"/>
                </a:cubicBezTo>
                <a:cubicBezTo>
                  <a:pt x="117585" y="66265"/>
                  <a:pt x="119758" y="64096"/>
                  <a:pt x="119758" y="60000"/>
                </a:cubicBezTo>
                <a:cubicBezTo>
                  <a:pt x="119758" y="57831"/>
                  <a:pt x="117585" y="55662"/>
                  <a:pt x="113239" y="55662"/>
                </a:cubicBezTo>
                <a:close/>
                <a:moveTo>
                  <a:pt x="59637" y="27951"/>
                </a:moveTo>
                <a:lnTo>
                  <a:pt x="59637" y="27951"/>
                </a:lnTo>
                <a:cubicBezTo>
                  <a:pt x="40563" y="27951"/>
                  <a:pt x="27766" y="42891"/>
                  <a:pt x="27766" y="60000"/>
                </a:cubicBezTo>
                <a:cubicBezTo>
                  <a:pt x="27766" y="79036"/>
                  <a:pt x="40563" y="94216"/>
                  <a:pt x="59637" y="94216"/>
                </a:cubicBezTo>
                <a:cubicBezTo>
                  <a:pt x="78953" y="94216"/>
                  <a:pt x="91750" y="79036"/>
                  <a:pt x="91750" y="60000"/>
                </a:cubicBezTo>
                <a:cubicBezTo>
                  <a:pt x="91750" y="42891"/>
                  <a:pt x="78953" y="27951"/>
                  <a:pt x="59637" y="27951"/>
                </a:cubicBezTo>
                <a:close/>
                <a:moveTo>
                  <a:pt x="59637" y="83373"/>
                </a:moveTo>
                <a:lnTo>
                  <a:pt x="59637" y="83373"/>
                </a:lnTo>
                <a:cubicBezTo>
                  <a:pt x="46841" y="83373"/>
                  <a:pt x="36217" y="72771"/>
                  <a:pt x="36217" y="60000"/>
                </a:cubicBezTo>
                <a:cubicBezTo>
                  <a:pt x="36217" y="47228"/>
                  <a:pt x="46841" y="36385"/>
                  <a:pt x="59637" y="36385"/>
                </a:cubicBezTo>
                <a:cubicBezTo>
                  <a:pt x="72434" y="36385"/>
                  <a:pt x="83299" y="47228"/>
                  <a:pt x="83299" y="60000"/>
                </a:cubicBezTo>
                <a:cubicBezTo>
                  <a:pt x="83299" y="72771"/>
                  <a:pt x="72434" y="83373"/>
                  <a:pt x="59637" y="83373"/>
                </a:cubicBezTo>
                <a:close/>
                <a:moveTo>
                  <a:pt x="17142" y="60000"/>
                </a:moveTo>
                <a:lnTo>
                  <a:pt x="17142" y="60000"/>
                </a:lnTo>
                <a:cubicBezTo>
                  <a:pt x="17142" y="57831"/>
                  <a:pt x="14728" y="55662"/>
                  <a:pt x="12796" y="55662"/>
                </a:cubicBezTo>
                <a:cubicBezTo>
                  <a:pt x="10623" y="55662"/>
                  <a:pt x="6277" y="55662"/>
                  <a:pt x="6277" y="55662"/>
                </a:cubicBezTo>
                <a:cubicBezTo>
                  <a:pt x="1931" y="55662"/>
                  <a:pt x="0" y="57831"/>
                  <a:pt x="0" y="60000"/>
                </a:cubicBezTo>
                <a:cubicBezTo>
                  <a:pt x="0" y="64096"/>
                  <a:pt x="1931" y="66265"/>
                  <a:pt x="6277" y="66265"/>
                </a:cubicBezTo>
                <a:cubicBezTo>
                  <a:pt x="6277" y="66265"/>
                  <a:pt x="10623" y="66265"/>
                  <a:pt x="12796" y="66265"/>
                </a:cubicBezTo>
                <a:cubicBezTo>
                  <a:pt x="14728" y="66265"/>
                  <a:pt x="17142" y="64096"/>
                  <a:pt x="17142" y="60000"/>
                </a:cubicBezTo>
                <a:close/>
                <a:moveTo>
                  <a:pt x="59637" y="19277"/>
                </a:moveTo>
                <a:lnTo>
                  <a:pt x="59637" y="19277"/>
                </a:lnTo>
                <a:cubicBezTo>
                  <a:pt x="61810" y="19277"/>
                  <a:pt x="63983" y="14939"/>
                  <a:pt x="63983" y="12771"/>
                </a:cubicBezTo>
                <a:cubicBezTo>
                  <a:pt x="63983" y="10843"/>
                  <a:pt x="63983" y="8674"/>
                  <a:pt x="63983" y="6506"/>
                </a:cubicBezTo>
                <a:cubicBezTo>
                  <a:pt x="63983" y="4337"/>
                  <a:pt x="61810" y="0"/>
                  <a:pt x="59637" y="0"/>
                </a:cubicBezTo>
                <a:cubicBezTo>
                  <a:pt x="57706" y="0"/>
                  <a:pt x="55533" y="4337"/>
                  <a:pt x="55533" y="6506"/>
                </a:cubicBezTo>
                <a:cubicBezTo>
                  <a:pt x="55533" y="8674"/>
                  <a:pt x="55533" y="10843"/>
                  <a:pt x="55533" y="12771"/>
                </a:cubicBezTo>
                <a:cubicBezTo>
                  <a:pt x="55533" y="14939"/>
                  <a:pt x="57706" y="19277"/>
                  <a:pt x="59637" y="19277"/>
                </a:cubicBezTo>
                <a:close/>
                <a:moveTo>
                  <a:pt x="59637" y="102650"/>
                </a:moveTo>
                <a:lnTo>
                  <a:pt x="59637" y="102650"/>
                </a:lnTo>
                <a:cubicBezTo>
                  <a:pt x="57706" y="102650"/>
                  <a:pt x="55533" y="104819"/>
                  <a:pt x="55533" y="109156"/>
                </a:cubicBezTo>
                <a:lnTo>
                  <a:pt x="55533" y="113253"/>
                </a:lnTo>
                <a:cubicBezTo>
                  <a:pt x="55533" y="117590"/>
                  <a:pt x="57706" y="119759"/>
                  <a:pt x="59637" y="119759"/>
                </a:cubicBezTo>
                <a:cubicBezTo>
                  <a:pt x="61810" y="119759"/>
                  <a:pt x="63983" y="117590"/>
                  <a:pt x="63983" y="113253"/>
                </a:cubicBezTo>
                <a:lnTo>
                  <a:pt x="63983" y="109156"/>
                </a:lnTo>
                <a:cubicBezTo>
                  <a:pt x="63983" y="104819"/>
                  <a:pt x="61810" y="102650"/>
                  <a:pt x="59637" y="102650"/>
                </a:cubicBezTo>
                <a:close/>
                <a:moveTo>
                  <a:pt x="104788" y="23614"/>
                </a:moveTo>
                <a:lnTo>
                  <a:pt x="104788" y="23614"/>
                </a:lnTo>
                <a:cubicBezTo>
                  <a:pt x="106961" y="21445"/>
                  <a:pt x="106961" y="17349"/>
                  <a:pt x="104788" y="14939"/>
                </a:cubicBezTo>
                <a:cubicBezTo>
                  <a:pt x="102615" y="12771"/>
                  <a:pt x="100442" y="14939"/>
                  <a:pt x="96096" y="17349"/>
                </a:cubicBezTo>
                <a:cubicBezTo>
                  <a:pt x="96096" y="17349"/>
                  <a:pt x="94164" y="19277"/>
                  <a:pt x="91750" y="21445"/>
                </a:cubicBezTo>
                <a:cubicBezTo>
                  <a:pt x="89818" y="23614"/>
                  <a:pt x="89818" y="25783"/>
                  <a:pt x="91750" y="27951"/>
                </a:cubicBezTo>
                <a:cubicBezTo>
                  <a:pt x="94164" y="30120"/>
                  <a:pt x="98269" y="30120"/>
                  <a:pt x="100442" y="27951"/>
                </a:cubicBezTo>
                <a:cubicBezTo>
                  <a:pt x="100442" y="25783"/>
                  <a:pt x="102615" y="23614"/>
                  <a:pt x="104788" y="23614"/>
                </a:cubicBezTo>
                <a:close/>
                <a:moveTo>
                  <a:pt x="19074" y="94216"/>
                </a:moveTo>
                <a:lnTo>
                  <a:pt x="19074" y="94216"/>
                </a:lnTo>
                <a:cubicBezTo>
                  <a:pt x="19074" y="94216"/>
                  <a:pt x="17142" y="96385"/>
                  <a:pt x="14728" y="98313"/>
                </a:cubicBezTo>
                <a:cubicBezTo>
                  <a:pt x="12796" y="100481"/>
                  <a:pt x="12796" y="102650"/>
                  <a:pt x="14728" y="104819"/>
                </a:cubicBezTo>
                <a:cubicBezTo>
                  <a:pt x="17142" y="106987"/>
                  <a:pt x="19074" y="106987"/>
                  <a:pt x="23420" y="104819"/>
                </a:cubicBezTo>
                <a:lnTo>
                  <a:pt x="25593" y="100481"/>
                </a:lnTo>
                <a:cubicBezTo>
                  <a:pt x="29939" y="98313"/>
                  <a:pt x="29939" y="94216"/>
                  <a:pt x="27766" y="91807"/>
                </a:cubicBezTo>
                <a:cubicBezTo>
                  <a:pt x="25593" y="91807"/>
                  <a:pt x="21247" y="91807"/>
                  <a:pt x="19074" y="94216"/>
                </a:cubicBezTo>
                <a:close/>
                <a:moveTo>
                  <a:pt x="23420" y="17349"/>
                </a:moveTo>
                <a:lnTo>
                  <a:pt x="23420" y="17349"/>
                </a:lnTo>
                <a:cubicBezTo>
                  <a:pt x="19074" y="14939"/>
                  <a:pt x="17142" y="12771"/>
                  <a:pt x="14728" y="14939"/>
                </a:cubicBezTo>
                <a:cubicBezTo>
                  <a:pt x="12796" y="17349"/>
                  <a:pt x="12796" y="21445"/>
                  <a:pt x="14728" y="23614"/>
                </a:cubicBezTo>
                <a:cubicBezTo>
                  <a:pt x="17142" y="23614"/>
                  <a:pt x="19074" y="25783"/>
                  <a:pt x="19074" y="27951"/>
                </a:cubicBezTo>
                <a:cubicBezTo>
                  <a:pt x="21247" y="30120"/>
                  <a:pt x="25593" y="30120"/>
                  <a:pt x="27766" y="27951"/>
                </a:cubicBezTo>
                <a:cubicBezTo>
                  <a:pt x="29939" y="25783"/>
                  <a:pt x="29939" y="23614"/>
                  <a:pt x="25593" y="21445"/>
                </a:cubicBezTo>
                <a:cubicBezTo>
                  <a:pt x="25593" y="19277"/>
                  <a:pt x="23420" y="17349"/>
                  <a:pt x="23420" y="17349"/>
                </a:cubicBezTo>
                <a:close/>
                <a:moveTo>
                  <a:pt x="91750" y="100481"/>
                </a:moveTo>
                <a:lnTo>
                  <a:pt x="91750" y="100481"/>
                </a:lnTo>
                <a:cubicBezTo>
                  <a:pt x="94164" y="100481"/>
                  <a:pt x="96096" y="104819"/>
                  <a:pt x="96096" y="104819"/>
                </a:cubicBezTo>
                <a:cubicBezTo>
                  <a:pt x="100442" y="106987"/>
                  <a:pt x="102615" y="106987"/>
                  <a:pt x="104788" y="104819"/>
                </a:cubicBezTo>
                <a:cubicBezTo>
                  <a:pt x="106961" y="102650"/>
                  <a:pt x="106961" y="100481"/>
                  <a:pt x="104788" y="98313"/>
                </a:cubicBezTo>
                <a:cubicBezTo>
                  <a:pt x="102615" y="96385"/>
                  <a:pt x="100442" y="94216"/>
                  <a:pt x="100442" y="94216"/>
                </a:cubicBezTo>
                <a:cubicBezTo>
                  <a:pt x="98269" y="91807"/>
                  <a:pt x="94164" y="91807"/>
                  <a:pt x="91750" y="91807"/>
                </a:cubicBezTo>
                <a:cubicBezTo>
                  <a:pt x="89818" y="94216"/>
                  <a:pt x="89818" y="98313"/>
                  <a:pt x="91750" y="10048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2" name="Shape 5133">
            <a:extLst>
              <a:ext uri="{FF2B5EF4-FFF2-40B4-BE49-F238E27FC236}">
                <a16:creationId xmlns:a16="http://schemas.microsoft.com/office/drawing/2014/main" id="{D16C97E8-12BD-2D11-D87F-F11D4A8959C1}"/>
              </a:ext>
            </a:extLst>
          </p:cNvPr>
          <p:cNvSpPr/>
          <p:nvPr/>
        </p:nvSpPr>
        <p:spPr>
          <a:xfrm>
            <a:off x="1577742" y="2783840"/>
            <a:ext cx="245107" cy="241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29" y="43862"/>
                </a:moveTo>
                <a:lnTo>
                  <a:pt x="76756" y="43862"/>
                </a:lnTo>
                <a:lnTo>
                  <a:pt x="60000" y="0"/>
                </a:lnTo>
                <a:lnTo>
                  <a:pt x="43243" y="43862"/>
                </a:lnTo>
                <a:lnTo>
                  <a:pt x="0" y="43862"/>
                </a:lnTo>
                <a:lnTo>
                  <a:pt x="35945" y="70620"/>
                </a:lnTo>
                <a:lnTo>
                  <a:pt x="23783" y="119724"/>
                </a:lnTo>
                <a:lnTo>
                  <a:pt x="60000" y="90206"/>
                </a:lnTo>
                <a:lnTo>
                  <a:pt x="95675" y="119724"/>
                </a:lnTo>
                <a:lnTo>
                  <a:pt x="83783" y="70620"/>
                </a:lnTo>
                <a:lnTo>
                  <a:pt x="119729" y="43862"/>
                </a:lnTo>
                <a:close/>
                <a:moveTo>
                  <a:pt x="60000" y="78068"/>
                </a:moveTo>
                <a:lnTo>
                  <a:pt x="38108" y="94896"/>
                </a:lnTo>
                <a:lnTo>
                  <a:pt x="47837" y="70620"/>
                </a:lnTo>
                <a:lnTo>
                  <a:pt x="28648" y="53517"/>
                </a:lnTo>
                <a:lnTo>
                  <a:pt x="52702" y="56000"/>
                </a:lnTo>
                <a:lnTo>
                  <a:pt x="60000" y="26758"/>
                </a:lnTo>
                <a:lnTo>
                  <a:pt x="67027" y="56000"/>
                </a:lnTo>
                <a:lnTo>
                  <a:pt x="91081" y="53517"/>
                </a:lnTo>
                <a:lnTo>
                  <a:pt x="71891" y="70620"/>
                </a:lnTo>
                <a:lnTo>
                  <a:pt x="79189" y="94896"/>
                </a:lnTo>
                <a:lnTo>
                  <a:pt x="60000" y="7806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3" name="Shape 5134">
            <a:extLst>
              <a:ext uri="{FF2B5EF4-FFF2-40B4-BE49-F238E27FC236}">
                <a16:creationId xmlns:a16="http://schemas.microsoft.com/office/drawing/2014/main" id="{3CFDEB7C-C243-6EFC-BCF1-7FCDD8BCE749}"/>
              </a:ext>
            </a:extLst>
          </p:cNvPr>
          <p:cNvSpPr/>
          <p:nvPr/>
        </p:nvSpPr>
        <p:spPr>
          <a:xfrm>
            <a:off x="4287779" y="5441546"/>
            <a:ext cx="241216" cy="1965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10" y="12134"/>
                </a:moveTo>
                <a:lnTo>
                  <a:pt x="107810" y="12134"/>
                </a:lnTo>
                <a:cubicBezTo>
                  <a:pt x="95891" y="0"/>
                  <a:pt x="79097" y="0"/>
                  <a:pt x="66907" y="12134"/>
                </a:cubicBezTo>
                <a:cubicBezTo>
                  <a:pt x="59864" y="20898"/>
                  <a:pt x="59864" y="20898"/>
                  <a:pt x="59864" y="20898"/>
                </a:cubicBezTo>
                <a:cubicBezTo>
                  <a:pt x="52550" y="12134"/>
                  <a:pt x="52550" y="12134"/>
                  <a:pt x="52550" y="12134"/>
                </a:cubicBezTo>
                <a:cubicBezTo>
                  <a:pt x="40632" y="0"/>
                  <a:pt x="23837" y="0"/>
                  <a:pt x="11918" y="12134"/>
                </a:cubicBezTo>
                <a:cubicBezTo>
                  <a:pt x="0" y="26966"/>
                  <a:pt x="0" y="50898"/>
                  <a:pt x="11918" y="62696"/>
                </a:cubicBezTo>
                <a:cubicBezTo>
                  <a:pt x="59864" y="119662"/>
                  <a:pt x="59864" y="119662"/>
                  <a:pt x="59864" y="119662"/>
                </a:cubicBezTo>
                <a:cubicBezTo>
                  <a:pt x="107810" y="62696"/>
                  <a:pt x="107810" y="62696"/>
                  <a:pt x="107810" y="62696"/>
                </a:cubicBezTo>
                <a:cubicBezTo>
                  <a:pt x="119729" y="50898"/>
                  <a:pt x="119729" y="26966"/>
                  <a:pt x="107810" y="12134"/>
                </a:cubicBezTo>
                <a:close/>
                <a:moveTo>
                  <a:pt x="100767" y="53932"/>
                </a:moveTo>
                <a:lnTo>
                  <a:pt x="100767" y="53932"/>
                </a:lnTo>
                <a:cubicBezTo>
                  <a:pt x="59864" y="101460"/>
                  <a:pt x="59864" y="101460"/>
                  <a:pt x="59864" y="101460"/>
                </a:cubicBezTo>
                <a:cubicBezTo>
                  <a:pt x="18961" y="53932"/>
                  <a:pt x="18961" y="53932"/>
                  <a:pt x="18961" y="53932"/>
                </a:cubicBezTo>
                <a:cubicBezTo>
                  <a:pt x="14356" y="50898"/>
                  <a:pt x="11918" y="44831"/>
                  <a:pt x="11918" y="39101"/>
                </a:cubicBezTo>
                <a:cubicBezTo>
                  <a:pt x="11918" y="30000"/>
                  <a:pt x="14356" y="26966"/>
                  <a:pt x="18961" y="20898"/>
                </a:cubicBezTo>
                <a:cubicBezTo>
                  <a:pt x="21399" y="17865"/>
                  <a:pt x="26275" y="15168"/>
                  <a:pt x="31151" y="15168"/>
                </a:cubicBezTo>
                <a:cubicBezTo>
                  <a:pt x="38194" y="15168"/>
                  <a:pt x="43069" y="17865"/>
                  <a:pt x="45507" y="23932"/>
                </a:cubicBezTo>
                <a:cubicBezTo>
                  <a:pt x="59864" y="39101"/>
                  <a:pt x="59864" y="39101"/>
                  <a:pt x="59864" y="39101"/>
                </a:cubicBezTo>
                <a:cubicBezTo>
                  <a:pt x="74492" y="23932"/>
                  <a:pt x="74492" y="23932"/>
                  <a:pt x="74492" y="23932"/>
                </a:cubicBezTo>
                <a:cubicBezTo>
                  <a:pt x="76659" y="17865"/>
                  <a:pt x="81534" y="15168"/>
                  <a:pt x="88848" y="15168"/>
                </a:cubicBezTo>
                <a:cubicBezTo>
                  <a:pt x="93453" y="15168"/>
                  <a:pt x="98329" y="17865"/>
                  <a:pt x="100767" y="20898"/>
                </a:cubicBezTo>
                <a:cubicBezTo>
                  <a:pt x="105372" y="26966"/>
                  <a:pt x="107810" y="30000"/>
                  <a:pt x="107810" y="39101"/>
                </a:cubicBezTo>
                <a:cubicBezTo>
                  <a:pt x="107810" y="44831"/>
                  <a:pt x="105372" y="50898"/>
                  <a:pt x="100767" y="5393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4" name="Shape 5135">
            <a:extLst>
              <a:ext uri="{FF2B5EF4-FFF2-40B4-BE49-F238E27FC236}">
                <a16:creationId xmlns:a16="http://schemas.microsoft.com/office/drawing/2014/main" id="{495EF5D6-1F35-F2C3-DB8E-B9594590F392}"/>
              </a:ext>
            </a:extLst>
          </p:cNvPr>
          <p:cNvSpPr/>
          <p:nvPr/>
        </p:nvSpPr>
        <p:spPr>
          <a:xfrm>
            <a:off x="2665158" y="4416361"/>
            <a:ext cx="252888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9870" y="40088"/>
                </a:moveTo>
                <a:lnTo>
                  <a:pt x="29870" y="40088"/>
                </a:lnTo>
                <a:lnTo>
                  <a:pt x="32207" y="40088"/>
                </a:lnTo>
                <a:cubicBezTo>
                  <a:pt x="36883" y="35044"/>
                  <a:pt x="41558" y="30530"/>
                  <a:pt x="48311" y="25752"/>
                </a:cubicBezTo>
                <a:lnTo>
                  <a:pt x="48311" y="23362"/>
                </a:lnTo>
                <a:cubicBezTo>
                  <a:pt x="48311" y="20973"/>
                  <a:pt x="48311" y="20973"/>
                  <a:pt x="48311" y="18584"/>
                </a:cubicBezTo>
                <a:cubicBezTo>
                  <a:pt x="41558" y="14070"/>
                  <a:pt x="34545" y="11681"/>
                  <a:pt x="27792" y="6902"/>
                </a:cubicBezTo>
                <a:cubicBezTo>
                  <a:pt x="23116" y="11681"/>
                  <a:pt x="16103" y="16460"/>
                  <a:pt x="11428" y="23362"/>
                </a:cubicBezTo>
                <a:cubicBezTo>
                  <a:pt x="16103" y="30530"/>
                  <a:pt x="18441" y="35044"/>
                  <a:pt x="23116" y="40088"/>
                </a:cubicBezTo>
                <a:cubicBezTo>
                  <a:pt x="25454" y="40088"/>
                  <a:pt x="27792" y="40088"/>
                  <a:pt x="29870" y="40088"/>
                </a:cubicBezTo>
                <a:close/>
                <a:moveTo>
                  <a:pt x="16103" y="51769"/>
                </a:moveTo>
                <a:lnTo>
                  <a:pt x="16103" y="51769"/>
                </a:lnTo>
                <a:cubicBezTo>
                  <a:pt x="16103" y="49380"/>
                  <a:pt x="16103" y="49380"/>
                  <a:pt x="18441" y="46991"/>
                </a:cubicBezTo>
                <a:cubicBezTo>
                  <a:pt x="14025" y="42477"/>
                  <a:pt x="9090" y="37433"/>
                  <a:pt x="6753" y="32920"/>
                </a:cubicBezTo>
                <a:cubicBezTo>
                  <a:pt x="2337" y="40088"/>
                  <a:pt x="0" y="49380"/>
                  <a:pt x="0" y="58672"/>
                </a:cubicBezTo>
                <a:cubicBezTo>
                  <a:pt x="0" y="70619"/>
                  <a:pt x="2337" y="82300"/>
                  <a:pt x="9090" y="89203"/>
                </a:cubicBezTo>
                <a:cubicBezTo>
                  <a:pt x="11428" y="79911"/>
                  <a:pt x="14025" y="68230"/>
                  <a:pt x="18441" y="58672"/>
                </a:cubicBezTo>
                <a:cubicBezTo>
                  <a:pt x="18441" y="58672"/>
                  <a:pt x="16103" y="54159"/>
                  <a:pt x="16103" y="51769"/>
                </a:cubicBezTo>
                <a:close/>
                <a:moveTo>
                  <a:pt x="59740" y="9292"/>
                </a:moveTo>
                <a:lnTo>
                  <a:pt x="59740" y="9292"/>
                </a:lnTo>
                <a:cubicBezTo>
                  <a:pt x="62077" y="9292"/>
                  <a:pt x="66753" y="11681"/>
                  <a:pt x="69090" y="14070"/>
                </a:cubicBezTo>
                <a:cubicBezTo>
                  <a:pt x="75844" y="9292"/>
                  <a:pt x="82857" y="9292"/>
                  <a:pt x="89870" y="6902"/>
                </a:cubicBezTo>
                <a:cubicBezTo>
                  <a:pt x="80519" y="2123"/>
                  <a:pt x="71428" y="0"/>
                  <a:pt x="59740" y="0"/>
                </a:cubicBezTo>
                <a:cubicBezTo>
                  <a:pt x="52987" y="0"/>
                  <a:pt x="45974" y="0"/>
                  <a:pt x="39220" y="2123"/>
                </a:cubicBezTo>
                <a:cubicBezTo>
                  <a:pt x="43636" y="4513"/>
                  <a:pt x="48311" y="9292"/>
                  <a:pt x="52987" y="11681"/>
                </a:cubicBezTo>
                <a:cubicBezTo>
                  <a:pt x="55324" y="11681"/>
                  <a:pt x="57402" y="9292"/>
                  <a:pt x="59740" y="9292"/>
                </a:cubicBezTo>
                <a:close/>
                <a:moveTo>
                  <a:pt x="78181" y="70619"/>
                </a:moveTo>
                <a:lnTo>
                  <a:pt x="78181" y="70619"/>
                </a:lnTo>
                <a:cubicBezTo>
                  <a:pt x="80519" y="68230"/>
                  <a:pt x="80519" y="68230"/>
                  <a:pt x="82857" y="65840"/>
                </a:cubicBezTo>
                <a:cubicBezTo>
                  <a:pt x="78181" y="54159"/>
                  <a:pt x="71428" y="44601"/>
                  <a:pt x="64415" y="35044"/>
                </a:cubicBezTo>
                <a:cubicBezTo>
                  <a:pt x="64415" y="35044"/>
                  <a:pt x="62077" y="35044"/>
                  <a:pt x="59740" y="35044"/>
                </a:cubicBezTo>
                <a:cubicBezTo>
                  <a:pt x="57402" y="35044"/>
                  <a:pt x="55324" y="35044"/>
                  <a:pt x="52987" y="32920"/>
                </a:cubicBezTo>
                <a:cubicBezTo>
                  <a:pt x="48311" y="37433"/>
                  <a:pt x="43636" y="40088"/>
                  <a:pt x="39220" y="44601"/>
                </a:cubicBezTo>
                <a:cubicBezTo>
                  <a:pt x="41558" y="46991"/>
                  <a:pt x="41558" y="49380"/>
                  <a:pt x="41558" y="51769"/>
                </a:cubicBezTo>
                <a:cubicBezTo>
                  <a:pt x="41558" y="54159"/>
                  <a:pt x="41558" y="54159"/>
                  <a:pt x="41558" y="56548"/>
                </a:cubicBezTo>
                <a:cubicBezTo>
                  <a:pt x="52987" y="63451"/>
                  <a:pt x="64415" y="68230"/>
                  <a:pt x="78181" y="70619"/>
                </a:cubicBezTo>
                <a:close/>
                <a:moveTo>
                  <a:pt x="94285" y="86814"/>
                </a:moveTo>
                <a:lnTo>
                  <a:pt x="94285" y="86814"/>
                </a:lnTo>
                <a:cubicBezTo>
                  <a:pt x="94285" y="89203"/>
                  <a:pt x="94285" y="93982"/>
                  <a:pt x="94285" y="96371"/>
                </a:cubicBezTo>
                <a:cubicBezTo>
                  <a:pt x="94285" y="98761"/>
                  <a:pt x="94285" y="103274"/>
                  <a:pt x="94285" y="108053"/>
                </a:cubicBezTo>
                <a:cubicBezTo>
                  <a:pt x="103636" y="100884"/>
                  <a:pt x="112727" y="89203"/>
                  <a:pt x="115064" y="77522"/>
                </a:cubicBezTo>
                <a:cubicBezTo>
                  <a:pt x="110649" y="79911"/>
                  <a:pt x="105974" y="79911"/>
                  <a:pt x="101298" y="79911"/>
                </a:cubicBezTo>
                <a:cubicBezTo>
                  <a:pt x="101298" y="84690"/>
                  <a:pt x="98961" y="86814"/>
                  <a:pt x="94285" y="86814"/>
                </a:cubicBezTo>
                <a:close/>
                <a:moveTo>
                  <a:pt x="75844" y="79911"/>
                </a:moveTo>
                <a:lnTo>
                  <a:pt x="75844" y="79911"/>
                </a:lnTo>
                <a:cubicBezTo>
                  <a:pt x="62077" y="77522"/>
                  <a:pt x="48311" y="70619"/>
                  <a:pt x="36883" y="63451"/>
                </a:cubicBezTo>
                <a:cubicBezTo>
                  <a:pt x="34545" y="63451"/>
                  <a:pt x="32207" y="65840"/>
                  <a:pt x="29870" y="65840"/>
                </a:cubicBezTo>
                <a:cubicBezTo>
                  <a:pt x="27792" y="65840"/>
                  <a:pt x="27792" y="65840"/>
                  <a:pt x="27792" y="63451"/>
                </a:cubicBezTo>
                <a:cubicBezTo>
                  <a:pt x="20519" y="75132"/>
                  <a:pt x="18441" y="86814"/>
                  <a:pt x="16103" y="100884"/>
                </a:cubicBezTo>
                <a:cubicBezTo>
                  <a:pt x="23116" y="105663"/>
                  <a:pt x="29870" y="112831"/>
                  <a:pt x="36883" y="115221"/>
                </a:cubicBezTo>
                <a:cubicBezTo>
                  <a:pt x="45974" y="100884"/>
                  <a:pt x="59740" y="86814"/>
                  <a:pt x="75844" y="79911"/>
                </a:cubicBezTo>
                <a:close/>
                <a:moveTo>
                  <a:pt x="98961" y="14070"/>
                </a:moveTo>
                <a:lnTo>
                  <a:pt x="98961" y="14070"/>
                </a:lnTo>
                <a:cubicBezTo>
                  <a:pt x="89870" y="16460"/>
                  <a:pt x="80519" y="18584"/>
                  <a:pt x="71428" y="20973"/>
                </a:cubicBezTo>
                <a:lnTo>
                  <a:pt x="73506" y="23362"/>
                </a:lnTo>
                <a:cubicBezTo>
                  <a:pt x="73506" y="25752"/>
                  <a:pt x="71428" y="25752"/>
                  <a:pt x="71428" y="28141"/>
                </a:cubicBezTo>
                <a:cubicBezTo>
                  <a:pt x="80519" y="37433"/>
                  <a:pt x="85194" y="49380"/>
                  <a:pt x="89870" y="63451"/>
                </a:cubicBezTo>
                <a:cubicBezTo>
                  <a:pt x="94285" y="63451"/>
                  <a:pt x="98961" y="65840"/>
                  <a:pt x="101298" y="70619"/>
                </a:cubicBezTo>
                <a:cubicBezTo>
                  <a:pt x="108311" y="70619"/>
                  <a:pt x="112727" y="70619"/>
                  <a:pt x="117402" y="68230"/>
                </a:cubicBezTo>
                <a:cubicBezTo>
                  <a:pt x="119740" y="65840"/>
                  <a:pt x="119740" y="61061"/>
                  <a:pt x="119740" y="58672"/>
                </a:cubicBezTo>
                <a:cubicBezTo>
                  <a:pt x="119740" y="42477"/>
                  <a:pt x="110649" y="25752"/>
                  <a:pt x="98961" y="14070"/>
                </a:cubicBezTo>
                <a:close/>
                <a:moveTo>
                  <a:pt x="82857" y="86814"/>
                </a:moveTo>
                <a:lnTo>
                  <a:pt x="82857" y="86814"/>
                </a:lnTo>
                <a:cubicBezTo>
                  <a:pt x="66753" y="93982"/>
                  <a:pt x="55324" y="103274"/>
                  <a:pt x="45974" y="117610"/>
                </a:cubicBezTo>
                <a:cubicBezTo>
                  <a:pt x="50649" y="119734"/>
                  <a:pt x="55324" y="119734"/>
                  <a:pt x="59740" y="119734"/>
                </a:cubicBezTo>
                <a:cubicBezTo>
                  <a:pt x="69090" y="119734"/>
                  <a:pt x="75844" y="117610"/>
                  <a:pt x="85194" y="115221"/>
                </a:cubicBezTo>
                <a:cubicBezTo>
                  <a:pt x="85194" y="108053"/>
                  <a:pt x="87532" y="100884"/>
                  <a:pt x="87532" y="96371"/>
                </a:cubicBezTo>
                <a:cubicBezTo>
                  <a:pt x="87532" y="93982"/>
                  <a:pt x="87532" y="91592"/>
                  <a:pt x="85194" y="89203"/>
                </a:cubicBezTo>
                <a:cubicBezTo>
                  <a:pt x="85194" y="86814"/>
                  <a:pt x="82857" y="86814"/>
                  <a:pt x="82857" y="8681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5" name="Shape 5136">
            <a:extLst>
              <a:ext uri="{FF2B5EF4-FFF2-40B4-BE49-F238E27FC236}">
                <a16:creationId xmlns:a16="http://schemas.microsoft.com/office/drawing/2014/main" id="{D4CE816F-BDC6-1C6C-06A1-C86A1B338786}"/>
              </a:ext>
            </a:extLst>
          </p:cNvPr>
          <p:cNvSpPr/>
          <p:nvPr/>
        </p:nvSpPr>
        <p:spPr>
          <a:xfrm>
            <a:off x="6472088" y="5000102"/>
            <a:ext cx="274285" cy="16733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4819" y="3564"/>
                </a:moveTo>
                <a:lnTo>
                  <a:pt x="44819" y="3564"/>
                </a:lnTo>
                <a:cubicBezTo>
                  <a:pt x="42891" y="0"/>
                  <a:pt x="40481" y="0"/>
                  <a:pt x="38554" y="3564"/>
                </a:cubicBezTo>
                <a:cubicBezTo>
                  <a:pt x="0" y="59801"/>
                  <a:pt x="0" y="59801"/>
                  <a:pt x="0" y="59801"/>
                </a:cubicBezTo>
                <a:cubicBezTo>
                  <a:pt x="38554" y="116039"/>
                  <a:pt x="38554" y="116039"/>
                  <a:pt x="38554" y="116039"/>
                </a:cubicBezTo>
                <a:cubicBezTo>
                  <a:pt x="40481" y="119603"/>
                  <a:pt x="42891" y="119603"/>
                  <a:pt x="44819" y="116039"/>
                </a:cubicBezTo>
                <a:cubicBezTo>
                  <a:pt x="46987" y="112079"/>
                  <a:pt x="46987" y="108514"/>
                  <a:pt x="44819" y="105346"/>
                </a:cubicBezTo>
                <a:cubicBezTo>
                  <a:pt x="14939" y="59801"/>
                  <a:pt x="14939" y="59801"/>
                  <a:pt x="14939" y="59801"/>
                </a:cubicBezTo>
                <a:cubicBezTo>
                  <a:pt x="44819" y="17821"/>
                  <a:pt x="44819" y="17821"/>
                  <a:pt x="44819" y="17821"/>
                </a:cubicBezTo>
                <a:cubicBezTo>
                  <a:pt x="46987" y="13861"/>
                  <a:pt x="46987" y="7128"/>
                  <a:pt x="44819" y="3564"/>
                </a:cubicBezTo>
                <a:close/>
                <a:moveTo>
                  <a:pt x="81204" y="3564"/>
                </a:moveTo>
                <a:lnTo>
                  <a:pt x="81204" y="3564"/>
                </a:lnTo>
                <a:cubicBezTo>
                  <a:pt x="79036" y="0"/>
                  <a:pt x="76867" y="0"/>
                  <a:pt x="74939" y="3564"/>
                </a:cubicBezTo>
                <a:cubicBezTo>
                  <a:pt x="72771" y="7128"/>
                  <a:pt x="72771" y="13861"/>
                  <a:pt x="74939" y="17821"/>
                </a:cubicBezTo>
                <a:cubicBezTo>
                  <a:pt x="104578" y="59801"/>
                  <a:pt x="104578" y="59801"/>
                  <a:pt x="104578" y="59801"/>
                </a:cubicBezTo>
                <a:cubicBezTo>
                  <a:pt x="74939" y="105346"/>
                  <a:pt x="74939" y="105346"/>
                  <a:pt x="74939" y="105346"/>
                </a:cubicBezTo>
                <a:cubicBezTo>
                  <a:pt x="72771" y="108514"/>
                  <a:pt x="72771" y="112079"/>
                  <a:pt x="74939" y="116039"/>
                </a:cubicBezTo>
                <a:cubicBezTo>
                  <a:pt x="76867" y="119603"/>
                  <a:pt x="79036" y="119603"/>
                  <a:pt x="81204" y="116039"/>
                </a:cubicBezTo>
                <a:cubicBezTo>
                  <a:pt x="119759" y="59801"/>
                  <a:pt x="119759" y="59801"/>
                  <a:pt x="119759" y="59801"/>
                </a:cubicBezTo>
                <a:lnTo>
                  <a:pt x="81204" y="356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6" name="Shape 5137">
            <a:extLst>
              <a:ext uri="{FF2B5EF4-FFF2-40B4-BE49-F238E27FC236}">
                <a16:creationId xmlns:a16="http://schemas.microsoft.com/office/drawing/2014/main" id="{F49C566A-3419-8D4C-678F-D88941DB1A9D}"/>
              </a:ext>
            </a:extLst>
          </p:cNvPr>
          <p:cNvSpPr/>
          <p:nvPr/>
        </p:nvSpPr>
        <p:spPr>
          <a:xfrm>
            <a:off x="7573122" y="3869594"/>
            <a:ext cx="254833" cy="25100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740" y="0"/>
                </a:moveTo>
                <a:lnTo>
                  <a:pt x="59740" y="0"/>
                </a:lnTo>
                <a:cubicBezTo>
                  <a:pt x="27532" y="0"/>
                  <a:pt x="0" y="25960"/>
                  <a:pt x="0" y="58807"/>
                </a:cubicBezTo>
                <a:cubicBezTo>
                  <a:pt x="0" y="91655"/>
                  <a:pt x="27532" y="119735"/>
                  <a:pt x="59740" y="119735"/>
                </a:cubicBezTo>
                <a:cubicBezTo>
                  <a:pt x="91948" y="119735"/>
                  <a:pt x="119740" y="91655"/>
                  <a:pt x="119740" y="58807"/>
                </a:cubicBezTo>
                <a:cubicBezTo>
                  <a:pt x="119740" y="25960"/>
                  <a:pt x="91948" y="0"/>
                  <a:pt x="59740" y="0"/>
                </a:cubicBezTo>
                <a:close/>
                <a:moveTo>
                  <a:pt x="59740" y="79999"/>
                </a:moveTo>
                <a:lnTo>
                  <a:pt x="59740" y="79999"/>
                </a:lnTo>
                <a:cubicBezTo>
                  <a:pt x="48311" y="79999"/>
                  <a:pt x="41298" y="70463"/>
                  <a:pt x="41298" y="58807"/>
                </a:cubicBezTo>
                <a:cubicBezTo>
                  <a:pt x="41298" y="49536"/>
                  <a:pt x="48311" y="39999"/>
                  <a:pt x="59740" y="39999"/>
                </a:cubicBezTo>
                <a:cubicBezTo>
                  <a:pt x="71168" y="39999"/>
                  <a:pt x="78181" y="49536"/>
                  <a:pt x="78181" y="58807"/>
                </a:cubicBezTo>
                <a:cubicBezTo>
                  <a:pt x="78181" y="70463"/>
                  <a:pt x="71168" y="79999"/>
                  <a:pt x="59740" y="7999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7" name="Shape 5138">
            <a:extLst>
              <a:ext uri="{FF2B5EF4-FFF2-40B4-BE49-F238E27FC236}">
                <a16:creationId xmlns:a16="http://schemas.microsoft.com/office/drawing/2014/main" id="{46DB7FDB-06E8-DD77-528C-493BDC9C91E2}"/>
              </a:ext>
            </a:extLst>
          </p:cNvPr>
          <p:cNvSpPr/>
          <p:nvPr/>
        </p:nvSpPr>
        <p:spPr>
          <a:xfrm>
            <a:off x="2655432" y="5015667"/>
            <a:ext cx="272340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87" y="0"/>
                </a:moveTo>
                <a:lnTo>
                  <a:pt x="106987" y="0"/>
                </a:lnTo>
                <a:cubicBezTo>
                  <a:pt x="12771" y="0"/>
                  <a:pt x="12771" y="0"/>
                  <a:pt x="12771" y="0"/>
                </a:cubicBezTo>
                <a:cubicBezTo>
                  <a:pt x="4337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337" y="119516"/>
                  <a:pt x="12771" y="119516"/>
                </a:cubicBezTo>
                <a:cubicBezTo>
                  <a:pt x="106987" y="119516"/>
                  <a:pt x="106987" y="119516"/>
                  <a:pt x="106987" y="119516"/>
                </a:cubicBezTo>
                <a:cubicBezTo>
                  <a:pt x="113253" y="119516"/>
                  <a:pt x="119759" y="111290"/>
                  <a:pt x="119759" y="98225"/>
                </a:cubicBezTo>
                <a:cubicBezTo>
                  <a:pt x="119759" y="25645"/>
                  <a:pt x="119759" y="25645"/>
                  <a:pt x="119759" y="25645"/>
                </a:cubicBezTo>
                <a:cubicBezTo>
                  <a:pt x="119759" y="12580"/>
                  <a:pt x="113253" y="0"/>
                  <a:pt x="106987" y="0"/>
                </a:cubicBezTo>
                <a:close/>
                <a:moveTo>
                  <a:pt x="106987" y="98225"/>
                </a:moveTo>
                <a:lnTo>
                  <a:pt x="106987" y="98225"/>
                </a:lnTo>
                <a:cubicBezTo>
                  <a:pt x="12771" y="98225"/>
                  <a:pt x="12771" y="98225"/>
                  <a:pt x="12771" y="98225"/>
                </a:cubicBezTo>
                <a:cubicBezTo>
                  <a:pt x="12771" y="25645"/>
                  <a:pt x="12771" y="25645"/>
                  <a:pt x="12771" y="25645"/>
                </a:cubicBezTo>
                <a:cubicBezTo>
                  <a:pt x="106987" y="25645"/>
                  <a:pt x="106987" y="25645"/>
                  <a:pt x="106987" y="25645"/>
                </a:cubicBezTo>
                <a:lnTo>
                  <a:pt x="106987" y="98225"/>
                </a:lnTo>
                <a:close/>
                <a:moveTo>
                  <a:pt x="102650" y="38225"/>
                </a:moveTo>
                <a:lnTo>
                  <a:pt x="102650" y="38225"/>
                </a:lnTo>
                <a:cubicBezTo>
                  <a:pt x="76867" y="38225"/>
                  <a:pt x="76867" y="38225"/>
                  <a:pt x="76867" y="38225"/>
                </a:cubicBezTo>
                <a:cubicBezTo>
                  <a:pt x="76867" y="85645"/>
                  <a:pt x="76867" y="85645"/>
                  <a:pt x="76867" y="85645"/>
                </a:cubicBezTo>
                <a:cubicBezTo>
                  <a:pt x="102650" y="85645"/>
                  <a:pt x="102650" y="85645"/>
                  <a:pt x="102650" y="85645"/>
                </a:cubicBezTo>
                <a:lnTo>
                  <a:pt x="102650" y="38225"/>
                </a:lnTo>
                <a:close/>
                <a:moveTo>
                  <a:pt x="42891" y="38225"/>
                </a:moveTo>
                <a:lnTo>
                  <a:pt x="42891" y="38225"/>
                </a:lnTo>
                <a:cubicBezTo>
                  <a:pt x="17349" y="38225"/>
                  <a:pt x="17349" y="38225"/>
                  <a:pt x="17349" y="38225"/>
                </a:cubicBezTo>
                <a:cubicBezTo>
                  <a:pt x="17349" y="85645"/>
                  <a:pt x="17349" y="85645"/>
                  <a:pt x="17349" y="85645"/>
                </a:cubicBezTo>
                <a:cubicBezTo>
                  <a:pt x="42891" y="85645"/>
                  <a:pt x="42891" y="85645"/>
                  <a:pt x="42891" y="85645"/>
                </a:cubicBezTo>
                <a:lnTo>
                  <a:pt x="42891" y="38225"/>
                </a:lnTo>
                <a:close/>
                <a:moveTo>
                  <a:pt x="72530" y="38225"/>
                </a:moveTo>
                <a:lnTo>
                  <a:pt x="72530" y="38225"/>
                </a:lnTo>
                <a:cubicBezTo>
                  <a:pt x="46987" y="38225"/>
                  <a:pt x="46987" y="38225"/>
                  <a:pt x="46987" y="38225"/>
                </a:cubicBezTo>
                <a:cubicBezTo>
                  <a:pt x="46987" y="85645"/>
                  <a:pt x="46987" y="85645"/>
                  <a:pt x="46987" y="85645"/>
                </a:cubicBezTo>
                <a:cubicBezTo>
                  <a:pt x="72530" y="85645"/>
                  <a:pt x="72530" y="85645"/>
                  <a:pt x="72530" y="85645"/>
                </a:cubicBezTo>
                <a:lnTo>
                  <a:pt x="72530" y="3822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8" name="Shape 5139">
            <a:extLst>
              <a:ext uri="{FF2B5EF4-FFF2-40B4-BE49-F238E27FC236}">
                <a16:creationId xmlns:a16="http://schemas.microsoft.com/office/drawing/2014/main" id="{95713229-9D9E-0750-3BCB-3815AFC40526}"/>
              </a:ext>
            </a:extLst>
          </p:cNvPr>
          <p:cNvSpPr/>
          <p:nvPr/>
        </p:nvSpPr>
        <p:spPr>
          <a:xfrm>
            <a:off x="3200113" y="5015667"/>
            <a:ext cx="274285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346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346" y="119516"/>
                  <a:pt x="12796" y="119516"/>
                </a:cubicBezTo>
                <a:cubicBezTo>
                  <a:pt x="106961" y="119516"/>
                  <a:pt x="106961" y="119516"/>
                  <a:pt x="106961" y="119516"/>
                </a:cubicBezTo>
                <a:cubicBezTo>
                  <a:pt x="113239" y="119516"/>
                  <a:pt x="119758" y="111290"/>
                  <a:pt x="119758" y="98225"/>
                </a:cubicBezTo>
                <a:cubicBezTo>
                  <a:pt x="119758" y="25645"/>
                  <a:pt x="119758" y="25645"/>
                  <a:pt x="119758" y="25645"/>
                </a:cubicBezTo>
                <a:cubicBezTo>
                  <a:pt x="119758" y="12580"/>
                  <a:pt x="113239" y="0"/>
                  <a:pt x="106961" y="0"/>
                </a:cubicBezTo>
                <a:close/>
                <a:moveTo>
                  <a:pt x="106961" y="98225"/>
                </a:moveTo>
                <a:lnTo>
                  <a:pt x="106961" y="98225"/>
                </a:lnTo>
                <a:cubicBezTo>
                  <a:pt x="12796" y="98225"/>
                  <a:pt x="12796" y="98225"/>
                  <a:pt x="12796" y="98225"/>
                </a:cubicBezTo>
                <a:cubicBezTo>
                  <a:pt x="12796" y="25645"/>
                  <a:pt x="12796" y="25645"/>
                  <a:pt x="12796" y="25645"/>
                </a:cubicBezTo>
                <a:cubicBezTo>
                  <a:pt x="106961" y="25645"/>
                  <a:pt x="106961" y="25645"/>
                  <a:pt x="106961" y="25645"/>
                </a:cubicBezTo>
                <a:lnTo>
                  <a:pt x="106961" y="98225"/>
                </a:lnTo>
                <a:close/>
                <a:moveTo>
                  <a:pt x="42736" y="38225"/>
                </a:moveTo>
                <a:lnTo>
                  <a:pt x="42736" y="38225"/>
                </a:lnTo>
                <a:cubicBezTo>
                  <a:pt x="17142" y="38225"/>
                  <a:pt x="17142" y="38225"/>
                  <a:pt x="17142" y="38225"/>
                </a:cubicBezTo>
                <a:cubicBezTo>
                  <a:pt x="17142" y="85645"/>
                  <a:pt x="17142" y="85645"/>
                  <a:pt x="17142" y="85645"/>
                </a:cubicBezTo>
                <a:cubicBezTo>
                  <a:pt x="42736" y="85645"/>
                  <a:pt x="42736" y="85645"/>
                  <a:pt x="42736" y="85645"/>
                </a:cubicBezTo>
                <a:lnTo>
                  <a:pt x="42736" y="38225"/>
                </a:lnTo>
                <a:close/>
                <a:moveTo>
                  <a:pt x="72676" y="38225"/>
                </a:moveTo>
                <a:lnTo>
                  <a:pt x="72676" y="38225"/>
                </a:lnTo>
                <a:cubicBezTo>
                  <a:pt x="47082" y="38225"/>
                  <a:pt x="47082" y="38225"/>
                  <a:pt x="47082" y="38225"/>
                </a:cubicBezTo>
                <a:cubicBezTo>
                  <a:pt x="47082" y="85645"/>
                  <a:pt x="47082" y="85645"/>
                  <a:pt x="47082" y="85645"/>
                </a:cubicBezTo>
                <a:cubicBezTo>
                  <a:pt x="72676" y="85645"/>
                  <a:pt x="72676" y="85645"/>
                  <a:pt x="72676" y="85645"/>
                </a:cubicBezTo>
                <a:lnTo>
                  <a:pt x="72676" y="3822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19" name="Shape 5140">
            <a:extLst>
              <a:ext uri="{FF2B5EF4-FFF2-40B4-BE49-F238E27FC236}">
                <a16:creationId xmlns:a16="http://schemas.microsoft.com/office/drawing/2014/main" id="{482CAC06-EE7A-26D0-5A7B-C3095739061E}"/>
              </a:ext>
            </a:extLst>
          </p:cNvPr>
          <p:cNvSpPr/>
          <p:nvPr/>
        </p:nvSpPr>
        <p:spPr>
          <a:xfrm>
            <a:off x="3744794" y="5015667"/>
            <a:ext cx="274285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346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346" y="119516"/>
                  <a:pt x="12796" y="119516"/>
                </a:cubicBezTo>
                <a:cubicBezTo>
                  <a:pt x="106961" y="119516"/>
                  <a:pt x="106961" y="119516"/>
                  <a:pt x="106961" y="119516"/>
                </a:cubicBezTo>
                <a:cubicBezTo>
                  <a:pt x="113480" y="119516"/>
                  <a:pt x="119758" y="111290"/>
                  <a:pt x="119758" y="98225"/>
                </a:cubicBezTo>
                <a:cubicBezTo>
                  <a:pt x="119758" y="25645"/>
                  <a:pt x="119758" y="25645"/>
                  <a:pt x="119758" y="25645"/>
                </a:cubicBezTo>
                <a:cubicBezTo>
                  <a:pt x="119758" y="12580"/>
                  <a:pt x="113480" y="0"/>
                  <a:pt x="106961" y="0"/>
                </a:cubicBezTo>
                <a:close/>
                <a:moveTo>
                  <a:pt x="106961" y="98225"/>
                </a:moveTo>
                <a:lnTo>
                  <a:pt x="106961" y="98225"/>
                </a:lnTo>
                <a:cubicBezTo>
                  <a:pt x="12796" y="98225"/>
                  <a:pt x="12796" y="98225"/>
                  <a:pt x="12796" y="98225"/>
                </a:cubicBezTo>
                <a:cubicBezTo>
                  <a:pt x="12796" y="25645"/>
                  <a:pt x="12796" y="25645"/>
                  <a:pt x="12796" y="25645"/>
                </a:cubicBezTo>
                <a:cubicBezTo>
                  <a:pt x="106961" y="25645"/>
                  <a:pt x="106961" y="25645"/>
                  <a:pt x="106961" y="25645"/>
                </a:cubicBezTo>
                <a:lnTo>
                  <a:pt x="106961" y="98225"/>
                </a:lnTo>
                <a:close/>
                <a:moveTo>
                  <a:pt x="42736" y="38225"/>
                </a:moveTo>
                <a:lnTo>
                  <a:pt x="42736" y="38225"/>
                </a:lnTo>
                <a:cubicBezTo>
                  <a:pt x="17142" y="38225"/>
                  <a:pt x="17142" y="38225"/>
                  <a:pt x="17142" y="38225"/>
                </a:cubicBezTo>
                <a:cubicBezTo>
                  <a:pt x="17142" y="85645"/>
                  <a:pt x="17142" y="85645"/>
                  <a:pt x="17142" y="85645"/>
                </a:cubicBezTo>
                <a:cubicBezTo>
                  <a:pt x="42736" y="85645"/>
                  <a:pt x="42736" y="85645"/>
                  <a:pt x="42736" y="85645"/>
                </a:cubicBezTo>
                <a:lnTo>
                  <a:pt x="42736" y="3822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0" name="Shape 5141">
            <a:extLst>
              <a:ext uri="{FF2B5EF4-FFF2-40B4-BE49-F238E27FC236}">
                <a16:creationId xmlns:a16="http://schemas.microsoft.com/office/drawing/2014/main" id="{E2EDABA2-9293-6BE2-D8BE-80FD01AE8D3D}"/>
              </a:ext>
            </a:extLst>
          </p:cNvPr>
          <p:cNvSpPr/>
          <p:nvPr/>
        </p:nvSpPr>
        <p:spPr>
          <a:xfrm>
            <a:off x="4291419" y="5015667"/>
            <a:ext cx="274286" cy="13426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720" y="0"/>
                </a:moveTo>
                <a:lnTo>
                  <a:pt x="106720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4104" y="0"/>
                  <a:pt x="0" y="12580"/>
                  <a:pt x="0" y="25645"/>
                </a:cubicBezTo>
                <a:cubicBezTo>
                  <a:pt x="0" y="98225"/>
                  <a:pt x="0" y="98225"/>
                  <a:pt x="0" y="98225"/>
                </a:cubicBezTo>
                <a:cubicBezTo>
                  <a:pt x="0" y="111290"/>
                  <a:pt x="4104" y="119516"/>
                  <a:pt x="12796" y="119516"/>
                </a:cubicBezTo>
                <a:cubicBezTo>
                  <a:pt x="106720" y="119516"/>
                  <a:pt x="106720" y="119516"/>
                  <a:pt x="106720" y="119516"/>
                </a:cubicBezTo>
                <a:cubicBezTo>
                  <a:pt x="113480" y="119516"/>
                  <a:pt x="119758" y="111290"/>
                  <a:pt x="119758" y="98225"/>
                </a:cubicBezTo>
                <a:cubicBezTo>
                  <a:pt x="119758" y="25645"/>
                  <a:pt x="119758" y="25645"/>
                  <a:pt x="119758" y="25645"/>
                </a:cubicBezTo>
                <a:cubicBezTo>
                  <a:pt x="119758" y="12580"/>
                  <a:pt x="113480" y="0"/>
                  <a:pt x="106720" y="0"/>
                </a:cubicBezTo>
                <a:close/>
                <a:moveTo>
                  <a:pt x="106720" y="98225"/>
                </a:moveTo>
                <a:lnTo>
                  <a:pt x="106720" y="98225"/>
                </a:lnTo>
                <a:cubicBezTo>
                  <a:pt x="12796" y="98225"/>
                  <a:pt x="12796" y="98225"/>
                  <a:pt x="12796" y="98225"/>
                </a:cubicBezTo>
                <a:cubicBezTo>
                  <a:pt x="12796" y="25645"/>
                  <a:pt x="12796" y="25645"/>
                  <a:pt x="12796" y="25645"/>
                </a:cubicBezTo>
                <a:cubicBezTo>
                  <a:pt x="106720" y="25645"/>
                  <a:pt x="106720" y="25645"/>
                  <a:pt x="106720" y="25645"/>
                </a:cubicBezTo>
                <a:lnTo>
                  <a:pt x="106720" y="9822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1" name="Shape 5142">
            <a:extLst>
              <a:ext uri="{FF2B5EF4-FFF2-40B4-BE49-F238E27FC236}">
                <a16:creationId xmlns:a16="http://schemas.microsoft.com/office/drawing/2014/main" id="{555345E1-F6E1-7513-87EC-8BCFC5A35C5A}"/>
              </a:ext>
            </a:extLst>
          </p:cNvPr>
          <p:cNvSpPr/>
          <p:nvPr/>
        </p:nvSpPr>
        <p:spPr>
          <a:xfrm>
            <a:off x="6472088" y="1750622"/>
            <a:ext cx="274285" cy="12453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180" y="48430"/>
                </a:moveTo>
                <a:lnTo>
                  <a:pt x="115180" y="48430"/>
                </a:lnTo>
                <a:cubicBezTo>
                  <a:pt x="113253" y="38744"/>
                  <a:pt x="102409" y="14529"/>
                  <a:pt x="96144" y="4843"/>
                </a:cubicBezTo>
                <a:cubicBezTo>
                  <a:pt x="96144" y="0"/>
                  <a:pt x="93975" y="0"/>
                  <a:pt x="89638" y="0"/>
                </a:cubicBezTo>
                <a:cubicBezTo>
                  <a:pt x="87710" y="0"/>
                  <a:pt x="60000" y="0"/>
                  <a:pt x="60000" y="0"/>
                </a:cubicBezTo>
                <a:cubicBezTo>
                  <a:pt x="60000" y="0"/>
                  <a:pt x="32048" y="0"/>
                  <a:pt x="29879" y="0"/>
                </a:cubicBezTo>
                <a:cubicBezTo>
                  <a:pt x="25542" y="0"/>
                  <a:pt x="23614" y="0"/>
                  <a:pt x="23614" y="4843"/>
                </a:cubicBezTo>
                <a:cubicBezTo>
                  <a:pt x="17108" y="14529"/>
                  <a:pt x="6506" y="38744"/>
                  <a:pt x="4337" y="48430"/>
                </a:cubicBezTo>
                <a:cubicBezTo>
                  <a:pt x="0" y="52735"/>
                  <a:pt x="0" y="57578"/>
                  <a:pt x="0" y="67264"/>
                </a:cubicBezTo>
                <a:cubicBezTo>
                  <a:pt x="4337" y="105470"/>
                  <a:pt x="4337" y="105470"/>
                  <a:pt x="4337" y="105470"/>
                </a:cubicBezTo>
                <a:cubicBezTo>
                  <a:pt x="4337" y="114618"/>
                  <a:pt x="8674" y="119461"/>
                  <a:pt x="10843" y="119461"/>
                </a:cubicBezTo>
                <a:cubicBezTo>
                  <a:pt x="108915" y="119461"/>
                  <a:pt x="108915" y="119461"/>
                  <a:pt x="108915" y="119461"/>
                </a:cubicBezTo>
                <a:cubicBezTo>
                  <a:pt x="111084" y="119461"/>
                  <a:pt x="115180" y="114618"/>
                  <a:pt x="115180" y="105470"/>
                </a:cubicBezTo>
                <a:cubicBezTo>
                  <a:pt x="119759" y="67264"/>
                  <a:pt x="119759" y="67264"/>
                  <a:pt x="119759" y="67264"/>
                </a:cubicBezTo>
                <a:cubicBezTo>
                  <a:pt x="119759" y="57578"/>
                  <a:pt x="119759" y="52735"/>
                  <a:pt x="115180" y="48430"/>
                </a:cubicBezTo>
                <a:close/>
                <a:moveTo>
                  <a:pt x="83373" y="52735"/>
                </a:moveTo>
                <a:lnTo>
                  <a:pt x="83373" y="52735"/>
                </a:lnTo>
                <a:lnTo>
                  <a:pt x="83373" y="57578"/>
                </a:lnTo>
                <a:cubicBezTo>
                  <a:pt x="76867" y="81255"/>
                  <a:pt x="76867" y="81255"/>
                  <a:pt x="76867" y="81255"/>
                </a:cubicBezTo>
                <a:cubicBezTo>
                  <a:pt x="42891" y="81255"/>
                  <a:pt x="42891" y="81255"/>
                  <a:pt x="42891" y="81255"/>
                </a:cubicBezTo>
                <a:cubicBezTo>
                  <a:pt x="36385" y="57578"/>
                  <a:pt x="36385" y="57578"/>
                  <a:pt x="36385" y="57578"/>
                </a:cubicBezTo>
                <a:lnTo>
                  <a:pt x="36385" y="52735"/>
                </a:lnTo>
                <a:cubicBezTo>
                  <a:pt x="14939" y="52735"/>
                  <a:pt x="14939" y="52735"/>
                  <a:pt x="14939" y="52735"/>
                </a:cubicBezTo>
                <a:cubicBezTo>
                  <a:pt x="25542" y="24215"/>
                  <a:pt x="25542" y="24215"/>
                  <a:pt x="25542" y="24215"/>
                </a:cubicBezTo>
                <a:cubicBezTo>
                  <a:pt x="93975" y="24215"/>
                  <a:pt x="93975" y="24215"/>
                  <a:pt x="93975" y="24215"/>
                </a:cubicBezTo>
                <a:cubicBezTo>
                  <a:pt x="104578" y="52735"/>
                  <a:pt x="104578" y="52735"/>
                  <a:pt x="104578" y="52735"/>
                </a:cubicBezTo>
                <a:lnTo>
                  <a:pt x="83373" y="5273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2" name="Shape 5143">
            <a:extLst>
              <a:ext uri="{FF2B5EF4-FFF2-40B4-BE49-F238E27FC236}">
                <a16:creationId xmlns:a16="http://schemas.microsoft.com/office/drawing/2014/main" id="{E36EB8A7-F6B1-1B8A-ADDC-10A77A5E64C4}"/>
              </a:ext>
            </a:extLst>
          </p:cNvPr>
          <p:cNvSpPr/>
          <p:nvPr/>
        </p:nvSpPr>
        <p:spPr>
          <a:xfrm>
            <a:off x="7018714" y="4967023"/>
            <a:ext cx="274286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720" y="0"/>
                </a:moveTo>
                <a:lnTo>
                  <a:pt x="106720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6277" y="0"/>
                  <a:pt x="0" y="4689"/>
                  <a:pt x="0" y="12137"/>
                </a:cubicBezTo>
                <a:cubicBezTo>
                  <a:pt x="0" y="88000"/>
                  <a:pt x="0" y="88000"/>
                  <a:pt x="0" y="88000"/>
                </a:cubicBezTo>
                <a:cubicBezTo>
                  <a:pt x="0" y="95172"/>
                  <a:pt x="4104" y="102620"/>
                  <a:pt x="10623" y="105103"/>
                </a:cubicBezTo>
                <a:cubicBezTo>
                  <a:pt x="38631" y="110068"/>
                  <a:pt x="38631" y="110068"/>
                  <a:pt x="38631" y="110068"/>
                </a:cubicBezTo>
                <a:cubicBezTo>
                  <a:pt x="38631" y="110068"/>
                  <a:pt x="14969" y="119724"/>
                  <a:pt x="29698" y="119724"/>
                </a:cubicBezTo>
                <a:cubicBezTo>
                  <a:pt x="89818" y="119724"/>
                  <a:pt x="89818" y="119724"/>
                  <a:pt x="89818" y="119724"/>
                </a:cubicBezTo>
                <a:cubicBezTo>
                  <a:pt x="104788" y="119724"/>
                  <a:pt x="81126" y="110068"/>
                  <a:pt x="81126" y="110068"/>
                </a:cubicBezTo>
                <a:cubicBezTo>
                  <a:pt x="108893" y="105103"/>
                  <a:pt x="108893" y="105103"/>
                  <a:pt x="108893" y="105103"/>
                </a:cubicBezTo>
                <a:cubicBezTo>
                  <a:pt x="115653" y="102620"/>
                  <a:pt x="119758" y="95172"/>
                  <a:pt x="119758" y="88000"/>
                </a:cubicBezTo>
                <a:cubicBezTo>
                  <a:pt x="119758" y="12137"/>
                  <a:pt x="119758" y="12137"/>
                  <a:pt x="119758" y="12137"/>
                </a:cubicBezTo>
                <a:cubicBezTo>
                  <a:pt x="119758" y="4689"/>
                  <a:pt x="113480" y="0"/>
                  <a:pt x="106720" y="0"/>
                </a:cubicBezTo>
                <a:close/>
                <a:moveTo>
                  <a:pt x="106720" y="88000"/>
                </a:moveTo>
                <a:lnTo>
                  <a:pt x="106720" y="88000"/>
                </a:lnTo>
                <a:cubicBezTo>
                  <a:pt x="12796" y="88000"/>
                  <a:pt x="12796" y="88000"/>
                  <a:pt x="12796" y="88000"/>
                </a:cubicBezTo>
                <a:cubicBezTo>
                  <a:pt x="12796" y="12137"/>
                  <a:pt x="12796" y="12137"/>
                  <a:pt x="12796" y="12137"/>
                </a:cubicBezTo>
                <a:cubicBezTo>
                  <a:pt x="106720" y="12137"/>
                  <a:pt x="106720" y="12137"/>
                  <a:pt x="106720" y="12137"/>
                </a:cubicBezTo>
                <a:lnTo>
                  <a:pt x="106720" y="8800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3" name="Shape 5144">
            <a:extLst>
              <a:ext uri="{FF2B5EF4-FFF2-40B4-BE49-F238E27FC236}">
                <a16:creationId xmlns:a16="http://schemas.microsoft.com/office/drawing/2014/main" id="{2115A58F-A686-6CB3-316C-E2F41DFA1ABC}"/>
              </a:ext>
            </a:extLst>
          </p:cNvPr>
          <p:cNvSpPr/>
          <p:nvPr/>
        </p:nvSpPr>
        <p:spPr>
          <a:xfrm>
            <a:off x="1536861" y="2228233"/>
            <a:ext cx="274285" cy="2354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5533" y="65070"/>
                </a:moveTo>
                <a:lnTo>
                  <a:pt x="55533" y="65070"/>
                </a:lnTo>
                <a:cubicBezTo>
                  <a:pt x="66156" y="65070"/>
                  <a:pt x="66156" y="65070"/>
                  <a:pt x="66156" y="65070"/>
                </a:cubicBezTo>
                <a:cubicBezTo>
                  <a:pt x="66156" y="77464"/>
                  <a:pt x="66156" y="77464"/>
                  <a:pt x="66156" y="77464"/>
                </a:cubicBezTo>
                <a:cubicBezTo>
                  <a:pt x="119758" y="77464"/>
                  <a:pt x="119758" y="77464"/>
                  <a:pt x="119758" y="77464"/>
                </a:cubicBezTo>
                <a:cubicBezTo>
                  <a:pt x="119758" y="77464"/>
                  <a:pt x="119758" y="47323"/>
                  <a:pt x="117585" y="37464"/>
                </a:cubicBezTo>
                <a:cubicBezTo>
                  <a:pt x="117585" y="27323"/>
                  <a:pt x="115412" y="22535"/>
                  <a:pt x="106961" y="22535"/>
                </a:cubicBezTo>
                <a:cubicBezTo>
                  <a:pt x="87645" y="22535"/>
                  <a:pt x="87645" y="22535"/>
                  <a:pt x="87645" y="22535"/>
                </a:cubicBezTo>
                <a:cubicBezTo>
                  <a:pt x="83299" y="14929"/>
                  <a:pt x="81368" y="7605"/>
                  <a:pt x="81368" y="7605"/>
                </a:cubicBezTo>
                <a:cubicBezTo>
                  <a:pt x="79195" y="2535"/>
                  <a:pt x="77022" y="0"/>
                  <a:pt x="72434" y="0"/>
                </a:cubicBezTo>
                <a:cubicBezTo>
                  <a:pt x="46841" y="0"/>
                  <a:pt x="46841" y="0"/>
                  <a:pt x="46841" y="0"/>
                </a:cubicBezTo>
                <a:cubicBezTo>
                  <a:pt x="42736" y="0"/>
                  <a:pt x="40563" y="2535"/>
                  <a:pt x="40563" y="7605"/>
                </a:cubicBezTo>
                <a:cubicBezTo>
                  <a:pt x="38390" y="7605"/>
                  <a:pt x="36217" y="14929"/>
                  <a:pt x="32112" y="22535"/>
                </a:cubicBezTo>
                <a:cubicBezTo>
                  <a:pt x="12796" y="22535"/>
                  <a:pt x="12796" y="22535"/>
                  <a:pt x="12796" y="22535"/>
                </a:cubicBezTo>
                <a:cubicBezTo>
                  <a:pt x="4104" y="22535"/>
                  <a:pt x="2173" y="27323"/>
                  <a:pt x="2173" y="37464"/>
                </a:cubicBezTo>
                <a:cubicBezTo>
                  <a:pt x="0" y="47323"/>
                  <a:pt x="0" y="77464"/>
                  <a:pt x="0" y="77464"/>
                </a:cubicBezTo>
                <a:cubicBezTo>
                  <a:pt x="55533" y="77464"/>
                  <a:pt x="55533" y="77464"/>
                  <a:pt x="55533" y="77464"/>
                </a:cubicBezTo>
                <a:lnTo>
                  <a:pt x="55533" y="65070"/>
                </a:lnTo>
                <a:close/>
                <a:moveTo>
                  <a:pt x="44909" y="14929"/>
                </a:moveTo>
                <a:lnTo>
                  <a:pt x="44909" y="14929"/>
                </a:lnTo>
                <a:cubicBezTo>
                  <a:pt x="46841" y="12394"/>
                  <a:pt x="46841" y="10140"/>
                  <a:pt x="51187" y="10140"/>
                </a:cubicBezTo>
                <a:cubicBezTo>
                  <a:pt x="68571" y="10140"/>
                  <a:pt x="68571" y="10140"/>
                  <a:pt x="68571" y="10140"/>
                </a:cubicBezTo>
                <a:cubicBezTo>
                  <a:pt x="72434" y="10140"/>
                  <a:pt x="72434" y="12394"/>
                  <a:pt x="74607" y="14929"/>
                </a:cubicBezTo>
                <a:cubicBezTo>
                  <a:pt x="74607" y="14929"/>
                  <a:pt x="77022" y="20000"/>
                  <a:pt x="77022" y="22535"/>
                </a:cubicBezTo>
                <a:cubicBezTo>
                  <a:pt x="42736" y="22535"/>
                  <a:pt x="42736" y="22535"/>
                  <a:pt x="42736" y="22535"/>
                </a:cubicBezTo>
                <a:cubicBezTo>
                  <a:pt x="44909" y="20000"/>
                  <a:pt x="44909" y="14929"/>
                  <a:pt x="44909" y="14929"/>
                </a:cubicBezTo>
                <a:close/>
                <a:moveTo>
                  <a:pt x="66156" y="100000"/>
                </a:moveTo>
                <a:lnTo>
                  <a:pt x="66156" y="100000"/>
                </a:lnTo>
                <a:cubicBezTo>
                  <a:pt x="55533" y="100000"/>
                  <a:pt x="55533" y="100000"/>
                  <a:pt x="55533" y="100000"/>
                </a:cubicBezTo>
                <a:cubicBezTo>
                  <a:pt x="55533" y="85070"/>
                  <a:pt x="55533" y="85070"/>
                  <a:pt x="55533" y="85070"/>
                </a:cubicBezTo>
                <a:cubicBezTo>
                  <a:pt x="2173" y="85070"/>
                  <a:pt x="2173" y="85070"/>
                  <a:pt x="2173" y="85070"/>
                </a:cubicBezTo>
                <a:cubicBezTo>
                  <a:pt x="2173" y="85070"/>
                  <a:pt x="4104" y="97464"/>
                  <a:pt x="4104" y="107323"/>
                </a:cubicBezTo>
                <a:cubicBezTo>
                  <a:pt x="4104" y="112394"/>
                  <a:pt x="6277" y="119718"/>
                  <a:pt x="14969" y="119718"/>
                </a:cubicBezTo>
                <a:cubicBezTo>
                  <a:pt x="104788" y="119718"/>
                  <a:pt x="104788" y="119718"/>
                  <a:pt x="104788" y="119718"/>
                </a:cubicBezTo>
                <a:cubicBezTo>
                  <a:pt x="113239" y="119718"/>
                  <a:pt x="115412" y="112394"/>
                  <a:pt x="115412" y="107323"/>
                </a:cubicBezTo>
                <a:cubicBezTo>
                  <a:pt x="115412" y="97464"/>
                  <a:pt x="117585" y="85070"/>
                  <a:pt x="117585" y="85070"/>
                </a:cubicBezTo>
                <a:cubicBezTo>
                  <a:pt x="66156" y="85070"/>
                  <a:pt x="66156" y="85070"/>
                  <a:pt x="66156" y="85070"/>
                </a:cubicBezTo>
                <a:lnTo>
                  <a:pt x="66156" y="10000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4" name="Shape 5145">
            <a:extLst>
              <a:ext uri="{FF2B5EF4-FFF2-40B4-BE49-F238E27FC236}">
                <a16:creationId xmlns:a16="http://schemas.microsoft.com/office/drawing/2014/main" id="{558B49A5-ECC2-764D-69A6-876146028413}"/>
              </a:ext>
            </a:extLst>
          </p:cNvPr>
          <p:cNvSpPr/>
          <p:nvPr/>
        </p:nvSpPr>
        <p:spPr>
          <a:xfrm>
            <a:off x="3744794" y="4455278"/>
            <a:ext cx="274285" cy="16733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991" y="59801"/>
                </a:moveTo>
                <a:lnTo>
                  <a:pt x="91991" y="59801"/>
                </a:lnTo>
                <a:cubicBezTo>
                  <a:pt x="91991" y="35643"/>
                  <a:pt x="100684" y="17821"/>
                  <a:pt x="104788" y="17821"/>
                </a:cubicBezTo>
                <a:cubicBezTo>
                  <a:pt x="106961" y="17821"/>
                  <a:pt x="113480" y="17821"/>
                  <a:pt x="113480" y="17821"/>
                </a:cubicBezTo>
                <a:cubicBezTo>
                  <a:pt x="109134" y="7128"/>
                  <a:pt x="106961" y="0"/>
                  <a:pt x="91991" y="0"/>
                </a:cubicBezTo>
                <a:cubicBezTo>
                  <a:pt x="32112" y="0"/>
                  <a:pt x="32112" y="0"/>
                  <a:pt x="32112" y="0"/>
                </a:cubicBezTo>
                <a:cubicBezTo>
                  <a:pt x="8692" y="0"/>
                  <a:pt x="0" y="35643"/>
                  <a:pt x="0" y="59801"/>
                </a:cubicBezTo>
                <a:cubicBezTo>
                  <a:pt x="0" y="84356"/>
                  <a:pt x="8692" y="119603"/>
                  <a:pt x="32112" y="119603"/>
                </a:cubicBezTo>
                <a:cubicBezTo>
                  <a:pt x="91991" y="119603"/>
                  <a:pt x="91991" y="119603"/>
                  <a:pt x="91991" y="119603"/>
                </a:cubicBezTo>
                <a:cubicBezTo>
                  <a:pt x="106961" y="119603"/>
                  <a:pt x="109134" y="112475"/>
                  <a:pt x="113480" y="101782"/>
                </a:cubicBezTo>
                <a:cubicBezTo>
                  <a:pt x="113480" y="101782"/>
                  <a:pt x="111307" y="101782"/>
                  <a:pt x="104788" y="101782"/>
                </a:cubicBezTo>
                <a:cubicBezTo>
                  <a:pt x="100684" y="101782"/>
                  <a:pt x="91991" y="87920"/>
                  <a:pt x="91991" y="59801"/>
                </a:cubicBezTo>
                <a:close/>
                <a:moveTo>
                  <a:pt x="74849" y="77623"/>
                </a:moveTo>
                <a:lnTo>
                  <a:pt x="74849" y="77623"/>
                </a:lnTo>
                <a:cubicBezTo>
                  <a:pt x="74849" y="80792"/>
                  <a:pt x="72917" y="77623"/>
                  <a:pt x="72917" y="77623"/>
                </a:cubicBezTo>
                <a:cubicBezTo>
                  <a:pt x="53360" y="66930"/>
                  <a:pt x="53360" y="66930"/>
                  <a:pt x="53360" y="66930"/>
                </a:cubicBezTo>
                <a:cubicBezTo>
                  <a:pt x="53360" y="66930"/>
                  <a:pt x="53360" y="70495"/>
                  <a:pt x="51187" y="77623"/>
                </a:cubicBezTo>
                <a:cubicBezTo>
                  <a:pt x="49255" y="80792"/>
                  <a:pt x="49255" y="87920"/>
                  <a:pt x="44909" y="80792"/>
                </a:cubicBezTo>
                <a:cubicBezTo>
                  <a:pt x="38390" y="74059"/>
                  <a:pt x="23661" y="49504"/>
                  <a:pt x="23661" y="49504"/>
                </a:cubicBezTo>
                <a:cubicBezTo>
                  <a:pt x="23661" y="49504"/>
                  <a:pt x="21488" y="45940"/>
                  <a:pt x="21488" y="42376"/>
                </a:cubicBezTo>
                <a:cubicBezTo>
                  <a:pt x="23661" y="42376"/>
                  <a:pt x="25593" y="42376"/>
                  <a:pt x="25593" y="42376"/>
                </a:cubicBezTo>
                <a:cubicBezTo>
                  <a:pt x="42736" y="56633"/>
                  <a:pt x="42736" y="56633"/>
                  <a:pt x="42736" y="56633"/>
                </a:cubicBezTo>
                <a:cubicBezTo>
                  <a:pt x="42736" y="56633"/>
                  <a:pt x="44909" y="49504"/>
                  <a:pt x="47082" y="45940"/>
                </a:cubicBezTo>
                <a:cubicBezTo>
                  <a:pt x="47082" y="38811"/>
                  <a:pt x="49255" y="35643"/>
                  <a:pt x="53360" y="42376"/>
                </a:cubicBezTo>
                <a:cubicBezTo>
                  <a:pt x="57706" y="45940"/>
                  <a:pt x="74849" y="74059"/>
                  <a:pt x="74849" y="74059"/>
                </a:cubicBezTo>
                <a:cubicBezTo>
                  <a:pt x="74849" y="74059"/>
                  <a:pt x="77022" y="77623"/>
                  <a:pt x="74849" y="77623"/>
                </a:cubicBezTo>
                <a:close/>
                <a:moveTo>
                  <a:pt x="113480" y="38811"/>
                </a:moveTo>
                <a:lnTo>
                  <a:pt x="113480" y="38811"/>
                </a:lnTo>
                <a:cubicBezTo>
                  <a:pt x="109134" y="38811"/>
                  <a:pt x="109134" y="38811"/>
                  <a:pt x="109134" y="38811"/>
                </a:cubicBezTo>
                <a:cubicBezTo>
                  <a:pt x="104788" y="38811"/>
                  <a:pt x="102615" y="49504"/>
                  <a:pt x="102615" y="59801"/>
                </a:cubicBezTo>
                <a:cubicBezTo>
                  <a:pt x="102615" y="70495"/>
                  <a:pt x="104788" y="80792"/>
                  <a:pt x="109134" y="80792"/>
                </a:cubicBezTo>
                <a:cubicBezTo>
                  <a:pt x="113480" y="80792"/>
                  <a:pt x="113480" y="80792"/>
                  <a:pt x="113480" y="80792"/>
                </a:cubicBezTo>
                <a:cubicBezTo>
                  <a:pt x="115412" y="80792"/>
                  <a:pt x="119758" y="70495"/>
                  <a:pt x="119758" y="59801"/>
                </a:cubicBezTo>
                <a:cubicBezTo>
                  <a:pt x="119758" y="49504"/>
                  <a:pt x="115412" y="38811"/>
                  <a:pt x="113480" y="3881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5" name="Shape 5146">
            <a:extLst>
              <a:ext uri="{FF2B5EF4-FFF2-40B4-BE49-F238E27FC236}">
                <a16:creationId xmlns:a16="http://schemas.microsoft.com/office/drawing/2014/main" id="{3909E8C8-F181-FE5C-DD7B-F310C56E4FEA}"/>
              </a:ext>
            </a:extLst>
          </p:cNvPr>
          <p:cNvSpPr/>
          <p:nvPr/>
        </p:nvSpPr>
        <p:spPr>
          <a:xfrm>
            <a:off x="6472088" y="3904618"/>
            <a:ext cx="274285" cy="17706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807" y="33375"/>
                </a:moveTo>
                <a:lnTo>
                  <a:pt x="91807" y="33375"/>
                </a:lnTo>
                <a:cubicBezTo>
                  <a:pt x="89638" y="33375"/>
                  <a:pt x="87710" y="33375"/>
                  <a:pt x="85542" y="33375"/>
                </a:cubicBezTo>
                <a:cubicBezTo>
                  <a:pt x="81204" y="13500"/>
                  <a:pt x="70602" y="0"/>
                  <a:pt x="55662" y="0"/>
                </a:cubicBezTo>
                <a:cubicBezTo>
                  <a:pt x="38554" y="0"/>
                  <a:pt x="23614" y="23250"/>
                  <a:pt x="23614" y="50250"/>
                </a:cubicBezTo>
                <a:cubicBezTo>
                  <a:pt x="23614" y="50250"/>
                  <a:pt x="23614" y="53250"/>
                  <a:pt x="23614" y="56250"/>
                </a:cubicBezTo>
                <a:cubicBezTo>
                  <a:pt x="23614" y="56250"/>
                  <a:pt x="23614" y="56250"/>
                  <a:pt x="21445" y="56250"/>
                </a:cubicBezTo>
                <a:cubicBezTo>
                  <a:pt x="10843" y="56250"/>
                  <a:pt x="0" y="70125"/>
                  <a:pt x="0" y="90000"/>
                </a:cubicBezTo>
                <a:cubicBezTo>
                  <a:pt x="0" y="106500"/>
                  <a:pt x="10843" y="119625"/>
                  <a:pt x="21445" y="119625"/>
                </a:cubicBezTo>
                <a:cubicBezTo>
                  <a:pt x="91807" y="119625"/>
                  <a:pt x="91807" y="119625"/>
                  <a:pt x="91807" y="119625"/>
                </a:cubicBezTo>
                <a:cubicBezTo>
                  <a:pt x="106746" y="119625"/>
                  <a:pt x="119759" y="103125"/>
                  <a:pt x="119759" y="76500"/>
                </a:cubicBezTo>
                <a:cubicBezTo>
                  <a:pt x="119759" y="53250"/>
                  <a:pt x="106746" y="33375"/>
                  <a:pt x="91807" y="33375"/>
                </a:cubicBezTo>
                <a:close/>
                <a:moveTo>
                  <a:pt x="68433" y="73125"/>
                </a:moveTo>
                <a:lnTo>
                  <a:pt x="68433" y="73125"/>
                </a:lnTo>
                <a:cubicBezTo>
                  <a:pt x="64096" y="79875"/>
                  <a:pt x="53493" y="99750"/>
                  <a:pt x="51325" y="103125"/>
                </a:cubicBezTo>
                <a:cubicBezTo>
                  <a:pt x="51325" y="103125"/>
                  <a:pt x="49156" y="106500"/>
                  <a:pt x="46987" y="103125"/>
                </a:cubicBezTo>
                <a:cubicBezTo>
                  <a:pt x="46987" y="103125"/>
                  <a:pt x="46987" y="103125"/>
                  <a:pt x="46987" y="99750"/>
                </a:cubicBezTo>
                <a:lnTo>
                  <a:pt x="46987" y="96375"/>
                </a:lnTo>
                <a:cubicBezTo>
                  <a:pt x="53493" y="76500"/>
                  <a:pt x="53493" y="76500"/>
                  <a:pt x="53493" y="76500"/>
                </a:cubicBezTo>
                <a:cubicBezTo>
                  <a:pt x="53493" y="73125"/>
                  <a:pt x="51325" y="73125"/>
                  <a:pt x="49156" y="73125"/>
                </a:cubicBezTo>
                <a:lnTo>
                  <a:pt x="49156" y="73125"/>
                </a:lnTo>
                <a:cubicBezTo>
                  <a:pt x="46987" y="70125"/>
                  <a:pt x="44819" y="70125"/>
                  <a:pt x="44819" y="66750"/>
                </a:cubicBezTo>
                <a:cubicBezTo>
                  <a:pt x="44819" y="63375"/>
                  <a:pt x="44819" y="63375"/>
                  <a:pt x="46987" y="60000"/>
                </a:cubicBezTo>
                <a:cubicBezTo>
                  <a:pt x="49156" y="53250"/>
                  <a:pt x="62168" y="33375"/>
                  <a:pt x="62168" y="33375"/>
                </a:cubicBezTo>
                <a:cubicBezTo>
                  <a:pt x="64096" y="30000"/>
                  <a:pt x="64096" y="30000"/>
                  <a:pt x="66265" y="30000"/>
                </a:cubicBezTo>
                <a:cubicBezTo>
                  <a:pt x="66265" y="33375"/>
                  <a:pt x="68433" y="33375"/>
                  <a:pt x="68433" y="33375"/>
                </a:cubicBezTo>
                <a:cubicBezTo>
                  <a:pt x="68433" y="36375"/>
                  <a:pt x="66265" y="36375"/>
                  <a:pt x="66265" y="39750"/>
                </a:cubicBezTo>
                <a:cubicBezTo>
                  <a:pt x="60000" y="60000"/>
                  <a:pt x="60000" y="60000"/>
                  <a:pt x="60000" y="60000"/>
                </a:cubicBezTo>
                <a:cubicBezTo>
                  <a:pt x="62168" y="60000"/>
                  <a:pt x="64096" y="63375"/>
                  <a:pt x="66265" y="63375"/>
                </a:cubicBezTo>
                <a:lnTo>
                  <a:pt x="66265" y="63375"/>
                </a:lnTo>
                <a:cubicBezTo>
                  <a:pt x="68433" y="63375"/>
                  <a:pt x="70602" y="66750"/>
                  <a:pt x="70602" y="70125"/>
                </a:cubicBezTo>
                <a:lnTo>
                  <a:pt x="68433" y="7312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6" name="Shape 5147">
            <a:extLst>
              <a:ext uri="{FF2B5EF4-FFF2-40B4-BE49-F238E27FC236}">
                <a16:creationId xmlns:a16="http://schemas.microsoft.com/office/drawing/2014/main" id="{8F1815B8-661B-EB00-65E5-4305E4883FBA}"/>
              </a:ext>
            </a:extLst>
          </p:cNvPr>
          <p:cNvSpPr/>
          <p:nvPr/>
        </p:nvSpPr>
        <p:spPr>
          <a:xfrm>
            <a:off x="8654703" y="3344229"/>
            <a:ext cx="274285" cy="21014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315" y="77905"/>
                </a:moveTo>
                <a:lnTo>
                  <a:pt x="19315" y="77905"/>
                </a:lnTo>
                <a:cubicBezTo>
                  <a:pt x="23420" y="92041"/>
                  <a:pt x="25593" y="97696"/>
                  <a:pt x="38390" y="103036"/>
                </a:cubicBezTo>
                <a:cubicBezTo>
                  <a:pt x="49014" y="111518"/>
                  <a:pt x="55533" y="119685"/>
                  <a:pt x="59879" y="119685"/>
                </a:cubicBezTo>
                <a:cubicBezTo>
                  <a:pt x="64225" y="119685"/>
                  <a:pt x="70744" y="111518"/>
                  <a:pt x="81368" y="105863"/>
                </a:cubicBezTo>
                <a:cubicBezTo>
                  <a:pt x="94164" y="97696"/>
                  <a:pt x="89818" y="97696"/>
                  <a:pt x="94164" y="81047"/>
                </a:cubicBezTo>
                <a:cubicBezTo>
                  <a:pt x="59879" y="103036"/>
                  <a:pt x="59879" y="103036"/>
                  <a:pt x="59879" y="103036"/>
                </a:cubicBezTo>
                <a:lnTo>
                  <a:pt x="19315" y="77905"/>
                </a:lnTo>
                <a:close/>
                <a:moveTo>
                  <a:pt x="117585" y="38952"/>
                </a:moveTo>
                <a:lnTo>
                  <a:pt x="117585" y="38952"/>
                </a:lnTo>
                <a:cubicBezTo>
                  <a:pt x="66156" y="2827"/>
                  <a:pt x="66156" y="2827"/>
                  <a:pt x="66156" y="2827"/>
                </a:cubicBezTo>
                <a:cubicBezTo>
                  <a:pt x="64225" y="0"/>
                  <a:pt x="57706" y="0"/>
                  <a:pt x="53360" y="2827"/>
                </a:cubicBezTo>
                <a:cubicBezTo>
                  <a:pt x="2173" y="38952"/>
                  <a:pt x="2173" y="38952"/>
                  <a:pt x="2173" y="38952"/>
                </a:cubicBezTo>
                <a:cubicBezTo>
                  <a:pt x="0" y="41780"/>
                  <a:pt x="0" y="44607"/>
                  <a:pt x="2173" y="50261"/>
                </a:cubicBezTo>
                <a:cubicBezTo>
                  <a:pt x="53360" y="86387"/>
                  <a:pt x="53360" y="86387"/>
                  <a:pt x="53360" y="86387"/>
                </a:cubicBezTo>
                <a:cubicBezTo>
                  <a:pt x="57706" y="89214"/>
                  <a:pt x="64225" y="89214"/>
                  <a:pt x="66156" y="86387"/>
                </a:cubicBezTo>
                <a:cubicBezTo>
                  <a:pt x="98511" y="61256"/>
                  <a:pt x="98511" y="61256"/>
                  <a:pt x="98511" y="61256"/>
                </a:cubicBezTo>
                <a:cubicBezTo>
                  <a:pt x="64225" y="50261"/>
                  <a:pt x="64225" y="50261"/>
                  <a:pt x="64225" y="50261"/>
                </a:cubicBezTo>
                <a:cubicBezTo>
                  <a:pt x="62052" y="50261"/>
                  <a:pt x="62052" y="52774"/>
                  <a:pt x="59879" y="52774"/>
                </a:cubicBezTo>
                <a:cubicBezTo>
                  <a:pt x="53360" y="52774"/>
                  <a:pt x="49014" y="47434"/>
                  <a:pt x="49014" y="41780"/>
                </a:cubicBezTo>
                <a:cubicBezTo>
                  <a:pt x="49014" y="38952"/>
                  <a:pt x="53360" y="33612"/>
                  <a:pt x="59879" y="33612"/>
                </a:cubicBezTo>
                <a:cubicBezTo>
                  <a:pt x="64225" y="33612"/>
                  <a:pt x="68571" y="36125"/>
                  <a:pt x="70744" y="38952"/>
                </a:cubicBezTo>
                <a:cubicBezTo>
                  <a:pt x="106961" y="55602"/>
                  <a:pt x="106961" y="55602"/>
                  <a:pt x="106961" y="55602"/>
                </a:cubicBezTo>
                <a:cubicBezTo>
                  <a:pt x="117585" y="50261"/>
                  <a:pt x="117585" y="50261"/>
                  <a:pt x="117585" y="50261"/>
                </a:cubicBezTo>
                <a:cubicBezTo>
                  <a:pt x="119758" y="44607"/>
                  <a:pt x="119758" y="41780"/>
                  <a:pt x="117585" y="38952"/>
                </a:cubicBezTo>
                <a:close/>
                <a:moveTo>
                  <a:pt x="102615" y="108691"/>
                </a:moveTo>
                <a:lnTo>
                  <a:pt x="102615" y="108691"/>
                </a:lnTo>
                <a:cubicBezTo>
                  <a:pt x="100442" y="111518"/>
                  <a:pt x="109134" y="114345"/>
                  <a:pt x="111307" y="105863"/>
                </a:cubicBezTo>
                <a:cubicBezTo>
                  <a:pt x="113239" y="66910"/>
                  <a:pt x="106961" y="55602"/>
                  <a:pt x="106961" y="55602"/>
                </a:cubicBezTo>
                <a:cubicBezTo>
                  <a:pt x="98511" y="61256"/>
                  <a:pt x="98511" y="61256"/>
                  <a:pt x="98511" y="61256"/>
                </a:cubicBezTo>
                <a:cubicBezTo>
                  <a:pt x="98511" y="61256"/>
                  <a:pt x="106961" y="69738"/>
                  <a:pt x="102615" y="10869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7" name="Shape 5148">
            <a:extLst>
              <a:ext uri="{FF2B5EF4-FFF2-40B4-BE49-F238E27FC236}">
                <a16:creationId xmlns:a16="http://schemas.microsoft.com/office/drawing/2014/main" id="{AFFBCA8E-53B6-2F5C-528C-94D9F17B3EC9}"/>
              </a:ext>
            </a:extLst>
          </p:cNvPr>
          <p:cNvSpPr/>
          <p:nvPr/>
        </p:nvSpPr>
        <p:spPr>
          <a:xfrm>
            <a:off x="8114691" y="5430647"/>
            <a:ext cx="272340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9277" y="40719"/>
                </a:moveTo>
                <a:lnTo>
                  <a:pt x="19277" y="40719"/>
                </a:lnTo>
                <a:cubicBezTo>
                  <a:pt x="23373" y="36134"/>
                  <a:pt x="27951" y="38561"/>
                  <a:pt x="34216" y="45573"/>
                </a:cubicBezTo>
                <a:cubicBezTo>
                  <a:pt x="36385" y="48000"/>
                  <a:pt x="36385" y="45573"/>
                  <a:pt x="36385" y="45573"/>
                </a:cubicBezTo>
                <a:cubicBezTo>
                  <a:pt x="38554" y="45573"/>
                  <a:pt x="44819" y="36134"/>
                  <a:pt x="46987" y="36134"/>
                </a:cubicBezTo>
                <a:cubicBezTo>
                  <a:pt x="46987" y="36134"/>
                  <a:pt x="46987" y="36134"/>
                  <a:pt x="46987" y="33707"/>
                </a:cubicBezTo>
                <a:cubicBezTo>
                  <a:pt x="44819" y="33707"/>
                  <a:pt x="42891" y="31280"/>
                  <a:pt x="42891" y="28853"/>
                </a:cubicBezTo>
                <a:cubicBezTo>
                  <a:pt x="32048" y="12134"/>
                  <a:pt x="72530" y="2696"/>
                  <a:pt x="66265" y="2696"/>
                </a:cubicBezTo>
                <a:cubicBezTo>
                  <a:pt x="61927" y="0"/>
                  <a:pt x="49156" y="0"/>
                  <a:pt x="46987" y="0"/>
                </a:cubicBezTo>
                <a:cubicBezTo>
                  <a:pt x="40722" y="2696"/>
                  <a:pt x="30120" y="9707"/>
                  <a:pt x="25783" y="14561"/>
                </a:cubicBezTo>
                <a:cubicBezTo>
                  <a:pt x="19277" y="19415"/>
                  <a:pt x="17349" y="21842"/>
                  <a:pt x="17349" y="21842"/>
                </a:cubicBezTo>
                <a:cubicBezTo>
                  <a:pt x="14939" y="24000"/>
                  <a:pt x="17349" y="28853"/>
                  <a:pt x="12771" y="31280"/>
                </a:cubicBezTo>
                <a:cubicBezTo>
                  <a:pt x="8674" y="33707"/>
                  <a:pt x="6506" y="31280"/>
                  <a:pt x="4337" y="33707"/>
                </a:cubicBezTo>
                <a:cubicBezTo>
                  <a:pt x="4337" y="36134"/>
                  <a:pt x="2168" y="36134"/>
                  <a:pt x="0" y="38561"/>
                </a:cubicBezTo>
                <a:lnTo>
                  <a:pt x="0" y="40719"/>
                </a:lnTo>
                <a:lnTo>
                  <a:pt x="8674" y="50426"/>
                </a:lnTo>
                <a:cubicBezTo>
                  <a:pt x="8674" y="52853"/>
                  <a:pt x="10602" y="52853"/>
                  <a:pt x="12771" y="52853"/>
                </a:cubicBezTo>
                <a:cubicBezTo>
                  <a:pt x="12771" y="50426"/>
                  <a:pt x="14939" y="48000"/>
                  <a:pt x="17349" y="48000"/>
                </a:cubicBezTo>
                <a:cubicBezTo>
                  <a:pt x="17349" y="48000"/>
                  <a:pt x="17349" y="40719"/>
                  <a:pt x="19277" y="40719"/>
                </a:cubicBezTo>
                <a:close/>
                <a:moveTo>
                  <a:pt x="53493" y="43146"/>
                </a:moveTo>
                <a:lnTo>
                  <a:pt x="53493" y="43146"/>
                </a:lnTo>
                <a:cubicBezTo>
                  <a:pt x="51325" y="43146"/>
                  <a:pt x="51325" y="43146"/>
                  <a:pt x="51325" y="43146"/>
                </a:cubicBezTo>
                <a:cubicBezTo>
                  <a:pt x="42891" y="50426"/>
                  <a:pt x="42891" y="50426"/>
                  <a:pt x="42891" y="50426"/>
                </a:cubicBezTo>
                <a:cubicBezTo>
                  <a:pt x="40722" y="52853"/>
                  <a:pt x="40722" y="52853"/>
                  <a:pt x="40722" y="55011"/>
                </a:cubicBezTo>
                <a:cubicBezTo>
                  <a:pt x="91807" y="117303"/>
                  <a:pt x="91807" y="117303"/>
                  <a:pt x="91807" y="117303"/>
                </a:cubicBezTo>
                <a:cubicBezTo>
                  <a:pt x="91807" y="119730"/>
                  <a:pt x="94216" y="119730"/>
                  <a:pt x="96144" y="117303"/>
                </a:cubicBezTo>
                <a:cubicBezTo>
                  <a:pt x="102650" y="112449"/>
                  <a:pt x="102650" y="112449"/>
                  <a:pt x="102650" y="112449"/>
                </a:cubicBezTo>
                <a:cubicBezTo>
                  <a:pt x="102650" y="110022"/>
                  <a:pt x="102650" y="107865"/>
                  <a:pt x="102650" y="107865"/>
                </a:cubicBezTo>
                <a:lnTo>
                  <a:pt x="53493" y="43146"/>
                </a:lnTo>
                <a:close/>
                <a:moveTo>
                  <a:pt x="119759" y="16988"/>
                </a:moveTo>
                <a:lnTo>
                  <a:pt x="119759" y="16988"/>
                </a:lnTo>
                <a:cubicBezTo>
                  <a:pt x="117590" y="12134"/>
                  <a:pt x="117590" y="14561"/>
                  <a:pt x="115421" y="14561"/>
                </a:cubicBezTo>
                <a:cubicBezTo>
                  <a:pt x="115421" y="16988"/>
                  <a:pt x="111084" y="21842"/>
                  <a:pt x="111084" y="24000"/>
                </a:cubicBezTo>
                <a:cubicBezTo>
                  <a:pt x="108915" y="28853"/>
                  <a:pt x="104819" y="33707"/>
                  <a:pt x="98313" y="28853"/>
                </a:cubicBezTo>
                <a:cubicBezTo>
                  <a:pt x="91807" y="21842"/>
                  <a:pt x="94216" y="19415"/>
                  <a:pt x="96144" y="16988"/>
                </a:cubicBezTo>
                <a:cubicBezTo>
                  <a:pt x="96144" y="14561"/>
                  <a:pt x="100481" y="7550"/>
                  <a:pt x="100481" y="5123"/>
                </a:cubicBezTo>
                <a:cubicBezTo>
                  <a:pt x="102650" y="5123"/>
                  <a:pt x="100481" y="2696"/>
                  <a:pt x="98313" y="2696"/>
                </a:cubicBezTo>
                <a:cubicBezTo>
                  <a:pt x="96144" y="5123"/>
                  <a:pt x="83373" y="9707"/>
                  <a:pt x="81204" y="19415"/>
                </a:cubicBezTo>
                <a:cubicBezTo>
                  <a:pt x="79036" y="26426"/>
                  <a:pt x="83373" y="33707"/>
                  <a:pt x="76867" y="40719"/>
                </a:cubicBezTo>
                <a:cubicBezTo>
                  <a:pt x="68433" y="50426"/>
                  <a:pt x="68433" y="50426"/>
                  <a:pt x="68433" y="50426"/>
                </a:cubicBezTo>
                <a:cubicBezTo>
                  <a:pt x="76867" y="62292"/>
                  <a:pt x="76867" y="62292"/>
                  <a:pt x="76867" y="62292"/>
                </a:cubicBezTo>
                <a:cubicBezTo>
                  <a:pt x="87710" y="50426"/>
                  <a:pt x="87710" y="50426"/>
                  <a:pt x="87710" y="50426"/>
                </a:cubicBezTo>
                <a:cubicBezTo>
                  <a:pt x="89638" y="48000"/>
                  <a:pt x="94216" y="45573"/>
                  <a:pt x="98313" y="48000"/>
                </a:cubicBezTo>
                <a:cubicBezTo>
                  <a:pt x="108915" y="50426"/>
                  <a:pt x="113253" y="45573"/>
                  <a:pt x="117590" y="38561"/>
                </a:cubicBezTo>
                <a:cubicBezTo>
                  <a:pt x="119759" y="31280"/>
                  <a:pt x="119759" y="19415"/>
                  <a:pt x="119759" y="16988"/>
                </a:cubicBezTo>
                <a:close/>
                <a:moveTo>
                  <a:pt x="17349" y="107865"/>
                </a:moveTo>
                <a:lnTo>
                  <a:pt x="17349" y="107865"/>
                </a:lnTo>
                <a:cubicBezTo>
                  <a:pt x="14939" y="110022"/>
                  <a:pt x="14939" y="112449"/>
                  <a:pt x="17349" y="112449"/>
                </a:cubicBezTo>
                <a:cubicBezTo>
                  <a:pt x="21445" y="119730"/>
                  <a:pt x="21445" y="119730"/>
                  <a:pt x="21445" y="119730"/>
                </a:cubicBezTo>
                <a:cubicBezTo>
                  <a:pt x="23373" y="119730"/>
                  <a:pt x="25783" y="119730"/>
                  <a:pt x="25783" y="117303"/>
                </a:cubicBezTo>
                <a:cubicBezTo>
                  <a:pt x="55662" y="86292"/>
                  <a:pt x="55662" y="86292"/>
                  <a:pt x="55662" y="86292"/>
                </a:cubicBezTo>
                <a:cubicBezTo>
                  <a:pt x="46987" y="74157"/>
                  <a:pt x="46987" y="74157"/>
                  <a:pt x="46987" y="74157"/>
                </a:cubicBezTo>
                <a:lnTo>
                  <a:pt x="17349" y="10786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8" name="Shape 5149">
            <a:extLst>
              <a:ext uri="{FF2B5EF4-FFF2-40B4-BE49-F238E27FC236}">
                <a16:creationId xmlns:a16="http://schemas.microsoft.com/office/drawing/2014/main" id="{719F5BE1-F5C6-CBE1-4E9A-CFEE8A7FE1B0}"/>
              </a:ext>
            </a:extLst>
          </p:cNvPr>
          <p:cNvSpPr/>
          <p:nvPr/>
        </p:nvSpPr>
        <p:spPr>
          <a:xfrm>
            <a:off x="7592575" y="3315042"/>
            <a:ext cx="212036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6344" y="15245"/>
                </a:moveTo>
                <a:lnTo>
                  <a:pt x="36344" y="15245"/>
                </a:lnTo>
                <a:cubicBezTo>
                  <a:pt x="36344" y="87295"/>
                  <a:pt x="36344" y="87295"/>
                  <a:pt x="36344" y="87295"/>
                </a:cubicBezTo>
                <a:cubicBezTo>
                  <a:pt x="30704" y="87295"/>
                  <a:pt x="25065" y="87295"/>
                  <a:pt x="19738" y="89508"/>
                </a:cubicBezTo>
                <a:cubicBezTo>
                  <a:pt x="5639" y="91475"/>
                  <a:pt x="0" y="102540"/>
                  <a:pt x="5639" y="108934"/>
                </a:cubicBezTo>
                <a:cubicBezTo>
                  <a:pt x="8459" y="117540"/>
                  <a:pt x="19738" y="119754"/>
                  <a:pt x="30704" y="115573"/>
                </a:cubicBezTo>
                <a:cubicBezTo>
                  <a:pt x="41671" y="113360"/>
                  <a:pt x="50130" y="106721"/>
                  <a:pt x="50130" y="98114"/>
                </a:cubicBezTo>
                <a:cubicBezTo>
                  <a:pt x="50130" y="98114"/>
                  <a:pt x="50130" y="60983"/>
                  <a:pt x="50130" y="39344"/>
                </a:cubicBezTo>
                <a:cubicBezTo>
                  <a:pt x="105587" y="28278"/>
                  <a:pt x="105587" y="28278"/>
                  <a:pt x="105587" y="28278"/>
                </a:cubicBezTo>
                <a:cubicBezTo>
                  <a:pt x="105587" y="76475"/>
                  <a:pt x="105587" y="76475"/>
                  <a:pt x="105587" y="76475"/>
                </a:cubicBezTo>
                <a:cubicBezTo>
                  <a:pt x="99947" y="74016"/>
                  <a:pt x="94308" y="74016"/>
                  <a:pt x="88981" y="76475"/>
                </a:cubicBezTo>
                <a:cubicBezTo>
                  <a:pt x="74882" y="80655"/>
                  <a:pt x="69556" y="89508"/>
                  <a:pt x="74882" y="98114"/>
                </a:cubicBezTo>
                <a:cubicBezTo>
                  <a:pt x="77702" y="104508"/>
                  <a:pt x="88981" y="106721"/>
                  <a:pt x="99947" y="104508"/>
                </a:cubicBezTo>
                <a:cubicBezTo>
                  <a:pt x="111227" y="100327"/>
                  <a:pt x="119686" y="93688"/>
                  <a:pt x="119686" y="87295"/>
                </a:cubicBezTo>
                <a:cubicBezTo>
                  <a:pt x="119686" y="0"/>
                  <a:pt x="119686" y="0"/>
                  <a:pt x="119686" y="0"/>
                </a:cubicBezTo>
                <a:lnTo>
                  <a:pt x="36344" y="15245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29" name="Shape 5150">
            <a:extLst>
              <a:ext uri="{FF2B5EF4-FFF2-40B4-BE49-F238E27FC236}">
                <a16:creationId xmlns:a16="http://schemas.microsoft.com/office/drawing/2014/main" id="{A88768A9-915C-95E3-F530-92F67D73E638}"/>
              </a:ext>
            </a:extLst>
          </p:cNvPr>
          <p:cNvSpPr/>
          <p:nvPr/>
        </p:nvSpPr>
        <p:spPr>
          <a:xfrm>
            <a:off x="1564124" y="4445550"/>
            <a:ext cx="274286" cy="18290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9014" y="91513"/>
                </a:moveTo>
                <a:lnTo>
                  <a:pt x="49014" y="91513"/>
                </a:lnTo>
                <a:cubicBezTo>
                  <a:pt x="44909" y="100771"/>
                  <a:pt x="46841" y="110385"/>
                  <a:pt x="53360" y="116439"/>
                </a:cubicBezTo>
                <a:cubicBezTo>
                  <a:pt x="57706" y="119643"/>
                  <a:pt x="64225" y="119643"/>
                  <a:pt x="68329" y="110385"/>
                </a:cubicBezTo>
                <a:cubicBezTo>
                  <a:pt x="72676" y="97566"/>
                  <a:pt x="98269" y="3204"/>
                  <a:pt x="96096" y="3204"/>
                </a:cubicBezTo>
                <a:cubicBezTo>
                  <a:pt x="93923" y="0"/>
                  <a:pt x="53360" y="81899"/>
                  <a:pt x="49014" y="91513"/>
                </a:cubicBezTo>
                <a:close/>
                <a:moveTo>
                  <a:pt x="59879" y="25281"/>
                </a:moveTo>
                <a:lnTo>
                  <a:pt x="59879" y="25281"/>
                </a:lnTo>
                <a:cubicBezTo>
                  <a:pt x="62052" y="25281"/>
                  <a:pt x="64225" y="25281"/>
                  <a:pt x="66156" y="25281"/>
                </a:cubicBezTo>
                <a:cubicBezTo>
                  <a:pt x="70503" y="18872"/>
                  <a:pt x="72676" y="15667"/>
                  <a:pt x="74849" y="9258"/>
                </a:cubicBezTo>
                <a:cubicBezTo>
                  <a:pt x="70503" y="6053"/>
                  <a:pt x="66156" y="6053"/>
                  <a:pt x="59879" y="6053"/>
                </a:cubicBezTo>
                <a:cubicBezTo>
                  <a:pt x="25593" y="6053"/>
                  <a:pt x="0" y="47359"/>
                  <a:pt x="0" y="100771"/>
                </a:cubicBezTo>
                <a:cubicBezTo>
                  <a:pt x="0" y="103976"/>
                  <a:pt x="0" y="107181"/>
                  <a:pt x="0" y="110385"/>
                </a:cubicBezTo>
                <a:cubicBezTo>
                  <a:pt x="0" y="116439"/>
                  <a:pt x="4104" y="119643"/>
                  <a:pt x="6277" y="119643"/>
                </a:cubicBezTo>
                <a:cubicBezTo>
                  <a:pt x="10623" y="119643"/>
                  <a:pt x="12796" y="113590"/>
                  <a:pt x="12796" y="110385"/>
                </a:cubicBezTo>
                <a:cubicBezTo>
                  <a:pt x="12796" y="107181"/>
                  <a:pt x="12796" y="103976"/>
                  <a:pt x="12796" y="100771"/>
                </a:cubicBezTo>
                <a:cubicBezTo>
                  <a:pt x="12796" y="56973"/>
                  <a:pt x="31871" y="25281"/>
                  <a:pt x="59879" y="25281"/>
                </a:cubicBezTo>
                <a:close/>
                <a:moveTo>
                  <a:pt x="102615" y="34896"/>
                </a:moveTo>
                <a:lnTo>
                  <a:pt x="102615" y="34896"/>
                </a:lnTo>
                <a:cubicBezTo>
                  <a:pt x="100442" y="40949"/>
                  <a:pt x="100442" y="47359"/>
                  <a:pt x="98269" y="53768"/>
                </a:cubicBezTo>
                <a:cubicBezTo>
                  <a:pt x="104547" y="66231"/>
                  <a:pt x="106720" y="85103"/>
                  <a:pt x="106720" y="100771"/>
                </a:cubicBezTo>
                <a:cubicBezTo>
                  <a:pt x="106720" y="103976"/>
                  <a:pt x="106720" y="107181"/>
                  <a:pt x="106720" y="110385"/>
                </a:cubicBezTo>
                <a:cubicBezTo>
                  <a:pt x="106720" y="113590"/>
                  <a:pt x="108893" y="119643"/>
                  <a:pt x="113239" y="119643"/>
                </a:cubicBezTo>
                <a:lnTo>
                  <a:pt x="113239" y="119643"/>
                </a:lnTo>
                <a:cubicBezTo>
                  <a:pt x="115412" y="119643"/>
                  <a:pt x="119758" y="116439"/>
                  <a:pt x="119758" y="110385"/>
                </a:cubicBezTo>
                <a:cubicBezTo>
                  <a:pt x="119758" y="107181"/>
                  <a:pt x="119758" y="103976"/>
                  <a:pt x="119758" y="100771"/>
                </a:cubicBezTo>
                <a:cubicBezTo>
                  <a:pt x="119758" y="75845"/>
                  <a:pt x="113239" y="53768"/>
                  <a:pt x="102615" y="3489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0" name="Shape 5151">
            <a:extLst>
              <a:ext uri="{FF2B5EF4-FFF2-40B4-BE49-F238E27FC236}">
                <a16:creationId xmlns:a16="http://schemas.microsoft.com/office/drawing/2014/main" id="{2166CB18-EE9C-6BCF-6543-29651DC349A2}"/>
              </a:ext>
            </a:extLst>
          </p:cNvPr>
          <p:cNvSpPr/>
          <p:nvPr/>
        </p:nvSpPr>
        <p:spPr>
          <a:xfrm>
            <a:off x="2108805" y="4435820"/>
            <a:ext cx="278177" cy="21014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731" y="66910"/>
                </a:moveTo>
                <a:lnTo>
                  <a:pt x="115731" y="66910"/>
                </a:lnTo>
                <a:cubicBezTo>
                  <a:pt x="111462" y="53089"/>
                  <a:pt x="102924" y="44607"/>
                  <a:pt x="88221" y="44607"/>
                </a:cubicBezTo>
                <a:cubicBezTo>
                  <a:pt x="88221" y="44607"/>
                  <a:pt x="88221" y="44607"/>
                  <a:pt x="86086" y="44607"/>
                </a:cubicBezTo>
                <a:cubicBezTo>
                  <a:pt x="86086" y="27958"/>
                  <a:pt x="86086" y="27958"/>
                  <a:pt x="86086" y="27958"/>
                </a:cubicBezTo>
                <a:lnTo>
                  <a:pt x="106956" y="25130"/>
                </a:lnTo>
                <a:cubicBezTo>
                  <a:pt x="109328" y="25130"/>
                  <a:pt x="109328" y="22303"/>
                  <a:pt x="109328" y="22303"/>
                </a:cubicBezTo>
                <a:cubicBezTo>
                  <a:pt x="109328" y="22303"/>
                  <a:pt x="106956" y="16649"/>
                  <a:pt x="106956" y="13821"/>
                </a:cubicBezTo>
                <a:cubicBezTo>
                  <a:pt x="106956" y="13821"/>
                  <a:pt x="106956" y="13821"/>
                  <a:pt x="105059" y="13821"/>
                </a:cubicBezTo>
                <a:lnTo>
                  <a:pt x="86086" y="16649"/>
                </a:lnTo>
                <a:cubicBezTo>
                  <a:pt x="86086" y="16649"/>
                  <a:pt x="86086" y="2827"/>
                  <a:pt x="86086" y="0"/>
                </a:cubicBezTo>
                <a:lnTo>
                  <a:pt x="86086" y="0"/>
                </a:lnTo>
                <a:cubicBezTo>
                  <a:pt x="83952" y="0"/>
                  <a:pt x="79683" y="0"/>
                  <a:pt x="79683" y="0"/>
                </a:cubicBezTo>
                <a:lnTo>
                  <a:pt x="77786" y="0"/>
                </a:lnTo>
                <a:cubicBezTo>
                  <a:pt x="77786" y="2827"/>
                  <a:pt x="79683" y="19476"/>
                  <a:pt x="79683" y="19476"/>
                </a:cubicBezTo>
                <a:lnTo>
                  <a:pt x="60948" y="22303"/>
                </a:lnTo>
                <a:lnTo>
                  <a:pt x="58814" y="25130"/>
                </a:lnTo>
                <a:lnTo>
                  <a:pt x="60948" y="33298"/>
                </a:lnTo>
                <a:lnTo>
                  <a:pt x="60948" y="33298"/>
                </a:lnTo>
                <a:cubicBezTo>
                  <a:pt x="63083" y="33298"/>
                  <a:pt x="79683" y="30471"/>
                  <a:pt x="79683" y="30471"/>
                </a:cubicBezTo>
                <a:cubicBezTo>
                  <a:pt x="79683" y="47434"/>
                  <a:pt x="79683" y="47434"/>
                  <a:pt x="79683" y="47434"/>
                </a:cubicBezTo>
                <a:cubicBezTo>
                  <a:pt x="73517" y="47434"/>
                  <a:pt x="69249" y="53089"/>
                  <a:pt x="65217" y="55916"/>
                </a:cubicBezTo>
                <a:cubicBezTo>
                  <a:pt x="60948" y="64083"/>
                  <a:pt x="58814" y="72565"/>
                  <a:pt x="58814" y="80732"/>
                </a:cubicBezTo>
                <a:cubicBezTo>
                  <a:pt x="58814" y="91727"/>
                  <a:pt x="65217" y="100209"/>
                  <a:pt x="73517" y="100209"/>
                </a:cubicBezTo>
                <a:cubicBezTo>
                  <a:pt x="90355" y="103036"/>
                  <a:pt x="102924" y="77905"/>
                  <a:pt x="106956" y="64083"/>
                </a:cubicBezTo>
                <a:cubicBezTo>
                  <a:pt x="113596" y="75078"/>
                  <a:pt x="106956" y="97382"/>
                  <a:pt x="94387" y="111204"/>
                </a:cubicBezTo>
                <a:lnTo>
                  <a:pt x="94387" y="111204"/>
                </a:lnTo>
                <a:lnTo>
                  <a:pt x="96521" y="116858"/>
                </a:lnTo>
                <a:cubicBezTo>
                  <a:pt x="98656" y="119685"/>
                  <a:pt x="98656" y="119685"/>
                  <a:pt x="98656" y="116858"/>
                </a:cubicBezTo>
                <a:cubicBezTo>
                  <a:pt x="113596" y="105863"/>
                  <a:pt x="119762" y="83560"/>
                  <a:pt x="115731" y="66910"/>
                </a:cubicBezTo>
                <a:close/>
                <a:moveTo>
                  <a:pt x="73517" y="91727"/>
                </a:moveTo>
                <a:lnTo>
                  <a:pt x="73517" y="91727"/>
                </a:lnTo>
                <a:cubicBezTo>
                  <a:pt x="67114" y="89214"/>
                  <a:pt x="67114" y="83560"/>
                  <a:pt x="67114" y="80732"/>
                </a:cubicBezTo>
                <a:cubicBezTo>
                  <a:pt x="67114" y="72565"/>
                  <a:pt x="69249" y="66910"/>
                  <a:pt x="71383" y="64083"/>
                </a:cubicBezTo>
                <a:cubicBezTo>
                  <a:pt x="73517" y="61256"/>
                  <a:pt x="75652" y="58429"/>
                  <a:pt x="79683" y="55916"/>
                </a:cubicBezTo>
                <a:cubicBezTo>
                  <a:pt x="79683" y="89214"/>
                  <a:pt x="79683" y="89214"/>
                  <a:pt x="79683" y="89214"/>
                </a:cubicBezTo>
                <a:cubicBezTo>
                  <a:pt x="77786" y="91727"/>
                  <a:pt x="75652" y="91727"/>
                  <a:pt x="73517" y="91727"/>
                </a:cubicBezTo>
                <a:close/>
                <a:moveTo>
                  <a:pt x="86086" y="86387"/>
                </a:moveTo>
                <a:lnTo>
                  <a:pt x="86086" y="86387"/>
                </a:lnTo>
                <a:cubicBezTo>
                  <a:pt x="86086" y="55916"/>
                  <a:pt x="86086" y="55916"/>
                  <a:pt x="86086" y="55916"/>
                </a:cubicBezTo>
                <a:cubicBezTo>
                  <a:pt x="88221" y="55916"/>
                  <a:pt x="88221" y="55916"/>
                  <a:pt x="88221" y="55916"/>
                </a:cubicBezTo>
                <a:cubicBezTo>
                  <a:pt x="92252" y="55916"/>
                  <a:pt x="96521" y="55916"/>
                  <a:pt x="98656" y="58429"/>
                </a:cubicBezTo>
                <a:cubicBezTo>
                  <a:pt x="102924" y="58429"/>
                  <a:pt x="94387" y="77905"/>
                  <a:pt x="86086" y="86387"/>
                </a:cubicBezTo>
                <a:close/>
                <a:moveTo>
                  <a:pt x="33675" y="27958"/>
                </a:moveTo>
                <a:lnTo>
                  <a:pt x="33675" y="27958"/>
                </a:lnTo>
                <a:cubicBezTo>
                  <a:pt x="33675" y="25130"/>
                  <a:pt x="33675" y="25130"/>
                  <a:pt x="33675" y="25130"/>
                </a:cubicBezTo>
                <a:cubicBezTo>
                  <a:pt x="20869" y="25130"/>
                  <a:pt x="20869" y="25130"/>
                  <a:pt x="20869" y="25130"/>
                </a:cubicBezTo>
                <a:cubicBezTo>
                  <a:pt x="20869" y="25130"/>
                  <a:pt x="20869" y="25130"/>
                  <a:pt x="20869" y="27958"/>
                </a:cubicBezTo>
                <a:cubicBezTo>
                  <a:pt x="18735" y="36439"/>
                  <a:pt x="0" y="111204"/>
                  <a:pt x="0" y="114031"/>
                </a:cubicBezTo>
                <a:lnTo>
                  <a:pt x="0" y="114031"/>
                </a:lnTo>
                <a:cubicBezTo>
                  <a:pt x="10434" y="114031"/>
                  <a:pt x="10434" y="114031"/>
                  <a:pt x="10434" y="114031"/>
                </a:cubicBezTo>
                <a:lnTo>
                  <a:pt x="10434" y="114031"/>
                </a:lnTo>
                <a:cubicBezTo>
                  <a:pt x="10434" y="111204"/>
                  <a:pt x="16837" y="86387"/>
                  <a:pt x="16837" y="86387"/>
                </a:cubicBezTo>
                <a:cubicBezTo>
                  <a:pt x="37944" y="86387"/>
                  <a:pt x="37944" y="86387"/>
                  <a:pt x="37944" y="86387"/>
                </a:cubicBezTo>
                <a:cubicBezTo>
                  <a:pt x="37944" y="86387"/>
                  <a:pt x="44110" y="111204"/>
                  <a:pt x="44110" y="114031"/>
                </a:cubicBezTo>
                <a:lnTo>
                  <a:pt x="44110" y="114031"/>
                </a:lnTo>
                <a:cubicBezTo>
                  <a:pt x="54545" y="114031"/>
                  <a:pt x="54545" y="114031"/>
                  <a:pt x="54545" y="114031"/>
                </a:cubicBezTo>
                <a:lnTo>
                  <a:pt x="54545" y="114031"/>
                </a:lnTo>
                <a:cubicBezTo>
                  <a:pt x="54545" y="111204"/>
                  <a:pt x="35810" y="36439"/>
                  <a:pt x="33675" y="27958"/>
                </a:cubicBezTo>
                <a:close/>
                <a:moveTo>
                  <a:pt x="18735" y="75078"/>
                </a:moveTo>
                <a:lnTo>
                  <a:pt x="18735" y="75078"/>
                </a:lnTo>
                <a:cubicBezTo>
                  <a:pt x="27509" y="36439"/>
                  <a:pt x="27509" y="36439"/>
                  <a:pt x="27509" y="36439"/>
                </a:cubicBezTo>
                <a:cubicBezTo>
                  <a:pt x="35810" y="75078"/>
                  <a:pt x="35810" y="75078"/>
                  <a:pt x="35810" y="75078"/>
                </a:cubicBezTo>
                <a:lnTo>
                  <a:pt x="18735" y="7507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1" name="Shape 5152">
            <a:extLst>
              <a:ext uri="{FF2B5EF4-FFF2-40B4-BE49-F238E27FC236}">
                <a16:creationId xmlns:a16="http://schemas.microsoft.com/office/drawing/2014/main" id="{567E09FC-D492-7197-EAFE-28FE4FDF0DBB}"/>
              </a:ext>
            </a:extLst>
          </p:cNvPr>
          <p:cNvSpPr/>
          <p:nvPr/>
        </p:nvSpPr>
        <p:spPr>
          <a:xfrm>
            <a:off x="5421632" y="1674737"/>
            <a:ext cx="196474" cy="278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830" y="117865"/>
                </a:moveTo>
                <a:lnTo>
                  <a:pt x="11830" y="117865"/>
                </a:lnTo>
                <a:cubicBezTo>
                  <a:pt x="14873" y="111225"/>
                  <a:pt x="17915" y="102924"/>
                  <a:pt x="23661" y="90355"/>
                </a:cubicBezTo>
                <a:cubicBezTo>
                  <a:pt x="44619" y="88221"/>
                  <a:pt x="56788" y="92490"/>
                  <a:pt x="68619" y="73517"/>
                </a:cubicBezTo>
                <a:cubicBezTo>
                  <a:pt x="56788" y="77786"/>
                  <a:pt x="44619" y="69249"/>
                  <a:pt x="44619" y="67351"/>
                </a:cubicBezTo>
                <a:cubicBezTo>
                  <a:pt x="44619" y="63083"/>
                  <a:pt x="77408" y="69249"/>
                  <a:pt x="98704" y="46007"/>
                </a:cubicBezTo>
                <a:cubicBezTo>
                  <a:pt x="71661" y="50513"/>
                  <a:pt x="62535" y="42213"/>
                  <a:pt x="65577" y="39841"/>
                </a:cubicBezTo>
                <a:cubicBezTo>
                  <a:pt x="74704" y="37707"/>
                  <a:pt x="98704" y="39841"/>
                  <a:pt x="110535" y="31541"/>
                </a:cubicBezTo>
                <a:cubicBezTo>
                  <a:pt x="116619" y="27272"/>
                  <a:pt x="119661" y="14703"/>
                  <a:pt x="116619" y="10434"/>
                </a:cubicBezTo>
                <a:cubicBezTo>
                  <a:pt x="113577" y="6403"/>
                  <a:pt x="95661" y="0"/>
                  <a:pt x="83830" y="0"/>
                </a:cubicBezTo>
                <a:cubicBezTo>
                  <a:pt x="74704" y="2134"/>
                  <a:pt x="56788" y="29407"/>
                  <a:pt x="53746" y="29407"/>
                </a:cubicBezTo>
                <a:cubicBezTo>
                  <a:pt x="47661" y="29407"/>
                  <a:pt x="47661" y="16837"/>
                  <a:pt x="56788" y="4268"/>
                </a:cubicBezTo>
                <a:cubicBezTo>
                  <a:pt x="44619" y="8300"/>
                  <a:pt x="29746" y="16837"/>
                  <a:pt x="23661" y="25138"/>
                </a:cubicBezTo>
                <a:cubicBezTo>
                  <a:pt x="14873" y="37707"/>
                  <a:pt x="26704" y="71383"/>
                  <a:pt x="20619" y="71383"/>
                </a:cubicBezTo>
                <a:cubicBezTo>
                  <a:pt x="17915" y="73517"/>
                  <a:pt x="5746" y="56679"/>
                  <a:pt x="2704" y="50513"/>
                </a:cubicBezTo>
                <a:cubicBezTo>
                  <a:pt x="0" y="60948"/>
                  <a:pt x="0" y="71383"/>
                  <a:pt x="11830" y="86086"/>
                </a:cubicBezTo>
                <a:cubicBezTo>
                  <a:pt x="8788" y="96521"/>
                  <a:pt x="5746" y="107193"/>
                  <a:pt x="2704" y="113359"/>
                </a:cubicBezTo>
                <a:cubicBezTo>
                  <a:pt x="2704" y="117865"/>
                  <a:pt x="11830" y="119762"/>
                  <a:pt x="11830" y="11786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2" name="Shape 5153">
            <a:extLst>
              <a:ext uri="{FF2B5EF4-FFF2-40B4-BE49-F238E27FC236}">
                <a16:creationId xmlns:a16="http://schemas.microsoft.com/office/drawing/2014/main" id="{6F1707CD-8C70-06D3-8CD3-E4A16694F750}"/>
              </a:ext>
            </a:extLst>
          </p:cNvPr>
          <p:cNvSpPr/>
          <p:nvPr/>
        </p:nvSpPr>
        <p:spPr>
          <a:xfrm>
            <a:off x="7563394" y="5025396"/>
            <a:ext cx="274286" cy="12064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6338" y="0"/>
                </a:moveTo>
                <a:lnTo>
                  <a:pt x="96338" y="0"/>
                </a:lnTo>
                <a:cubicBezTo>
                  <a:pt x="83299" y="0"/>
                  <a:pt x="68571" y="14054"/>
                  <a:pt x="59879" y="37837"/>
                </a:cubicBezTo>
                <a:cubicBezTo>
                  <a:pt x="51428" y="14054"/>
                  <a:pt x="36458" y="0"/>
                  <a:pt x="23420" y="0"/>
                </a:cubicBezTo>
                <a:cubicBezTo>
                  <a:pt x="12796" y="0"/>
                  <a:pt x="0" y="14054"/>
                  <a:pt x="0" y="57297"/>
                </a:cubicBezTo>
                <a:cubicBezTo>
                  <a:pt x="0" y="100000"/>
                  <a:pt x="12796" y="119459"/>
                  <a:pt x="23420" y="119459"/>
                </a:cubicBezTo>
                <a:lnTo>
                  <a:pt x="23420" y="119459"/>
                </a:lnTo>
                <a:cubicBezTo>
                  <a:pt x="36458" y="119459"/>
                  <a:pt x="51428" y="100000"/>
                  <a:pt x="59879" y="76216"/>
                </a:cubicBezTo>
                <a:cubicBezTo>
                  <a:pt x="68571" y="100000"/>
                  <a:pt x="83299" y="119459"/>
                  <a:pt x="96338" y="119459"/>
                </a:cubicBezTo>
                <a:cubicBezTo>
                  <a:pt x="106961" y="119459"/>
                  <a:pt x="119758" y="100000"/>
                  <a:pt x="119758" y="57297"/>
                </a:cubicBezTo>
                <a:cubicBezTo>
                  <a:pt x="119758" y="14054"/>
                  <a:pt x="106961" y="0"/>
                  <a:pt x="96338" y="0"/>
                </a:cubicBezTo>
                <a:close/>
                <a:moveTo>
                  <a:pt x="23420" y="95135"/>
                </a:moveTo>
                <a:lnTo>
                  <a:pt x="23420" y="95135"/>
                </a:lnTo>
                <a:cubicBezTo>
                  <a:pt x="14969" y="95135"/>
                  <a:pt x="10623" y="81081"/>
                  <a:pt x="10623" y="57297"/>
                </a:cubicBezTo>
                <a:cubicBezTo>
                  <a:pt x="10623" y="32972"/>
                  <a:pt x="14969" y="23783"/>
                  <a:pt x="23420" y="23783"/>
                </a:cubicBezTo>
                <a:cubicBezTo>
                  <a:pt x="34285" y="23783"/>
                  <a:pt x="47082" y="37837"/>
                  <a:pt x="53601" y="57297"/>
                </a:cubicBezTo>
                <a:cubicBezTo>
                  <a:pt x="47082" y="81081"/>
                  <a:pt x="34285" y="95135"/>
                  <a:pt x="23420" y="95135"/>
                </a:cubicBezTo>
                <a:close/>
                <a:moveTo>
                  <a:pt x="96338" y="95135"/>
                </a:moveTo>
                <a:lnTo>
                  <a:pt x="96338" y="95135"/>
                </a:lnTo>
                <a:cubicBezTo>
                  <a:pt x="85472" y="95135"/>
                  <a:pt x="72676" y="81081"/>
                  <a:pt x="66398" y="57297"/>
                </a:cubicBezTo>
                <a:cubicBezTo>
                  <a:pt x="72676" y="37837"/>
                  <a:pt x="85472" y="23783"/>
                  <a:pt x="96338" y="23783"/>
                </a:cubicBezTo>
                <a:cubicBezTo>
                  <a:pt x="105030" y="23783"/>
                  <a:pt x="109134" y="32972"/>
                  <a:pt x="109134" y="57297"/>
                </a:cubicBezTo>
                <a:cubicBezTo>
                  <a:pt x="109134" y="81081"/>
                  <a:pt x="105030" y="95135"/>
                  <a:pt x="96338" y="9513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3" name="Shape 5154">
            <a:extLst>
              <a:ext uri="{FF2B5EF4-FFF2-40B4-BE49-F238E27FC236}">
                <a16:creationId xmlns:a16="http://schemas.microsoft.com/office/drawing/2014/main" id="{0BCE028B-E8B9-DCE8-C9D5-47C197A49046}"/>
              </a:ext>
            </a:extLst>
          </p:cNvPr>
          <p:cNvSpPr/>
          <p:nvPr/>
        </p:nvSpPr>
        <p:spPr>
          <a:xfrm>
            <a:off x="5927408" y="4947565"/>
            <a:ext cx="274285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3239" y="55662"/>
                </a:moveTo>
                <a:lnTo>
                  <a:pt x="113239" y="55662"/>
                </a:lnTo>
                <a:cubicBezTo>
                  <a:pt x="113239" y="55662"/>
                  <a:pt x="109134" y="55662"/>
                  <a:pt x="106961" y="55662"/>
                </a:cubicBezTo>
                <a:cubicBezTo>
                  <a:pt x="104788" y="55662"/>
                  <a:pt x="102615" y="57831"/>
                  <a:pt x="102615" y="60000"/>
                </a:cubicBezTo>
                <a:cubicBezTo>
                  <a:pt x="102615" y="64096"/>
                  <a:pt x="104788" y="66265"/>
                  <a:pt x="106961" y="66265"/>
                </a:cubicBezTo>
                <a:cubicBezTo>
                  <a:pt x="109134" y="66265"/>
                  <a:pt x="113239" y="66265"/>
                  <a:pt x="113239" y="66265"/>
                </a:cubicBezTo>
                <a:cubicBezTo>
                  <a:pt x="117585" y="66265"/>
                  <a:pt x="119758" y="64096"/>
                  <a:pt x="119758" y="60000"/>
                </a:cubicBezTo>
                <a:cubicBezTo>
                  <a:pt x="119758" y="57831"/>
                  <a:pt x="117585" y="55662"/>
                  <a:pt x="113239" y="55662"/>
                </a:cubicBezTo>
                <a:close/>
                <a:moveTo>
                  <a:pt x="59879" y="27951"/>
                </a:moveTo>
                <a:lnTo>
                  <a:pt x="59879" y="27951"/>
                </a:lnTo>
                <a:cubicBezTo>
                  <a:pt x="40563" y="27951"/>
                  <a:pt x="27766" y="42891"/>
                  <a:pt x="27766" y="60000"/>
                </a:cubicBezTo>
                <a:cubicBezTo>
                  <a:pt x="27766" y="79036"/>
                  <a:pt x="40563" y="94216"/>
                  <a:pt x="59879" y="94216"/>
                </a:cubicBezTo>
                <a:cubicBezTo>
                  <a:pt x="79195" y="94216"/>
                  <a:pt x="91991" y="79036"/>
                  <a:pt x="91991" y="60000"/>
                </a:cubicBezTo>
                <a:cubicBezTo>
                  <a:pt x="91991" y="42891"/>
                  <a:pt x="79195" y="27951"/>
                  <a:pt x="59879" y="27951"/>
                </a:cubicBezTo>
                <a:close/>
                <a:moveTo>
                  <a:pt x="59879" y="83373"/>
                </a:moveTo>
                <a:lnTo>
                  <a:pt x="59879" y="83373"/>
                </a:lnTo>
                <a:cubicBezTo>
                  <a:pt x="47082" y="83373"/>
                  <a:pt x="36217" y="72771"/>
                  <a:pt x="36217" y="60000"/>
                </a:cubicBezTo>
                <a:cubicBezTo>
                  <a:pt x="36217" y="47228"/>
                  <a:pt x="47082" y="36385"/>
                  <a:pt x="59879" y="36385"/>
                </a:cubicBezTo>
                <a:lnTo>
                  <a:pt x="59879" y="83373"/>
                </a:lnTo>
                <a:close/>
                <a:moveTo>
                  <a:pt x="17142" y="60000"/>
                </a:moveTo>
                <a:lnTo>
                  <a:pt x="17142" y="60000"/>
                </a:lnTo>
                <a:cubicBezTo>
                  <a:pt x="17142" y="57831"/>
                  <a:pt x="14969" y="55662"/>
                  <a:pt x="12796" y="55662"/>
                </a:cubicBezTo>
                <a:cubicBezTo>
                  <a:pt x="10623" y="55662"/>
                  <a:pt x="6519" y="55662"/>
                  <a:pt x="6519" y="55662"/>
                </a:cubicBezTo>
                <a:cubicBezTo>
                  <a:pt x="2173" y="55662"/>
                  <a:pt x="0" y="57831"/>
                  <a:pt x="0" y="60000"/>
                </a:cubicBezTo>
                <a:cubicBezTo>
                  <a:pt x="0" y="64096"/>
                  <a:pt x="2173" y="66265"/>
                  <a:pt x="6519" y="66265"/>
                </a:cubicBezTo>
                <a:cubicBezTo>
                  <a:pt x="6519" y="66265"/>
                  <a:pt x="10623" y="66265"/>
                  <a:pt x="12796" y="66265"/>
                </a:cubicBezTo>
                <a:cubicBezTo>
                  <a:pt x="14969" y="66265"/>
                  <a:pt x="17142" y="64096"/>
                  <a:pt x="17142" y="60000"/>
                </a:cubicBezTo>
                <a:close/>
                <a:moveTo>
                  <a:pt x="59879" y="19277"/>
                </a:moveTo>
                <a:lnTo>
                  <a:pt x="59879" y="19277"/>
                </a:lnTo>
                <a:cubicBezTo>
                  <a:pt x="61810" y="19277"/>
                  <a:pt x="63983" y="14939"/>
                  <a:pt x="63983" y="12771"/>
                </a:cubicBezTo>
                <a:cubicBezTo>
                  <a:pt x="63983" y="10843"/>
                  <a:pt x="63983" y="8674"/>
                  <a:pt x="63983" y="6506"/>
                </a:cubicBezTo>
                <a:cubicBezTo>
                  <a:pt x="63983" y="4337"/>
                  <a:pt x="61810" y="0"/>
                  <a:pt x="59879" y="0"/>
                </a:cubicBezTo>
                <a:cubicBezTo>
                  <a:pt x="57706" y="0"/>
                  <a:pt x="55533" y="4337"/>
                  <a:pt x="55533" y="6506"/>
                </a:cubicBezTo>
                <a:cubicBezTo>
                  <a:pt x="55533" y="8674"/>
                  <a:pt x="55533" y="10843"/>
                  <a:pt x="55533" y="12771"/>
                </a:cubicBezTo>
                <a:cubicBezTo>
                  <a:pt x="55533" y="14939"/>
                  <a:pt x="57706" y="19277"/>
                  <a:pt x="59879" y="19277"/>
                </a:cubicBezTo>
                <a:close/>
                <a:moveTo>
                  <a:pt x="59879" y="102650"/>
                </a:moveTo>
                <a:lnTo>
                  <a:pt x="59879" y="102650"/>
                </a:lnTo>
                <a:cubicBezTo>
                  <a:pt x="57706" y="102650"/>
                  <a:pt x="55533" y="104819"/>
                  <a:pt x="55533" y="109156"/>
                </a:cubicBezTo>
                <a:lnTo>
                  <a:pt x="55533" y="113253"/>
                </a:lnTo>
                <a:cubicBezTo>
                  <a:pt x="55533" y="117590"/>
                  <a:pt x="57706" y="119759"/>
                  <a:pt x="59879" y="119759"/>
                </a:cubicBezTo>
                <a:cubicBezTo>
                  <a:pt x="61810" y="119759"/>
                  <a:pt x="63983" y="117590"/>
                  <a:pt x="63983" y="113253"/>
                </a:cubicBezTo>
                <a:lnTo>
                  <a:pt x="63983" y="109156"/>
                </a:lnTo>
                <a:cubicBezTo>
                  <a:pt x="63983" y="104819"/>
                  <a:pt x="61810" y="102650"/>
                  <a:pt x="59879" y="102650"/>
                </a:cubicBezTo>
                <a:close/>
                <a:moveTo>
                  <a:pt x="104788" y="23614"/>
                </a:moveTo>
                <a:lnTo>
                  <a:pt x="104788" y="23614"/>
                </a:lnTo>
                <a:cubicBezTo>
                  <a:pt x="106961" y="21445"/>
                  <a:pt x="106961" y="17349"/>
                  <a:pt x="104788" y="14939"/>
                </a:cubicBezTo>
                <a:cubicBezTo>
                  <a:pt x="102615" y="12771"/>
                  <a:pt x="100442" y="14939"/>
                  <a:pt x="96338" y="17349"/>
                </a:cubicBezTo>
                <a:cubicBezTo>
                  <a:pt x="96338" y="17349"/>
                  <a:pt x="94164" y="19277"/>
                  <a:pt x="91991" y="21445"/>
                </a:cubicBezTo>
                <a:cubicBezTo>
                  <a:pt x="89818" y="23614"/>
                  <a:pt x="89818" y="25783"/>
                  <a:pt x="91991" y="27951"/>
                </a:cubicBezTo>
                <a:cubicBezTo>
                  <a:pt x="94164" y="30120"/>
                  <a:pt x="98511" y="30120"/>
                  <a:pt x="100442" y="27951"/>
                </a:cubicBezTo>
                <a:cubicBezTo>
                  <a:pt x="100442" y="25783"/>
                  <a:pt x="102615" y="23614"/>
                  <a:pt x="104788" y="23614"/>
                </a:cubicBezTo>
                <a:close/>
                <a:moveTo>
                  <a:pt x="19315" y="94216"/>
                </a:moveTo>
                <a:lnTo>
                  <a:pt x="19315" y="94216"/>
                </a:lnTo>
                <a:cubicBezTo>
                  <a:pt x="19315" y="94216"/>
                  <a:pt x="17142" y="96385"/>
                  <a:pt x="14969" y="98313"/>
                </a:cubicBezTo>
                <a:cubicBezTo>
                  <a:pt x="12796" y="100481"/>
                  <a:pt x="12796" y="102650"/>
                  <a:pt x="14969" y="104819"/>
                </a:cubicBezTo>
                <a:cubicBezTo>
                  <a:pt x="17142" y="106987"/>
                  <a:pt x="19315" y="106987"/>
                  <a:pt x="23420" y="104819"/>
                </a:cubicBezTo>
                <a:lnTo>
                  <a:pt x="25593" y="100481"/>
                </a:lnTo>
                <a:cubicBezTo>
                  <a:pt x="29939" y="98313"/>
                  <a:pt x="29939" y="94216"/>
                  <a:pt x="27766" y="91807"/>
                </a:cubicBezTo>
                <a:cubicBezTo>
                  <a:pt x="25593" y="91807"/>
                  <a:pt x="21488" y="91807"/>
                  <a:pt x="19315" y="94216"/>
                </a:cubicBezTo>
                <a:close/>
                <a:moveTo>
                  <a:pt x="23420" y="17349"/>
                </a:moveTo>
                <a:lnTo>
                  <a:pt x="23420" y="17349"/>
                </a:lnTo>
                <a:cubicBezTo>
                  <a:pt x="19315" y="14939"/>
                  <a:pt x="17142" y="12771"/>
                  <a:pt x="14969" y="14939"/>
                </a:cubicBezTo>
                <a:cubicBezTo>
                  <a:pt x="12796" y="17349"/>
                  <a:pt x="12796" y="21445"/>
                  <a:pt x="14969" y="23614"/>
                </a:cubicBezTo>
                <a:cubicBezTo>
                  <a:pt x="17142" y="23614"/>
                  <a:pt x="19315" y="25783"/>
                  <a:pt x="19315" y="27951"/>
                </a:cubicBezTo>
                <a:cubicBezTo>
                  <a:pt x="21488" y="30120"/>
                  <a:pt x="25593" y="30120"/>
                  <a:pt x="27766" y="27951"/>
                </a:cubicBezTo>
                <a:cubicBezTo>
                  <a:pt x="29939" y="25783"/>
                  <a:pt x="29939" y="23614"/>
                  <a:pt x="25593" y="21445"/>
                </a:cubicBezTo>
                <a:cubicBezTo>
                  <a:pt x="25593" y="19277"/>
                  <a:pt x="23420" y="17349"/>
                  <a:pt x="23420" y="17349"/>
                </a:cubicBezTo>
                <a:close/>
                <a:moveTo>
                  <a:pt x="91991" y="100481"/>
                </a:moveTo>
                <a:lnTo>
                  <a:pt x="91991" y="100481"/>
                </a:lnTo>
                <a:cubicBezTo>
                  <a:pt x="94164" y="100481"/>
                  <a:pt x="96338" y="104819"/>
                  <a:pt x="96338" y="104819"/>
                </a:cubicBezTo>
                <a:cubicBezTo>
                  <a:pt x="100442" y="106987"/>
                  <a:pt x="102615" y="106987"/>
                  <a:pt x="104788" y="104819"/>
                </a:cubicBezTo>
                <a:cubicBezTo>
                  <a:pt x="106961" y="102650"/>
                  <a:pt x="106961" y="100481"/>
                  <a:pt x="104788" y="98313"/>
                </a:cubicBezTo>
                <a:cubicBezTo>
                  <a:pt x="102615" y="96385"/>
                  <a:pt x="100442" y="94216"/>
                  <a:pt x="100442" y="94216"/>
                </a:cubicBezTo>
                <a:cubicBezTo>
                  <a:pt x="98511" y="91807"/>
                  <a:pt x="94164" y="91807"/>
                  <a:pt x="91991" y="91807"/>
                </a:cubicBezTo>
                <a:cubicBezTo>
                  <a:pt x="89818" y="94216"/>
                  <a:pt x="89818" y="98313"/>
                  <a:pt x="91991" y="10048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5" name="Shape 5155">
            <a:extLst>
              <a:ext uri="{FF2B5EF4-FFF2-40B4-BE49-F238E27FC236}">
                <a16:creationId xmlns:a16="http://schemas.microsoft.com/office/drawing/2014/main" id="{7B128705-F43C-EBC6-BB5F-724ECE9FC587}"/>
              </a:ext>
            </a:extLst>
          </p:cNvPr>
          <p:cNvSpPr/>
          <p:nvPr/>
        </p:nvSpPr>
        <p:spPr>
          <a:xfrm>
            <a:off x="8654703" y="4990372"/>
            <a:ext cx="274285" cy="19068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12796" y="0"/>
                  <a:pt x="12796" y="0"/>
                  <a:pt x="12796" y="0"/>
                </a:cubicBezTo>
                <a:cubicBezTo>
                  <a:pt x="6519" y="0"/>
                  <a:pt x="0" y="6224"/>
                  <a:pt x="0" y="15561"/>
                </a:cubicBezTo>
                <a:cubicBezTo>
                  <a:pt x="0" y="100979"/>
                  <a:pt x="0" y="100979"/>
                  <a:pt x="0" y="100979"/>
                </a:cubicBezTo>
                <a:cubicBezTo>
                  <a:pt x="0" y="110662"/>
                  <a:pt x="6519" y="119654"/>
                  <a:pt x="12796" y="119654"/>
                </a:cubicBezTo>
                <a:cubicBezTo>
                  <a:pt x="106961" y="119654"/>
                  <a:pt x="106961" y="119654"/>
                  <a:pt x="106961" y="119654"/>
                </a:cubicBezTo>
                <a:cubicBezTo>
                  <a:pt x="115412" y="119654"/>
                  <a:pt x="119758" y="110662"/>
                  <a:pt x="119758" y="100979"/>
                </a:cubicBezTo>
                <a:cubicBezTo>
                  <a:pt x="119758" y="15561"/>
                  <a:pt x="119758" y="15561"/>
                  <a:pt x="119758" y="15561"/>
                </a:cubicBezTo>
                <a:cubicBezTo>
                  <a:pt x="119758" y="6224"/>
                  <a:pt x="115412" y="0"/>
                  <a:pt x="106961" y="0"/>
                </a:cubicBezTo>
                <a:close/>
                <a:moveTo>
                  <a:pt x="106961" y="100979"/>
                </a:moveTo>
                <a:lnTo>
                  <a:pt x="106961" y="100979"/>
                </a:lnTo>
                <a:cubicBezTo>
                  <a:pt x="12796" y="100979"/>
                  <a:pt x="12796" y="100979"/>
                  <a:pt x="12796" y="100979"/>
                </a:cubicBezTo>
                <a:cubicBezTo>
                  <a:pt x="12796" y="49106"/>
                  <a:pt x="12796" y="49106"/>
                  <a:pt x="12796" y="49106"/>
                </a:cubicBezTo>
                <a:cubicBezTo>
                  <a:pt x="106961" y="49106"/>
                  <a:pt x="106961" y="49106"/>
                  <a:pt x="106961" y="49106"/>
                </a:cubicBezTo>
                <a:lnTo>
                  <a:pt x="106961" y="100979"/>
                </a:lnTo>
                <a:close/>
                <a:moveTo>
                  <a:pt x="106961" y="24553"/>
                </a:moveTo>
                <a:lnTo>
                  <a:pt x="106961" y="24553"/>
                </a:lnTo>
                <a:cubicBezTo>
                  <a:pt x="12796" y="24553"/>
                  <a:pt x="12796" y="24553"/>
                  <a:pt x="12796" y="24553"/>
                </a:cubicBezTo>
                <a:cubicBezTo>
                  <a:pt x="12796" y="15561"/>
                  <a:pt x="12796" y="15561"/>
                  <a:pt x="12796" y="15561"/>
                </a:cubicBezTo>
                <a:cubicBezTo>
                  <a:pt x="106961" y="15561"/>
                  <a:pt x="106961" y="15561"/>
                  <a:pt x="106961" y="15561"/>
                </a:cubicBezTo>
                <a:lnTo>
                  <a:pt x="106961" y="24553"/>
                </a:lnTo>
                <a:close/>
                <a:moveTo>
                  <a:pt x="23420" y="67435"/>
                </a:moveTo>
                <a:lnTo>
                  <a:pt x="23420" y="67435"/>
                </a:lnTo>
                <a:cubicBezTo>
                  <a:pt x="23420" y="73659"/>
                  <a:pt x="23420" y="73659"/>
                  <a:pt x="23420" y="73659"/>
                </a:cubicBezTo>
                <a:cubicBezTo>
                  <a:pt x="27766" y="73659"/>
                  <a:pt x="27766" y="73659"/>
                  <a:pt x="27766" y="73659"/>
                </a:cubicBezTo>
                <a:cubicBezTo>
                  <a:pt x="27766" y="67435"/>
                  <a:pt x="27766" y="67435"/>
                  <a:pt x="27766" y="67435"/>
                </a:cubicBezTo>
                <a:lnTo>
                  <a:pt x="23420" y="67435"/>
                </a:lnTo>
                <a:close/>
                <a:moveTo>
                  <a:pt x="44909" y="79884"/>
                </a:moveTo>
                <a:lnTo>
                  <a:pt x="44909" y="79884"/>
                </a:lnTo>
                <a:cubicBezTo>
                  <a:pt x="44909" y="82651"/>
                  <a:pt x="44909" y="82651"/>
                  <a:pt x="44909" y="82651"/>
                </a:cubicBezTo>
                <a:cubicBezTo>
                  <a:pt x="53360" y="82651"/>
                  <a:pt x="53360" y="82651"/>
                  <a:pt x="53360" y="82651"/>
                </a:cubicBezTo>
                <a:cubicBezTo>
                  <a:pt x="53360" y="79884"/>
                  <a:pt x="53360" y="79884"/>
                  <a:pt x="53360" y="79884"/>
                </a:cubicBezTo>
                <a:cubicBezTo>
                  <a:pt x="55533" y="79884"/>
                  <a:pt x="55533" y="79884"/>
                  <a:pt x="55533" y="79884"/>
                </a:cubicBezTo>
                <a:cubicBezTo>
                  <a:pt x="55533" y="73659"/>
                  <a:pt x="55533" y="73659"/>
                  <a:pt x="55533" y="73659"/>
                </a:cubicBezTo>
                <a:cubicBezTo>
                  <a:pt x="59879" y="73659"/>
                  <a:pt x="59879" y="73659"/>
                  <a:pt x="59879" y="73659"/>
                </a:cubicBezTo>
                <a:cubicBezTo>
                  <a:pt x="59879" y="67435"/>
                  <a:pt x="59879" y="67435"/>
                  <a:pt x="59879" y="67435"/>
                </a:cubicBezTo>
                <a:cubicBezTo>
                  <a:pt x="53360" y="67435"/>
                  <a:pt x="53360" y="67435"/>
                  <a:pt x="53360" y="67435"/>
                </a:cubicBezTo>
                <a:cubicBezTo>
                  <a:pt x="53360" y="73659"/>
                  <a:pt x="53360" y="73659"/>
                  <a:pt x="53360" y="73659"/>
                </a:cubicBezTo>
                <a:cubicBezTo>
                  <a:pt x="49014" y="73659"/>
                  <a:pt x="49014" y="73659"/>
                  <a:pt x="49014" y="73659"/>
                </a:cubicBezTo>
                <a:cubicBezTo>
                  <a:pt x="49014" y="79884"/>
                  <a:pt x="49014" y="79884"/>
                  <a:pt x="49014" y="79884"/>
                </a:cubicBezTo>
                <a:lnTo>
                  <a:pt x="44909" y="79884"/>
                </a:lnTo>
                <a:close/>
                <a:moveTo>
                  <a:pt x="59879" y="82651"/>
                </a:moveTo>
                <a:lnTo>
                  <a:pt x="59879" y="82651"/>
                </a:lnTo>
                <a:cubicBezTo>
                  <a:pt x="59879" y="79884"/>
                  <a:pt x="59879" y="79884"/>
                  <a:pt x="59879" y="79884"/>
                </a:cubicBezTo>
                <a:cubicBezTo>
                  <a:pt x="55533" y="79884"/>
                  <a:pt x="55533" y="79884"/>
                  <a:pt x="55533" y="79884"/>
                </a:cubicBezTo>
                <a:cubicBezTo>
                  <a:pt x="55533" y="82651"/>
                  <a:pt x="55533" y="82651"/>
                  <a:pt x="55533" y="82651"/>
                </a:cubicBezTo>
                <a:lnTo>
                  <a:pt x="59879" y="82651"/>
                </a:lnTo>
                <a:close/>
                <a:moveTo>
                  <a:pt x="42736" y="82651"/>
                </a:moveTo>
                <a:lnTo>
                  <a:pt x="42736" y="82651"/>
                </a:lnTo>
                <a:cubicBezTo>
                  <a:pt x="42736" y="79884"/>
                  <a:pt x="42736" y="79884"/>
                  <a:pt x="42736" y="79884"/>
                </a:cubicBezTo>
                <a:cubicBezTo>
                  <a:pt x="34285" y="79884"/>
                  <a:pt x="34285" y="79884"/>
                  <a:pt x="34285" y="79884"/>
                </a:cubicBezTo>
                <a:cubicBezTo>
                  <a:pt x="34285" y="82651"/>
                  <a:pt x="34285" y="82651"/>
                  <a:pt x="34285" y="82651"/>
                </a:cubicBezTo>
                <a:lnTo>
                  <a:pt x="42736" y="82651"/>
                </a:lnTo>
                <a:close/>
                <a:moveTo>
                  <a:pt x="44909" y="73659"/>
                </a:moveTo>
                <a:lnTo>
                  <a:pt x="44909" y="73659"/>
                </a:lnTo>
                <a:cubicBezTo>
                  <a:pt x="49014" y="73659"/>
                  <a:pt x="49014" y="73659"/>
                  <a:pt x="49014" y="73659"/>
                </a:cubicBezTo>
                <a:cubicBezTo>
                  <a:pt x="49014" y="67435"/>
                  <a:pt x="49014" y="67435"/>
                  <a:pt x="49014" y="67435"/>
                </a:cubicBezTo>
                <a:cubicBezTo>
                  <a:pt x="42736" y="67435"/>
                  <a:pt x="42736" y="67435"/>
                  <a:pt x="42736" y="67435"/>
                </a:cubicBezTo>
                <a:cubicBezTo>
                  <a:pt x="42736" y="79884"/>
                  <a:pt x="42736" y="79884"/>
                  <a:pt x="42736" y="79884"/>
                </a:cubicBezTo>
                <a:cubicBezTo>
                  <a:pt x="44909" y="79884"/>
                  <a:pt x="44909" y="79884"/>
                  <a:pt x="44909" y="79884"/>
                </a:cubicBezTo>
                <a:lnTo>
                  <a:pt x="44909" y="73659"/>
                </a:lnTo>
                <a:close/>
                <a:moveTo>
                  <a:pt x="32112" y="79884"/>
                </a:moveTo>
                <a:lnTo>
                  <a:pt x="32112" y="79884"/>
                </a:lnTo>
                <a:cubicBezTo>
                  <a:pt x="34285" y="79884"/>
                  <a:pt x="34285" y="79884"/>
                  <a:pt x="34285" y="79884"/>
                </a:cubicBezTo>
                <a:cubicBezTo>
                  <a:pt x="34285" y="73659"/>
                  <a:pt x="34285" y="73659"/>
                  <a:pt x="34285" y="73659"/>
                </a:cubicBezTo>
                <a:cubicBezTo>
                  <a:pt x="38390" y="73659"/>
                  <a:pt x="38390" y="73659"/>
                  <a:pt x="38390" y="73659"/>
                </a:cubicBezTo>
                <a:cubicBezTo>
                  <a:pt x="38390" y="67435"/>
                  <a:pt x="38390" y="67435"/>
                  <a:pt x="38390" y="67435"/>
                </a:cubicBezTo>
                <a:cubicBezTo>
                  <a:pt x="32112" y="67435"/>
                  <a:pt x="32112" y="67435"/>
                  <a:pt x="32112" y="67435"/>
                </a:cubicBezTo>
                <a:cubicBezTo>
                  <a:pt x="32112" y="73659"/>
                  <a:pt x="32112" y="73659"/>
                  <a:pt x="32112" y="73659"/>
                </a:cubicBezTo>
                <a:cubicBezTo>
                  <a:pt x="27766" y="73659"/>
                  <a:pt x="27766" y="73659"/>
                  <a:pt x="27766" y="73659"/>
                </a:cubicBezTo>
                <a:cubicBezTo>
                  <a:pt x="27766" y="79884"/>
                  <a:pt x="27766" y="79884"/>
                  <a:pt x="27766" y="79884"/>
                </a:cubicBezTo>
                <a:cubicBezTo>
                  <a:pt x="23420" y="79884"/>
                  <a:pt x="23420" y="79884"/>
                  <a:pt x="23420" y="79884"/>
                </a:cubicBezTo>
                <a:cubicBezTo>
                  <a:pt x="23420" y="82651"/>
                  <a:pt x="23420" y="82651"/>
                  <a:pt x="23420" y="82651"/>
                </a:cubicBezTo>
                <a:cubicBezTo>
                  <a:pt x="32112" y="82651"/>
                  <a:pt x="32112" y="82651"/>
                  <a:pt x="32112" y="82651"/>
                </a:cubicBezTo>
                <a:lnTo>
                  <a:pt x="32112" y="79884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6" name="Shape 5156">
            <a:extLst>
              <a:ext uri="{FF2B5EF4-FFF2-40B4-BE49-F238E27FC236}">
                <a16:creationId xmlns:a16="http://schemas.microsoft.com/office/drawing/2014/main" id="{11A419BA-75DB-E075-DFF4-21780E4F63D7}"/>
              </a:ext>
            </a:extLst>
          </p:cNvPr>
          <p:cNvSpPr/>
          <p:nvPr/>
        </p:nvSpPr>
        <p:spPr>
          <a:xfrm>
            <a:off x="4301146" y="1707815"/>
            <a:ext cx="254833" cy="2062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324" y="2895"/>
                </a:moveTo>
                <a:lnTo>
                  <a:pt x="115324" y="2895"/>
                </a:lnTo>
                <a:cubicBezTo>
                  <a:pt x="112727" y="2895"/>
                  <a:pt x="4675" y="51474"/>
                  <a:pt x="2337" y="51474"/>
                </a:cubicBezTo>
                <a:cubicBezTo>
                  <a:pt x="0" y="51474"/>
                  <a:pt x="0" y="54369"/>
                  <a:pt x="2337" y="54369"/>
                </a:cubicBezTo>
                <a:cubicBezTo>
                  <a:pt x="4675" y="56943"/>
                  <a:pt x="25454" y="68525"/>
                  <a:pt x="25454" y="68525"/>
                </a:cubicBezTo>
                <a:lnTo>
                  <a:pt x="25454" y="68525"/>
                </a:lnTo>
                <a:cubicBezTo>
                  <a:pt x="41558" y="73994"/>
                  <a:pt x="41558" y="73994"/>
                  <a:pt x="41558" y="73994"/>
                </a:cubicBezTo>
                <a:cubicBezTo>
                  <a:pt x="41558" y="73994"/>
                  <a:pt x="110389" y="11260"/>
                  <a:pt x="112727" y="11260"/>
                </a:cubicBezTo>
                <a:cubicBezTo>
                  <a:pt x="112727" y="8364"/>
                  <a:pt x="112727" y="11260"/>
                  <a:pt x="112727" y="11260"/>
                </a:cubicBezTo>
                <a:lnTo>
                  <a:pt x="62337" y="79785"/>
                </a:lnTo>
                <a:lnTo>
                  <a:pt x="62337" y="79785"/>
                </a:lnTo>
                <a:cubicBezTo>
                  <a:pt x="59999" y="82680"/>
                  <a:pt x="59999" y="82680"/>
                  <a:pt x="59999" y="82680"/>
                </a:cubicBezTo>
                <a:cubicBezTo>
                  <a:pt x="62337" y="85576"/>
                  <a:pt x="62337" y="85576"/>
                  <a:pt x="62337" y="85576"/>
                </a:cubicBezTo>
                <a:lnTo>
                  <a:pt x="62337" y="85576"/>
                </a:lnTo>
                <a:cubicBezTo>
                  <a:pt x="62337" y="85576"/>
                  <a:pt x="94285" y="105522"/>
                  <a:pt x="94285" y="108418"/>
                </a:cubicBezTo>
                <a:cubicBezTo>
                  <a:pt x="96623" y="108418"/>
                  <a:pt x="98961" y="108418"/>
                  <a:pt x="101298" y="105522"/>
                </a:cubicBezTo>
                <a:cubicBezTo>
                  <a:pt x="101298" y="102627"/>
                  <a:pt x="119740" y="8364"/>
                  <a:pt x="119740" y="5790"/>
                </a:cubicBezTo>
                <a:cubicBezTo>
                  <a:pt x="119740" y="2895"/>
                  <a:pt x="117662" y="0"/>
                  <a:pt x="115324" y="2895"/>
                </a:cubicBezTo>
                <a:close/>
                <a:moveTo>
                  <a:pt x="41558" y="116782"/>
                </a:moveTo>
                <a:lnTo>
                  <a:pt x="41558" y="116782"/>
                </a:lnTo>
                <a:cubicBezTo>
                  <a:pt x="41558" y="119678"/>
                  <a:pt x="41558" y="119678"/>
                  <a:pt x="43896" y="119678"/>
                </a:cubicBezTo>
                <a:cubicBezTo>
                  <a:pt x="43896" y="116782"/>
                  <a:pt x="62337" y="99731"/>
                  <a:pt x="62337" y="99731"/>
                </a:cubicBezTo>
                <a:cubicBezTo>
                  <a:pt x="41558" y="85576"/>
                  <a:pt x="41558" y="85576"/>
                  <a:pt x="41558" y="85576"/>
                </a:cubicBezTo>
                <a:lnTo>
                  <a:pt x="41558" y="11678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7" name="Shape 5157">
            <a:extLst>
              <a:ext uri="{FF2B5EF4-FFF2-40B4-BE49-F238E27FC236}">
                <a16:creationId xmlns:a16="http://schemas.microsoft.com/office/drawing/2014/main" id="{10CB1E0A-8236-6D7C-3F86-196FC919CEED}"/>
              </a:ext>
            </a:extLst>
          </p:cNvPr>
          <p:cNvSpPr/>
          <p:nvPr/>
        </p:nvSpPr>
        <p:spPr>
          <a:xfrm>
            <a:off x="9238289" y="4995598"/>
            <a:ext cx="196474" cy="2393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957" y="78068"/>
                </a:moveTo>
                <a:lnTo>
                  <a:pt x="116957" y="78068"/>
                </a:lnTo>
                <a:cubicBezTo>
                  <a:pt x="110873" y="88000"/>
                  <a:pt x="86873" y="95172"/>
                  <a:pt x="60169" y="95172"/>
                </a:cubicBezTo>
                <a:cubicBezTo>
                  <a:pt x="32788" y="95172"/>
                  <a:pt x="12169" y="88000"/>
                  <a:pt x="3042" y="78068"/>
                </a:cubicBezTo>
                <a:cubicBezTo>
                  <a:pt x="3042" y="75862"/>
                  <a:pt x="0" y="78068"/>
                  <a:pt x="0" y="78068"/>
                </a:cubicBezTo>
                <a:cubicBezTo>
                  <a:pt x="0" y="80551"/>
                  <a:pt x="0" y="92689"/>
                  <a:pt x="0" y="92689"/>
                </a:cubicBezTo>
                <a:cubicBezTo>
                  <a:pt x="0" y="105103"/>
                  <a:pt x="27042" y="119724"/>
                  <a:pt x="60169" y="119724"/>
                </a:cubicBezTo>
                <a:cubicBezTo>
                  <a:pt x="92957" y="119724"/>
                  <a:pt x="119661" y="105103"/>
                  <a:pt x="119661" y="92689"/>
                </a:cubicBezTo>
                <a:cubicBezTo>
                  <a:pt x="119661" y="92689"/>
                  <a:pt x="119661" y="80551"/>
                  <a:pt x="119661" y="78068"/>
                </a:cubicBezTo>
                <a:cubicBezTo>
                  <a:pt x="119661" y="78068"/>
                  <a:pt x="116957" y="75862"/>
                  <a:pt x="116957" y="78068"/>
                </a:cubicBezTo>
                <a:close/>
                <a:moveTo>
                  <a:pt x="116957" y="44137"/>
                </a:moveTo>
                <a:lnTo>
                  <a:pt x="116957" y="44137"/>
                </a:lnTo>
                <a:cubicBezTo>
                  <a:pt x="110873" y="51310"/>
                  <a:pt x="86873" y="58758"/>
                  <a:pt x="60169" y="58758"/>
                </a:cubicBezTo>
                <a:cubicBezTo>
                  <a:pt x="32788" y="58758"/>
                  <a:pt x="12169" y="51310"/>
                  <a:pt x="3042" y="44137"/>
                </a:cubicBezTo>
                <a:cubicBezTo>
                  <a:pt x="3042" y="41655"/>
                  <a:pt x="0" y="44137"/>
                  <a:pt x="0" y="44137"/>
                </a:cubicBezTo>
                <a:lnTo>
                  <a:pt x="0" y="61241"/>
                </a:lnTo>
                <a:cubicBezTo>
                  <a:pt x="0" y="70896"/>
                  <a:pt x="27042" y="80551"/>
                  <a:pt x="60169" y="80551"/>
                </a:cubicBezTo>
                <a:cubicBezTo>
                  <a:pt x="92957" y="80551"/>
                  <a:pt x="119661" y="70896"/>
                  <a:pt x="119661" y="61241"/>
                </a:cubicBezTo>
                <a:lnTo>
                  <a:pt x="119661" y="44137"/>
                </a:lnTo>
                <a:cubicBezTo>
                  <a:pt x="119661" y="44137"/>
                  <a:pt x="116957" y="41655"/>
                  <a:pt x="116957" y="44137"/>
                </a:cubicBezTo>
                <a:close/>
                <a:moveTo>
                  <a:pt x="60169" y="0"/>
                </a:moveTo>
                <a:lnTo>
                  <a:pt x="60169" y="0"/>
                </a:lnTo>
                <a:cubicBezTo>
                  <a:pt x="27042" y="0"/>
                  <a:pt x="0" y="7172"/>
                  <a:pt x="0" y="17103"/>
                </a:cubicBezTo>
                <a:cubicBezTo>
                  <a:pt x="0" y="26758"/>
                  <a:pt x="0" y="26758"/>
                  <a:pt x="0" y="26758"/>
                </a:cubicBezTo>
                <a:cubicBezTo>
                  <a:pt x="0" y="36689"/>
                  <a:pt x="27042" y="44137"/>
                  <a:pt x="60169" y="44137"/>
                </a:cubicBezTo>
                <a:cubicBezTo>
                  <a:pt x="92957" y="44137"/>
                  <a:pt x="119661" y="36689"/>
                  <a:pt x="119661" y="26758"/>
                </a:cubicBezTo>
                <a:cubicBezTo>
                  <a:pt x="119661" y="17103"/>
                  <a:pt x="119661" y="17103"/>
                  <a:pt x="119661" y="17103"/>
                </a:cubicBezTo>
                <a:cubicBezTo>
                  <a:pt x="119661" y="7172"/>
                  <a:pt x="92957" y="0"/>
                  <a:pt x="60169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8" name="Shape 5158">
            <a:extLst>
              <a:ext uri="{FF2B5EF4-FFF2-40B4-BE49-F238E27FC236}">
                <a16:creationId xmlns:a16="http://schemas.microsoft.com/office/drawing/2014/main" id="{F1B8D695-2E49-195B-F0DB-5BF429E7B778}"/>
              </a:ext>
            </a:extLst>
          </p:cNvPr>
          <p:cNvSpPr/>
          <p:nvPr/>
        </p:nvSpPr>
        <p:spPr>
          <a:xfrm>
            <a:off x="1593304" y="3869594"/>
            <a:ext cx="21203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153" y="0"/>
                </a:moveTo>
                <a:lnTo>
                  <a:pt x="106153" y="0"/>
                </a:lnTo>
                <a:cubicBezTo>
                  <a:pt x="13538" y="0"/>
                  <a:pt x="13538" y="0"/>
                  <a:pt x="13538" y="0"/>
                </a:cubicBezTo>
                <a:cubicBezTo>
                  <a:pt x="5230" y="0"/>
                  <a:pt x="0" y="7297"/>
                  <a:pt x="0" y="14324"/>
                </a:cubicBezTo>
                <a:cubicBezTo>
                  <a:pt x="0" y="107837"/>
                  <a:pt x="0" y="107837"/>
                  <a:pt x="0" y="107837"/>
                </a:cubicBezTo>
                <a:cubicBezTo>
                  <a:pt x="0" y="114864"/>
                  <a:pt x="5230" y="119729"/>
                  <a:pt x="13538" y="119729"/>
                </a:cubicBezTo>
                <a:cubicBezTo>
                  <a:pt x="106153" y="119729"/>
                  <a:pt x="106153" y="119729"/>
                  <a:pt x="106153" y="119729"/>
                </a:cubicBezTo>
                <a:cubicBezTo>
                  <a:pt x="114461" y="119729"/>
                  <a:pt x="119692" y="114864"/>
                  <a:pt x="119692" y="107837"/>
                </a:cubicBezTo>
                <a:cubicBezTo>
                  <a:pt x="119692" y="14324"/>
                  <a:pt x="119692" y="14324"/>
                  <a:pt x="119692" y="14324"/>
                </a:cubicBezTo>
                <a:cubicBezTo>
                  <a:pt x="119692" y="7297"/>
                  <a:pt x="114461" y="0"/>
                  <a:pt x="106153" y="0"/>
                </a:cubicBezTo>
                <a:close/>
                <a:moveTo>
                  <a:pt x="106153" y="107837"/>
                </a:moveTo>
                <a:lnTo>
                  <a:pt x="106153" y="107837"/>
                </a:lnTo>
                <a:cubicBezTo>
                  <a:pt x="13538" y="107837"/>
                  <a:pt x="13538" y="107837"/>
                  <a:pt x="13538" y="107837"/>
                </a:cubicBezTo>
                <a:cubicBezTo>
                  <a:pt x="13538" y="14324"/>
                  <a:pt x="13538" y="14324"/>
                  <a:pt x="13538" y="14324"/>
                </a:cubicBezTo>
                <a:cubicBezTo>
                  <a:pt x="106153" y="14324"/>
                  <a:pt x="106153" y="14324"/>
                  <a:pt x="106153" y="14324"/>
                </a:cubicBezTo>
                <a:lnTo>
                  <a:pt x="106153" y="107837"/>
                </a:lnTo>
                <a:close/>
                <a:moveTo>
                  <a:pt x="68000" y="74324"/>
                </a:moveTo>
                <a:lnTo>
                  <a:pt x="68000" y="74324"/>
                </a:lnTo>
                <a:cubicBezTo>
                  <a:pt x="29846" y="74324"/>
                  <a:pt x="29846" y="74324"/>
                  <a:pt x="29846" y="74324"/>
                </a:cubicBezTo>
                <a:cubicBezTo>
                  <a:pt x="29846" y="81621"/>
                  <a:pt x="29846" y="81621"/>
                  <a:pt x="29846" y="81621"/>
                </a:cubicBezTo>
                <a:cubicBezTo>
                  <a:pt x="68000" y="81621"/>
                  <a:pt x="68000" y="81621"/>
                  <a:pt x="68000" y="81621"/>
                </a:cubicBezTo>
                <a:lnTo>
                  <a:pt x="68000" y="74324"/>
                </a:lnTo>
                <a:close/>
                <a:moveTo>
                  <a:pt x="89846" y="47837"/>
                </a:moveTo>
                <a:lnTo>
                  <a:pt x="89846" y="47837"/>
                </a:lnTo>
                <a:cubicBezTo>
                  <a:pt x="60000" y="47837"/>
                  <a:pt x="60000" y="47837"/>
                  <a:pt x="60000" y="47837"/>
                </a:cubicBezTo>
                <a:cubicBezTo>
                  <a:pt x="60000" y="52972"/>
                  <a:pt x="60000" y="52972"/>
                  <a:pt x="60000" y="52972"/>
                </a:cubicBezTo>
                <a:cubicBezTo>
                  <a:pt x="89846" y="52972"/>
                  <a:pt x="89846" y="52972"/>
                  <a:pt x="89846" y="52972"/>
                </a:cubicBezTo>
                <a:lnTo>
                  <a:pt x="89846" y="47837"/>
                </a:lnTo>
                <a:close/>
                <a:moveTo>
                  <a:pt x="60000" y="40810"/>
                </a:moveTo>
                <a:lnTo>
                  <a:pt x="60000" y="40810"/>
                </a:lnTo>
                <a:cubicBezTo>
                  <a:pt x="89846" y="40810"/>
                  <a:pt x="89846" y="40810"/>
                  <a:pt x="89846" y="40810"/>
                </a:cubicBezTo>
                <a:cubicBezTo>
                  <a:pt x="89846" y="26486"/>
                  <a:pt x="89846" y="26486"/>
                  <a:pt x="89846" y="26486"/>
                </a:cubicBezTo>
                <a:cubicBezTo>
                  <a:pt x="60000" y="26486"/>
                  <a:pt x="60000" y="26486"/>
                  <a:pt x="60000" y="26486"/>
                </a:cubicBezTo>
                <a:lnTo>
                  <a:pt x="60000" y="40810"/>
                </a:lnTo>
                <a:close/>
                <a:moveTo>
                  <a:pt x="51692" y="26486"/>
                </a:moveTo>
                <a:lnTo>
                  <a:pt x="51692" y="26486"/>
                </a:lnTo>
                <a:cubicBezTo>
                  <a:pt x="29846" y="26486"/>
                  <a:pt x="29846" y="26486"/>
                  <a:pt x="29846" y="26486"/>
                </a:cubicBezTo>
                <a:cubicBezTo>
                  <a:pt x="29846" y="52972"/>
                  <a:pt x="29846" y="52972"/>
                  <a:pt x="29846" y="52972"/>
                </a:cubicBezTo>
                <a:cubicBezTo>
                  <a:pt x="51692" y="52972"/>
                  <a:pt x="51692" y="52972"/>
                  <a:pt x="51692" y="52972"/>
                </a:cubicBezTo>
                <a:lnTo>
                  <a:pt x="51692" y="26486"/>
                </a:lnTo>
                <a:close/>
                <a:moveTo>
                  <a:pt x="43384" y="60000"/>
                </a:moveTo>
                <a:lnTo>
                  <a:pt x="43384" y="60000"/>
                </a:lnTo>
                <a:cubicBezTo>
                  <a:pt x="29846" y="60000"/>
                  <a:pt x="29846" y="60000"/>
                  <a:pt x="29846" y="60000"/>
                </a:cubicBezTo>
                <a:cubicBezTo>
                  <a:pt x="29846" y="67297"/>
                  <a:pt x="29846" y="67297"/>
                  <a:pt x="29846" y="67297"/>
                </a:cubicBezTo>
                <a:cubicBezTo>
                  <a:pt x="43384" y="67297"/>
                  <a:pt x="43384" y="67297"/>
                  <a:pt x="43384" y="67297"/>
                </a:cubicBezTo>
                <a:lnTo>
                  <a:pt x="43384" y="60000"/>
                </a:lnTo>
                <a:close/>
                <a:moveTo>
                  <a:pt x="51692" y="67297"/>
                </a:moveTo>
                <a:lnTo>
                  <a:pt x="51692" y="67297"/>
                </a:lnTo>
                <a:cubicBezTo>
                  <a:pt x="89846" y="67297"/>
                  <a:pt x="89846" y="67297"/>
                  <a:pt x="89846" y="67297"/>
                </a:cubicBezTo>
                <a:cubicBezTo>
                  <a:pt x="89846" y="60000"/>
                  <a:pt x="89846" y="60000"/>
                  <a:pt x="89846" y="60000"/>
                </a:cubicBezTo>
                <a:cubicBezTo>
                  <a:pt x="51692" y="60000"/>
                  <a:pt x="51692" y="60000"/>
                  <a:pt x="51692" y="60000"/>
                </a:cubicBezTo>
                <a:lnTo>
                  <a:pt x="51692" y="67297"/>
                </a:lnTo>
                <a:close/>
                <a:moveTo>
                  <a:pt x="89846" y="86216"/>
                </a:moveTo>
                <a:lnTo>
                  <a:pt x="89846" y="86216"/>
                </a:lnTo>
                <a:cubicBezTo>
                  <a:pt x="29846" y="86216"/>
                  <a:pt x="29846" y="86216"/>
                  <a:pt x="29846" y="86216"/>
                </a:cubicBezTo>
                <a:cubicBezTo>
                  <a:pt x="29846" y="93513"/>
                  <a:pt x="29846" y="93513"/>
                  <a:pt x="29846" y="93513"/>
                </a:cubicBezTo>
                <a:cubicBezTo>
                  <a:pt x="89846" y="93513"/>
                  <a:pt x="89846" y="93513"/>
                  <a:pt x="89846" y="93513"/>
                </a:cubicBezTo>
                <a:lnTo>
                  <a:pt x="89846" y="86216"/>
                </a:lnTo>
                <a:close/>
                <a:moveTo>
                  <a:pt x="76307" y="81621"/>
                </a:moveTo>
                <a:lnTo>
                  <a:pt x="76307" y="81621"/>
                </a:lnTo>
                <a:cubicBezTo>
                  <a:pt x="89846" y="81621"/>
                  <a:pt x="89846" y="81621"/>
                  <a:pt x="89846" y="81621"/>
                </a:cubicBezTo>
                <a:cubicBezTo>
                  <a:pt x="89846" y="74324"/>
                  <a:pt x="89846" y="74324"/>
                  <a:pt x="89846" y="74324"/>
                </a:cubicBezTo>
                <a:cubicBezTo>
                  <a:pt x="76307" y="74324"/>
                  <a:pt x="76307" y="74324"/>
                  <a:pt x="76307" y="74324"/>
                </a:cubicBezTo>
                <a:lnTo>
                  <a:pt x="76307" y="8162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39" name="Shape 5159">
            <a:extLst>
              <a:ext uri="{FF2B5EF4-FFF2-40B4-BE49-F238E27FC236}">
                <a16:creationId xmlns:a16="http://schemas.microsoft.com/office/drawing/2014/main" id="{9550D64A-551D-9ACC-DC96-66F23C58EA85}"/>
              </a:ext>
            </a:extLst>
          </p:cNvPr>
          <p:cNvSpPr/>
          <p:nvPr/>
        </p:nvSpPr>
        <p:spPr>
          <a:xfrm>
            <a:off x="8119747" y="3315042"/>
            <a:ext cx="254834" cy="26852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064" y="74016"/>
                </a:moveTo>
                <a:lnTo>
                  <a:pt x="115064" y="74016"/>
                </a:lnTo>
                <a:cubicBezTo>
                  <a:pt x="105974" y="65409"/>
                  <a:pt x="105974" y="65409"/>
                  <a:pt x="105974" y="65409"/>
                </a:cubicBezTo>
                <a:cubicBezTo>
                  <a:pt x="101298" y="60983"/>
                  <a:pt x="101298" y="56557"/>
                  <a:pt x="105974" y="54344"/>
                </a:cubicBezTo>
                <a:cubicBezTo>
                  <a:pt x="115064" y="45737"/>
                  <a:pt x="115064" y="45737"/>
                  <a:pt x="115064" y="45737"/>
                </a:cubicBezTo>
                <a:cubicBezTo>
                  <a:pt x="119740" y="41311"/>
                  <a:pt x="117402" y="39344"/>
                  <a:pt x="115064" y="39344"/>
                </a:cubicBezTo>
                <a:cubicBezTo>
                  <a:pt x="98961" y="37131"/>
                  <a:pt x="98961" y="37131"/>
                  <a:pt x="98961" y="37131"/>
                </a:cubicBezTo>
                <a:cubicBezTo>
                  <a:pt x="94545" y="37131"/>
                  <a:pt x="92207" y="34918"/>
                  <a:pt x="94545" y="30491"/>
                </a:cubicBezTo>
                <a:cubicBezTo>
                  <a:pt x="101298" y="8852"/>
                  <a:pt x="101298" y="8852"/>
                  <a:pt x="101298" y="8852"/>
                </a:cubicBezTo>
                <a:cubicBezTo>
                  <a:pt x="103636" y="6639"/>
                  <a:pt x="101298" y="4180"/>
                  <a:pt x="98961" y="6639"/>
                </a:cubicBezTo>
                <a:cubicBezTo>
                  <a:pt x="80779" y="17459"/>
                  <a:pt x="80779" y="17459"/>
                  <a:pt x="80779" y="17459"/>
                </a:cubicBezTo>
                <a:cubicBezTo>
                  <a:pt x="75844" y="19672"/>
                  <a:pt x="71428" y="17459"/>
                  <a:pt x="69350" y="13032"/>
                </a:cubicBezTo>
                <a:cubicBezTo>
                  <a:pt x="64415" y="4180"/>
                  <a:pt x="64415" y="4180"/>
                  <a:pt x="64415" y="4180"/>
                </a:cubicBezTo>
                <a:cubicBezTo>
                  <a:pt x="62077" y="0"/>
                  <a:pt x="57662" y="0"/>
                  <a:pt x="55324" y="4180"/>
                </a:cubicBezTo>
                <a:cubicBezTo>
                  <a:pt x="50649" y="13032"/>
                  <a:pt x="50649" y="13032"/>
                  <a:pt x="50649" y="13032"/>
                </a:cubicBezTo>
                <a:cubicBezTo>
                  <a:pt x="48311" y="17459"/>
                  <a:pt x="43896" y="17459"/>
                  <a:pt x="39220" y="17459"/>
                </a:cubicBezTo>
                <a:cubicBezTo>
                  <a:pt x="30129" y="13032"/>
                  <a:pt x="30129" y="13032"/>
                  <a:pt x="30129" y="13032"/>
                </a:cubicBezTo>
                <a:cubicBezTo>
                  <a:pt x="25454" y="11065"/>
                  <a:pt x="20779" y="13032"/>
                  <a:pt x="23116" y="17459"/>
                </a:cubicBezTo>
                <a:cubicBezTo>
                  <a:pt x="23116" y="26065"/>
                  <a:pt x="23116" y="26065"/>
                  <a:pt x="23116" y="26065"/>
                </a:cubicBezTo>
                <a:cubicBezTo>
                  <a:pt x="23116" y="30491"/>
                  <a:pt x="20779" y="34918"/>
                  <a:pt x="16363" y="34918"/>
                </a:cubicBezTo>
                <a:cubicBezTo>
                  <a:pt x="4675" y="39344"/>
                  <a:pt x="4675" y="39344"/>
                  <a:pt x="4675" y="39344"/>
                </a:cubicBezTo>
                <a:cubicBezTo>
                  <a:pt x="2337" y="39344"/>
                  <a:pt x="0" y="41311"/>
                  <a:pt x="4675" y="45737"/>
                </a:cubicBezTo>
                <a:cubicBezTo>
                  <a:pt x="16363" y="54344"/>
                  <a:pt x="16363" y="54344"/>
                  <a:pt x="16363" y="54344"/>
                </a:cubicBezTo>
                <a:cubicBezTo>
                  <a:pt x="18441" y="56557"/>
                  <a:pt x="18441" y="60983"/>
                  <a:pt x="16363" y="65409"/>
                </a:cubicBezTo>
                <a:cubicBezTo>
                  <a:pt x="4675" y="74016"/>
                  <a:pt x="4675" y="74016"/>
                  <a:pt x="4675" y="74016"/>
                </a:cubicBezTo>
                <a:cubicBezTo>
                  <a:pt x="0" y="76475"/>
                  <a:pt x="2337" y="78442"/>
                  <a:pt x="7012" y="78442"/>
                </a:cubicBezTo>
                <a:cubicBezTo>
                  <a:pt x="18441" y="80655"/>
                  <a:pt x="18441" y="80655"/>
                  <a:pt x="18441" y="80655"/>
                </a:cubicBezTo>
                <a:cubicBezTo>
                  <a:pt x="23116" y="80655"/>
                  <a:pt x="25454" y="85081"/>
                  <a:pt x="25454" y="89508"/>
                </a:cubicBezTo>
                <a:cubicBezTo>
                  <a:pt x="18441" y="108934"/>
                  <a:pt x="18441" y="108934"/>
                  <a:pt x="18441" y="108934"/>
                </a:cubicBezTo>
                <a:cubicBezTo>
                  <a:pt x="16363" y="113360"/>
                  <a:pt x="18441" y="113360"/>
                  <a:pt x="23116" y="113360"/>
                </a:cubicBezTo>
                <a:cubicBezTo>
                  <a:pt x="36883" y="104508"/>
                  <a:pt x="36883" y="104508"/>
                  <a:pt x="36883" y="104508"/>
                </a:cubicBezTo>
                <a:cubicBezTo>
                  <a:pt x="41558" y="102540"/>
                  <a:pt x="45974" y="102540"/>
                  <a:pt x="48311" y="106721"/>
                </a:cubicBezTo>
                <a:cubicBezTo>
                  <a:pt x="55324" y="115573"/>
                  <a:pt x="55324" y="115573"/>
                  <a:pt x="55324" y="115573"/>
                </a:cubicBezTo>
                <a:cubicBezTo>
                  <a:pt x="57662" y="119754"/>
                  <a:pt x="62077" y="117540"/>
                  <a:pt x="64415" y="115573"/>
                </a:cubicBezTo>
                <a:cubicBezTo>
                  <a:pt x="69350" y="104508"/>
                  <a:pt x="69350" y="104508"/>
                  <a:pt x="69350" y="104508"/>
                </a:cubicBezTo>
                <a:cubicBezTo>
                  <a:pt x="71428" y="100327"/>
                  <a:pt x="75844" y="100327"/>
                  <a:pt x="80779" y="100327"/>
                </a:cubicBezTo>
                <a:cubicBezTo>
                  <a:pt x="92207" y="106721"/>
                  <a:pt x="92207" y="106721"/>
                  <a:pt x="92207" y="106721"/>
                </a:cubicBezTo>
                <a:cubicBezTo>
                  <a:pt x="94545" y="108934"/>
                  <a:pt x="98961" y="106721"/>
                  <a:pt x="96883" y="102540"/>
                </a:cubicBezTo>
                <a:cubicBezTo>
                  <a:pt x="96883" y="91475"/>
                  <a:pt x="96883" y="91475"/>
                  <a:pt x="96883" y="91475"/>
                </a:cubicBezTo>
                <a:cubicBezTo>
                  <a:pt x="96883" y="89508"/>
                  <a:pt x="101298" y="85081"/>
                  <a:pt x="103636" y="82868"/>
                </a:cubicBezTo>
                <a:cubicBezTo>
                  <a:pt x="115064" y="80655"/>
                  <a:pt x="115064" y="80655"/>
                  <a:pt x="115064" y="80655"/>
                </a:cubicBezTo>
                <a:cubicBezTo>
                  <a:pt x="117402" y="78442"/>
                  <a:pt x="119740" y="76475"/>
                  <a:pt x="115064" y="74016"/>
                </a:cubicBezTo>
                <a:close/>
                <a:moveTo>
                  <a:pt x="66753" y="85081"/>
                </a:moveTo>
                <a:lnTo>
                  <a:pt x="66753" y="85081"/>
                </a:lnTo>
                <a:cubicBezTo>
                  <a:pt x="52987" y="85081"/>
                  <a:pt x="52987" y="85081"/>
                  <a:pt x="52987" y="85081"/>
                </a:cubicBezTo>
                <a:cubicBezTo>
                  <a:pt x="52987" y="71803"/>
                  <a:pt x="52987" y="71803"/>
                  <a:pt x="52987" y="71803"/>
                </a:cubicBezTo>
                <a:cubicBezTo>
                  <a:pt x="66753" y="71803"/>
                  <a:pt x="66753" y="71803"/>
                  <a:pt x="66753" y="71803"/>
                </a:cubicBezTo>
                <a:lnTo>
                  <a:pt x="66753" y="85081"/>
                </a:lnTo>
                <a:close/>
                <a:moveTo>
                  <a:pt x="66753" y="65409"/>
                </a:moveTo>
                <a:lnTo>
                  <a:pt x="66753" y="65409"/>
                </a:lnTo>
                <a:cubicBezTo>
                  <a:pt x="52987" y="65409"/>
                  <a:pt x="52987" y="65409"/>
                  <a:pt x="52987" y="65409"/>
                </a:cubicBezTo>
                <a:cubicBezTo>
                  <a:pt x="52987" y="32704"/>
                  <a:pt x="52987" y="32704"/>
                  <a:pt x="52987" y="32704"/>
                </a:cubicBezTo>
                <a:cubicBezTo>
                  <a:pt x="66753" y="32704"/>
                  <a:pt x="66753" y="32704"/>
                  <a:pt x="66753" y="32704"/>
                </a:cubicBezTo>
                <a:lnTo>
                  <a:pt x="66753" y="65409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0" name="Shape 5160">
            <a:extLst>
              <a:ext uri="{FF2B5EF4-FFF2-40B4-BE49-F238E27FC236}">
                <a16:creationId xmlns:a16="http://schemas.microsoft.com/office/drawing/2014/main" id="{829CD54C-885C-0DAB-0DC6-C2FF3154DD54}"/>
              </a:ext>
            </a:extLst>
          </p:cNvPr>
          <p:cNvSpPr/>
          <p:nvPr/>
        </p:nvSpPr>
        <p:spPr>
          <a:xfrm>
            <a:off x="3229291" y="4400796"/>
            <a:ext cx="219819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300" y="29879"/>
                </a:moveTo>
                <a:lnTo>
                  <a:pt x="114300" y="29879"/>
                </a:lnTo>
                <a:cubicBezTo>
                  <a:pt x="111600" y="10602"/>
                  <a:pt x="90300" y="0"/>
                  <a:pt x="69300" y="2168"/>
                </a:cubicBezTo>
                <a:cubicBezTo>
                  <a:pt x="47700" y="6506"/>
                  <a:pt x="31800" y="19277"/>
                  <a:pt x="34500" y="36385"/>
                </a:cubicBezTo>
                <a:cubicBezTo>
                  <a:pt x="34500" y="40481"/>
                  <a:pt x="37200" y="46987"/>
                  <a:pt x="39900" y="51325"/>
                </a:cubicBezTo>
                <a:cubicBezTo>
                  <a:pt x="2700" y="98072"/>
                  <a:pt x="2700" y="98072"/>
                  <a:pt x="2700" y="98072"/>
                </a:cubicBezTo>
                <a:cubicBezTo>
                  <a:pt x="0" y="98072"/>
                  <a:pt x="0" y="102409"/>
                  <a:pt x="0" y="104578"/>
                </a:cubicBezTo>
                <a:cubicBezTo>
                  <a:pt x="2700" y="115180"/>
                  <a:pt x="2700" y="115180"/>
                  <a:pt x="2700" y="115180"/>
                </a:cubicBezTo>
                <a:cubicBezTo>
                  <a:pt x="2700" y="117349"/>
                  <a:pt x="5400" y="119759"/>
                  <a:pt x="8100" y="119759"/>
                </a:cubicBezTo>
                <a:cubicBezTo>
                  <a:pt x="18600" y="117349"/>
                  <a:pt x="18600" y="117349"/>
                  <a:pt x="18600" y="117349"/>
                </a:cubicBezTo>
                <a:cubicBezTo>
                  <a:pt x="21300" y="117349"/>
                  <a:pt x="24000" y="115180"/>
                  <a:pt x="26700" y="113253"/>
                </a:cubicBezTo>
                <a:cubicBezTo>
                  <a:pt x="42600" y="93975"/>
                  <a:pt x="42600" y="93975"/>
                  <a:pt x="42600" y="93975"/>
                </a:cubicBezTo>
                <a:lnTo>
                  <a:pt x="42600" y="93975"/>
                </a:lnTo>
                <a:cubicBezTo>
                  <a:pt x="53100" y="91807"/>
                  <a:pt x="53100" y="91807"/>
                  <a:pt x="53100" y="91807"/>
                </a:cubicBezTo>
                <a:cubicBezTo>
                  <a:pt x="69300" y="68433"/>
                  <a:pt x="69300" y="68433"/>
                  <a:pt x="69300" y="68433"/>
                </a:cubicBezTo>
                <a:cubicBezTo>
                  <a:pt x="74400" y="70602"/>
                  <a:pt x="85200" y="68433"/>
                  <a:pt x="87900" y="68433"/>
                </a:cubicBezTo>
                <a:cubicBezTo>
                  <a:pt x="108900" y="66265"/>
                  <a:pt x="119700" y="46987"/>
                  <a:pt x="114300" y="29879"/>
                </a:cubicBezTo>
                <a:close/>
                <a:moveTo>
                  <a:pt x="95700" y="38313"/>
                </a:moveTo>
                <a:lnTo>
                  <a:pt x="95700" y="38313"/>
                </a:lnTo>
                <a:cubicBezTo>
                  <a:pt x="90300" y="45060"/>
                  <a:pt x="85200" y="40481"/>
                  <a:pt x="76800" y="34216"/>
                </a:cubicBezTo>
                <a:cubicBezTo>
                  <a:pt x="69300" y="29879"/>
                  <a:pt x="60900" y="27710"/>
                  <a:pt x="66300" y="19277"/>
                </a:cubicBezTo>
                <a:cubicBezTo>
                  <a:pt x="72000" y="12771"/>
                  <a:pt x="85200" y="10602"/>
                  <a:pt x="93000" y="17108"/>
                </a:cubicBezTo>
                <a:cubicBezTo>
                  <a:pt x="101100" y="21445"/>
                  <a:pt x="103800" y="32048"/>
                  <a:pt x="95700" y="3831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1" name="Shape 5161">
            <a:extLst>
              <a:ext uri="{FF2B5EF4-FFF2-40B4-BE49-F238E27FC236}">
                <a16:creationId xmlns:a16="http://schemas.microsoft.com/office/drawing/2014/main" id="{0CED27C6-BA7B-8B4D-ABF4-B046B9A7E938}"/>
              </a:ext>
            </a:extLst>
          </p:cNvPr>
          <p:cNvSpPr/>
          <p:nvPr/>
        </p:nvSpPr>
        <p:spPr>
          <a:xfrm>
            <a:off x="4851663" y="3320881"/>
            <a:ext cx="245107" cy="2529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865" y="41298"/>
                </a:moveTo>
                <a:lnTo>
                  <a:pt x="107865" y="41298"/>
                </a:lnTo>
                <a:cubicBezTo>
                  <a:pt x="98157" y="18441"/>
                  <a:pt x="81438" y="0"/>
                  <a:pt x="71730" y="2077"/>
                </a:cubicBezTo>
                <a:cubicBezTo>
                  <a:pt x="57438" y="9350"/>
                  <a:pt x="81438" y="36883"/>
                  <a:pt x="9707" y="64415"/>
                </a:cubicBezTo>
                <a:cubicBezTo>
                  <a:pt x="2426" y="66753"/>
                  <a:pt x="0" y="75844"/>
                  <a:pt x="2426" y="82857"/>
                </a:cubicBezTo>
                <a:cubicBezTo>
                  <a:pt x="4853" y="87532"/>
                  <a:pt x="14292" y="94285"/>
                  <a:pt x="21842" y="92207"/>
                </a:cubicBezTo>
                <a:lnTo>
                  <a:pt x="26426" y="89870"/>
                </a:lnTo>
                <a:cubicBezTo>
                  <a:pt x="31280" y="96623"/>
                  <a:pt x="36134" y="92207"/>
                  <a:pt x="36134" y="96623"/>
                </a:cubicBezTo>
                <a:cubicBezTo>
                  <a:pt x="38561" y="101298"/>
                  <a:pt x="43146" y="110389"/>
                  <a:pt x="43146" y="112727"/>
                </a:cubicBezTo>
                <a:cubicBezTo>
                  <a:pt x="45573" y="115064"/>
                  <a:pt x="48000" y="119740"/>
                  <a:pt x="50426" y="117402"/>
                </a:cubicBezTo>
                <a:cubicBezTo>
                  <a:pt x="52853" y="117402"/>
                  <a:pt x="62292" y="115064"/>
                  <a:pt x="64719" y="112727"/>
                </a:cubicBezTo>
                <a:cubicBezTo>
                  <a:pt x="69303" y="112727"/>
                  <a:pt x="69303" y="110389"/>
                  <a:pt x="67146" y="108051"/>
                </a:cubicBezTo>
                <a:cubicBezTo>
                  <a:pt x="67146" y="105974"/>
                  <a:pt x="62292" y="103636"/>
                  <a:pt x="62292" y="101298"/>
                </a:cubicBezTo>
                <a:cubicBezTo>
                  <a:pt x="59865" y="98961"/>
                  <a:pt x="57438" y="89870"/>
                  <a:pt x="55011" y="87532"/>
                </a:cubicBezTo>
                <a:cubicBezTo>
                  <a:pt x="52853" y="85194"/>
                  <a:pt x="57438" y="80519"/>
                  <a:pt x="62292" y="80519"/>
                </a:cubicBezTo>
                <a:cubicBezTo>
                  <a:pt x="95730" y="78441"/>
                  <a:pt x="100584" y="96623"/>
                  <a:pt x="112449" y="92207"/>
                </a:cubicBezTo>
                <a:cubicBezTo>
                  <a:pt x="119730" y="89870"/>
                  <a:pt x="119730" y="64415"/>
                  <a:pt x="107865" y="41298"/>
                </a:cubicBezTo>
                <a:close/>
                <a:moveTo>
                  <a:pt x="105168" y="80519"/>
                </a:moveTo>
                <a:lnTo>
                  <a:pt x="105168" y="80519"/>
                </a:lnTo>
                <a:cubicBezTo>
                  <a:pt x="102741" y="80519"/>
                  <a:pt x="88449" y="71428"/>
                  <a:pt x="81438" y="52987"/>
                </a:cubicBezTo>
                <a:cubicBezTo>
                  <a:pt x="74157" y="34545"/>
                  <a:pt x="74157" y="16103"/>
                  <a:pt x="76584" y="16103"/>
                </a:cubicBezTo>
                <a:cubicBezTo>
                  <a:pt x="79011" y="16103"/>
                  <a:pt x="90876" y="27532"/>
                  <a:pt x="98157" y="45974"/>
                </a:cubicBezTo>
                <a:cubicBezTo>
                  <a:pt x="107865" y="64415"/>
                  <a:pt x="105168" y="78441"/>
                  <a:pt x="105168" y="80519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2" name="Shape 5162">
            <a:extLst>
              <a:ext uri="{FF2B5EF4-FFF2-40B4-BE49-F238E27FC236}">
                <a16:creationId xmlns:a16="http://schemas.microsoft.com/office/drawing/2014/main" id="{8D01025D-BBDC-0478-D5D5-9220AC36A054}"/>
              </a:ext>
            </a:extLst>
          </p:cNvPr>
          <p:cNvSpPr/>
          <p:nvPr/>
        </p:nvSpPr>
        <p:spPr>
          <a:xfrm>
            <a:off x="4301146" y="4420253"/>
            <a:ext cx="254833" cy="2354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9090" y="0"/>
                </a:moveTo>
                <a:lnTo>
                  <a:pt x="69090" y="0"/>
                </a:lnTo>
                <a:lnTo>
                  <a:pt x="69090" y="0"/>
                </a:lnTo>
                <a:cubicBezTo>
                  <a:pt x="36883" y="0"/>
                  <a:pt x="16103" y="12646"/>
                  <a:pt x="18441" y="22482"/>
                </a:cubicBezTo>
                <a:cubicBezTo>
                  <a:pt x="18441" y="25011"/>
                  <a:pt x="18441" y="32599"/>
                  <a:pt x="20779" y="40187"/>
                </a:cubicBezTo>
                <a:cubicBezTo>
                  <a:pt x="4675" y="47494"/>
                  <a:pt x="0" y="57611"/>
                  <a:pt x="0" y="67447"/>
                </a:cubicBezTo>
                <a:cubicBezTo>
                  <a:pt x="2337" y="77283"/>
                  <a:pt x="9350" y="87400"/>
                  <a:pt x="29870" y="89648"/>
                </a:cubicBezTo>
                <a:cubicBezTo>
                  <a:pt x="39220" y="89648"/>
                  <a:pt x="52987" y="84871"/>
                  <a:pt x="59999" y="74754"/>
                </a:cubicBezTo>
                <a:cubicBezTo>
                  <a:pt x="59999" y="72505"/>
                  <a:pt x="59999" y="69976"/>
                  <a:pt x="59999" y="69976"/>
                </a:cubicBezTo>
                <a:cubicBezTo>
                  <a:pt x="59999" y="62388"/>
                  <a:pt x="64675" y="59859"/>
                  <a:pt x="69090" y="59859"/>
                </a:cubicBezTo>
                <a:cubicBezTo>
                  <a:pt x="73766" y="59859"/>
                  <a:pt x="78441" y="62388"/>
                  <a:pt x="78441" y="69976"/>
                </a:cubicBezTo>
                <a:cubicBezTo>
                  <a:pt x="78441" y="74754"/>
                  <a:pt x="73766" y="79812"/>
                  <a:pt x="69090" y="79812"/>
                </a:cubicBezTo>
                <a:cubicBezTo>
                  <a:pt x="57662" y="92177"/>
                  <a:pt x="43896" y="99765"/>
                  <a:pt x="29870" y="99765"/>
                </a:cubicBezTo>
                <a:cubicBezTo>
                  <a:pt x="29870" y="102295"/>
                  <a:pt x="29870" y="102295"/>
                  <a:pt x="29870" y="104543"/>
                </a:cubicBezTo>
                <a:cubicBezTo>
                  <a:pt x="29870" y="107072"/>
                  <a:pt x="46233" y="119718"/>
                  <a:pt x="69090" y="119718"/>
                </a:cubicBezTo>
                <a:lnTo>
                  <a:pt x="69090" y="119718"/>
                </a:lnTo>
                <a:cubicBezTo>
                  <a:pt x="92207" y="119718"/>
                  <a:pt x="105974" y="107072"/>
                  <a:pt x="105974" y="104543"/>
                </a:cubicBezTo>
                <a:cubicBezTo>
                  <a:pt x="108051" y="99765"/>
                  <a:pt x="117662" y="32599"/>
                  <a:pt x="117662" y="22482"/>
                </a:cubicBezTo>
                <a:cubicBezTo>
                  <a:pt x="119740" y="12646"/>
                  <a:pt x="98961" y="0"/>
                  <a:pt x="69090" y="0"/>
                </a:cubicBezTo>
                <a:close/>
                <a:moveTo>
                  <a:pt x="9350" y="64918"/>
                </a:moveTo>
                <a:lnTo>
                  <a:pt x="9350" y="64918"/>
                </a:lnTo>
                <a:cubicBezTo>
                  <a:pt x="9350" y="62388"/>
                  <a:pt x="13766" y="55081"/>
                  <a:pt x="23116" y="50023"/>
                </a:cubicBezTo>
                <a:cubicBezTo>
                  <a:pt x="23116" y="59859"/>
                  <a:pt x="25454" y="69976"/>
                  <a:pt x="27532" y="79812"/>
                </a:cubicBezTo>
                <a:cubicBezTo>
                  <a:pt x="16103" y="77283"/>
                  <a:pt x="11428" y="72505"/>
                  <a:pt x="9350" y="64918"/>
                </a:cubicBezTo>
                <a:close/>
                <a:moveTo>
                  <a:pt x="69090" y="37377"/>
                </a:moveTo>
                <a:lnTo>
                  <a:pt x="69090" y="37377"/>
                </a:lnTo>
                <a:cubicBezTo>
                  <a:pt x="46233" y="37377"/>
                  <a:pt x="27532" y="27540"/>
                  <a:pt x="27532" y="22482"/>
                </a:cubicBezTo>
                <a:cubicBezTo>
                  <a:pt x="27532" y="19953"/>
                  <a:pt x="46233" y="10117"/>
                  <a:pt x="69090" y="10117"/>
                </a:cubicBezTo>
                <a:cubicBezTo>
                  <a:pt x="92207" y="10117"/>
                  <a:pt x="108051" y="19953"/>
                  <a:pt x="108051" y="22482"/>
                </a:cubicBezTo>
                <a:cubicBezTo>
                  <a:pt x="108051" y="27540"/>
                  <a:pt x="92207" y="37377"/>
                  <a:pt x="69090" y="3737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3" name="Shape 5163">
            <a:extLst>
              <a:ext uri="{FF2B5EF4-FFF2-40B4-BE49-F238E27FC236}">
                <a16:creationId xmlns:a16="http://schemas.microsoft.com/office/drawing/2014/main" id="{107AA7A8-AB46-2819-4ECC-245FE5E22AC4}"/>
              </a:ext>
            </a:extLst>
          </p:cNvPr>
          <p:cNvSpPr/>
          <p:nvPr/>
        </p:nvSpPr>
        <p:spPr>
          <a:xfrm>
            <a:off x="4861390" y="4420253"/>
            <a:ext cx="225654" cy="2412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5403" y="112293"/>
                </a:moveTo>
                <a:lnTo>
                  <a:pt x="75403" y="112293"/>
                </a:lnTo>
                <a:cubicBezTo>
                  <a:pt x="75403" y="114770"/>
                  <a:pt x="78044" y="117247"/>
                  <a:pt x="80684" y="117247"/>
                </a:cubicBezTo>
                <a:cubicBezTo>
                  <a:pt x="109144" y="119724"/>
                  <a:pt x="109144" y="119724"/>
                  <a:pt x="109144" y="119724"/>
                </a:cubicBezTo>
                <a:cubicBezTo>
                  <a:pt x="112078" y="119724"/>
                  <a:pt x="112078" y="117247"/>
                  <a:pt x="114718" y="114770"/>
                </a:cubicBezTo>
                <a:cubicBezTo>
                  <a:pt x="114718" y="92752"/>
                  <a:pt x="114718" y="92752"/>
                  <a:pt x="114718" y="92752"/>
                </a:cubicBezTo>
                <a:cubicBezTo>
                  <a:pt x="78044" y="90275"/>
                  <a:pt x="78044" y="90275"/>
                  <a:pt x="78044" y="90275"/>
                </a:cubicBezTo>
                <a:lnTo>
                  <a:pt x="75403" y="112293"/>
                </a:lnTo>
                <a:close/>
                <a:moveTo>
                  <a:pt x="5281" y="92752"/>
                </a:moveTo>
                <a:lnTo>
                  <a:pt x="5281" y="92752"/>
                </a:lnTo>
                <a:cubicBezTo>
                  <a:pt x="5281" y="114770"/>
                  <a:pt x="5281" y="114770"/>
                  <a:pt x="5281" y="114770"/>
                </a:cubicBezTo>
                <a:cubicBezTo>
                  <a:pt x="5281" y="117247"/>
                  <a:pt x="7921" y="119724"/>
                  <a:pt x="10268" y="119724"/>
                </a:cubicBezTo>
                <a:cubicBezTo>
                  <a:pt x="39022" y="117247"/>
                  <a:pt x="39022" y="117247"/>
                  <a:pt x="39022" y="117247"/>
                </a:cubicBezTo>
                <a:cubicBezTo>
                  <a:pt x="41662" y="117247"/>
                  <a:pt x="44303" y="114770"/>
                  <a:pt x="44303" y="112293"/>
                </a:cubicBezTo>
                <a:cubicBezTo>
                  <a:pt x="41662" y="90275"/>
                  <a:pt x="41662" y="90275"/>
                  <a:pt x="41662" y="90275"/>
                </a:cubicBezTo>
                <a:lnTo>
                  <a:pt x="5281" y="92752"/>
                </a:lnTo>
                <a:close/>
                <a:moveTo>
                  <a:pt x="0" y="56422"/>
                </a:moveTo>
                <a:lnTo>
                  <a:pt x="0" y="56422"/>
                </a:lnTo>
                <a:cubicBezTo>
                  <a:pt x="2640" y="80642"/>
                  <a:pt x="2640" y="80642"/>
                  <a:pt x="2640" y="80642"/>
                </a:cubicBezTo>
                <a:cubicBezTo>
                  <a:pt x="39022" y="75688"/>
                  <a:pt x="39022" y="75688"/>
                  <a:pt x="39022" y="75688"/>
                </a:cubicBezTo>
                <a:cubicBezTo>
                  <a:pt x="39022" y="53944"/>
                  <a:pt x="39022" y="53944"/>
                  <a:pt x="39022" y="53944"/>
                </a:cubicBezTo>
                <a:lnTo>
                  <a:pt x="39022" y="51467"/>
                </a:lnTo>
                <a:cubicBezTo>
                  <a:pt x="39022" y="41834"/>
                  <a:pt x="46943" y="31926"/>
                  <a:pt x="59853" y="31926"/>
                </a:cubicBezTo>
                <a:cubicBezTo>
                  <a:pt x="72762" y="31926"/>
                  <a:pt x="80684" y="41834"/>
                  <a:pt x="80684" y="51467"/>
                </a:cubicBezTo>
                <a:lnTo>
                  <a:pt x="80684" y="53944"/>
                </a:lnTo>
                <a:cubicBezTo>
                  <a:pt x="78044" y="75688"/>
                  <a:pt x="78044" y="75688"/>
                  <a:pt x="78044" y="75688"/>
                </a:cubicBezTo>
                <a:cubicBezTo>
                  <a:pt x="117066" y="80642"/>
                  <a:pt x="117066" y="80642"/>
                  <a:pt x="117066" y="80642"/>
                </a:cubicBezTo>
                <a:cubicBezTo>
                  <a:pt x="119706" y="56422"/>
                  <a:pt x="119706" y="56422"/>
                  <a:pt x="119706" y="56422"/>
                </a:cubicBezTo>
                <a:cubicBezTo>
                  <a:pt x="119706" y="53944"/>
                  <a:pt x="119706" y="53944"/>
                  <a:pt x="119706" y="51467"/>
                </a:cubicBezTo>
                <a:cubicBezTo>
                  <a:pt x="119706" y="22018"/>
                  <a:pt x="93594" y="0"/>
                  <a:pt x="59853" y="0"/>
                </a:cubicBezTo>
                <a:cubicBezTo>
                  <a:pt x="25819" y="0"/>
                  <a:pt x="0" y="22018"/>
                  <a:pt x="0" y="51467"/>
                </a:cubicBezTo>
                <a:cubicBezTo>
                  <a:pt x="0" y="53944"/>
                  <a:pt x="0" y="53944"/>
                  <a:pt x="0" y="56422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4" name="Shape 5164">
            <a:extLst>
              <a:ext uri="{FF2B5EF4-FFF2-40B4-BE49-F238E27FC236}">
                <a16:creationId xmlns:a16="http://schemas.microsoft.com/office/drawing/2014/main" id="{EB22EA40-7939-B787-B45C-3BDD4A6446F5}"/>
              </a:ext>
            </a:extLst>
          </p:cNvPr>
          <p:cNvSpPr/>
          <p:nvPr/>
        </p:nvSpPr>
        <p:spPr>
          <a:xfrm>
            <a:off x="7563394" y="4416363"/>
            <a:ext cx="274286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18918"/>
                </a:moveTo>
                <a:lnTo>
                  <a:pt x="106961" y="18918"/>
                </a:lnTo>
                <a:cubicBezTo>
                  <a:pt x="102857" y="18918"/>
                  <a:pt x="102857" y="18918"/>
                  <a:pt x="102857" y="18918"/>
                </a:cubicBezTo>
                <a:cubicBezTo>
                  <a:pt x="102857" y="119729"/>
                  <a:pt x="102857" y="119729"/>
                  <a:pt x="102857" y="119729"/>
                </a:cubicBezTo>
                <a:cubicBezTo>
                  <a:pt x="106961" y="119729"/>
                  <a:pt x="106961" y="119729"/>
                  <a:pt x="106961" y="119729"/>
                </a:cubicBezTo>
                <a:cubicBezTo>
                  <a:pt x="115653" y="119729"/>
                  <a:pt x="119758" y="114864"/>
                  <a:pt x="119758" y="107567"/>
                </a:cubicBezTo>
                <a:cubicBezTo>
                  <a:pt x="119758" y="33513"/>
                  <a:pt x="119758" y="33513"/>
                  <a:pt x="119758" y="33513"/>
                </a:cubicBezTo>
                <a:cubicBezTo>
                  <a:pt x="119758" y="26216"/>
                  <a:pt x="115653" y="18918"/>
                  <a:pt x="106961" y="18918"/>
                </a:cubicBezTo>
                <a:close/>
                <a:moveTo>
                  <a:pt x="0" y="33513"/>
                </a:moveTo>
                <a:lnTo>
                  <a:pt x="0" y="33513"/>
                </a:lnTo>
                <a:cubicBezTo>
                  <a:pt x="0" y="107567"/>
                  <a:pt x="0" y="107567"/>
                  <a:pt x="0" y="107567"/>
                </a:cubicBezTo>
                <a:cubicBezTo>
                  <a:pt x="0" y="114864"/>
                  <a:pt x="6277" y="119729"/>
                  <a:pt x="12796" y="119729"/>
                </a:cubicBezTo>
                <a:cubicBezTo>
                  <a:pt x="17142" y="119729"/>
                  <a:pt x="17142" y="119729"/>
                  <a:pt x="17142" y="119729"/>
                </a:cubicBezTo>
                <a:cubicBezTo>
                  <a:pt x="17142" y="18918"/>
                  <a:pt x="17142" y="18918"/>
                  <a:pt x="17142" y="18918"/>
                </a:cubicBezTo>
                <a:cubicBezTo>
                  <a:pt x="12796" y="18918"/>
                  <a:pt x="12796" y="18918"/>
                  <a:pt x="12796" y="18918"/>
                </a:cubicBezTo>
                <a:cubicBezTo>
                  <a:pt x="6277" y="18918"/>
                  <a:pt x="0" y="26216"/>
                  <a:pt x="0" y="33513"/>
                </a:cubicBezTo>
                <a:close/>
                <a:moveTo>
                  <a:pt x="81368" y="7027"/>
                </a:moveTo>
                <a:lnTo>
                  <a:pt x="81368" y="7027"/>
                </a:lnTo>
                <a:cubicBezTo>
                  <a:pt x="77022" y="4594"/>
                  <a:pt x="70503" y="0"/>
                  <a:pt x="59879" y="0"/>
                </a:cubicBezTo>
                <a:cubicBezTo>
                  <a:pt x="49255" y="0"/>
                  <a:pt x="42736" y="4594"/>
                  <a:pt x="38631" y="7027"/>
                </a:cubicBezTo>
                <a:cubicBezTo>
                  <a:pt x="38631" y="18918"/>
                  <a:pt x="38631" y="18918"/>
                  <a:pt x="38631" y="18918"/>
                </a:cubicBezTo>
                <a:cubicBezTo>
                  <a:pt x="25835" y="18918"/>
                  <a:pt x="25835" y="18918"/>
                  <a:pt x="25835" y="18918"/>
                </a:cubicBezTo>
                <a:cubicBezTo>
                  <a:pt x="25835" y="119729"/>
                  <a:pt x="25835" y="119729"/>
                  <a:pt x="25835" y="119729"/>
                </a:cubicBezTo>
                <a:cubicBezTo>
                  <a:pt x="94164" y="119729"/>
                  <a:pt x="94164" y="119729"/>
                  <a:pt x="94164" y="119729"/>
                </a:cubicBezTo>
                <a:cubicBezTo>
                  <a:pt x="94164" y="18918"/>
                  <a:pt x="94164" y="18918"/>
                  <a:pt x="94164" y="18918"/>
                </a:cubicBezTo>
                <a:cubicBezTo>
                  <a:pt x="81368" y="18918"/>
                  <a:pt x="81368" y="18918"/>
                  <a:pt x="81368" y="18918"/>
                </a:cubicBezTo>
                <a:lnTo>
                  <a:pt x="81368" y="7027"/>
                </a:lnTo>
                <a:close/>
                <a:moveTo>
                  <a:pt x="72676" y="18918"/>
                </a:moveTo>
                <a:lnTo>
                  <a:pt x="72676" y="18918"/>
                </a:lnTo>
                <a:cubicBezTo>
                  <a:pt x="47082" y="18918"/>
                  <a:pt x="47082" y="18918"/>
                  <a:pt x="47082" y="18918"/>
                </a:cubicBezTo>
                <a:cubicBezTo>
                  <a:pt x="47082" y="11891"/>
                  <a:pt x="47082" y="11891"/>
                  <a:pt x="47082" y="11891"/>
                </a:cubicBezTo>
                <a:cubicBezTo>
                  <a:pt x="49255" y="9459"/>
                  <a:pt x="53601" y="7027"/>
                  <a:pt x="59879" y="7027"/>
                </a:cubicBezTo>
                <a:cubicBezTo>
                  <a:pt x="66398" y="7027"/>
                  <a:pt x="70503" y="9459"/>
                  <a:pt x="72676" y="11891"/>
                </a:cubicBezTo>
                <a:lnTo>
                  <a:pt x="72676" y="1891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5" name="Shape 5165">
            <a:extLst>
              <a:ext uri="{FF2B5EF4-FFF2-40B4-BE49-F238E27FC236}">
                <a16:creationId xmlns:a16="http://schemas.microsoft.com/office/drawing/2014/main" id="{90A237C9-0749-C499-83E1-5575BD686DBC}"/>
              </a:ext>
            </a:extLst>
          </p:cNvPr>
          <p:cNvSpPr/>
          <p:nvPr/>
        </p:nvSpPr>
        <p:spPr>
          <a:xfrm>
            <a:off x="7077073" y="3859864"/>
            <a:ext cx="155623" cy="26462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3604" y="2254"/>
                </a:moveTo>
                <a:lnTo>
                  <a:pt x="63604" y="2254"/>
                </a:lnTo>
                <a:cubicBezTo>
                  <a:pt x="63604" y="0"/>
                  <a:pt x="59787" y="0"/>
                  <a:pt x="55971" y="2254"/>
                </a:cubicBezTo>
                <a:cubicBezTo>
                  <a:pt x="48339" y="46346"/>
                  <a:pt x="0" y="55365"/>
                  <a:pt x="0" y="86430"/>
                </a:cubicBezTo>
                <a:cubicBezTo>
                  <a:pt x="0" y="104217"/>
                  <a:pt x="29681" y="119749"/>
                  <a:pt x="59787" y="119749"/>
                </a:cubicBezTo>
                <a:cubicBezTo>
                  <a:pt x="93286" y="119749"/>
                  <a:pt x="119575" y="104217"/>
                  <a:pt x="119575" y="86430"/>
                </a:cubicBezTo>
                <a:cubicBezTo>
                  <a:pt x="119575" y="55365"/>
                  <a:pt x="70812" y="46346"/>
                  <a:pt x="63604" y="2254"/>
                </a:cubicBezTo>
                <a:close/>
                <a:moveTo>
                  <a:pt x="52155" y="51106"/>
                </a:moveTo>
                <a:lnTo>
                  <a:pt x="52155" y="51106"/>
                </a:lnTo>
                <a:cubicBezTo>
                  <a:pt x="52155" y="51106"/>
                  <a:pt x="52155" y="53361"/>
                  <a:pt x="52155" y="55365"/>
                </a:cubicBezTo>
                <a:cubicBezTo>
                  <a:pt x="48339" y="64384"/>
                  <a:pt x="41130" y="73152"/>
                  <a:pt x="41130" y="84175"/>
                </a:cubicBezTo>
                <a:cubicBezTo>
                  <a:pt x="41130" y="90939"/>
                  <a:pt x="37314" y="93194"/>
                  <a:pt x="29681" y="93194"/>
                </a:cubicBezTo>
                <a:cubicBezTo>
                  <a:pt x="22473" y="93194"/>
                  <a:pt x="18657" y="90939"/>
                  <a:pt x="18657" y="86430"/>
                </a:cubicBezTo>
                <a:cubicBezTo>
                  <a:pt x="18657" y="73152"/>
                  <a:pt x="29681" y="64384"/>
                  <a:pt x="37314" y="55365"/>
                </a:cubicBezTo>
                <a:cubicBezTo>
                  <a:pt x="41130" y="53361"/>
                  <a:pt x="44946" y="51106"/>
                  <a:pt x="48339" y="48601"/>
                </a:cubicBezTo>
                <a:lnTo>
                  <a:pt x="52155" y="48601"/>
                </a:lnTo>
                <a:lnTo>
                  <a:pt x="52155" y="5110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6" name="Shape 5166">
            <a:extLst>
              <a:ext uri="{FF2B5EF4-FFF2-40B4-BE49-F238E27FC236}">
                <a16:creationId xmlns:a16="http://schemas.microsoft.com/office/drawing/2014/main" id="{CD514217-98CA-1CFE-026E-06EA57D16B64}"/>
              </a:ext>
            </a:extLst>
          </p:cNvPr>
          <p:cNvSpPr/>
          <p:nvPr/>
        </p:nvSpPr>
        <p:spPr>
          <a:xfrm>
            <a:off x="5396343" y="4435820"/>
            <a:ext cx="245107" cy="2062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297" y="68525"/>
                </a:moveTo>
                <a:lnTo>
                  <a:pt x="117297" y="68525"/>
                </a:lnTo>
                <a:cubicBezTo>
                  <a:pt x="95675" y="8686"/>
                  <a:pt x="95675" y="8686"/>
                  <a:pt x="95675" y="8686"/>
                </a:cubicBezTo>
                <a:cubicBezTo>
                  <a:pt x="95675" y="2895"/>
                  <a:pt x="91081" y="0"/>
                  <a:pt x="86216" y="0"/>
                </a:cubicBezTo>
                <a:cubicBezTo>
                  <a:pt x="33513" y="0"/>
                  <a:pt x="33513" y="0"/>
                  <a:pt x="33513" y="0"/>
                </a:cubicBezTo>
                <a:cubicBezTo>
                  <a:pt x="28648" y="0"/>
                  <a:pt x="24054" y="2895"/>
                  <a:pt x="21621" y="8686"/>
                </a:cubicBezTo>
                <a:cubicBezTo>
                  <a:pt x="2432" y="68525"/>
                  <a:pt x="2432" y="68525"/>
                  <a:pt x="2432" y="68525"/>
                </a:cubicBezTo>
                <a:cubicBezTo>
                  <a:pt x="0" y="71420"/>
                  <a:pt x="0" y="79785"/>
                  <a:pt x="0" y="82680"/>
                </a:cubicBezTo>
                <a:cubicBezTo>
                  <a:pt x="4864" y="110991"/>
                  <a:pt x="4864" y="110991"/>
                  <a:pt x="4864" y="110991"/>
                </a:cubicBezTo>
                <a:cubicBezTo>
                  <a:pt x="4864" y="116782"/>
                  <a:pt x="9459" y="119678"/>
                  <a:pt x="12162" y="119678"/>
                </a:cubicBezTo>
                <a:cubicBezTo>
                  <a:pt x="107837" y="119678"/>
                  <a:pt x="107837" y="119678"/>
                  <a:pt x="107837" y="119678"/>
                </a:cubicBezTo>
                <a:cubicBezTo>
                  <a:pt x="110270" y="119678"/>
                  <a:pt x="114864" y="116782"/>
                  <a:pt x="114864" y="110991"/>
                </a:cubicBezTo>
                <a:cubicBezTo>
                  <a:pt x="119729" y="82680"/>
                  <a:pt x="119729" y="82680"/>
                  <a:pt x="119729" y="82680"/>
                </a:cubicBezTo>
                <a:cubicBezTo>
                  <a:pt x="119729" y="79785"/>
                  <a:pt x="119729" y="71420"/>
                  <a:pt x="117297" y="68525"/>
                </a:cubicBezTo>
                <a:close/>
                <a:moveTo>
                  <a:pt x="107837" y="88471"/>
                </a:moveTo>
                <a:lnTo>
                  <a:pt x="107837" y="88471"/>
                </a:lnTo>
                <a:cubicBezTo>
                  <a:pt x="107837" y="99731"/>
                  <a:pt x="107837" y="99731"/>
                  <a:pt x="107837" y="99731"/>
                </a:cubicBezTo>
                <a:cubicBezTo>
                  <a:pt x="107837" y="105522"/>
                  <a:pt x="102972" y="108418"/>
                  <a:pt x="100540" y="108418"/>
                </a:cubicBezTo>
                <a:cubicBezTo>
                  <a:pt x="19189" y="108418"/>
                  <a:pt x="19189" y="108418"/>
                  <a:pt x="19189" y="108418"/>
                </a:cubicBezTo>
                <a:cubicBezTo>
                  <a:pt x="16756" y="108418"/>
                  <a:pt x="12162" y="105522"/>
                  <a:pt x="12162" y="99731"/>
                </a:cubicBezTo>
                <a:cubicBezTo>
                  <a:pt x="9459" y="88471"/>
                  <a:pt x="9459" y="88471"/>
                  <a:pt x="9459" y="88471"/>
                </a:cubicBezTo>
                <a:cubicBezTo>
                  <a:pt x="9459" y="85576"/>
                  <a:pt x="12162" y="79785"/>
                  <a:pt x="16756" y="79785"/>
                </a:cubicBezTo>
                <a:cubicBezTo>
                  <a:pt x="102972" y="79785"/>
                  <a:pt x="102972" y="79785"/>
                  <a:pt x="102972" y="79785"/>
                </a:cubicBezTo>
                <a:cubicBezTo>
                  <a:pt x="107837" y="79785"/>
                  <a:pt x="110270" y="85576"/>
                  <a:pt x="107837" y="8847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7" name="Shape 5167">
            <a:extLst>
              <a:ext uri="{FF2B5EF4-FFF2-40B4-BE49-F238E27FC236}">
                <a16:creationId xmlns:a16="http://schemas.microsoft.com/office/drawing/2014/main" id="{2B7DE31C-4219-7B6A-0BF6-DEB24163F6EC}"/>
              </a:ext>
            </a:extLst>
          </p:cNvPr>
          <p:cNvSpPr/>
          <p:nvPr/>
        </p:nvSpPr>
        <p:spPr>
          <a:xfrm>
            <a:off x="6487650" y="4406634"/>
            <a:ext cx="248997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3008" y="78181"/>
                </a:moveTo>
                <a:lnTo>
                  <a:pt x="73008" y="78181"/>
                </a:lnTo>
                <a:cubicBezTo>
                  <a:pt x="73008" y="78181"/>
                  <a:pt x="119734" y="43896"/>
                  <a:pt x="115221" y="6753"/>
                </a:cubicBezTo>
                <a:lnTo>
                  <a:pt x="115221" y="4675"/>
                </a:lnTo>
                <a:cubicBezTo>
                  <a:pt x="112831" y="4675"/>
                  <a:pt x="112831" y="4675"/>
                  <a:pt x="112831" y="4675"/>
                </a:cubicBezTo>
                <a:cubicBezTo>
                  <a:pt x="75398" y="0"/>
                  <a:pt x="42212" y="46233"/>
                  <a:pt x="42212" y="46233"/>
                </a:cubicBezTo>
                <a:cubicBezTo>
                  <a:pt x="14070" y="41298"/>
                  <a:pt x="16460" y="48311"/>
                  <a:pt x="2389" y="78181"/>
                </a:cubicBezTo>
                <a:cubicBezTo>
                  <a:pt x="0" y="85194"/>
                  <a:pt x="4778" y="85194"/>
                  <a:pt x="9292" y="85194"/>
                </a:cubicBezTo>
                <a:cubicBezTo>
                  <a:pt x="14070" y="82857"/>
                  <a:pt x="23362" y="80519"/>
                  <a:pt x="23362" y="80519"/>
                </a:cubicBezTo>
                <a:cubicBezTo>
                  <a:pt x="40088" y="96623"/>
                  <a:pt x="40088" y="96623"/>
                  <a:pt x="40088" y="96623"/>
                </a:cubicBezTo>
                <a:cubicBezTo>
                  <a:pt x="40088" y="96623"/>
                  <a:pt x="37433" y="105714"/>
                  <a:pt x="35309" y="110389"/>
                </a:cubicBezTo>
                <a:cubicBezTo>
                  <a:pt x="32920" y="115064"/>
                  <a:pt x="35309" y="119740"/>
                  <a:pt x="40088" y="117402"/>
                </a:cubicBezTo>
                <a:cubicBezTo>
                  <a:pt x="70619" y="103376"/>
                  <a:pt x="77522" y="105714"/>
                  <a:pt x="73008" y="78181"/>
                </a:cubicBezTo>
                <a:close/>
                <a:moveTo>
                  <a:pt x="79911" y="38961"/>
                </a:moveTo>
                <a:lnTo>
                  <a:pt x="79911" y="38961"/>
                </a:lnTo>
                <a:cubicBezTo>
                  <a:pt x="75398" y="34545"/>
                  <a:pt x="75398" y="29870"/>
                  <a:pt x="79911" y="25194"/>
                </a:cubicBezTo>
                <a:cubicBezTo>
                  <a:pt x="84690" y="20779"/>
                  <a:pt x="91592" y="20779"/>
                  <a:pt x="93982" y="25194"/>
                </a:cubicBezTo>
                <a:cubicBezTo>
                  <a:pt x="98761" y="29870"/>
                  <a:pt x="98761" y="34545"/>
                  <a:pt x="93982" y="38961"/>
                </a:cubicBezTo>
                <a:cubicBezTo>
                  <a:pt x="91592" y="43896"/>
                  <a:pt x="84690" y="43896"/>
                  <a:pt x="79911" y="3896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8" name="Shape 5168">
            <a:extLst>
              <a:ext uri="{FF2B5EF4-FFF2-40B4-BE49-F238E27FC236}">
                <a16:creationId xmlns:a16="http://schemas.microsoft.com/office/drawing/2014/main" id="{A9E89A74-5E43-9019-97FA-4A9EE087D561}"/>
              </a:ext>
            </a:extLst>
          </p:cNvPr>
          <p:cNvSpPr/>
          <p:nvPr/>
        </p:nvSpPr>
        <p:spPr>
          <a:xfrm>
            <a:off x="7012878" y="4400796"/>
            <a:ext cx="284012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407" y="81204"/>
                </a:moveTo>
                <a:lnTo>
                  <a:pt x="18407" y="81204"/>
                </a:lnTo>
                <a:cubicBezTo>
                  <a:pt x="10252" y="89638"/>
                  <a:pt x="16543" y="100240"/>
                  <a:pt x="4194" y="113253"/>
                </a:cubicBezTo>
                <a:cubicBezTo>
                  <a:pt x="0" y="119759"/>
                  <a:pt x="27029" y="117349"/>
                  <a:pt x="39378" y="104578"/>
                </a:cubicBezTo>
                <a:cubicBezTo>
                  <a:pt x="45436" y="98072"/>
                  <a:pt x="43339" y="89638"/>
                  <a:pt x="37281" y="83373"/>
                </a:cubicBezTo>
                <a:cubicBezTo>
                  <a:pt x="30757" y="76867"/>
                  <a:pt x="22601" y="76867"/>
                  <a:pt x="18407" y="81204"/>
                </a:cubicBezTo>
                <a:close/>
                <a:moveTo>
                  <a:pt x="115572" y="4337"/>
                </a:moveTo>
                <a:lnTo>
                  <a:pt x="115572" y="4337"/>
                </a:lnTo>
                <a:cubicBezTo>
                  <a:pt x="111611" y="0"/>
                  <a:pt x="59883" y="40481"/>
                  <a:pt x="45436" y="55662"/>
                </a:cubicBezTo>
                <a:cubicBezTo>
                  <a:pt x="39378" y="64096"/>
                  <a:pt x="37281" y="68433"/>
                  <a:pt x="32854" y="70602"/>
                </a:cubicBezTo>
                <a:cubicBezTo>
                  <a:pt x="32854" y="72530"/>
                  <a:pt x="34951" y="72530"/>
                  <a:pt x="34951" y="72530"/>
                </a:cubicBezTo>
                <a:cubicBezTo>
                  <a:pt x="37281" y="74698"/>
                  <a:pt x="39378" y="74698"/>
                  <a:pt x="43339" y="79036"/>
                </a:cubicBezTo>
                <a:cubicBezTo>
                  <a:pt x="45436" y="81204"/>
                  <a:pt x="47533" y="83373"/>
                  <a:pt x="47533" y="85301"/>
                </a:cubicBezTo>
                <a:cubicBezTo>
                  <a:pt x="47533" y="87469"/>
                  <a:pt x="49631" y="87469"/>
                  <a:pt x="49631" y="87469"/>
                </a:cubicBezTo>
                <a:cubicBezTo>
                  <a:pt x="53592" y="85301"/>
                  <a:pt x="57786" y="81204"/>
                  <a:pt x="64077" y="74698"/>
                </a:cubicBezTo>
                <a:cubicBezTo>
                  <a:pt x="78291" y="59759"/>
                  <a:pt x="119766" y="8433"/>
                  <a:pt x="115572" y="4337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49" name="Shape 5169">
            <a:extLst>
              <a:ext uri="{FF2B5EF4-FFF2-40B4-BE49-F238E27FC236}">
                <a16:creationId xmlns:a16="http://schemas.microsoft.com/office/drawing/2014/main" id="{97F116E1-97C8-719E-61D4-80D7B6A95E5B}"/>
              </a:ext>
            </a:extLst>
          </p:cNvPr>
          <p:cNvSpPr/>
          <p:nvPr/>
        </p:nvSpPr>
        <p:spPr>
          <a:xfrm>
            <a:off x="8110022" y="4416361"/>
            <a:ext cx="274285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637" y="72743"/>
                </a:moveTo>
                <a:lnTo>
                  <a:pt x="59637" y="72743"/>
                </a:lnTo>
                <a:cubicBezTo>
                  <a:pt x="74607" y="72743"/>
                  <a:pt x="85472" y="68230"/>
                  <a:pt x="87645" y="61061"/>
                </a:cubicBezTo>
                <a:cubicBezTo>
                  <a:pt x="85472" y="54159"/>
                  <a:pt x="83299" y="46991"/>
                  <a:pt x="81368" y="40088"/>
                </a:cubicBezTo>
                <a:cubicBezTo>
                  <a:pt x="79195" y="44601"/>
                  <a:pt x="70503" y="49380"/>
                  <a:pt x="59637" y="49380"/>
                </a:cubicBezTo>
                <a:cubicBezTo>
                  <a:pt x="49014" y="49380"/>
                  <a:pt x="40563" y="44601"/>
                  <a:pt x="40563" y="40088"/>
                </a:cubicBezTo>
                <a:cubicBezTo>
                  <a:pt x="36217" y="46991"/>
                  <a:pt x="34044" y="54159"/>
                  <a:pt x="32112" y="61061"/>
                </a:cubicBezTo>
                <a:cubicBezTo>
                  <a:pt x="34044" y="68230"/>
                  <a:pt x="44909" y="72743"/>
                  <a:pt x="59637" y="72743"/>
                </a:cubicBezTo>
                <a:close/>
                <a:moveTo>
                  <a:pt x="59637" y="28141"/>
                </a:moveTo>
                <a:lnTo>
                  <a:pt x="59637" y="28141"/>
                </a:lnTo>
                <a:cubicBezTo>
                  <a:pt x="66156" y="28141"/>
                  <a:pt x="72434" y="25752"/>
                  <a:pt x="74607" y="23362"/>
                </a:cubicBezTo>
                <a:cubicBezTo>
                  <a:pt x="72434" y="16460"/>
                  <a:pt x="70503" y="9292"/>
                  <a:pt x="68571" y="4513"/>
                </a:cubicBezTo>
                <a:cubicBezTo>
                  <a:pt x="68571" y="2123"/>
                  <a:pt x="63983" y="0"/>
                  <a:pt x="59637" y="0"/>
                </a:cubicBezTo>
                <a:cubicBezTo>
                  <a:pt x="55533" y="0"/>
                  <a:pt x="51187" y="2123"/>
                  <a:pt x="51187" y="4513"/>
                </a:cubicBezTo>
                <a:cubicBezTo>
                  <a:pt x="49014" y="9292"/>
                  <a:pt x="46841" y="16460"/>
                  <a:pt x="44909" y="23362"/>
                </a:cubicBezTo>
                <a:cubicBezTo>
                  <a:pt x="46841" y="25752"/>
                  <a:pt x="53360" y="28141"/>
                  <a:pt x="59637" y="28141"/>
                </a:cubicBezTo>
                <a:close/>
                <a:moveTo>
                  <a:pt x="113239" y="79911"/>
                </a:moveTo>
                <a:lnTo>
                  <a:pt x="113239" y="79911"/>
                </a:lnTo>
                <a:cubicBezTo>
                  <a:pt x="89818" y="70619"/>
                  <a:pt x="89818" y="70619"/>
                  <a:pt x="89818" y="70619"/>
                </a:cubicBezTo>
                <a:cubicBezTo>
                  <a:pt x="91991" y="77522"/>
                  <a:pt x="91991" y="77522"/>
                  <a:pt x="91991" y="77522"/>
                </a:cubicBezTo>
                <a:cubicBezTo>
                  <a:pt x="91991" y="86814"/>
                  <a:pt x="77022" y="91592"/>
                  <a:pt x="59637" y="91592"/>
                </a:cubicBezTo>
                <a:cubicBezTo>
                  <a:pt x="42736" y="91592"/>
                  <a:pt x="27766" y="86814"/>
                  <a:pt x="27766" y="77522"/>
                </a:cubicBezTo>
                <a:cubicBezTo>
                  <a:pt x="29939" y="70619"/>
                  <a:pt x="29939" y="70619"/>
                  <a:pt x="29939" y="70619"/>
                </a:cubicBezTo>
                <a:cubicBezTo>
                  <a:pt x="6277" y="79911"/>
                  <a:pt x="6277" y="79911"/>
                  <a:pt x="6277" y="79911"/>
                </a:cubicBezTo>
                <a:cubicBezTo>
                  <a:pt x="0" y="82300"/>
                  <a:pt x="0" y="86814"/>
                  <a:pt x="6277" y="91592"/>
                </a:cubicBezTo>
                <a:cubicBezTo>
                  <a:pt x="49014" y="115221"/>
                  <a:pt x="49014" y="115221"/>
                  <a:pt x="49014" y="115221"/>
                </a:cubicBezTo>
                <a:cubicBezTo>
                  <a:pt x="55533" y="119734"/>
                  <a:pt x="63983" y="119734"/>
                  <a:pt x="70503" y="115221"/>
                </a:cubicBezTo>
                <a:cubicBezTo>
                  <a:pt x="113239" y="91592"/>
                  <a:pt x="113239" y="91592"/>
                  <a:pt x="113239" y="91592"/>
                </a:cubicBezTo>
                <a:cubicBezTo>
                  <a:pt x="119758" y="86814"/>
                  <a:pt x="119758" y="82300"/>
                  <a:pt x="113239" y="79911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0" name="Shape 5170">
            <a:extLst>
              <a:ext uri="{FF2B5EF4-FFF2-40B4-BE49-F238E27FC236}">
                <a16:creationId xmlns:a16="http://schemas.microsoft.com/office/drawing/2014/main" id="{B6B292EB-42B5-DFB9-EF99-0D36E1777044}"/>
              </a:ext>
            </a:extLst>
          </p:cNvPr>
          <p:cNvSpPr/>
          <p:nvPr/>
        </p:nvSpPr>
        <p:spPr>
          <a:xfrm>
            <a:off x="7563394" y="2248746"/>
            <a:ext cx="274286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0804" y="58800"/>
                </a:moveTo>
                <a:lnTo>
                  <a:pt x="40804" y="58800"/>
                </a:lnTo>
                <a:cubicBezTo>
                  <a:pt x="40804" y="72000"/>
                  <a:pt x="49255" y="82500"/>
                  <a:pt x="59879" y="82500"/>
                </a:cubicBezTo>
                <a:cubicBezTo>
                  <a:pt x="70503" y="82500"/>
                  <a:pt x="79195" y="72000"/>
                  <a:pt x="79195" y="58800"/>
                </a:cubicBezTo>
                <a:cubicBezTo>
                  <a:pt x="79195" y="45300"/>
                  <a:pt x="70503" y="34800"/>
                  <a:pt x="59879" y="34800"/>
                </a:cubicBezTo>
                <a:cubicBezTo>
                  <a:pt x="49255" y="34800"/>
                  <a:pt x="40804" y="45300"/>
                  <a:pt x="40804" y="58800"/>
                </a:cubicBezTo>
                <a:close/>
                <a:moveTo>
                  <a:pt x="28008" y="50700"/>
                </a:moveTo>
                <a:lnTo>
                  <a:pt x="28008" y="50700"/>
                </a:lnTo>
                <a:cubicBezTo>
                  <a:pt x="29939" y="32100"/>
                  <a:pt x="44909" y="18900"/>
                  <a:pt x="59879" y="18900"/>
                </a:cubicBezTo>
                <a:cubicBezTo>
                  <a:pt x="68571" y="18900"/>
                  <a:pt x="77022" y="21300"/>
                  <a:pt x="83299" y="29400"/>
                </a:cubicBezTo>
                <a:cubicBezTo>
                  <a:pt x="85472" y="32100"/>
                  <a:pt x="91991" y="32100"/>
                  <a:pt x="94164" y="29400"/>
                </a:cubicBezTo>
                <a:cubicBezTo>
                  <a:pt x="96338" y="26700"/>
                  <a:pt x="96338" y="21300"/>
                  <a:pt x="94164" y="16200"/>
                </a:cubicBezTo>
                <a:cubicBezTo>
                  <a:pt x="85472" y="5400"/>
                  <a:pt x="72676" y="0"/>
                  <a:pt x="59879" y="0"/>
                </a:cubicBezTo>
                <a:cubicBezTo>
                  <a:pt x="38631" y="0"/>
                  <a:pt x="19315" y="16200"/>
                  <a:pt x="14969" y="42900"/>
                </a:cubicBezTo>
                <a:cubicBezTo>
                  <a:pt x="0" y="42900"/>
                  <a:pt x="0" y="42900"/>
                  <a:pt x="0" y="42900"/>
                </a:cubicBezTo>
                <a:cubicBezTo>
                  <a:pt x="0" y="58800"/>
                  <a:pt x="0" y="58800"/>
                  <a:pt x="0" y="58800"/>
                </a:cubicBezTo>
                <a:cubicBezTo>
                  <a:pt x="19315" y="58800"/>
                  <a:pt x="19315" y="58800"/>
                  <a:pt x="19315" y="58800"/>
                </a:cubicBezTo>
                <a:cubicBezTo>
                  <a:pt x="25835" y="58800"/>
                  <a:pt x="25835" y="53400"/>
                  <a:pt x="28008" y="50700"/>
                </a:cubicBezTo>
                <a:close/>
                <a:moveTo>
                  <a:pt x="100442" y="58800"/>
                </a:moveTo>
                <a:lnTo>
                  <a:pt x="100442" y="58800"/>
                </a:lnTo>
                <a:cubicBezTo>
                  <a:pt x="94164" y="58800"/>
                  <a:pt x="94164" y="66600"/>
                  <a:pt x="91991" y="69300"/>
                </a:cubicBezTo>
                <a:cubicBezTo>
                  <a:pt x="89818" y="87900"/>
                  <a:pt x="77022" y="101100"/>
                  <a:pt x="59879" y="101100"/>
                </a:cubicBezTo>
                <a:cubicBezTo>
                  <a:pt x="51428" y="101100"/>
                  <a:pt x="42736" y="95700"/>
                  <a:pt x="36458" y="87900"/>
                </a:cubicBezTo>
                <a:cubicBezTo>
                  <a:pt x="34285" y="85200"/>
                  <a:pt x="28008" y="85200"/>
                  <a:pt x="25835" y="87900"/>
                </a:cubicBezTo>
                <a:cubicBezTo>
                  <a:pt x="23420" y="93000"/>
                  <a:pt x="23420" y="98400"/>
                  <a:pt x="25835" y="101100"/>
                </a:cubicBezTo>
                <a:cubicBezTo>
                  <a:pt x="34285" y="111900"/>
                  <a:pt x="47082" y="119700"/>
                  <a:pt x="59879" y="119700"/>
                </a:cubicBezTo>
                <a:cubicBezTo>
                  <a:pt x="81368" y="119700"/>
                  <a:pt x="100442" y="101100"/>
                  <a:pt x="105030" y="77100"/>
                </a:cubicBezTo>
                <a:cubicBezTo>
                  <a:pt x="119758" y="77100"/>
                  <a:pt x="119758" y="77100"/>
                  <a:pt x="119758" y="77100"/>
                </a:cubicBezTo>
                <a:cubicBezTo>
                  <a:pt x="119758" y="58800"/>
                  <a:pt x="119758" y="58800"/>
                  <a:pt x="119758" y="58800"/>
                </a:cubicBezTo>
                <a:lnTo>
                  <a:pt x="100442" y="5880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1" name="Shape 5171">
            <a:extLst>
              <a:ext uri="{FF2B5EF4-FFF2-40B4-BE49-F238E27FC236}">
                <a16:creationId xmlns:a16="http://schemas.microsoft.com/office/drawing/2014/main" id="{463A1D4E-7180-29E8-65B4-AB2BBE1C03EF}"/>
              </a:ext>
            </a:extLst>
          </p:cNvPr>
          <p:cNvSpPr/>
          <p:nvPr/>
        </p:nvSpPr>
        <p:spPr>
          <a:xfrm>
            <a:off x="5970203" y="4426091"/>
            <a:ext cx="184802" cy="22571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21" y="0"/>
                </a:moveTo>
                <a:lnTo>
                  <a:pt x="59821" y="0"/>
                </a:lnTo>
                <a:cubicBezTo>
                  <a:pt x="22077" y="0"/>
                  <a:pt x="0" y="10562"/>
                  <a:pt x="0" y="18190"/>
                </a:cubicBezTo>
                <a:cubicBezTo>
                  <a:pt x="12462" y="106503"/>
                  <a:pt x="12462" y="106503"/>
                  <a:pt x="12462" y="106503"/>
                </a:cubicBezTo>
                <a:cubicBezTo>
                  <a:pt x="12462" y="109144"/>
                  <a:pt x="31335" y="119706"/>
                  <a:pt x="59821" y="119706"/>
                </a:cubicBezTo>
                <a:cubicBezTo>
                  <a:pt x="88308" y="119706"/>
                  <a:pt x="107181" y="109144"/>
                  <a:pt x="107181" y="106503"/>
                </a:cubicBezTo>
                <a:cubicBezTo>
                  <a:pt x="119643" y="18190"/>
                  <a:pt x="119643" y="18190"/>
                  <a:pt x="119643" y="18190"/>
                </a:cubicBezTo>
                <a:cubicBezTo>
                  <a:pt x="119643" y="10562"/>
                  <a:pt x="97566" y="0"/>
                  <a:pt x="59821" y="0"/>
                </a:cubicBezTo>
                <a:close/>
                <a:moveTo>
                  <a:pt x="59821" y="31393"/>
                </a:moveTo>
                <a:lnTo>
                  <a:pt x="59821" y="31393"/>
                </a:lnTo>
                <a:cubicBezTo>
                  <a:pt x="31335" y="31393"/>
                  <a:pt x="12462" y="23471"/>
                  <a:pt x="12462" y="20831"/>
                </a:cubicBezTo>
                <a:cubicBezTo>
                  <a:pt x="12462" y="18190"/>
                  <a:pt x="31335" y="10562"/>
                  <a:pt x="59821" y="10562"/>
                </a:cubicBezTo>
                <a:cubicBezTo>
                  <a:pt x="88308" y="10562"/>
                  <a:pt x="107181" y="18190"/>
                  <a:pt x="107181" y="20831"/>
                </a:cubicBezTo>
                <a:cubicBezTo>
                  <a:pt x="107181" y="23471"/>
                  <a:pt x="88308" y="31393"/>
                  <a:pt x="59821" y="3139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2" name="Shape 5172">
            <a:extLst>
              <a:ext uri="{FF2B5EF4-FFF2-40B4-BE49-F238E27FC236}">
                <a16:creationId xmlns:a16="http://schemas.microsoft.com/office/drawing/2014/main" id="{FF2B3ABC-2C16-981C-DAFC-DE75EB842227}"/>
              </a:ext>
            </a:extLst>
          </p:cNvPr>
          <p:cNvSpPr/>
          <p:nvPr/>
        </p:nvSpPr>
        <p:spPr>
          <a:xfrm>
            <a:off x="3170933" y="1678662"/>
            <a:ext cx="274285" cy="26268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615" y="40000"/>
                </a:moveTo>
                <a:lnTo>
                  <a:pt x="102615" y="40000"/>
                </a:lnTo>
                <a:cubicBezTo>
                  <a:pt x="89818" y="4500"/>
                  <a:pt x="89818" y="4500"/>
                  <a:pt x="89818" y="4500"/>
                </a:cubicBezTo>
                <a:cubicBezTo>
                  <a:pt x="89818" y="2250"/>
                  <a:pt x="85472" y="0"/>
                  <a:pt x="83541" y="2250"/>
                </a:cubicBezTo>
                <a:cubicBezTo>
                  <a:pt x="2173" y="33500"/>
                  <a:pt x="2173" y="33500"/>
                  <a:pt x="2173" y="33500"/>
                </a:cubicBezTo>
                <a:cubicBezTo>
                  <a:pt x="0" y="33500"/>
                  <a:pt x="0" y="35750"/>
                  <a:pt x="0" y="40000"/>
                </a:cubicBezTo>
                <a:cubicBezTo>
                  <a:pt x="12796" y="75500"/>
                  <a:pt x="12796" y="75500"/>
                  <a:pt x="12796" y="75500"/>
                </a:cubicBezTo>
                <a:cubicBezTo>
                  <a:pt x="12796" y="55500"/>
                  <a:pt x="12796" y="55500"/>
                  <a:pt x="12796" y="55500"/>
                </a:cubicBezTo>
                <a:cubicBezTo>
                  <a:pt x="12796" y="46750"/>
                  <a:pt x="19315" y="40000"/>
                  <a:pt x="27766" y="40000"/>
                </a:cubicBezTo>
                <a:cubicBezTo>
                  <a:pt x="49014" y="40000"/>
                  <a:pt x="49014" y="40000"/>
                  <a:pt x="49014" y="40000"/>
                </a:cubicBezTo>
                <a:cubicBezTo>
                  <a:pt x="74607" y="22250"/>
                  <a:pt x="74607" y="22250"/>
                  <a:pt x="74607" y="22250"/>
                </a:cubicBezTo>
                <a:cubicBezTo>
                  <a:pt x="89818" y="40000"/>
                  <a:pt x="89818" y="40000"/>
                  <a:pt x="89818" y="40000"/>
                </a:cubicBezTo>
                <a:lnTo>
                  <a:pt x="102615" y="40000"/>
                </a:lnTo>
                <a:close/>
                <a:moveTo>
                  <a:pt x="115412" y="51000"/>
                </a:moveTo>
                <a:lnTo>
                  <a:pt x="115412" y="51000"/>
                </a:lnTo>
                <a:cubicBezTo>
                  <a:pt x="27766" y="51000"/>
                  <a:pt x="27766" y="51000"/>
                  <a:pt x="27766" y="51000"/>
                </a:cubicBezTo>
                <a:cubicBezTo>
                  <a:pt x="25593" y="51000"/>
                  <a:pt x="23420" y="53250"/>
                  <a:pt x="23420" y="55500"/>
                </a:cubicBezTo>
                <a:cubicBezTo>
                  <a:pt x="23420" y="115500"/>
                  <a:pt x="23420" y="115500"/>
                  <a:pt x="23420" y="115500"/>
                </a:cubicBezTo>
                <a:cubicBezTo>
                  <a:pt x="23420" y="117500"/>
                  <a:pt x="25593" y="119750"/>
                  <a:pt x="27766" y="119750"/>
                </a:cubicBezTo>
                <a:cubicBezTo>
                  <a:pt x="115412" y="119750"/>
                  <a:pt x="115412" y="119750"/>
                  <a:pt x="115412" y="119750"/>
                </a:cubicBezTo>
                <a:cubicBezTo>
                  <a:pt x="117585" y="119750"/>
                  <a:pt x="119758" y="117500"/>
                  <a:pt x="119758" y="115500"/>
                </a:cubicBezTo>
                <a:cubicBezTo>
                  <a:pt x="119758" y="55500"/>
                  <a:pt x="119758" y="55500"/>
                  <a:pt x="119758" y="55500"/>
                </a:cubicBezTo>
                <a:cubicBezTo>
                  <a:pt x="119758" y="53250"/>
                  <a:pt x="117585" y="51000"/>
                  <a:pt x="115412" y="51000"/>
                </a:cubicBezTo>
                <a:close/>
                <a:moveTo>
                  <a:pt x="109134" y="106500"/>
                </a:moveTo>
                <a:lnTo>
                  <a:pt x="109134" y="106500"/>
                </a:lnTo>
                <a:cubicBezTo>
                  <a:pt x="36217" y="106500"/>
                  <a:pt x="36217" y="106500"/>
                  <a:pt x="36217" y="106500"/>
                </a:cubicBezTo>
                <a:cubicBezTo>
                  <a:pt x="36217" y="97750"/>
                  <a:pt x="36217" y="97750"/>
                  <a:pt x="36217" y="97750"/>
                </a:cubicBezTo>
                <a:cubicBezTo>
                  <a:pt x="47082" y="68750"/>
                  <a:pt x="47082" y="68750"/>
                  <a:pt x="47082" y="68750"/>
                </a:cubicBezTo>
                <a:cubicBezTo>
                  <a:pt x="63983" y="91000"/>
                  <a:pt x="63983" y="91000"/>
                  <a:pt x="63983" y="91000"/>
                </a:cubicBezTo>
                <a:cubicBezTo>
                  <a:pt x="79195" y="75500"/>
                  <a:pt x="79195" y="75500"/>
                  <a:pt x="79195" y="75500"/>
                </a:cubicBezTo>
                <a:cubicBezTo>
                  <a:pt x="100442" y="66500"/>
                  <a:pt x="100442" y="66500"/>
                  <a:pt x="100442" y="66500"/>
                </a:cubicBezTo>
                <a:cubicBezTo>
                  <a:pt x="109134" y="86750"/>
                  <a:pt x="109134" y="86750"/>
                  <a:pt x="109134" y="86750"/>
                </a:cubicBezTo>
                <a:lnTo>
                  <a:pt x="109134" y="10650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3" name="Shape 5173">
            <a:extLst>
              <a:ext uri="{FF2B5EF4-FFF2-40B4-BE49-F238E27FC236}">
                <a16:creationId xmlns:a16="http://schemas.microsoft.com/office/drawing/2014/main" id="{41987099-271B-D4F8-7F26-9AC1564C7481}"/>
              </a:ext>
            </a:extLst>
          </p:cNvPr>
          <p:cNvSpPr/>
          <p:nvPr/>
        </p:nvSpPr>
        <p:spPr>
          <a:xfrm>
            <a:off x="9763517" y="3889051"/>
            <a:ext cx="196474" cy="2490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1797" y="0"/>
                </a:moveTo>
                <a:lnTo>
                  <a:pt x="101797" y="0"/>
                </a:lnTo>
                <a:cubicBezTo>
                  <a:pt x="17865" y="0"/>
                  <a:pt x="17865" y="0"/>
                  <a:pt x="17865" y="0"/>
                </a:cubicBezTo>
                <a:cubicBezTo>
                  <a:pt x="9101" y="0"/>
                  <a:pt x="0" y="7152"/>
                  <a:pt x="0" y="14304"/>
                </a:cubicBezTo>
                <a:cubicBezTo>
                  <a:pt x="0" y="105695"/>
                  <a:pt x="0" y="105695"/>
                  <a:pt x="0" y="105695"/>
                </a:cubicBezTo>
                <a:cubicBezTo>
                  <a:pt x="0" y="112847"/>
                  <a:pt x="9101" y="119735"/>
                  <a:pt x="17865" y="119735"/>
                </a:cubicBezTo>
                <a:cubicBezTo>
                  <a:pt x="101797" y="119735"/>
                  <a:pt x="101797" y="119735"/>
                  <a:pt x="101797" y="119735"/>
                </a:cubicBezTo>
                <a:cubicBezTo>
                  <a:pt x="110561" y="119735"/>
                  <a:pt x="119662" y="112847"/>
                  <a:pt x="119662" y="105695"/>
                </a:cubicBezTo>
                <a:cubicBezTo>
                  <a:pt x="119662" y="14304"/>
                  <a:pt x="119662" y="14304"/>
                  <a:pt x="119662" y="14304"/>
                </a:cubicBezTo>
                <a:cubicBezTo>
                  <a:pt x="119662" y="7152"/>
                  <a:pt x="110561" y="0"/>
                  <a:pt x="101797" y="0"/>
                </a:cubicBezTo>
                <a:close/>
                <a:moveTo>
                  <a:pt x="101797" y="105695"/>
                </a:moveTo>
                <a:lnTo>
                  <a:pt x="101797" y="105695"/>
                </a:lnTo>
                <a:cubicBezTo>
                  <a:pt x="17865" y="105695"/>
                  <a:pt x="17865" y="105695"/>
                  <a:pt x="17865" y="105695"/>
                </a:cubicBezTo>
                <a:cubicBezTo>
                  <a:pt x="17865" y="14304"/>
                  <a:pt x="17865" y="14304"/>
                  <a:pt x="17865" y="14304"/>
                </a:cubicBezTo>
                <a:cubicBezTo>
                  <a:pt x="101797" y="14304"/>
                  <a:pt x="101797" y="14304"/>
                  <a:pt x="101797" y="14304"/>
                </a:cubicBezTo>
                <a:lnTo>
                  <a:pt x="101797" y="105695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4" name="Shape 5174">
            <a:extLst>
              <a:ext uri="{FF2B5EF4-FFF2-40B4-BE49-F238E27FC236}">
                <a16:creationId xmlns:a16="http://schemas.microsoft.com/office/drawing/2014/main" id="{34096EEB-5FCC-7212-986E-B9F0125E2A98}"/>
              </a:ext>
            </a:extLst>
          </p:cNvPr>
          <p:cNvSpPr/>
          <p:nvPr/>
        </p:nvSpPr>
        <p:spPr>
          <a:xfrm>
            <a:off x="8119747" y="3918238"/>
            <a:ext cx="274286" cy="1887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5260"/>
                </a:moveTo>
                <a:lnTo>
                  <a:pt x="0" y="15260"/>
                </a:lnTo>
                <a:cubicBezTo>
                  <a:pt x="0" y="101271"/>
                  <a:pt x="0" y="101271"/>
                  <a:pt x="0" y="101271"/>
                </a:cubicBezTo>
                <a:cubicBezTo>
                  <a:pt x="0" y="110635"/>
                  <a:pt x="4337" y="119653"/>
                  <a:pt x="12771" y="119653"/>
                </a:cubicBezTo>
                <a:cubicBezTo>
                  <a:pt x="106987" y="119653"/>
                  <a:pt x="106987" y="119653"/>
                  <a:pt x="106987" y="119653"/>
                </a:cubicBezTo>
                <a:cubicBezTo>
                  <a:pt x="113253" y="119653"/>
                  <a:pt x="119759" y="110635"/>
                  <a:pt x="119759" y="101271"/>
                </a:cubicBezTo>
                <a:cubicBezTo>
                  <a:pt x="119759" y="15260"/>
                  <a:pt x="119759" y="15260"/>
                  <a:pt x="119759" y="15260"/>
                </a:cubicBezTo>
                <a:cubicBezTo>
                  <a:pt x="119759" y="5895"/>
                  <a:pt x="113253" y="0"/>
                  <a:pt x="106987" y="0"/>
                </a:cubicBezTo>
                <a:cubicBezTo>
                  <a:pt x="12771" y="0"/>
                  <a:pt x="12771" y="0"/>
                  <a:pt x="12771" y="0"/>
                </a:cubicBezTo>
                <a:cubicBezTo>
                  <a:pt x="4337" y="0"/>
                  <a:pt x="0" y="5895"/>
                  <a:pt x="0" y="15260"/>
                </a:cubicBezTo>
                <a:close/>
                <a:moveTo>
                  <a:pt x="106987" y="15260"/>
                </a:moveTo>
                <a:lnTo>
                  <a:pt x="106987" y="15260"/>
                </a:lnTo>
                <a:cubicBezTo>
                  <a:pt x="106987" y="101271"/>
                  <a:pt x="106987" y="101271"/>
                  <a:pt x="106987" y="101271"/>
                </a:cubicBezTo>
                <a:cubicBezTo>
                  <a:pt x="12771" y="101271"/>
                  <a:pt x="12771" y="101271"/>
                  <a:pt x="12771" y="101271"/>
                </a:cubicBezTo>
                <a:cubicBezTo>
                  <a:pt x="12771" y="15260"/>
                  <a:pt x="12771" y="15260"/>
                  <a:pt x="12771" y="15260"/>
                </a:cubicBezTo>
                <a:lnTo>
                  <a:pt x="106987" y="1526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5" name="Shape 5175">
            <a:extLst>
              <a:ext uri="{FF2B5EF4-FFF2-40B4-BE49-F238E27FC236}">
                <a16:creationId xmlns:a16="http://schemas.microsoft.com/office/drawing/2014/main" id="{7589C394-0844-180A-021B-B7C5E9C69EA8}"/>
              </a:ext>
            </a:extLst>
          </p:cNvPr>
          <p:cNvSpPr/>
          <p:nvPr/>
        </p:nvSpPr>
        <p:spPr>
          <a:xfrm>
            <a:off x="10271236" y="3873486"/>
            <a:ext cx="274286" cy="2782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653" y="44110"/>
                </a:moveTo>
                <a:lnTo>
                  <a:pt x="115653" y="44110"/>
                </a:lnTo>
                <a:cubicBezTo>
                  <a:pt x="70503" y="33675"/>
                  <a:pt x="70503" y="33675"/>
                  <a:pt x="70503" y="33675"/>
                </a:cubicBezTo>
                <a:cubicBezTo>
                  <a:pt x="64225" y="4031"/>
                  <a:pt x="64225" y="4031"/>
                  <a:pt x="64225" y="4031"/>
                </a:cubicBezTo>
                <a:cubicBezTo>
                  <a:pt x="62052" y="1897"/>
                  <a:pt x="59879" y="0"/>
                  <a:pt x="57706" y="0"/>
                </a:cubicBezTo>
                <a:cubicBezTo>
                  <a:pt x="4104" y="14466"/>
                  <a:pt x="4104" y="14466"/>
                  <a:pt x="4104" y="14466"/>
                </a:cubicBezTo>
                <a:cubicBezTo>
                  <a:pt x="0" y="16837"/>
                  <a:pt x="0" y="18972"/>
                  <a:pt x="0" y="21106"/>
                </a:cubicBezTo>
                <a:cubicBezTo>
                  <a:pt x="19074" y="92490"/>
                  <a:pt x="19074" y="92490"/>
                  <a:pt x="19074" y="92490"/>
                </a:cubicBezTo>
                <a:cubicBezTo>
                  <a:pt x="19074" y="94624"/>
                  <a:pt x="23420" y="94624"/>
                  <a:pt x="25835" y="94624"/>
                </a:cubicBezTo>
                <a:cubicBezTo>
                  <a:pt x="47082" y="88221"/>
                  <a:pt x="47082" y="88221"/>
                  <a:pt x="47082" y="88221"/>
                </a:cubicBezTo>
                <a:cubicBezTo>
                  <a:pt x="42736" y="100790"/>
                  <a:pt x="42736" y="100790"/>
                  <a:pt x="42736" y="100790"/>
                </a:cubicBezTo>
                <a:cubicBezTo>
                  <a:pt x="42736" y="102924"/>
                  <a:pt x="44909" y="105059"/>
                  <a:pt x="47082" y="105059"/>
                </a:cubicBezTo>
                <a:cubicBezTo>
                  <a:pt x="96096" y="117628"/>
                  <a:pt x="96096" y="117628"/>
                  <a:pt x="96096" y="117628"/>
                </a:cubicBezTo>
                <a:cubicBezTo>
                  <a:pt x="98269" y="119762"/>
                  <a:pt x="100442" y="117628"/>
                  <a:pt x="102857" y="115494"/>
                </a:cubicBezTo>
                <a:cubicBezTo>
                  <a:pt x="119758" y="50276"/>
                  <a:pt x="119758" y="50276"/>
                  <a:pt x="119758" y="50276"/>
                </a:cubicBezTo>
                <a:cubicBezTo>
                  <a:pt x="119758" y="48379"/>
                  <a:pt x="117826" y="44110"/>
                  <a:pt x="115653" y="44110"/>
                </a:cubicBezTo>
                <a:close/>
                <a:moveTo>
                  <a:pt x="8450" y="23003"/>
                </a:moveTo>
                <a:lnTo>
                  <a:pt x="8450" y="23003"/>
                </a:lnTo>
                <a:cubicBezTo>
                  <a:pt x="55533" y="10434"/>
                  <a:pt x="55533" y="10434"/>
                  <a:pt x="55533" y="10434"/>
                </a:cubicBezTo>
                <a:cubicBezTo>
                  <a:pt x="74849" y="73517"/>
                  <a:pt x="74849" y="73517"/>
                  <a:pt x="74849" y="73517"/>
                </a:cubicBezTo>
                <a:cubicBezTo>
                  <a:pt x="28008" y="86324"/>
                  <a:pt x="28008" y="86324"/>
                  <a:pt x="28008" y="86324"/>
                </a:cubicBezTo>
                <a:lnTo>
                  <a:pt x="8450" y="23003"/>
                </a:lnTo>
                <a:close/>
                <a:moveTo>
                  <a:pt x="93923" y="109328"/>
                </a:moveTo>
                <a:lnTo>
                  <a:pt x="93923" y="109328"/>
                </a:lnTo>
                <a:cubicBezTo>
                  <a:pt x="53601" y="98893"/>
                  <a:pt x="53601" y="98893"/>
                  <a:pt x="53601" y="98893"/>
                </a:cubicBezTo>
                <a:cubicBezTo>
                  <a:pt x="55533" y="86324"/>
                  <a:pt x="55533" y="86324"/>
                  <a:pt x="55533" y="86324"/>
                </a:cubicBezTo>
                <a:cubicBezTo>
                  <a:pt x="79195" y="79683"/>
                  <a:pt x="79195" y="79683"/>
                  <a:pt x="79195" y="79683"/>
                </a:cubicBezTo>
                <a:cubicBezTo>
                  <a:pt x="81126" y="79683"/>
                  <a:pt x="83299" y="77549"/>
                  <a:pt x="83299" y="75652"/>
                </a:cubicBezTo>
                <a:cubicBezTo>
                  <a:pt x="74849" y="41976"/>
                  <a:pt x="74849" y="41976"/>
                  <a:pt x="74849" y="41976"/>
                </a:cubicBezTo>
                <a:cubicBezTo>
                  <a:pt x="108893" y="50276"/>
                  <a:pt x="108893" y="50276"/>
                  <a:pt x="108893" y="50276"/>
                </a:cubicBezTo>
                <a:lnTo>
                  <a:pt x="93923" y="10932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6" name="Shape 5176">
            <a:extLst>
              <a:ext uri="{FF2B5EF4-FFF2-40B4-BE49-F238E27FC236}">
                <a16:creationId xmlns:a16="http://schemas.microsoft.com/office/drawing/2014/main" id="{0867890D-92D2-318D-1C1D-1D52F76527FB}"/>
              </a:ext>
            </a:extLst>
          </p:cNvPr>
          <p:cNvSpPr/>
          <p:nvPr/>
        </p:nvSpPr>
        <p:spPr>
          <a:xfrm>
            <a:off x="8097304" y="2244854"/>
            <a:ext cx="245107" cy="21792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135" y="0"/>
                </a:moveTo>
                <a:lnTo>
                  <a:pt x="115135" y="0"/>
                </a:lnTo>
                <a:cubicBezTo>
                  <a:pt x="2432" y="0"/>
                  <a:pt x="2432" y="0"/>
                  <a:pt x="2432" y="0"/>
                </a:cubicBezTo>
                <a:cubicBezTo>
                  <a:pt x="0" y="0"/>
                  <a:pt x="0" y="2406"/>
                  <a:pt x="0" y="5112"/>
                </a:cubicBezTo>
                <a:cubicBezTo>
                  <a:pt x="0" y="21052"/>
                  <a:pt x="0" y="21052"/>
                  <a:pt x="0" y="21052"/>
                </a:cubicBezTo>
                <a:cubicBezTo>
                  <a:pt x="119729" y="21052"/>
                  <a:pt x="119729" y="21052"/>
                  <a:pt x="119729" y="21052"/>
                </a:cubicBezTo>
                <a:cubicBezTo>
                  <a:pt x="119729" y="5112"/>
                  <a:pt x="119729" y="5112"/>
                  <a:pt x="119729" y="5112"/>
                </a:cubicBezTo>
                <a:cubicBezTo>
                  <a:pt x="119729" y="2406"/>
                  <a:pt x="117297" y="0"/>
                  <a:pt x="115135" y="0"/>
                </a:cubicBezTo>
                <a:close/>
                <a:moveTo>
                  <a:pt x="7297" y="109172"/>
                </a:moveTo>
                <a:lnTo>
                  <a:pt x="7297" y="109172"/>
                </a:lnTo>
                <a:cubicBezTo>
                  <a:pt x="7297" y="114285"/>
                  <a:pt x="9729" y="119699"/>
                  <a:pt x="14594" y="119699"/>
                </a:cubicBezTo>
                <a:cubicBezTo>
                  <a:pt x="102972" y="119699"/>
                  <a:pt x="102972" y="119699"/>
                  <a:pt x="102972" y="119699"/>
                </a:cubicBezTo>
                <a:cubicBezTo>
                  <a:pt x="110270" y="119699"/>
                  <a:pt x="112702" y="114285"/>
                  <a:pt x="112702" y="109172"/>
                </a:cubicBezTo>
                <a:cubicBezTo>
                  <a:pt x="112702" y="29172"/>
                  <a:pt x="112702" y="29172"/>
                  <a:pt x="112702" y="29172"/>
                </a:cubicBezTo>
                <a:cubicBezTo>
                  <a:pt x="7297" y="29172"/>
                  <a:pt x="7297" y="29172"/>
                  <a:pt x="7297" y="29172"/>
                </a:cubicBezTo>
                <a:lnTo>
                  <a:pt x="7297" y="109172"/>
                </a:lnTo>
                <a:close/>
                <a:moveTo>
                  <a:pt x="40810" y="45112"/>
                </a:moveTo>
                <a:lnTo>
                  <a:pt x="40810" y="45112"/>
                </a:lnTo>
                <a:cubicBezTo>
                  <a:pt x="79189" y="45112"/>
                  <a:pt x="79189" y="45112"/>
                  <a:pt x="79189" y="45112"/>
                </a:cubicBezTo>
                <a:cubicBezTo>
                  <a:pt x="79189" y="58345"/>
                  <a:pt x="79189" y="58345"/>
                  <a:pt x="79189" y="58345"/>
                </a:cubicBezTo>
                <a:cubicBezTo>
                  <a:pt x="40810" y="58345"/>
                  <a:pt x="40810" y="58345"/>
                  <a:pt x="40810" y="58345"/>
                </a:cubicBezTo>
                <a:lnTo>
                  <a:pt x="40810" y="4511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7" name="Shape 5177">
            <a:extLst>
              <a:ext uri="{FF2B5EF4-FFF2-40B4-BE49-F238E27FC236}">
                <a16:creationId xmlns:a16="http://schemas.microsoft.com/office/drawing/2014/main" id="{4186BDFF-BFD0-3C50-2A65-D2332911B909}"/>
              </a:ext>
            </a:extLst>
          </p:cNvPr>
          <p:cNvSpPr/>
          <p:nvPr/>
        </p:nvSpPr>
        <p:spPr>
          <a:xfrm>
            <a:off x="10318039" y="1696175"/>
            <a:ext cx="245107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8918" y="107865"/>
                </a:moveTo>
                <a:lnTo>
                  <a:pt x="18918" y="107865"/>
                </a:lnTo>
                <a:cubicBezTo>
                  <a:pt x="18918" y="114876"/>
                  <a:pt x="26486" y="119730"/>
                  <a:pt x="33513" y="119730"/>
                </a:cubicBezTo>
                <a:cubicBezTo>
                  <a:pt x="40810" y="119730"/>
                  <a:pt x="45405" y="114876"/>
                  <a:pt x="45405" y="107865"/>
                </a:cubicBezTo>
                <a:cubicBezTo>
                  <a:pt x="45405" y="100584"/>
                  <a:pt x="40810" y="93303"/>
                  <a:pt x="33513" y="93303"/>
                </a:cubicBezTo>
                <a:cubicBezTo>
                  <a:pt x="26486" y="93303"/>
                  <a:pt x="18918" y="100584"/>
                  <a:pt x="18918" y="107865"/>
                </a:cubicBezTo>
                <a:close/>
                <a:moveTo>
                  <a:pt x="86216" y="107865"/>
                </a:moveTo>
                <a:lnTo>
                  <a:pt x="86216" y="107865"/>
                </a:lnTo>
                <a:cubicBezTo>
                  <a:pt x="86216" y="114876"/>
                  <a:pt x="93243" y="119730"/>
                  <a:pt x="100540" y="119730"/>
                </a:cubicBezTo>
                <a:cubicBezTo>
                  <a:pt x="107837" y="119730"/>
                  <a:pt x="112702" y="114876"/>
                  <a:pt x="112702" y="107865"/>
                </a:cubicBezTo>
                <a:cubicBezTo>
                  <a:pt x="112702" y="100584"/>
                  <a:pt x="107837" y="93303"/>
                  <a:pt x="100540" y="93303"/>
                </a:cubicBezTo>
                <a:cubicBezTo>
                  <a:pt x="93243" y="93303"/>
                  <a:pt x="86216" y="100584"/>
                  <a:pt x="86216" y="107865"/>
                </a:cubicBezTo>
                <a:close/>
                <a:moveTo>
                  <a:pt x="42972" y="76584"/>
                </a:moveTo>
                <a:lnTo>
                  <a:pt x="42972" y="76584"/>
                </a:lnTo>
                <a:cubicBezTo>
                  <a:pt x="117297" y="55011"/>
                  <a:pt x="117297" y="55011"/>
                  <a:pt x="117297" y="55011"/>
                </a:cubicBezTo>
                <a:cubicBezTo>
                  <a:pt x="119729" y="55011"/>
                  <a:pt x="119729" y="52584"/>
                  <a:pt x="119729" y="50426"/>
                </a:cubicBezTo>
                <a:cubicBezTo>
                  <a:pt x="119729" y="14561"/>
                  <a:pt x="119729" y="14561"/>
                  <a:pt x="119729" y="14561"/>
                </a:cubicBezTo>
                <a:cubicBezTo>
                  <a:pt x="26486" y="14561"/>
                  <a:pt x="26486" y="14561"/>
                  <a:pt x="26486" y="14561"/>
                </a:cubicBezTo>
                <a:cubicBezTo>
                  <a:pt x="26486" y="2696"/>
                  <a:pt x="26486" y="2696"/>
                  <a:pt x="26486" y="2696"/>
                </a:cubicBezTo>
                <a:lnTo>
                  <a:pt x="24054" y="0"/>
                </a:lnTo>
                <a:cubicBezTo>
                  <a:pt x="2432" y="0"/>
                  <a:pt x="2432" y="0"/>
                  <a:pt x="2432" y="0"/>
                </a:cubicBezTo>
                <a:cubicBezTo>
                  <a:pt x="0" y="0"/>
                  <a:pt x="0" y="2696"/>
                  <a:pt x="0" y="2696"/>
                </a:cubicBezTo>
                <a:cubicBezTo>
                  <a:pt x="0" y="14561"/>
                  <a:pt x="0" y="14561"/>
                  <a:pt x="0" y="14561"/>
                </a:cubicBezTo>
                <a:cubicBezTo>
                  <a:pt x="12162" y="14561"/>
                  <a:pt x="12162" y="14561"/>
                  <a:pt x="12162" y="14561"/>
                </a:cubicBezTo>
                <a:cubicBezTo>
                  <a:pt x="26486" y="74157"/>
                  <a:pt x="26486" y="74157"/>
                  <a:pt x="26486" y="74157"/>
                </a:cubicBezTo>
                <a:cubicBezTo>
                  <a:pt x="26486" y="81438"/>
                  <a:pt x="26486" y="81438"/>
                  <a:pt x="26486" y="81438"/>
                </a:cubicBezTo>
                <a:cubicBezTo>
                  <a:pt x="26486" y="91146"/>
                  <a:pt x="26486" y="91146"/>
                  <a:pt x="26486" y="91146"/>
                </a:cubicBezTo>
                <a:cubicBezTo>
                  <a:pt x="26486" y="93303"/>
                  <a:pt x="28648" y="93303"/>
                  <a:pt x="28648" y="93303"/>
                </a:cubicBezTo>
                <a:cubicBezTo>
                  <a:pt x="33513" y="93303"/>
                  <a:pt x="33513" y="93303"/>
                  <a:pt x="33513" y="93303"/>
                </a:cubicBezTo>
                <a:cubicBezTo>
                  <a:pt x="100540" y="93303"/>
                  <a:pt x="100540" y="93303"/>
                  <a:pt x="100540" y="93303"/>
                </a:cubicBezTo>
                <a:cubicBezTo>
                  <a:pt x="117297" y="93303"/>
                  <a:pt x="117297" y="93303"/>
                  <a:pt x="117297" y="93303"/>
                </a:cubicBezTo>
                <a:cubicBezTo>
                  <a:pt x="119729" y="93303"/>
                  <a:pt x="119729" y="93303"/>
                  <a:pt x="119729" y="91146"/>
                </a:cubicBezTo>
                <a:cubicBezTo>
                  <a:pt x="119729" y="81438"/>
                  <a:pt x="119729" y="81438"/>
                  <a:pt x="119729" y="81438"/>
                </a:cubicBezTo>
                <a:cubicBezTo>
                  <a:pt x="45405" y="81438"/>
                  <a:pt x="45405" y="81438"/>
                  <a:pt x="45405" y="81438"/>
                </a:cubicBezTo>
                <a:cubicBezTo>
                  <a:pt x="35945" y="81438"/>
                  <a:pt x="35945" y="76584"/>
                  <a:pt x="42972" y="7658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8" name="Shape 5178">
            <a:extLst>
              <a:ext uri="{FF2B5EF4-FFF2-40B4-BE49-F238E27FC236}">
                <a16:creationId xmlns:a16="http://schemas.microsoft.com/office/drawing/2014/main" id="{D81BDD8F-15D9-47F3-7081-2D96C1233F38}"/>
              </a:ext>
            </a:extLst>
          </p:cNvPr>
          <p:cNvSpPr/>
          <p:nvPr/>
        </p:nvSpPr>
        <p:spPr>
          <a:xfrm>
            <a:off x="5365755" y="5371748"/>
            <a:ext cx="196474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7191" y="13038"/>
                </a:moveTo>
                <a:lnTo>
                  <a:pt x="107191" y="13038"/>
                </a:lnTo>
                <a:cubicBezTo>
                  <a:pt x="95393" y="29939"/>
                  <a:pt x="95393" y="29939"/>
                  <a:pt x="95393" y="29939"/>
                </a:cubicBezTo>
                <a:cubicBezTo>
                  <a:pt x="23932" y="29939"/>
                  <a:pt x="23932" y="29939"/>
                  <a:pt x="23932" y="29939"/>
                </a:cubicBezTo>
                <a:cubicBezTo>
                  <a:pt x="12134" y="13038"/>
                  <a:pt x="12134" y="13038"/>
                  <a:pt x="12134" y="13038"/>
                </a:cubicBezTo>
                <a:cubicBezTo>
                  <a:pt x="5730" y="13038"/>
                  <a:pt x="0" y="17142"/>
                  <a:pt x="0" y="21488"/>
                </a:cubicBezTo>
                <a:cubicBezTo>
                  <a:pt x="0" y="111307"/>
                  <a:pt x="0" y="111307"/>
                  <a:pt x="0" y="111307"/>
                </a:cubicBezTo>
                <a:cubicBezTo>
                  <a:pt x="0" y="117585"/>
                  <a:pt x="5730" y="119758"/>
                  <a:pt x="12134" y="119758"/>
                </a:cubicBezTo>
                <a:cubicBezTo>
                  <a:pt x="107191" y="119758"/>
                  <a:pt x="107191" y="119758"/>
                  <a:pt x="107191" y="119758"/>
                </a:cubicBezTo>
                <a:cubicBezTo>
                  <a:pt x="113258" y="119758"/>
                  <a:pt x="119662" y="117585"/>
                  <a:pt x="119662" y="111307"/>
                </a:cubicBezTo>
                <a:cubicBezTo>
                  <a:pt x="119662" y="21488"/>
                  <a:pt x="119662" y="21488"/>
                  <a:pt x="119662" y="21488"/>
                </a:cubicBezTo>
                <a:cubicBezTo>
                  <a:pt x="119662" y="17142"/>
                  <a:pt x="113258" y="13038"/>
                  <a:pt x="107191" y="13038"/>
                </a:cubicBezTo>
                <a:close/>
                <a:moveTo>
                  <a:pt x="89325" y="23661"/>
                </a:moveTo>
                <a:lnTo>
                  <a:pt x="89325" y="23661"/>
                </a:lnTo>
                <a:cubicBezTo>
                  <a:pt x="98426" y="13038"/>
                  <a:pt x="98426" y="13038"/>
                  <a:pt x="98426" y="13038"/>
                </a:cubicBezTo>
                <a:cubicBezTo>
                  <a:pt x="77528" y="13038"/>
                  <a:pt x="77528" y="13038"/>
                  <a:pt x="77528" y="13038"/>
                </a:cubicBezTo>
                <a:cubicBezTo>
                  <a:pt x="71460" y="0"/>
                  <a:pt x="71460" y="0"/>
                  <a:pt x="71460" y="0"/>
                </a:cubicBezTo>
                <a:cubicBezTo>
                  <a:pt x="44831" y="0"/>
                  <a:pt x="44831" y="0"/>
                  <a:pt x="44831" y="0"/>
                </a:cubicBezTo>
                <a:cubicBezTo>
                  <a:pt x="38764" y="13038"/>
                  <a:pt x="38764" y="13038"/>
                  <a:pt x="38764" y="13038"/>
                </a:cubicBezTo>
                <a:cubicBezTo>
                  <a:pt x="20561" y="13038"/>
                  <a:pt x="20561" y="13038"/>
                  <a:pt x="20561" y="13038"/>
                </a:cubicBezTo>
                <a:cubicBezTo>
                  <a:pt x="30000" y="23661"/>
                  <a:pt x="30000" y="23661"/>
                  <a:pt x="30000" y="23661"/>
                </a:cubicBezTo>
                <a:lnTo>
                  <a:pt x="89325" y="23661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59" name="Shape 5179">
            <a:extLst>
              <a:ext uri="{FF2B5EF4-FFF2-40B4-BE49-F238E27FC236}">
                <a16:creationId xmlns:a16="http://schemas.microsoft.com/office/drawing/2014/main" id="{249B0F84-2369-F132-4AEB-3197DCA618AF}"/>
              </a:ext>
            </a:extLst>
          </p:cNvPr>
          <p:cNvSpPr/>
          <p:nvPr/>
        </p:nvSpPr>
        <p:spPr>
          <a:xfrm>
            <a:off x="8148926" y="4947565"/>
            <a:ext cx="200364" cy="2724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4945" y="115421"/>
                </a:moveTo>
                <a:lnTo>
                  <a:pt x="34945" y="115421"/>
                </a:lnTo>
                <a:cubicBezTo>
                  <a:pt x="40549" y="117590"/>
                  <a:pt x="49450" y="119759"/>
                  <a:pt x="58021" y="119759"/>
                </a:cubicBezTo>
                <a:cubicBezTo>
                  <a:pt x="66923" y="119759"/>
                  <a:pt x="75494" y="117590"/>
                  <a:pt x="81758" y="115421"/>
                </a:cubicBezTo>
                <a:cubicBezTo>
                  <a:pt x="81758" y="102650"/>
                  <a:pt x="81758" y="102650"/>
                  <a:pt x="81758" y="102650"/>
                </a:cubicBezTo>
                <a:cubicBezTo>
                  <a:pt x="34945" y="102650"/>
                  <a:pt x="34945" y="102650"/>
                  <a:pt x="34945" y="102650"/>
                </a:cubicBezTo>
                <a:lnTo>
                  <a:pt x="34945" y="115421"/>
                </a:lnTo>
                <a:close/>
                <a:moveTo>
                  <a:pt x="81758" y="96385"/>
                </a:moveTo>
                <a:lnTo>
                  <a:pt x="81758" y="96385"/>
                </a:lnTo>
                <a:cubicBezTo>
                  <a:pt x="81758" y="70602"/>
                  <a:pt x="119670" y="62168"/>
                  <a:pt x="116703" y="36385"/>
                </a:cubicBezTo>
                <a:cubicBezTo>
                  <a:pt x="113736" y="19277"/>
                  <a:pt x="99230" y="0"/>
                  <a:pt x="58021" y="0"/>
                </a:cubicBezTo>
                <a:cubicBezTo>
                  <a:pt x="17472" y="0"/>
                  <a:pt x="2967" y="19277"/>
                  <a:pt x="0" y="36385"/>
                </a:cubicBezTo>
                <a:cubicBezTo>
                  <a:pt x="0" y="62168"/>
                  <a:pt x="34945" y="70602"/>
                  <a:pt x="34945" y="96385"/>
                </a:cubicBezTo>
                <a:lnTo>
                  <a:pt x="81758" y="96385"/>
                </a:lnTo>
                <a:close/>
                <a:moveTo>
                  <a:pt x="17472" y="36385"/>
                </a:moveTo>
                <a:lnTo>
                  <a:pt x="17472" y="36385"/>
                </a:lnTo>
                <a:cubicBezTo>
                  <a:pt x="20439" y="21445"/>
                  <a:pt x="34945" y="12771"/>
                  <a:pt x="58021" y="12771"/>
                </a:cubicBezTo>
                <a:cubicBezTo>
                  <a:pt x="81758" y="12771"/>
                  <a:pt x="96263" y="21445"/>
                  <a:pt x="99230" y="36385"/>
                </a:cubicBezTo>
                <a:cubicBezTo>
                  <a:pt x="99230" y="45060"/>
                  <a:pt x="93296" y="51325"/>
                  <a:pt x="84725" y="60000"/>
                </a:cubicBezTo>
                <a:cubicBezTo>
                  <a:pt x="75494" y="66265"/>
                  <a:pt x="70219" y="74939"/>
                  <a:pt x="63956" y="85542"/>
                </a:cubicBezTo>
                <a:cubicBezTo>
                  <a:pt x="52417" y="85542"/>
                  <a:pt x="52417" y="85542"/>
                  <a:pt x="52417" y="85542"/>
                </a:cubicBezTo>
                <a:cubicBezTo>
                  <a:pt x="46483" y="74939"/>
                  <a:pt x="40549" y="66265"/>
                  <a:pt x="31978" y="60000"/>
                </a:cubicBezTo>
                <a:cubicBezTo>
                  <a:pt x="23076" y="51325"/>
                  <a:pt x="17472" y="45060"/>
                  <a:pt x="17472" y="36385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0" name="Shape 5180">
            <a:extLst>
              <a:ext uri="{FF2B5EF4-FFF2-40B4-BE49-F238E27FC236}">
                <a16:creationId xmlns:a16="http://schemas.microsoft.com/office/drawing/2014/main" id="{638AD3CC-7C1B-EC9C-D3C3-70B1A4F82416}"/>
              </a:ext>
            </a:extLst>
          </p:cNvPr>
          <p:cNvSpPr/>
          <p:nvPr/>
        </p:nvSpPr>
        <p:spPr>
          <a:xfrm>
            <a:off x="5933183" y="2301282"/>
            <a:ext cx="274285" cy="15955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9939" y="90511"/>
                </a:moveTo>
                <a:lnTo>
                  <a:pt x="29939" y="90511"/>
                </a:lnTo>
                <a:cubicBezTo>
                  <a:pt x="29939" y="39726"/>
                  <a:pt x="29939" y="39726"/>
                  <a:pt x="29939" y="39726"/>
                </a:cubicBezTo>
                <a:cubicBezTo>
                  <a:pt x="42736" y="39726"/>
                  <a:pt x="42736" y="39726"/>
                  <a:pt x="42736" y="39726"/>
                </a:cubicBezTo>
                <a:cubicBezTo>
                  <a:pt x="21247" y="0"/>
                  <a:pt x="21247" y="0"/>
                  <a:pt x="21247" y="0"/>
                </a:cubicBezTo>
                <a:cubicBezTo>
                  <a:pt x="0" y="39726"/>
                  <a:pt x="0" y="39726"/>
                  <a:pt x="0" y="39726"/>
                </a:cubicBezTo>
                <a:cubicBezTo>
                  <a:pt x="12796" y="39726"/>
                  <a:pt x="12796" y="39726"/>
                  <a:pt x="12796" y="39726"/>
                </a:cubicBezTo>
                <a:cubicBezTo>
                  <a:pt x="12796" y="101569"/>
                  <a:pt x="12796" y="101569"/>
                  <a:pt x="12796" y="101569"/>
                </a:cubicBezTo>
                <a:cubicBezTo>
                  <a:pt x="12796" y="112218"/>
                  <a:pt x="17142" y="119590"/>
                  <a:pt x="23420" y="119590"/>
                </a:cubicBezTo>
                <a:cubicBezTo>
                  <a:pt x="77022" y="119590"/>
                  <a:pt x="77022" y="119590"/>
                  <a:pt x="77022" y="119590"/>
                </a:cubicBezTo>
                <a:cubicBezTo>
                  <a:pt x="61810" y="90511"/>
                  <a:pt x="61810" y="90511"/>
                  <a:pt x="61810" y="90511"/>
                </a:cubicBezTo>
                <a:lnTo>
                  <a:pt x="29939" y="90511"/>
                </a:lnTo>
                <a:close/>
                <a:moveTo>
                  <a:pt x="106961" y="79863"/>
                </a:moveTo>
                <a:lnTo>
                  <a:pt x="106961" y="79863"/>
                </a:lnTo>
                <a:cubicBezTo>
                  <a:pt x="106961" y="18020"/>
                  <a:pt x="106961" y="18020"/>
                  <a:pt x="106961" y="18020"/>
                </a:cubicBezTo>
                <a:cubicBezTo>
                  <a:pt x="106961" y="6962"/>
                  <a:pt x="102615" y="0"/>
                  <a:pt x="96338" y="0"/>
                </a:cubicBezTo>
                <a:cubicBezTo>
                  <a:pt x="42736" y="0"/>
                  <a:pt x="42736" y="0"/>
                  <a:pt x="42736" y="0"/>
                </a:cubicBezTo>
                <a:cubicBezTo>
                  <a:pt x="57706" y="24982"/>
                  <a:pt x="57706" y="24982"/>
                  <a:pt x="57706" y="24982"/>
                </a:cubicBezTo>
                <a:cubicBezTo>
                  <a:pt x="89818" y="24982"/>
                  <a:pt x="89818" y="24982"/>
                  <a:pt x="89818" y="24982"/>
                </a:cubicBezTo>
                <a:cubicBezTo>
                  <a:pt x="89818" y="79863"/>
                  <a:pt x="89818" y="79863"/>
                  <a:pt x="89818" y="79863"/>
                </a:cubicBezTo>
                <a:cubicBezTo>
                  <a:pt x="77022" y="79863"/>
                  <a:pt x="77022" y="79863"/>
                  <a:pt x="77022" y="79863"/>
                </a:cubicBezTo>
                <a:cubicBezTo>
                  <a:pt x="98269" y="119590"/>
                  <a:pt x="98269" y="119590"/>
                  <a:pt x="98269" y="119590"/>
                </a:cubicBezTo>
                <a:cubicBezTo>
                  <a:pt x="119758" y="79863"/>
                  <a:pt x="119758" y="79863"/>
                  <a:pt x="119758" y="79863"/>
                </a:cubicBezTo>
                <a:lnTo>
                  <a:pt x="106961" y="7986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1" name="Shape 5181">
            <a:extLst>
              <a:ext uri="{FF2B5EF4-FFF2-40B4-BE49-F238E27FC236}">
                <a16:creationId xmlns:a16="http://schemas.microsoft.com/office/drawing/2014/main" id="{F95E71BD-EF0A-41CF-29BA-ED81A9EEBCA3}"/>
              </a:ext>
            </a:extLst>
          </p:cNvPr>
          <p:cNvSpPr/>
          <p:nvPr/>
        </p:nvSpPr>
        <p:spPr>
          <a:xfrm>
            <a:off x="9238289" y="3311150"/>
            <a:ext cx="196474" cy="266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6957" y="32525"/>
                </a:moveTo>
                <a:lnTo>
                  <a:pt x="116957" y="32525"/>
                </a:lnTo>
                <a:cubicBezTo>
                  <a:pt x="39211" y="4188"/>
                  <a:pt x="39211" y="4188"/>
                  <a:pt x="39211" y="4188"/>
                </a:cubicBezTo>
                <a:cubicBezTo>
                  <a:pt x="30084" y="0"/>
                  <a:pt x="9126" y="6160"/>
                  <a:pt x="3042" y="13059"/>
                </a:cubicBezTo>
                <a:cubicBezTo>
                  <a:pt x="0" y="17248"/>
                  <a:pt x="0" y="19466"/>
                  <a:pt x="0" y="19466"/>
                </a:cubicBezTo>
                <a:cubicBezTo>
                  <a:pt x="3042" y="85010"/>
                  <a:pt x="3042" y="85010"/>
                  <a:pt x="3042" y="85010"/>
                </a:cubicBezTo>
                <a:cubicBezTo>
                  <a:pt x="3042" y="85010"/>
                  <a:pt x="6084" y="87227"/>
                  <a:pt x="6084" y="89445"/>
                </a:cubicBezTo>
                <a:cubicBezTo>
                  <a:pt x="12169" y="89445"/>
                  <a:pt x="75042" y="119753"/>
                  <a:pt x="75042" y="119753"/>
                </a:cubicBezTo>
                <a:cubicBezTo>
                  <a:pt x="78084" y="119753"/>
                  <a:pt x="78084" y="119753"/>
                  <a:pt x="78084" y="119753"/>
                </a:cubicBezTo>
                <a:cubicBezTo>
                  <a:pt x="81126" y="119753"/>
                  <a:pt x="81126" y="119753"/>
                  <a:pt x="81126" y="119753"/>
                </a:cubicBezTo>
                <a:cubicBezTo>
                  <a:pt x="83830" y="119753"/>
                  <a:pt x="83830" y="117782"/>
                  <a:pt x="83830" y="117782"/>
                </a:cubicBezTo>
                <a:cubicBezTo>
                  <a:pt x="83830" y="50020"/>
                  <a:pt x="83830" y="50020"/>
                  <a:pt x="83830" y="50020"/>
                </a:cubicBezTo>
                <a:cubicBezTo>
                  <a:pt x="83830" y="47802"/>
                  <a:pt x="83830" y="47802"/>
                  <a:pt x="81126" y="45585"/>
                </a:cubicBezTo>
                <a:cubicBezTo>
                  <a:pt x="14873" y="17248"/>
                  <a:pt x="14873" y="17248"/>
                  <a:pt x="14873" y="17248"/>
                </a:cubicBezTo>
                <a:cubicBezTo>
                  <a:pt x="14873" y="17248"/>
                  <a:pt x="17915" y="15030"/>
                  <a:pt x="24000" y="13059"/>
                </a:cubicBezTo>
                <a:cubicBezTo>
                  <a:pt x="30084" y="10841"/>
                  <a:pt x="32788" y="10841"/>
                  <a:pt x="36169" y="10841"/>
                </a:cubicBezTo>
                <a:cubicBezTo>
                  <a:pt x="36169" y="10841"/>
                  <a:pt x="99042" y="36960"/>
                  <a:pt x="101746" y="36960"/>
                </a:cubicBezTo>
                <a:cubicBezTo>
                  <a:pt x="104788" y="39178"/>
                  <a:pt x="104788" y="39178"/>
                  <a:pt x="104788" y="39178"/>
                </a:cubicBezTo>
                <a:cubicBezTo>
                  <a:pt x="104788" y="41396"/>
                  <a:pt x="104788" y="104722"/>
                  <a:pt x="104788" y="104722"/>
                </a:cubicBezTo>
                <a:cubicBezTo>
                  <a:pt x="104788" y="106694"/>
                  <a:pt x="107830" y="108911"/>
                  <a:pt x="110873" y="108911"/>
                </a:cubicBezTo>
                <a:cubicBezTo>
                  <a:pt x="113915" y="108911"/>
                  <a:pt x="119661" y="106694"/>
                  <a:pt x="119661" y="104722"/>
                </a:cubicBezTo>
                <a:cubicBezTo>
                  <a:pt x="119661" y="34743"/>
                  <a:pt x="119661" y="34743"/>
                  <a:pt x="119661" y="34743"/>
                </a:cubicBezTo>
                <a:lnTo>
                  <a:pt x="116957" y="32525"/>
                </a:ln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2" name="Shape 5182">
            <a:extLst>
              <a:ext uri="{FF2B5EF4-FFF2-40B4-BE49-F238E27FC236}">
                <a16:creationId xmlns:a16="http://schemas.microsoft.com/office/drawing/2014/main" id="{3D6DE205-F60B-9808-200C-744E206FA279}"/>
              </a:ext>
            </a:extLst>
          </p:cNvPr>
          <p:cNvSpPr/>
          <p:nvPr/>
        </p:nvSpPr>
        <p:spPr>
          <a:xfrm>
            <a:off x="7551723" y="5348377"/>
            <a:ext cx="252888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20563" y="2173"/>
                </a:moveTo>
                <a:lnTo>
                  <a:pt x="20563" y="2173"/>
                </a:lnTo>
                <a:cubicBezTo>
                  <a:pt x="20563" y="0"/>
                  <a:pt x="18481" y="0"/>
                  <a:pt x="18481" y="2173"/>
                </a:cubicBezTo>
                <a:cubicBezTo>
                  <a:pt x="16138" y="25835"/>
                  <a:pt x="0" y="29939"/>
                  <a:pt x="0" y="47082"/>
                </a:cubicBezTo>
                <a:cubicBezTo>
                  <a:pt x="0" y="57706"/>
                  <a:pt x="9110" y="66156"/>
                  <a:pt x="20563" y="66156"/>
                </a:cubicBezTo>
                <a:cubicBezTo>
                  <a:pt x="32277" y="66156"/>
                  <a:pt x="41388" y="57706"/>
                  <a:pt x="41388" y="47082"/>
                </a:cubicBezTo>
                <a:cubicBezTo>
                  <a:pt x="41388" y="29939"/>
                  <a:pt x="22906" y="25835"/>
                  <a:pt x="20563" y="2173"/>
                </a:cubicBezTo>
                <a:close/>
                <a:moveTo>
                  <a:pt x="101518" y="2173"/>
                </a:moveTo>
                <a:lnTo>
                  <a:pt x="101518" y="2173"/>
                </a:lnTo>
                <a:cubicBezTo>
                  <a:pt x="101518" y="0"/>
                  <a:pt x="99175" y="0"/>
                  <a:pt x="99175" y="2173"/>
                </a:cubicBezTo>
                <a:cubicBezTo>
                  <a:pt x="94490" y="25835"/>
                  <a:pt x="78351" y="29939"/>
                  <a:pt x="78351" y="47082"/>
                </a:cubicBezTo>
                <a:cubicBezTo>
                  <a:pt x="78351" y="57706"/>
                  <a:pt x="87462" y="66156"/>
                  <a:pt x="99175" y="66156"/>
                </a:cubicBezTo>
                <a:cubicBezTo>
                  <a:pt x="110629" y="66156"/>
                  <a:pt x="119739" y="57706"/>
                  <a:pt x="119739" y="47082"/>
                </a:cubicBezTo>
                <a:cubicBezTo>
                  <a:pt x="119739" y="29939"/>
                  <a:pt x="103600" y="25835"/>
                  <a:pt x="101518" y="2173"/>
                </a:cubicBezTo>
                <a:close/>
                <a:moveTo>
                  <a:pt x="59869" y="53360"/>
                </a:moveTo>
                <a:lnTo>
                  <a:pt x="59869" y="53360"/>
                </a:lnTo>
                <a:cubicBezTo>
                  <a:pt x="55184" y="79195"/>
                  <a:pt x="39045" y="83299"/>
                  <a:pt x="39045" y="100684"/>
                </a:cubicBezTo>
                <a:cubicBezTo>
                  <a:pt x="39045" y="111307"/>
                  <a:pt x="48156" y="119758"/>
                  <a:pt x="59869" y="119758"/>
                </a:cubicBezTo>
                <a:cubicBezTo>
                  <a:pt x="71583" y="119758"/>
                  <a:pt x="80694" y="111307"/>
                  <a:pt x="80694" y="100684"/>
                </a:cubicBezTo>
                <a:cubicBezTo>
                  <a:pt x="80694" y="83299"/>
                  <a:pt x="64295" y="79195"/>
                  <a:pt x="59869" y="5336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3" name="Shape 5183">
            <a:extLst>
              <a:ext uri="{FF2B5EF4-FFF2-40B4-BE49-F238E27FC236}">
                <a16:creationId xmlns:a16="http://schemas.microsoft.com/office/drawing/2014/main" id="{B452DCA3-16F0-13BA-0FBC-A63DF0386B6F}"/>
              </a:ext>
            </a:extLst>
          </p:cNvPr>
          <p:cNvSpPr/>
          <p:nvPr/>
        </p:nvSpPr>
        <p:spPr>
          <a:xfrm>
            <a:off x="10347103" y="4406634"/>
            <a:ext cx="143952" cy="27435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518" y="59879"/>
                </a:moveTo>
                <a:lnTo>
                  <a:pt x="87518" y="59879"/>
                </a:lnTo>
                <a:cubicBezTo>
                  <a:pt x="87518" y="6277"/>
                  <a:pt x="87518" y="6277"/>
                  <a:pt x="87518" y="6277"/>
                </a:cubicBezTo>
                <a:cubicBezTo>
                  <a:pt x="87518" y="4104"/>
                  <a:pt x="83458" y="0"/>
                  <a:pt x="75789" y="0"/>
                </a:cubicBezTo>
                <a:cubicBezTo>
                  <a:pt x="39699" y="0"/>
                  <a:pt x="39699" y="0"/>
                  <a:pt x="39699" y="0"/>
                </a:cubicBezTo>
                <a:cubicBezTo>
                  <a:pt x="32030" y="0"/>
                  <a:pt x="32030" y="4104"/>
                  <a:pt x="32030" y="6277"/>
                </a:cubicBezTo>
                <a:cubicBezTo>
                  <a:pt x="32030" y="59879"/>
                  <a:pt x="32030" y="59879"/>
                  <a:pt x="32030" y="59879"/>
                </a:cubicBezTo>
                <a:cubicBezTo>
                  <a:pt x="11729" y="64225"/>
                  <a:pt x="0" y="74849"/>
                  <a:pt x="0" y="87887"/>
                </a:cubicBezTo>
                <a:cubicBezTo>
                  <a:pt x="0" y="106961"/>
                  <a:pt x="27969" y="119758"/>
                  <a:pt x="59548" y="119758"/>
                </a:cubicBezTo>
                <a:cubicBezTo>
                  <a:pt x="92030" y="119758"/>
                  <a:pt x="119548" y="106961"/>
                  <a:pt x="119548" y="87887"/>
                </a:cubicBezTo>
                <a:cubicBezTo>
                  <a:pt x="119548" y="74849"/>
                  <a:pt x="107819" y="64225"/>
                  <a:pt x="87518" y="59879"/>
                </a:cubicBezTo>
                <a:close/>
                <a:moveTo>
                  <a:pt x="59548" y="109134"/>
                </a:moveTo>
                <a:lnTo>
                  <a:pt x="59548" y="109134"/>
                </a:lnTo>
                <a:cubicBezTo>
                  <a:pt x="39699" y="109134"/>
                  <a:pt x="19849" y="98511"/>
                  <a:pt x="19849" y="87887"/>
                </a:cubicBezTo>
                <a:cubicBezTo>
                  <a:pt x="19849" y="79195"/>
                  <a:pt x="32030" y="70503"/>
                  <a:pt x="47819" y="68329"/>
                </a:cubicBezTo>
                <a:cubicBezTo>
                  <a:pt x="47819" y="23661"/>
                  <a:pt x="47819" y="23661"/>
                  <a:pt x="47819" y="23661"/>
                </a:cubicBezTo>
                <a:cubicBezTo>
                  <a:pt x="71729" y="23661"/>
                  <a:pt x="71729" y="23661"/>
                  <a:pt x="71729" y="23661"/>
                </a:cubicBezTo>
                <a:cubicBezTo>
                  <a:pt x="71729" y="68329"/>
                  <a:pt x="71729" y="68329"/>
                  <a:pt x="71729" y="68329"/>
                </a:cubicBezTo>
                <a:cubicBezTo>
                  <a:pt x="87518" y="70503"/>
                  <a:pt x="95639" y="79195"/>
                  <a:pt x="95639" y="87887"/>
                </a:cubicBezTo>
                <a:cubicBezTo>
                  <a:pt x="95639" y="98511"/>
                  <a:pt x="79849" y="109134"/>
                  <a:pt x="59548" y="109134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4" name="Shape 5184">
            <a:extLst>
              <a:ext uri="{FF2B5EF4-FFF2-40B4-BE49-F238E27FC236}">
                <a16:creationId xmlns:a16="http://schemas.microsoft.com/office/drawing/2014/main" id="{26D4B7DC-FF9E-3C8B-276C-AD38DA031AC7}"/>
              </a:ext>
            </a:extLst>
          </p:cNvPr>
          <p:cNvSpPr/>
          <p:nvPr/>
        </p:nvSpPr>
        <p:spPr>
          <a:xfrm>
            <a:off x="9724612" y="1764244"/>
            <a:ext cx="274285" cy="12842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1750" y="0"/>
                </a:moveTo>
                <a:lnTo>
                  <a:pt x="91750" y="0"/>
                </a:lnTo>
                <a:cubicBezTo>
                  <a:pt x="77022" y="0"/>
                  <a:pt x="64225" y="27413"/>
                  <a:pt x="64225" y="59482"/>
                </a:cubicBezTo>
                <a:cubicBezTo>
                  <a:pt x="64225" y="72931"/>
                  <a:pt x="66156" y="86896"/>
                  <a:pt x="68329" y="96206"/>
                </a:cubicBezTo>
                <a:cubicBezTo>
                  <a:pt x="49014" y="96206"/>
                  <a:pt x="49014" y="96206"/>
                  <a:pt x="49014" y="96206"/>
                </a:cubicBezTo>
                <a:cubicBezTo>
                  <a:pt x="53360" y="86896"/>
                  <a:pt x="55533" y="72931"/>
                  <a:pt x="55533" y="59482"/>
                </a:cubicBezTo>
                <a:cubicBezTo>
                  <a:pt x="55533" y="27413"/>
                  <a:pt x="42736" y="0"/>
                  <a:pt x="27525" y="0"/>
                </a:cubicBezTo>
                <a:cubicBezTo>
                  <a:pt x="12796" y="0"/>
                  <a:pt x="0" y="27413"/>
                  <a:pt x="0" y="59482"/>
                </a:cubicBezTo>
                <a:cubicBezTo>
                  <a:pt x="0" y="91551"/>
                  <a:pt x="12796" y="119482"/>
                  <a:pt x="27525" y="119482"/>
                </a:cubicBezTo>
                <a:cubicBezTo>
                  <a:pt x="91750" y="119482"/>
                  <a:pt x="91750" y="119482"/>
                  <a:pt x="91750" y="119482"/>
                </a:cubicBezTo>
                <a:cubicBezTo>
                  <a:pt x="106720" y="119482"/>
                  <a:pt x="119758" y="91551"/>
                  <a:pt x="119758" y="59482"/>
                </a:cubicBezTo>
                <a:cubicBezTo>
                  <a:pt x="119758" y="27413"/>
                  <a:pt x="106720" y="0"/>
                  <a:pt x="91750" y="0"/>
                </a:cubicBezTo>
                <a:close/>
                <a:moveTo>
                  <a:pt x="12796" y="59482"/>
                </a:moveTo>
                <a:lnTo>
                  <a:pt x="12796" y="59482"/>
                </a:lnTo>
                <a:cubicBezTo>
                  <a:pt x="12796" y="41379"/>
                  <a:pt x="19074" y="27413"/>
                  <a:pt x="27525" y="27413"/>
                </a:cubicBezTo>
                <a:cubicBezTo>
                  <a:pt x="36217" y="27413"/>
                  <a:pt x="42736" y="41379"/>
                  <a:pt x="42736" y="59482"/>
                </a:cubicBezTo>
                <a:cubicBezTo>
                  <a:pt x="42736" y="77586"/>
                  <a:pt x="36217" y="96206"/>
                  <a:pt x="27525" y="96206"/>
                </a:cubicBezTo>
                <a:cubicBezTo>
                  <a:pt x="19074" y="96206"/>
                  <a:pt x="12796" y="77586"/>
                  <a:pt x="12796" y="59482"/>
                </a:cubicBezTo>
                <a:close/>
                <a:moveTo>
                  <a:pt x="91750" y="96206"/>
                </a:moveTo>
                <a:lnTo>
                  <a:pt x="91750" y="96206"/>
                </a:lnTo>
                <a:cubicBezTo>
                  <a:pt x="83299" y="96206"/>
                  <a:pt x="77022" y="77586"/>
                  <a:pt x="77022" y="59482"/>
                </a:cubicBezTo>
                <a:cubicBezTo>
                  <a:pt x="77022" y="41379"/>
                  <a:pt x="83299" y="27413"/>
                  <a:pt x="91750" y="27413"/>
                </a:cubicBezTo>
                <a:cubicBezTo>
                  <a:pt x="100442" y="27413"/>
                  <a:pt x="106720" y="41379"/>
                  <a:pt x="106720" y="59482"/>
                </a:cubicBezTo>
                <a:cubicBezTo>
                  <a:pt x="106720" y="77586"/>
                  <a:pt x="100442" y="96206"/>
                  <a:pt x="91750" y="9620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5" name="Shape 5185">
            <a:extLst>
              <a:ext uri="{FF2B5EF4-FFF2-40B4-BE49-F238E27FC236}">
                <a16:creationId xmlns:a16="http://schemas.microsoft.com/office/drawing/2014/main" id="{8326CE60-5676-3945-7DDD-2C955294CF3F}"/>
              </a:ext>
            </a:extLst>
          </p:cNvPr>
          <p:cNvSpPr/>
          <p:nvPr/>
        </p:nvSpPr>
        <p:spPr>
          <a:xfrm>
            <a:off x="8592210" y="2291553"/>
            <a:ext cx="274285" cy="18874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6961" y="0"/>
                </a:moveTo>
                <a:lnTo>
                  <a:pt x="106961" y="0"/>
                </a:lnTo>
                <a:cubicBezTo>
                  <a:pt x="51187" y="0"/>
                  <a:pt x="51187" y="0"/>
                  <a:pt x="51187" y="0"/>
                </a:cubicBezTo>
                <a:cubicBezTo>
                  <a:pt x="47082" y="0"/>
                  <a:pt x="44909" y="0"/>
                  <a:pt x="42736" y="2774"/>
                </a:cubicBezTo>
                <a:cubicBezTo>
                  <a:pt x="2173" y="55144"/>
                  <a:pt x="2173" y="55144"/>
                  <a:pt x="2173" y="55144"/>
                </a:cubicBezTo>
                <a:cubicBezTo>
                  <a:pt x="0" y="58265"/>
                  <a:pt x="0" y="61387"/>
                  <a:pt x="2173" y="64508"/>
                </a:cubicBezTo>
                <a:cubicBezTo>
                  <a:pt x="42736" y="113410"/>
                  <a:pt x="42736" y="113410"/>
                  <a:pt x="42736" y="113410"/>
                </a:cubicBezTo>
                <a:cubicBezTo>
                  <a:pt x="44909" y="116531"/>
                  <a:pt x="47082" y="119653"/>
                  <a:pt x="51187" y="119653"/>
                </a:cubicBezTo>
                <a:cubicBezTo>
                  <a:pt x="106961" y="119653"/>
                  <a:pt x="106961" y="119653"/>
                  <a:pt x="106961" y="119653"/>
                </a:cubicBezTo>
                <a:cubicBezTo>
                  <a:pt x="113239" y="119653"/>
                  <a:pt x="119758" y="110635"/>
                  <a:pt x="119758" y="101271"/>
                </a:cubicBezTo>
                <a:cubicBezTo>
                  <a:pt x="119758" y="15260"/>
                  <a:pt x="119758" y="15260"/>
                  <a:pt x="119758" y="15260"/>
                </a:cubicBezTo>
                <a:cubicBezTo>
                  <a:pt x="119758" y="5895"/>
                  <a:pt x="113239" y="0"/>
                  <a:pt x="106961" y="0"/>
                </a:cubicBezTo>
                <a:close/>
                <a:moveTo>
                  <a:pt x="89818" y="95028"/>
                </a:moveTo>
                <a:lnTo>
                  <a:pt x="89818" y="95028"/>
                </a:lnTo>
                <a:cubicBezTo>
                  <a:pt x="74607" y="70751"/>
                  <a:pt x="74607" y="70751"/>
                  <a:pt x="74607" y="70751"/>
                </a:cubicBezTo>
                <a:cubicBezTo>
                  <a:pt x="59879" y="95028"/>
                  <a:pt x="59879" y="95028"/>
                  <a:pt x="59879" y="95028"/>
                </a:cubicBezTo>
                <a:cubicBezTo>
                  <a:pt x="51187" y="79768"/>
                  <a:pt x="51187" y="79768"/>
                  <a:pt x="51187" y="79768"/>
                </a:cubicBezTo>
                <a:cubicBezTo>
                  <a:pt x="66156" y="58265"/>
                  <a:pt x="66156" y="58265"/>
                  <a:pt x="66156" y="58265"/>
                </a:cubicBezTo>
                <a:cubicBezTo>
                  <a:pt x="51187" y="36763"/>
                  <a:pt x="51187" y="36763"/>
                  <a:pt x="51187" y="36763"/>
                </a:cubicBezTo>
                <a:cubicBezTo>
                  <a:pt x="59879" y="24277"/>
                  <a:pt x="59879" y="24277"/>
                  <a:pt x="59879" y="24277"/>
                </a:cubicBezTo>
                <a:cubicBezTo>
                  <a:pt x="74607" y="46127"/>
                  <a:pt x="74607" y="46127"/>
                  <a:pt x="74607" y="46127"/>
                </a:cubicBezTo>
                <a:cubicBezTo>
                  <a:pt x="89818" y="24277"/>
                  <a:pt x="89818" y="24277"/>
                  <a:pt x="89818" y="24277"/>
                </a:cubicBezTo>
                <a:cubicBezTo>
                  <a:pt x="100442" y="36763"/>
                  <a:pt x="100442" y="36763"/>
                  <a:pt x="100442" y="36763"/>
                </a:cubicBezTo>
                <a:cubicBezTo>
                  <a:pt x="83541" y="58265"/>
                  <a:pt x="83541" y="58265"/>
                  <a:pt x="83541" y="58265"/>
                </a:cubicBezTo>
                <a:cubicBezTo>
                  <a:pt x="100442" y="79768"/>
                  <a:pt x="100442" y="79768"/>
                  <a:pt x="100442" y="79768"/>
                </a:cubicBezTo>
                <a:lnTo>
                  <a:pt x="89818" y="9502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6" name="Shape 5186">
            <a:extLst>
              <a:ext uri="{FF2B5EF4-FFF2-40B4-BE49-F238E27FC236}">
                <a16:creationId xmlns:a16="http://schemas.microsoft.com/office/drawing/2014/main" id="{F8ACA292-D71A-5411-C11F-A2AB67C5E163}"/>
              </a:ext>
            </a:extLst>
          </p:cNvPr>
          <p:cNvSpPr/>
          <p:nvPr/>
        </p:nvSpPr>
        <p:spPr>
          <a:xfrm>
            <a:off x="8664428" y="3875431"/>
            <a:ext cx="254834" cy="2198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53" y="37200"/>
                </a:moveTo>
                <a:lnTo>
                  <a:pt x="11453" y="37200"/>
                </a:lnTo>
                <a:cubicBezTo>
                  <a:pt x="22906" y="26700"/>
                  <a:pt x="32277" y="18600"/>
                  <a:pt x="57527" y="31800"/>
                </a:cubicBezTo>
                <a:cubicBezTo>
                  <a:pt x="69240" y="39900"/>
                  <a:pt x="78351" y="42600"/>
                  <a:pt x="85379" y="42600"/>
                </a:cubicBezTo>
                <a:cubicBezTo>
                  <a:pt x="99175" y="42600"/>
                  <a:pt x="108286" y="34500"/>
                  <a:pt x="115314" y="26700"/>
                </a:cubicBezTo>
                <a:cubicBezTo>
                  <a:pt x="117396" y="24000"/>
                  <a:pt x="119739" y="18600"/>
                  <a:pt x="117396" y="15900"/>
                </a:cubicBezTo>
                <a:cubicBezTo>
                  <a:pt x="115314" y="13200"/>
                  <a:pt x="110629" y="13200"/>
                  <a:pt x="108286" y="15900"/>
                </a:cubicBezTo>
                <a:cubicBezTo>
                  <a:pt x="96832" y="26700"/>
                  <a:pt x="87722" y="34500"/>
                  <a:pt x="62212" y="18600"/>
                </a:cubicBezTo>
                <a:cubicBezTo>
                  <a:pt x="32277" y="0"/>
                  <a:pt x="16138" y="13200"/>
                  <a:pt x="4685" y="26700"/>
                </a:cubicBezTo>
                <a:cubicBezTo>
                  <a:pt x="2342" y="29100"/>
                  <a:pt x="0" y="34500"/>
                  <a:pt x="2342" y="37200"/>
                </a:cubicBezTo>
                <a:cubicBezTo>
                  <a:pt x="4685" y="39900"/>
                  <a:pt x="9110" y="39900"/>
                  <a:pt x="11453" y="37200"/>
                </a:cubicBezTo>
                <a:close/>
                <a:moveTo>
                  <a:pt x="108286" y="53400"/>
                </a:moveTo>
                <a:lnTo>
                  <a:pt x="108286" y="53400"/>
                </a:lnTo>
                <a:cubicBezTo>
                  <a:pt x="96832" y="63900"/>
                  <a:pt x="87722" y="74400"/>
                  <a:pt x="62212" y="58500"/>
                </a:cubicBezTo>
                <a:cubicBezTo>
                  <a:pt x="32277" y="37200"/>
                  <a:pt x="16138" y="53400"/>
                  <a:pt x="4685" y="63900"/>
                </a:cubicBezTo>
                <a:cubicBezTo>
                  <a:pt x="2342" y="66600"/>
                  <a:pt x="0" y="72000"/>
                  <a:pt x="2342" y="74400"/>
                </a:cubicBezTo>
                <a:cubicBezTo>
                  <a:pt x="4685" y="77100"/>
                  <a:pt x="9110" y="77100"/>
                  <a:pt x="11453" y="74400"/>
                </a:cubicBezTo>
                <a:cubicBezTo>
                  <a:pt x="22906" y="63900"/>
                  <a:pt x="32277" y="56100"/>
                  <a:pt x="57527" y="72000"/>
                </a:cubicBezTo>
                <a:cubicBezTo>
                  <a:pt x="69240" y="79800"/>
                  <a:pt x="78351" y="82500"/>
                  <a:pt x="85379" y="82500"/>
                </a:cubicBezTo>
                <a:cubicBezTo>
                  <a:pt x="99175" y="82500"/>
                  <a:pt x="108286" y="72000"/>
                  <a:pt x="115314" y="66600"/>
                </a:cubicBezTo>
                <a:cubicBezTo>
                  <a:pt x="117396" y="63900"/>
                  <a:pt x="119739" y="58500"/>
                  <a:pt x="117396" y="56100"/>
                </a:cubicBezTo>
                <a:cubicBezTo>
                  <a:pt x="115314" y="50400"/>
                  <a:pt x="110629" y="50400"/>
                  <a:pt x="108286" y="53400"/>
                </a:cubicBezTo>
                <a:close/>
                <a:moveTo>
                  <a:pt x="108286" y="90600"/>
                </a:moveTo>
                <a:lnTo>
                  <a:pt x="108286" y="90600"/>
                </a:lnTo>
                <a:cubicBezTo>
                  <a:pt x="96832" y="103800"/>
                  <a:pt x="87722" y="111600"/>
                  <a:pt x="62212" y="95700"/>
                </a:cubicBezTo>
                <a:cubicBezTo>
                  <a:pt x="32277" y="74400"/>
                  <a:pt x="16138" y="90600"/>
                  <a:pt x="4685" y="101100"/>
                </a:cubicBezTo>
                <a:cubicBezTo>
                  <a:pt x="2342" y="103800"/>
                  <a:pt x="0" y="108900"/>
                  <a:pt x="2342" y="111600"/>
                </a:cubicBezTo>
                <a:cubicBezTo>
                  <a:pt x="4685" y="117000"/>
                  <a:pt x="9110" y="117000"/>
                  <a:pt x="11453" y="114300"/>
                </a:cubicBezTo>
                <a:cubicBezTo>
                  <a:pt x="22906" y="101100"/>
                  <a:pt x="32277" y="93000"/>
                  <a:pt x="57527" y="108900"/>
                </a:cubicBezTo>
                <a:cubicBezTo>
                  <a:pt x="69240" y="117000"/>
                  <a:pt x="78351" y="119700"/>
                  <a:pt x="85379" y="119700"/>
                </a:cubicBezTo>
                <a:cubicBezTo>
                  <a:pt x="99175" y="119700"/>
                  <a:pt x="108286" y="111600"/>
                  <a:pt x="115314" y="103800"/>
                </a:cubicBezTo>
                <a:cubicBezTo>
                  <a:pt x="117396" y="101100"/>
                  <a:pt x="119739" y="95700"/>
                  <a:pt x="117396" y="93000"/>
                </a:cubicBezTo>
                <a:cubicBezTo>
                  <a:pt x="115314" y="90600"/>
                  <a:pt x="110629" y="87900"/>
                  <a:pt x="108286" y="9060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7" name="Shape 5187">
            <a:extLst>
              <a:ext uri="{FF2B5EF4-FFF2-40B4-BE49-F238E27FC236}">
                <a16:creationId xmlns:a16="http://schemas.microsoft.com/office/drawing/2014/main" id="{CAD5A2F6-6007-22E1-F827-727811BB7AA0}"/>
              </a:ext>
            </a:extLst>
          </p:cNvPr>
          <p:cNvSpPr/>
          <p:nvPr/>
        </p:nvSpPr>
        <p:spPr>
          <a:xfrm>
            <a:off x="6528501" y="2188428"/>
            <a:ext cx="264560" cy="229603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49" y="112230"/>
                </a:moveTo>
                <a:lnTo>
                  <a:pt x="119749" y="112230"/>
                </a:lnTo>
                <a:cubicBezTo>
                  <a:pt x="64384" y="0"/>
                  <a:pt x="64384" y="0"/>
                  <a:pt x="64384" y="0"/>
                </a:cubicBezTo>
                <a:cubicBezTo>
                  <a:pt x="62129" y="0"/>
                  <a:pt x="62129" y="0"/>
                  <a:pt x="59874" y="0"/>
                </a:cubicBezTo>
                <a:cubicBezTo>
                  <a:pt x="57620" y="0"/>
                  <a:pt x="57620" y="0"/>
                  <a:pt x="55365" y="0"/>
                </a:cubicBezTo>
                <a:cubicBezTo>
                  <a:pt x="0" y="112230"/>
                  <a:pt x="0" y="112230"/>
                  <a:pt x="0" y="112230"/>
                </a:cubicBezTo>
                <a:cubicBezTo>
                  <a:pt x="0" y="114820"/>
                  <a:pt x="0" y="117410"/>
                  <a:pt x="0" y="117410"/>
                </a:cubicBezTo>
                <a:cubicBezTo>
                  <a:pt x="2004" y="119712"/>
                  <a:pt x="2004" y="119712"/>
                  <a:pt x="4258" y="119712"/>
                </a:cubicBezTo>
                <a:cubicBezTo>
                  <a:pt x="115490" y="119712"/>
                  <a:pt x="115490" y="119712"/>
                  <a:pt x="115490" y="119712"/>
                </a:cubicBezTo>
                <a:cubicBezTo>
                  <a:pt x="117745" y="119712"/>
                  <a:pt x="117745" y="119712"/>
                  <a:pt x="119749" y="117410"/>
                </a:cubicBezTo>
                <a:cubicBezTo>
                  <a:pt x="119749" y="117410"/>
                  <a:pt x="119749" y="114820"/>
                  <a:pt x="119749" y="112230"/>
                </a:cubicBezTo>
                <a:close/>
                <a:moveTo>
                  <a:pt x="66388" y="107050"/>
                </a:moveTo>
                <a:lnTo>
                  <a:pt x="66388" y="107050"/>
                </a:lnTo>
                <a:cubicBezTo>
                  <a:pt x="53110" y="107050"/>
                  <a:pt x="53110" y="107050"/>
                  <a:pt x="53110" y="107050"/>
                </a:cubicBezTo>
                <a:cubicBezTo>
                  <a:pt x="53110" y="91798"/>
                  <a:pt x="53110" y="91798"/>
                  <a:pt x="53110" y="91798"/>
                </a:cubicBezTo>
                <a:cubicBezTo>
                  <a:pt x="66388" y="91798"/>
                  <a:pt x="66388" y="91798"/>
                  <a:pt x="66388" y="91798"/>
                </a:cubicBezTo>
                <a:lnTo>
                  <a:pt x="66388" y="107050"/>
                </a:lnTo>
                <a:close/>
                <a:moveTo>
                  <a:pt x="66388" y="81726"/>
                </a:moveTo>
                <a:lnTo>
                  <a:pt x="66388" y="81726"/>
                </a:lnTo>
                <a:cubicBezTo>
                  <a:pt x="53110" y="81726"/>
                  <a:pt x="53110" y="81726"/>
                  <a:pt x="53110" y="81726"/>
                </a:cubicBezTo>
                <a:cubicBezTo>
                  <a:pt x="53110" y="38561"/>
                  <a:pt x="53110" y="38561"/>
                  <a:pt x="53110" y="38561"/>
                </a:cubicBezTo>
                <a:cubicBezTo>
                  <a:pt x="66388" y="38561"/>
                  <a:pt x="66388" y="38561"/>
                  <a:pt x="66388" y="38561"/>
                </a:cubicBezTo>
                <a:lnTo>
                  <a:pt x="66388" y="81726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8" name="Shape 5188">
            <a:extLst>
              <a:ext uri="{FF2B5EF4-FFF2-40B4-BE49-F238E27FC236}">
                <a16:creationId xmlns:a16="http://schemas.microsoft.com/office/drawing/2014/main" id="{8C2B809C-2E89-C2A2-6577-644A1D675365}"/>
              </a:ext>
            </a:extLst>
          </p:cNvPr>
          <p:cNvSpPr/>
          <p:nvPr/>
        </p:nvSpPr>
        <p:spPr>
          <a:xfrm>
            <a:off x="1564124" y="5408719"/>
            <a:ext cx="213981" cy="2451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153" y="0"/>
                </a:moveTo>
                <a:lnTo>
                  <a:pt x="114153" y="0"/>
                </a:lnTo>
                <a:cubicBezTo>
                  <a:pt x="95384" y="0"/>
                  <a:pt x="95384" y="0"/>
                  <a:pt x="95384" y="0"/>
                </a:cubicBezTo>
                <a:cubicBezTo>
                  <a:pt x="92615" y="0"/>
                  <a:pt x="89846" y="2696"/>
                  <a:pt x="89846" y="7550"/>
                </a:cubicBezTo>
                <a:cubicBezTo>
                  <a:pt x="89846" y="119730"/>
                  <a:pt x="89846" y="119730"/>
                  <a:pt x="89846" y="119730"/>
                </a:cubicBezTo>
                <a:cubicBezTo>
                  <a:pt x="119692" y="119730"/>
                  <a:pt x="119692" y="119730"/>
                  <a:pt x="119692" y="119730"/>
                </a:cubicBezTo>
                <a:cubicBezTo>
                  <a:pt x="119692" y="7550"/>
                  <a:pt x="119692" y="7550"/>
                  <a:pt x="119692" y="7550"/>
                </a:cubicBezTo>
                <a:cubicBezTo>
                  <a:pt x="119692" y="2696"/>
                  <a:pt x="116923" y="0"/>
                  <a:pt x="114153" y="0"/>
                </a:cubicBezTo>
                <a:close/>
                <a:moveTo>
                  <a:pt x="68000" y="40719"/>
                </a:moveTo>
                <a:lnTo>
                  <a:pt x="68000" y="40719"/>
                </a:lnTo>
                <a:cubicBezTo>
                  <a:pt x="51692" y="40719"/>
                  <a:pt x="51692" y="40719"/>
                  <a:pt x="51692" y="40719"/>
                </a:cubicBezTo>
                <a:cubicBezTo>
                  <a:pt x="46153" y="40719"/>
                  <a:pt x="43384" y="43146"/>
                  <a:pt x="43384" y="48000"/>
                </a:cubicBezTo>
                <a:cubicBezTo>
                  <a:pt x="43384" y="119730"/>
                  <a:pt x="43384" y="119730"/>
                  <a:pt x="43384" y="119730"/>
                </a:cubicBezTo>
                <a:cubicBezTo>
                  <a:pt x="76307" y="119730"/>
                  <a:pt x="76307" y="119730"/>
                  <a:pt x="76307" y="119730"/>
                </a:cubicBezTo>
                <a:cubicBezTo>
                  <a:pt x="76307" y="48000"/>
                  <a:pt x="76307" y="48000"/>
                  <a:pt x="76307" y="48000"/>
                </a:cubicBezTo>
                <a:cubicBezTo>
                  <a:pt x="76307" y="43146"/>
                  <a:pt x="70769" y="40719"/>
                  <a:pt x="68000" y="40719"/>
                </a:cubicBezTo>
                <a:close/>
                <a:moveTo>
                  <a:pt x="21538" y="81438"/>
                </a:moveTo>
                <a:lnTo>
                  <a:pt x="21538" y="81438"/>
                </a:lnTo>
                <a:cubicBezTo>
                  <a:pt x="5230" y="81438"/>
                  <a:pt x="5230" y="81438"/>
                  <a:pt x="5230" y="81438"/>
                </a:cubicBezTo>
                <a:cubicBezTo>
                  <a:pt x="0" y="81438"/>
                  <a:pt x="0" y="83595"/>
                  <a:pt x="0" y="86022"/>
                </a:cubicBezTo>
                <a:cubicBezTo>
                  <a:pt x="0" y="119730"/>
                  <a:pt x="0" y="119730"/>
                  <a:pt x="0" y="119730"/>
                </a:cubicBezTo>
                <a:cubicBezTo>
                  <a:pt x="29846" y="119730"/>
                  <a:pt x="29846" y="119730"/>
                  <a:pt x="29846" y="119730"/>
                </a:cubicBezTo>
                <a:cubicBezTo>
                  <a:pt x="29846" y="86022"/>
                  <a:pt x="29846" y="86022"/>
                  <a:pt x="29846" y="86022"/>
                </a:cubicBezTo>
                <a:cubicBezTo>
                  <a:pt x="29846" y="83595"/>
                  <a:pt x="27076" y="81438"/>
                  <a:pt x="21538" y="81438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69" name="Shape 5189">
            <a:extLst>
              <a:ext uri="{FF2B5EF4-FFF2-40B4-BE49-F238E27FC236}">
                <a16:creationId xmlns:a16="http://schemas.microsoft.com/office/drawing/2014/main" id="{7F87D816-E9C7-47A4-A7B1-0A935720178E}"/>
              </a:ext>
            </a:extLst>
          </p:cNvPr>
          <p:cNvSpPr/>
          <p:nvPr/>
        </p:nvSpPr>
        <p:spPr>
          <a:xfrm>
            <a:off x="9767608" y="5008701"/>
            <a:ext cx="229543" cy="2315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0813" y="0"/>
                </a:moveTo>
                <a:lnTo>
                  <a:pt x="50813" y="0"/>
                </a:lnTo>
                <a:cubicBezTo>
                  <a:pt x="22966" y="2589"/>
                  <a:pt x="2583" y="25323"/>
                  <a:pt x="0" y="50647"/>
                </a:cubicBezTo>
                <a:cubicBezTo>
                  <a:pt x="50813" y="50647"/>
                  <a:pt x="50813" y="50647"/>
                  <a:pt x="50813" y="50647"/>
                </a:cubicBezTo>
                <a:lnTo>
                  <a:pt x="50813" y="0"/>
                </a:lnTo>
                <a:close/>
                <a:moveTo>
                  <a:pt x="66028" y="0"/>
                </a:moveTo>
                <a:lnTo>
                  <a:pt x="66028" y="0"/>
                </a:lnTo>
                <a:cubicBezTo>
                  <a:pt x="66028" y="58417"/>
                  <a:pt x="66028" y="58417"/>
                  <a:pt x="66028" y="58417"/>
                </a:cubicBezTo>
                <a:cubicBezTo>
                  <a:pt x="66028" y="63597"/>
                  <a:pt x="63732" y="65899"/>
                  <a:pt x="58564" y="65899"/>
                </a:cubicBezTo>
                <a:cubicBezTo>
                  <a:pt x="0" y="65899"/>
                  <a:pt x="0" y="65899"/>
                  <a:pt x="0" y="65899"/>
                </a:cubicBezTo>
                <a:cubicBezTo>
                  <a:pt x="2583" y="96690"/>
                  <a:pt x="28133" y="119712"/>
                  <a:pt x="58564" y="119712"/>
                </a:cubicBezTo>
                <a:cubicBezTo>
                  <a:pt x="91578" y="119712"/>
                  <a:pt x="119712" y="91798"/>
                  <a:pt x="119712" y="58417"/>
                </a:cubicBezTo>
                <a:cubicBezTo>
                  <a:pt x="119712" y="27913"/>
                  <a:pt x="96746" y="2589"/>
                  <a:pt x="66028" y="0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0" name="Shape 5190">
            <a:extLst>
              <a:ext uri="{FF2B5EF4-FFF2-40B4-BE49-F238E27FC236}">
                <a16:creationId xmlns:a16="http://schemas.microsoft.com/office/drawing/2014/main" id="{8832AF86-02FB-75E4-DF62-79BD632AC717}"/>
              </a:ext>
            </a:extLst>
          </p:cNvPr>
          <p:cNvSpPr/>
          <p:nvPr/>
        </p:nvSpPr>
        <p:spPr>
          <a:xfrm>
            <a:off x="2077136" y="5447213"/>
            <a:ext cx="274285" cy="2354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104" y="69577"/>
                </a:moveTo>
                <a:lnTo>
                  <a:pt x="4104" y="69577"/>
                </a:lnTo>
                <a:cubicBezTo>
                  <a:pt x="12796" y="72112"/>
                  <a:pt x="12796" y="72112"/>
                  <a:pt x="12796" y="72112"/>
                </a:cubicBezTo>
                <a:cubicBezTo>
                  <a:pt x="19315" y="59718"/>
                  <a:pt x="19315" y="59718"/>
                  <a:pt x="19315" y="59718"/>
                </a:cubicBezTo>
                <a:cubicBezTo>
                  <a:pt x="6277" y="57183"/>
                  <a:pt x="6277" y="57183"/>
                  <a:pt x="6277" y="57183"/>
                </a:cubicBezTo>
                <a:cubicBezTo>
                  <a:pt x="4104" y="57183"/>
                  <a:pt x="0" y="59718"/>
                  <a:pt x="0" y="62253"/>
                </a:cubicBezTo>
                <a:cubicBezTo>
                  <a:pt x="0" y="64788"/>
                  <a:pt x="2173" y="69577"/>
                  <a:pt x="4104" y="69577"/>
                </a:cubicBezTo>
                <a:close/>
                <a:moveTo>
                  <a:pt x="111066" y="72112"/>
                </a:moveTo>
                <a:lnTo>
                  <a:pt x="111066" y="72112"/>
                </a:lnTo>
                <a:cubicBezTo>
                  <a:pt x="83299" y="99718"/>
                  <a:pt x="83299" y="99718"/>
                  <a:pt x="83299" y="99718"/>
                </a:cubicBezTo>
                <a:cubicBezTo>
                  <a:pt x="53360" y="72112"/>
                  <a:pt x="53360" y="72112"/>
                  <a:pt x="53360" y="72112"/>
                </a:cubicBezTo>
                <a:cubicBezTo>
                  <a:pt x="51187" y="69577"/>
                  <a:pt x="51187" y="69577"/>
                  <a:pt x="51187" y="69577"/>
                </a:cubicBezTo>
                <a:cubicBezTo>
                  <a:pt x="46841" y="69577"/>
                  <a:pt x="46841" y="69577"/>
                  <a:pt x="46841" y="69577"/>
                </a:cubicBezTo>
                <a:cubicBezTo>
                  <a:pt x="40563" y="79718"/>
                  <a:pt x="40563" y="79718"/>
                  <a:pt x="40563" y="79718"/>
                </a:cubicBezTo>
                <a:cubicBezTo>
                  <a:pt x="46841" y="82253"/>
                  <a:pt x="46841" y="82253"/>
                  <a:pt x="46841" y="82253"/>
                </a:cubicBezTo>
                <a:cubicBezTo>
                  <a:pt x="81368" y="112112"/>
                  <a:pt x="81368" y="112112"/>
                  <a:pt x="81368" y="112112"/>
                </a:cubicBezTo>
                <a:cubicBezTo>
                  <a:pt x="81368" y="114647"/>
                  <a:pt x="83299" y="114647"/>
                  <a:pt x="83299" y="114647"/>
                </a:cubicBezTo>
                <a:cubicBezTo>
                  <a:pt x="85472" y="114647"/>
                  <a:pt x="87645" y="114647"/>
                  <a:pt x="87645" y="112112"/>
                </a:cubicBezTo>
                <a:cubicBezTo>
                  <a:pt x="117585" y="82253"/>
                  <a:pt x="117585" y="82253"/>
                  <a:pt x="117585" y="82253"/>
                </a:cubicBezTo>
                <a:cubicBezTo>
                  <a:pt x="119758" y="79718"/>
                  <a:pt x="119758" y="74647"/>
                  <a:pt x="117585" y="72112"/>
                </a:cubicBezTo>
                <a:cubicBezTo>
                  <a:pt x="115412" y="69577"/>
                  <a:pt x="113239" y="69577"/>
                  <a:pt x="111066" y="72112"/>
                </a:cubicBezTo>
                <a:close/>
                <a:moveTo>
                  <a:pt x="51187" y="39718"/>
                </a:moveTo>
                <a:lnTo>
                  <a:pt x="51187" y="39718"/>
                </a:lnTo>
                <a:cubicBezTo>
                  <a:pt x="81368" y="62253"/>
                  <a:pt x="81368" y="62253"/>
                  <a:pt x="81368" y="62253"/>
                </a:cubicBezTo>
                <a:cubicBezTo>
                  <a:pt x="83299" y="64788"/>
                  <a:pt x="87645" y="64788"/>
                  <a:pt x="89818" y="59718"/>
                </a:cubicBezTo>
                <a:cubicBezTo>
                  <a:pt x="119758" y="9859"/>
                  <a:pt x="119758" y="9859"/>
                  <a:pt x="119758" y="9859"/>
                </a:cubicBezTo>
                <a:cubicBezTo>
                  <a:pt x="119758" y="7323"/>
                  <a:pt x="119758" y="2535"/>
                  <a:pt x="117585" y="2535"/>
                </a:cubicBezTo>
                <a:cubicBezTo>
                  <a:pt x="115412" y="0"/>
                  <a:pt x="111066" y="0"/>
                  <a:pt x="109134" y="2535"/>
                </a:cubicBezTo>
                <a:cubicBezTo>
                  <a:pt x="83299" y="49859"/>
                  <a:pt x="83299" y="49859"/>
                  <a:pt x="83299" y="49859"/>
                </a:cubicBezTo>
                <a:cubicBezTo>
                  <a:pt x="53360" y="27323"/>
                  <a:pt x="53360" y="27323"/>
                  <a:pt x="53360" y="27323"/>
                </a:cubicBezTo>
                <a:cubicBezTo>
                  <a:pt x="51187" y="24788"/>
                  <a:pt x="51187" y="24788"/>
                  <a:pt x="49014" y="24788"/>
                </a:cubicBezTo>
                <a:cubicBezTo>
                  <a:pt x="46841" y="27323"/>
                  <a:pt x="46841" y="27323"/>
                  <a:pt x="44909" y="29859"/>
                </a:cubicBezTo>
                <a:cubicBezTo>
                  <a:pt x="0" y="109859"/>
                  <a:pt x="0" y="109859"/>
                  <a:pt x="0" y="109859"/>
                </a:cubicBezTo>
                <a:cubicBezTo>
                  <a:pt x="0" y="114647"/>
                  <a:pt x="0" y="117183"/>
                  <a:pt x="2173" y="119718"/>
                </a:cubicBezTo>
                <a:cubicBezTo>
                  <a:pt x="4104" y="119718"/>
                  <a:pt x="4104" y="119718"/>
                  <a:pt x="6277" y="119718"/>
                </a:cubicBezTo>
                <a:cubicBezTo>
                  <a:pt x="6277" y="119718"/>
                  <a:pt x="8450" y="119718"/>
                  <a:pt x="10623" y="117183"/>
                </a:cubicBezTo>
                <a:lnTo>
                  <a:pt x="51187" y="3971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1" name="Shape 5191">
            <a:extLst>
              <a:ext uri="{FF2B5EF4-FFF2-40B4-BE49-F238E27FC236}">
                <a16:creationId xmlns:a16="http://schemas.microsoft.com/office/drawing/2014/main" id="{67B404A7-EB90-9CB5-6E80-783DEFEECBEB}"/>
              </a:ext>
            </a:extLst>
          </p:cNvPr>
          <p:cNvSpPr/>
          <p:nvPr/>
        </p:nvSpPr>
        <p:spPr>
          <a:xfrm>
            <a:off x="9724611" y="2266260"/>
            <a:ext cx="268450" cy="2140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782" y="2769"/>
                </a:moveTo>
                <a:lnTo>
                  <a:pt x="117782" y="2769"/>
                </a:lnTo>
                <a:cubicBezTo>
                  <a:pt x="91663" y="60000"/>
                  <a:pt x="91663" y="60000"/>
                  <a:pt x="91663" y="60000"/>
                </a:cubicBezTo>
                <a:cubicBezTo>
                  <a:pt x="89445" y="62769"/>
                  <a:pt x="87227" y="62769"/>
                  <a:pt x="85010" y="60000"/>
                </a:cubicBezTo>
                <a:cubicBezTo>
                  <a:pt x="71950" y="46153"/>
                  <a:pt x="71950" y="46153"/>
                  <a:pt x="71950" y="46153"/>
                </a:cubicBezTo>
                <a:cubicBezTo>
                  <a:pt x="69733" y="43384"/>
                  <a:pt x="69733" y="43384"/>
                  <a:pt x="67515" y="46153"/>
                </a:cubicBezTo>
                <a:cubicBezTo>
                  <a:pt x="47802" y="81846"/>
                  <a:pt x="47802" y="81846"/>
                  <a:pt x="47802" y="81846"/>
                </a:cubicBezTo>
                <a:cubicBezTo>
                  <a:pt x="47802" y="84615"/>
                  <a:pt x="45831" y="84615"/>
                  <a:pt x="43613" y="81846"/>
                </a:cubicBezTo>
                <a:cubicBezTo>
                  <a:pt x="34743" y="73538"/>
                  <a:pt x="34743" y="73538"/>
                  <a:pt x="34743" y="73538"/>
                </a:cubicBezTo>
                <a:cubicBezTo>
                  <a:pt x="32525" y="70769"/>
                  <a:pt x="30308" y="70769"/>
                  <a:pt x="30308" y="73538"/>
                </a:cubicBezTo>
                <a:cubicBezTo>
                  <a:pt x="1971" y="117230"/>
                  <a:pt x="1971" y="117230"/>
                  <a:pt x="1971" y="117230"/>
                </a:cubicBezTo>
                <a:cubicBezTo>
                  <a:pt x="0" y="119692"/>
                  <a:pt x="0" y="119692"/>
                  <a:pt x="1971" y="119692"/>
                </a:cubicBezTo>
                <a:cubicBezTo>
                  <a:pt x="119753" y="119692"/>
                  <a:pt x="119753" y="119692"/>
                  <a:pt x="119753" y="119692"/>
                </a:cubicBezTo>
                <a:cubicBezTo>
                  <a:pt x="119753" y="2769"/>
                  <a:pt x="119753" y="2769"/>
                  <a:pt x="119753" y="2769"/>
                </a:cubicBezTo>
                <a:cubicBezTo>
                  <a:pt x="119753" y="0"/>
                  <a:pt x="119753" y="0"/>
                  <a:pt x="117782" y="2769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2" name="Shape 5192">
            <a:extLst>
              <a:ext uri="{FF2B5EF4-FFF2-40B4-BE49-F238E27FC236}">
                <a16:creationId xmlns:a16="http://schemas.microsoft.com/office/drawing/2014/main" id="{EC1CCF90-6F6A-60AE-3C34-F9B2A74E4459}"/>
              </a:ext>
            </a:extLst>
          </p:cNvPr>
          <p:cNvSpPr/>
          <p:nvPr/>
        </p:nvSpPr>
        <p:spPr>
          <a:xfrm>
            <a:off x="2137985" y="2770220"/>
            <a:ext cx="215926" cy="254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6854" y="46133"/>
                </a:moveTo>
                <a:lnTo>
                  <a:pt x="86854" y="46133"/>
                </a:lnTo>
                <a:cubicBezTo>
                  <a:pt x="86854" y="43801"/>
                  <a:pt x="114475" y="23066"/>
                  <a:pt x="97902" y="4665"/>
                </a:cubicBezTo>
                <a:cubicBezTo>
                  <a:pt x="95140" y="0"/>
                  <a:pt x="81636" y="25399"/>
                  <a:pt x="62608" y="34730"/>
                </a:cubicBezTo>
                <a:cubicBezTo>
                  <a:pt x="51867" y="41468"/>
                  <a:pt x="30076" y="52872"/>
                  <a:pt x="30076" y="59870"/>
                </a:cubicBezTo>
                <a:cubicBezTo>
                  <a:pt x="30076" y="103671"/>
                  <a:pt x="30076" y="103671"/>
                  <a:pt x="30076" y="103671"/>
                </a:cubicBezTo>
                <a:cubicBezTo>
                  <a:pt x="30076" y="112742"/>
                  <a:pt x="65370" y="119740"/>
                  <a:pt x="95140" y="119740"/>
                </a:cubicBezTo>
                <a:cubicBezTo>
                  <a:pt x="105882" y="119740"/>
                  <a:pt x="119693" y="64535"/>
                  <a:pt x="119693" y="57537"/>
                </a:cubicBezTo>
                <a:cubicBezTo>
                  <a:pt x="119693" y="48466"/>
                  <a:pt x="89616" y="48466"/>
                  <a:pt x="86854" y="46133"/>
                </a:cubicBezTo>
                <a:close/>
                <a:moveTo>
                  <a:pt x="21790" y="46133"/>
                </a:moveTo>
                <a:lnTo>
                  <a:pt x="21790" y="46133"/>
                </a:lnTo>
                <a:cubicBezTo>
                  <a:pt x="16572" y="46133"/>
                  <a:pt x="0" y="48466"/>
                  <a:pt x="0" y="66609"/>
                </a:cubicBezTo>
                <a:cubicBezTo>
                  <a:pt x="0" y="96414"/>
                  <a:pt x="0" y="96414"/>
                  <a:pt x="0" y="96414"/>
                </a:cubicBezTo>
                <a:cubicBezTo>
                  <a:pt x="0" y="115075"/>
                  <a:pt x="16572" y="117408"/>
                  <a:pt x="21790" y="117408"/>
                </a:cubicBezTo>
                <a:cubicBezTo>
                  <a:pt x="27314" y="117408"/>
                  <a:pt x="13503" y="112742"/>
                  <a:pt x="13503" y="103671"/>
                </a:cubicBezTo>
                <a:cubicBezTo>
                  <a:pt x="13503" y="62203"/>
                  <a:pt x="13503" y="62203"/>
                  <a:pt x="13503" y="62203"/>
                </a:cubicBezTo>
                <a:cubicBezTo>
                  <a:pt x="13503" y="50799"/>
                  <a:pt x="27314" y="46133"/>
                  <a:pt x="21790" y="4613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3" name="Shape 5193">
            <a:extLst>
              <a:ext uri="{FF2B5EF4-FFF2-40B4-BE49-F238E27FC236}">
                <a16:creationId xmlns:a16="http://schemas.microsoft.com/office/drawing/2014/main" id="{48200FD5-BA11-3E5E-4453-274A1C909532}"/>
              </a:ext>
            </a:extLst>
          </p:cNvPr>
          <p:cNvSpPr/>
          <p:nvPr/>
        </p:nvSpPr>
        <p:spPr>
          <a:xfrm>
            <a:off x="2684612" y="2779949"/>
            <a:ext cx="213981" cy="2548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32755" y="76103"/>
                </a:moveTo>
                <a:lnTo>
                  <a:pt x="32755" y="76103"/>
                </a:lnTo>
                <a:cubicBezTo>
                  <a:pt x="32755" y="78181"/>
                  <a:pt x="5816" y="99220"/>
                  <a:pt x="22040" y="115324"/>
                </a:cubicBezTo>
                <a:cubicBezTo>
                  <a:pt x="24489" y="119740"/>
                  <a:pt x="38265" y="96883"/>
                  <a:pt x="56938" y="85454"/>
                </a:cubicBezTo>
                <a:cubicBezTo>
                  <a:pt x="65204" y="80519"/>
                  <a:pt x="89693" y="66753"/>
                  <a:pt x="89693" y="62077"/>
                </a:cubicBezTo>
                <a:cubicBezTo>
                  <a:pt x="89693" y="16363"/>
                  <a:pt x="89693" y="16363"/>
                  <a:pt x="89693" y="16363"/>
                </a:cubicBezTo>
                <a:cubicBezTo>
                  <a:pt x="89693" y="9090"/>
                  <a:pt x="51734" y="0"/>
                  <a:pt x="24489" y="0"/>
                </a:cubicBezTo>
                <a:cubicBezTo>
                  <a:pt x="13469" y="0"/>
                  <a:pt x="0" y="55324"/>
                  <a:pt x="0" y="64415"/>
                </a:cubicBezTo>
                <a:cubicBezTo>
                  <a:pt x="0" y="73766"/>
                  <a:pt x="29999" y="73766"/>
                  <a:pt x="32755" y="76103"/>
                </a:cubicBezTo>
                <a:close/>
                <a:moveTo>
                  <a:pt x="97653" y="73766"/>
                </a:moveTo>
                <a:lnTo>
                  <a:pt x="97653" y="73766"/>
                </a:lnTo>
                <a:cubicBezTo>
                  <a:pt x="103469" y="73766"/>
                  <a:pt x="119693" y="71428"/>
                  <a:pt x="119693" y="55324"/>
                </a:cubicBezTo>
                <a:cubicBezTo>
                  <a:pt x="119693" y="23116"/>
                  <a:pt x="119693" y="23116"/>
                  <a:pt x="119693" y="23116"/>
                </a:cubicBezTo>
                <a:cubicBezTo>
                  <a:pt x="119693" y="4675"/>
                  <a:pt x="103469" y="4675"/>
                  <a:pt x="97653" y="4675"/>
                </a:cubicBezTo>
                <a:cubicBezTo>
                  <a:pt x="92448" y="4675"/>
                  <a:pt x="105918" y="7012"/>
                  <a:pt x="105918" y="18441"/>
                </a:cubicBezTo>
                <a:cubicBezTo>
                  <a:pt x="105918" y="59999"/>
                  <a:pt x="105918" y="59999"/>
                  <a:pt x="105918" y="59999"/>
                </a:cubicBezTo>
                <a:cubicBezTo>
                  <a:pt x="105918" y="71428"/>
                  <a:pt x="92448" y="73766"/>
                  <a:pt x="97653" y="73766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00" tIns="22850" rIns="45700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4" name="Shape 4851">
            <a:extLst>
              <a:ext uri="{FF2B5EF4-FFF2-40B4-BE49-F238E27FC236}">
                <a16:creationId xmlns:a16="http://schemas.microsoft.com/office/drawing/2014/main" id="{8215FBCF-DA21-3A33-D934-C7AF92123375}"/>
              </a:ext>
            </a:extLst>
          </p:cNvPr>
          <p:cNvSpPr/>
          <p:nvPr/>
        </p:nvSpPr>
        <p:spPr>
          <a:xfrm>
            <a:off x="10256547" y="5400838"/>
            <a:ext cx="252184" cy="25224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4219" y="97275"/>
                </a:moveTo>
                <a:lnTo>
                  <a:pt x="114219" y="97275"/>
                </a:lnTo>
                <a:cubicBezTo>
                  <a:pt x="95880" y="97275"/>
                  <a:pt x="95880" y="97275"/>
                  <a:pt x="95880" y="97275"/>
                </a:cubicBezTo>
                <a:cubicBezTo>
                  <a:pt x="95880" y="69169"/>
                  <a:pt x="95880" y="69169"/>
                  <a:pt x="95880" y="69169"/>
                </a:cubicBezTo>
                <a:cubicBezTo>
                  <a:pt x="108438" y="69169"/>
                  <a:pt x="108438" y="69169"/>
                  <a:pt x="108438" y="69169"/>
                </a:cubicBezTo>
                <a:cubicBezTo>
                  <a:pt x="108438" y="11362"/>
                  <a:pt x="108438" y="11362"/>
                  <a:pt x="108438" y="11362"/>
                </a:cubicBezTo>
                <a:cubicBezTo>
                  <a:pt x="40863" y="11362"/>
                  <a:pt x="40863" y="11362"/>
                  <a:pt x="40863" y="11362"/>
                </a:cubicBezTo>
                <a:cubicBezTo>
                  <a:pt x="40863" y="16943"/>
                  <a:pt x="40863" y="16943"/>
                  <a:pt x="40863" y="16943"/>
                </a:cubicBezTo>
                <a:cubicBezTo>
                  <a:pt x="29700" y="16943"/>
                  <a:pt x="29700" y="16943"/>
                  <a:pt x="29700" y="16943"/>
                </a:cubicBezTo>
                <a:cubicBezTo>
                  <a:pt x="29700" y="5780"/>
                  <a:pt x="29700" y="5780"/>
                  <a:pt x="29700" y="5780"/>
                </a:cubicBezTo>
                <a:cubicBezTo>
                  <a:pt x="29700" y="2990"/>
                  <a:pt x="32491" y="0"/>
                  <a:pt x="35282" y="0"/>
                </a:cubicBezTo>
                <a:cubicBezTo>
                  <a:pt x="114219" y="0"/>
                  <a:pt x="114219" y="0"/>
                  <a:pt x="114219" y="0"/>
                </a:cubicBezTo>
                <a:cubicBezTo>
                  <a:pt x="118405" y="0"/>
                  <a:pt x="119800" y="2990"/>
                  <a:pt x="119800" y="5780"/>
                </a:cubicBezTo>
                <a:cubicBezTo>
                  <a:pt x="119800" y="91694"/>
                  <a:pt x="119800" y="91694"/>
                  <a:pt x="119800" y="91694"/>
                </a:cubicBezTo>
                <a:cubicBezTo>
                  <a:pt x="119800" y="95880"/>
                  <a:pt x="118405" y="97275"/>
                  <a:pt x="114219" y="97275"/>
                </a:cubicBezTo>
                <a:close/>
                <a:moveTo>
                  <a:pt x="90299" y="28305"/>
                </a:moveTo>
                <a:lnTo>
                  <a:pt x="90299" y="28305"/>
                </a:lnTo>
                <a:cubicBezTo>
                  <a:pt x="90299" y="114219"/>
                  <a:pt x="90299" y="114219"/>
                  <a:pt x="90299" y="114219"/>
                </a:cubicBezTo>
                <a:cubicBezTo>
                  <a:pt x="90299" y="118405"/>
                  <a:pt x="87508" y="119800"/>
                  <a:pt x="84518" y="119800"/>
                </a:cubicBezTo>
                <a:cubicBezTo>
                  <a:pt x="5780" y="119800"/>
                  <a:pt x="5780" y="119800"/>
                  <a:pt x="5780" y="119800"/>
                </a:cubicBezTo>
                <a:cubicBezTo>
                  <a:pt x="2990" y="119800"/>
                  <a:pt x="0" y="118405"/>
                  <a:pt x="0" y="114219"/>
                </a:cubicBezTo>
                <a:cubicBezTo>
                  <a:pt x="0" y="28305"/>
                  <a:pt x="0" y="28305"/>
                  <a:pt x="0" y="28305"/>
                </a:cubicBezTo>
                <a:cubicBezTo>
                  <a:pt x="0" y="25514"/>
                  <a:pt x="2990" y="22524"/>
                  <a:pt x="5780" y="22524"/>
                </a:cubicBezTo>
                <a:cubicBezTo>
                  <a:pt x="84518" y="22524"/>
                  <a:pt x="84518" y="22524"/>
                  <a:pt x="84518" y="22524"/>
                </a:cubicBezTo>
                <a:cubicBezTo>
                  <a:pt x="87508" y="22524"/>
                  <a:pt x="90299" y="25514"/>
                  <a:pt x="90299" y="28305"/>
                </a:cubicBezTo>
                <a:close/>
                <a:moveTo>
                  <a:pt x="78936" y="33887"/>
                </a:moveTo>
                <a:lnTo>
                  <a:pt x="78936" y="33887"/>
                </a:lnTo>
                <a:cubicBezTo>
                  <a:pt x="11362" y="33887"/>
                  <a:pt x="11362" y="33887"/>
                  <a:pt x="11362" y="33887"/>
                </a:cubicBezTo>
                <a:cubicBezTo>
                  <a:pt x="11362" y="91694"/>
                  <a:pt x="11362" y="91694"/>
                  <a:pt x="11362" y="91694"/>
                </a:cubicBezTo>
                <a:cubicBezTo>
                  <a:pt x="78936" y="91694"/>
                  <a:pt x="78936" y="91694"/>
                  <a:pt x="78936" y="91694"/>
                </a:cubicBezTo>
                <a:lnTo>
                  <a:pt x="78936" y="3388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5" name="Shape 4852">
            <a:extLst>
              <a:ext uri="{FF2B5EF4-FFF2-40B4-BE49-F238E27FC236}">
                <a16:creationId xmlns:a16="http://schemas.microsoft.com/office/drawing/2014/main" id="{9798FB38-D589-B7A4-1540-DA6B9BAE03BC}"/>
              </a:ext>
            </a:extLst>
          </p:cNvPr>
          <p:cNvSpPr/>
          <p:nvPr/>
        </p:nvSpPr>
        <p:spPr>
          <a:xfrm>
            <a:off x="9788280" y="5427487"/>
            <a:ext cx="189596" cy="20437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317" y="119754"/>
                </a:moveTo>
                <a:lnTo>
                  <a:pt x="112317" y="119754"/>
                </a:lnTo>
                <a:cubicBezTo>
                  <a:pt x="7417" y="119754"/>
                  <a:pt x="7417" y="119754"/>
                  <a:pt x="7417" y="119754"/>
                </a:cubicBezTo>
                <a:cubicBezTo>
                  <a:pt x="3708" y="119754"/>
                  <a:pt x="0" y="118036"/>
                  <a:pt x="0" y="112638"/>
                </a:cubicBezTo>
                <a:cubicBezTo>
                  <a:pt x="0" y="6871"/>
                  <a:pt x="0" y="6871"/>
                  <a:pt x="0" y="6871"/>
                </a:cubicBezTo>
                <a:cubicBezTo>
                  <a:pt x="0" y="3435"/>
                  <a:pt x="3708" y="0"/>
                  <a:pt x="7417" y="0"/>
                </a:cubicBezTo>
                <a:cubicBezTo>
                  <a:pt x="112317" y="0"/>
                  <a:pt x="112317" y="0"/>
                  <a:pt x="112317" y="0"/>
                </a:cubicBezTo>
                <a:cubicBezTo>
                  <a:pt x="117880" y="0"/>
                  <a:pt x="119735" y="3435"/>
                  <a:pt x="119735" y="6871"/>
                </a:cubicBezTo>
                <a:cubicBezTo>
                  <a:pt x="119735" y="112638"/>
                  <a:pt x="119735" y="112638"/>
                  <a:pt x="119735" y="112638"/>
                </a:cubicBezTo>
                <a:cubicBezTo>
                  <a:pt x="119735" y="118036"/>
                  <a:pt x="117880" y="119754"/>
                  <a:pt x="112317" y="119754"/>
                </a:cubicBezTo>
                <a:close/>
                <a:moveTo>
                  <a:pt x="104900" y="13742"/>
                </a:moveTo>
                <a:lnTo>
                  <a:pt x="104900" y="13742"/>
                </a:lnTo>
                <a:cubicBezTo>
                  <a:pt x="14834" y="13742"/>
                  <a:pt x="14834" y="13742"/>
                  <a:pt x="14834" y="13742"/>
                </a:cubicBezTo>
                <a:cubicBezTo>
                  <a:pt x="14834" y="84907"/>
                  <a:pt x="14834" y="84907"/>
                  <a:pt x="14834" y="84907"/>
                </a:cubicBezTo>
                <a:cubicBezTo>
                  <a:pt x="104900" y="84907"/>
                  <a:pt x="104900" y="84907"/>
                  <a:pt x="104900" y="84907"/>
                </a:cubicBezTo>
                <a:lnTo>
                  <a:pt x="104900" y="13742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6" name="Shape 4853">
            <a:extLst>
              <a:ext uri="{FF2B5EF4-FFF2-40B4-BE49-F238E27FC236}">
                <a16:creationId xmlns:a16="http://schemas.microsoft.com/office/drawing/2014/main" id="{56322D9A-D12F-AF5D-3F11-7CA1F78A6097}"/>
              </a:ext>
            </a:extLst>
          </p:cNvPr>
          <p:cNvSpPr/>
          <p:nvPr/>
        </p:nvSpPr>
        <p:spPr>
          <a:xfrm>
            <a:off x="9222550" y="5411121"/>
            <a:ext cx="237457" cy="23567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788" y="95830"/>
                </a:moveTo>
                <a:lnTo>
                  <a:pt x="119788" y="95830"/>
                </a:lnTo>
                <a:cubicBezTo>
                  <a:pt x="119788" y="97314"/>
                  <a:pt x="118306" y="100282"/>
                  <a:pt x="115132" y="100282"/>
                </a:cubicBezTo>
                <a:cubicBezTo>
                  <a:pt x="115132" y="107915"/>
                  <a:pt x="115132" y="107915"/>
                  <a:pt x="115132" y="107915"/>
                </a:cubicBezTo>
                <a:cubicBezTo>
                  <a:pt x="118306" y="107915"/>
                  <a:pt x="119788" y="110883"/>
                  <a:pt x="119788" y="113851"/>
                </a:cubicBezTo>
                <a:cubicBezTo>
                  <a:pt x="119788" y="116819"/>
                  <a:pt x="116825" y="119787"/>
                  <a:pt x="113650" y="119787"/>
                </a:cubicBezTo>
                <a:cubicBezTo>
                  <a:pt x="110687" y="119787"/>
                  <a:pt x="109206" y="118303"/>
                  <a:pt x="107724" y="115335"/>
                </a:cubicBezTo>
                <a:cubicBezTo>
                  <a:pt x="101798" y="115335"/>
                  <a:pt x="101798" y="115335"/>
                  <a:pt x="101798" y="115335"/>
                </a:cubicBezTo>
                <a:cubicBezTo>
                  <a:pt x="100317" y="118303"/>
                  <a:pt x="98835" y="119787"/>
                  <a:pt x="95873" y="119787"/>
                </a:cubicBezTo>
                <a:cubicBezTo>
                  <a:pt x="92698" y="119787"/>
                  <a:pt x="91216" y="118303"/>
                  <a:pt x="89735" y="115335"/>
                </a:cubicBezTo>
                <a:cubicBezTo>
                  <a:pt x="83809" y="115335"/>
                  <a:pt x="83809" y="115335"/>
                  <a:pt x="83809" y="115335"/>
                </a:cubicBezTo>
                <a:cubicBezTo>
                  <a:pt x="82328" y="118303"/>
                  <a:pt x="80846" y="119787"/>
                  <a:pt x="77883" y="119787"/>
                </a:cubicBezTo>
                <a:cubicBezTo>
                  <a:pt x="74920" y="119787"/>
                  <a:pt x="73439" y="118303"/>
                  <a:pt x="71957" y="115335"/>
                </a:cubicBezTo>
                <a:cubicBezTo>
                  <a:pt x="65820" y="115335"/>
                  <a:pt x="65820" y="115335"/>
                  <a:pt x="65820" y="115335"/>
                </a:cubicBezTo>
                <a:cubicBezTo>
                  <a:pt x="64338" y="118303"/>
                  <a:pt x="62857" y="119787"/>
                  <a:pt x="59894" y="119787"/>
                </a:cubicBezTo>
                <a:cubicBezTo>
                  <a:pt x="56931" y="119787"/>
                  <a:pt x="55449" y="118303"/>
                  <a:pt x="53968" y="115335"/>
                </a:cubicBezTo>
                <a:cubicBezTo>
                  <a:pt x="47830" y="115335"/>
                  <a:pt x="47830" y="115335"/>
                  <a:pt x="47830" y="115335"/>
                </a:cubicBezTo>
                <a:cubicBezTo>
                  <a:pt x="46349" y="118303"/>
                  <a:pt x="44867" y="119787"/>
                  <a:pt x="41904" y="119787"/>
                </a:cubicBezTo>
                <a:cubicBezTo>
                  <a:pt x="38941" y="119787"/>
                  <a:pt x="37460" y="118303"/>
                  <a:pt x="35978" y="115335"/>
                </a:cubicBezTo>
                <a:cubicBezTo>
                  <a:pt x="30052" y="115335"/>
                  <a:pt x="30052" y="115335"/>
                  <a:pt x="30052" y="115335"/>
                </a:cubicBezTo>
                <a:cubicBezTo>
                  <a:pt x="28571" y="118303"/>
                  <a:pt x="27089" y="119787"/>
                  <a:pt x="23915" y="119787"/>
                </a:cubicBezTo>
                <a:cubicBezTo>
                  <a:pt x="20952" y="119787"/>
                  <a:pt x="19470" y="118303"/>
                  <a:pt x="17989" y="115335"/>
                </a:cubicBezTo>
                <a:cubicBezTo>
                  <a:pt x="12063" y="115335"/>
                  <a:pt x="12063" y="115335"/>
                  <a:pt x="12063" y="115335"/>
                </a:cubicBezTo>
                <a:cubicBezTo>
                  <a:pt x="10582" y="118303"/>
                  <a:pt x="9100" y="119787"/>
                  <a:pt x="6137" y="119787"/>
                </a:cubicBezTo>
                <a:cubicBezTo>
                  <a:pt x="3174" y="119787"/>
                  <a:pt x="0" y="116819"/>
                  <a:pt x="0" y="113851"/>
                </a:cubicBezTo>
                <a:cubicBezTo>
                  <a:pt x="0" y="110883"/>
                  <a:pt x="1481" y="107915"/>
                  <a:pt x="4656" y="107915"/>
                </a:cubicBezTo>
                <a:cubicBezTo>
                  <a:pt x="4656" y="100282"/>
                  <a:pt x="4656" y="100282"/>
                  <a:pt x="4656" y="100282"/>
                </a:cubicBezTo>
                <a:cubicBezTo>
                  <a:pt x="1481" y="100282"/>
                  <a:pt x="0" y="97314"/>
                  <a:pt x="0" y="95830"/>
                </a:cubicBezTo>
                <a:cubicBezTo>
                  <a:pt x="0" y="92862"/>
                  <a:pt x="1481" y="89893"/>
                  <a:pt x="4656" y="89893"/>
                </a:cubicBezTo>
                <a:cubicBezTo>
                  <a:pt x="4656" y="82261"/>
                  <a:pt x="4656" y="82261"/>
                  <a:pt x="4656" y="82261"/>
                </a:cubicBezTo>
                <a:cubicBezTo>
                  <a:pt x="1481" y="82261"/>
                  <a:pt x="0" y="79293"/>
                  <a:pt x="0" y="77809"/>
                </a:cubicBezTo>
                <a:cubicBezTo>
                  <a:pt x="0" y="74840"/>
                  <a:pt x="1481" y="71872"/>
                  <a:pt x="4656" y="71872"/>
                </a:cubicBezTo>
                <a:cubicBezTo>
                  <a:pt x="4656" y="64452"/>
                  <a:pt x="4656" y="64452"/>
                  <a:pt x="4656" y="64452"/>
                </a:cubicBezTo>
                <a:cubicBezTo>
                  <a:pt x="1481" y="64452"/>
                  <a:pt x="0" y="61272"/>
                  <a:pt x="0" y="59787"/>
                </a:cubicBezTo>
                <a:cubicBezTo>
                  <a:pt x="0" y="56819"/>
                  <a:pt x="1481" y="53851"/>
                  <a:pt x="4656" y="53851"/>
                </a:cubicBezTo>
                <a:cubicBezTo>
                  <a:pt x="4656" y="46431"/>
                  <a:pt x="4656" y="46431"/>
                  <a:pt x="4656" y="46431"/>
                </a:cubicBezTo>
                <a:cubicBezTo>
                  <a:pt x="1481" y="46431"/>
                  <a:pt x="0" y="43462"/>
                  <a:pt x="0" y="41978"/>
                </a:cubicBezTo>
                <a:cubicBezTo>
                  <a:pt x="0" y="38798"/>
                  <a:pt x="1481" y="35830"/>
                  <a:pt x="4656" y="35830"/>
                </a:cubicBezTo>
                <a:cubicBezTo>
                  <a:pt x="4656" y="28409"/>
                  <a:pt x="4656" y="28409"/>
                  <a:pt x="4656" y="28409"/>
                </a:cubicBezTo>
                <a:cubicBezTo>
                  <a:pt x="1481" y="28409"/>
                  <a:pt x="0" y="25441"/>
                  <a:pt x="0" y="23957"/>
                </a:cubicBezTo>
                <a:cubicBezTo>
                  <a:pt x="0" y="20777"/>
                  <a:pt x="1481" y="17809"/>
                  <a:pt x="4656" y="17809"/>
                </a:cubicBezTo>
                <a:cubicBezTo>
                  <a:pt x="4656" y="10388"/>
                  <a:pt x="4656" y="10388"/>
                  <a:pt x="4656" y="10388"/>
                </a:cubicBezTo>
                <a:cubicBezTo>
                  <a:pt x="1481" y="10388"/>
                  <a:pt x="0" y="7420"/>
                  <a:pt x="0" y="5936"/>
                </a:cubicBezTo>
                <a:cubicBezTo>
                  <a:pt x="0" y="1484"/>
                  <a:pt x="3174" y="0"/>
                  <a:pt x="6137" y="0"/>
                </a:cubicBezTo>
                <a:cubicBezTo>
                  <a:pt x="9100" y="0"/>
                  <a:pt x="10582" y="1484"/>
                  <a:pt x="12063" y="2968"/>
                </a:cubicBezTo>
                <a:cubicBezTo>
                  <a:pt x="17989" y="2968"/>
                  <a:pt x="17989" y="2968"/>
                  <a:pt x="17989" y="2968"/>
                </a:cubicBezTo>
                <a:cubicBezTo>
                  <a:pt x="19470" y="1484"/>
                  <a:pt x="20952" y="0"/>
                  <a:pt x="23915" y="0"/>
                </a:cubicBezTo>
                <a:cubicBezTo>
                  <a:pt x="27089" y="0"/>
                  <a:pt x="28571" y="1484"/>
                  <a:pt x="30052" y="2968"/>
                </a:cubicBezTo>
                <a:cubicBezTo>
                  <a:pt x="35978" y="2968"/>
                  <a:pt x="35978" y="2968"/>
                  <a:pt x="35978" y="2968"/>
                </a:cubicBezTo>
                <a:cubicBezTo>
                  <a:pt x="37460" y="1484"/>
                  <a:pt x="38941" y="0"/>
                  <a:pt x="41904" y="0"/>
                </a:cubicBezTo>
                <a:cubicBezTo>
                  <a:pt x="44867" y="0"/>
                  <a:pt x="46349" y="1484"/>
                  <a:pt x="47830" y="2968"/>
                </a:cubicBezTo>
                <a:cubicBezTo>
                  <a:pt x="53968" y="2968"/>
                  <a:pt x="53968" y="2968"/>
                  <a:pt x="53968" y="2968"/>
                </a:cubicBezTo>
                <a:cubicBezTo>
                  <a:pt x="55449" y="1484"/>
                  <a:pt x="56931" y="0"/>
                  <a:pt x="59894" y="0"/>
                </a:cubicBezTo>
                <a:cubicBezTo>
                  <a:pt x="62857" y="0"/>
                  <a:pt x="64338" y="1484"/>
                  <a:pt x="65820" y="2968"/>
                </a:cubicBezTo>
                <a:cubicBezTo>
                  <a:pt x="71957" y="2968"/>
                  <a:pt x="71957" y="2968"/>
                  <a:pt x="71957" y="2968"/>
                </a:cubicBezTo>
                <a:cubicBezTo>
                  <a:pt x="73439" y="1484"/>
                  <a:pt x="74920" y="0"/>
                  <a:pt x="77883" y="0"/>
                </a:cubicBezTo>
                <a:cubicBezTo>
                  <a:pt x="80846" y="0"/>
                  <a:pt x="82328" y="1484"/>
                  <a:pt x="83809" y="2968"/>
                </a:cubicBezTo>
                <a:cubicBezTo>
                  <a:pt x="89735" y="2968"/>
                  <a:pt x="89735" y="2968"/>
                  <a:pt x="89735" y="2968"/>
                </a:cubicBezTo>
                <a:cubicBezTo>
                  <a:pt x="91216" y="1484"/>
                  <a:pt x="92698" y="0"/>
                  <a:pt x="95873" y="0"/>
                </a:cubicBezTo>
                <a:cubicBezTo>
                  <a:pt x="98835" y="0"/>
                  <a:pt x="100317" y="1484"/>
                  <a:pt x="101798" y="2968"/>
                </a:cubicBezTo>
                <a:cubicBezTo>
                  <a:pt x="107724" y="2968"/>
                  <a:pt x="107724" y="2968"/>
                  <a:pt x="107724" y="2968"/>
                </a:cubicBezTo>
                <a:cubicBezTo>
                  <a:pt x="109206" y="1484"/>
                  <a:pt x="110687" y="0"/>
                  <a:pt x="113650" y="0"/>
                </a:cubicBezTo>
                <a:cubicBezTo>
                  <a:pt x="116825" y="0"/>
                  <a:pt x="119788" y="1484"/>
                  <a:pt x="119788" y="5936"/>
                </a:cubicBezTo>
                <a:cubicBezTo>
                  <a:pt x="119788" y="7420"/>
                  <a:pt x="118306" y="10388"/>
                  <a:pt x="115132" y="10388"/>
                </a:cubicBezTo>
                <a:cubicBezTo>
                  <a:pt x="115132" y="17809"/>
                  <a:pt x="115132" y="17809"/>
                  <a:pt x="115132" y="17809"/>
                </a:cubicBezTo>
                <a:cubicBezTo>
                  <a:pt x="118306" y="17809"/>
                  <a:pt x="119788" y="20777"/>
                  <a:pt x="119788" y="23957"/>
                </a:cubicBezTo>
                <a:cubicBezTo>
                  <a:pt x="119788" y="25441"/>
                  <a:pt x="118306" y="28409"/>
                  <a:pt x="115132" y="28409"/>
                </a:cubicBezTo>
                <a:cubicBezTo>
                  <a:pt x="115132" y="35830"/>
                  <a:pt x="115132" y="35830"/>
                  <a:pt x="115132" y="35830"/>
                </a:cubicBezTo>
                <a:cubicBezTo>
                  <a:pt x="118306" y="35830"/>
                  <a:pt x="119788" y="38798"/>
                  <a:pt x="119788" y="41978"/>
                </a:cubicBezTo>
                <a:cubicBezTo>
                  <a:pt x="119788" y="43462"/>
                  <a:pt x="118306" y="46431"/>
                  <a:pt x="115132" y="46431"/>
                </a:cubicBezTo>
                <a:cubicBezTo>
                  <a:pt x="115132" y="53851"/>
                  <a:pt x="115132" y="53851"/>
                  <a:pt x="115132" y="53851"/>
                </a:cubicBezTo>
                <a:cubicBezTo>
                  <a:pt x="118306" y="53851"/>
                  <a:pt x="119788" y="56819"/>
                  <a:pt x="119788" y="59787"/>
                </a:cubicBezTo>
                <a:cubicBezTo>
                  <a:pt x="119788" y="61272"/>
                  <a:pt x="118306" y="64452"/>
                  <a:pt x="115132" y="64452"/>
                </a:cubicBezTo>
                <a:cubicBezTo>
                  <a:pt x="115132" y="71872"/>
                  <a:pt x="115132" y="71872"/>
                  <a:pt x="115132" y="71872"/>
                </a:cubicBezTo>
                <a:cubicBezTo>
                  <a:pt x="118306" y="71872"/>
                  <a:pt x="119788" y="74840"/>
                  <a:pt x="119788" y="77809"/>
                </a:cubicBezTo>
                <a:cubicBezTo>
                  <a:pt x="119788" y="79293"/>
                  <a:pt x="118306" y="82261"/>
                  <a:pt x="115132" y="82261"/>
                </a:cubicBezTo>
                <a:cubicBezTo>
                  <a:pt x="115132" y="89893"/>
                  <a:pt x="115132" y="89893"/>
                  <a:pt x="115132" y="89893"/>
                </a:cubicBezTo>
                <a:cubicBezTo>
                  <a:pt x="118306" y="89893"/>
                  <a:pt x="119788" y="92862"/>
                  <a:pt x="119788" y="95830"/>
                </a:cubicBezTo>
                <a:close/>
                <a:moveTo>
                  <a:pt x="103280" y="14840"/>
                </a:moveTo>
                <a:lnTo>
                  <a:pt x="103280" y="14840"/>
                </a:lnTo>
                <a:cubicBezTo>
                  <a:pt x="16507" y="14840"/>
                  <a:pt x="16507" y="14840"/>
                  <a:pt x="16507" y="14840"/>
                </a:cubicBezTo>
                <a:cubicBezTo>
                  <a:pt x="16507" y="103250"/>
                  <a:pt x="16507" y="103250"/>
                  <a:pt x="16507" y="103250"/>
                </a:cubicBezTo>
                <a:cubicBezTo>
                  <a:pt x="103280" y="103250"/>
                  <a:pt x="103280" y="103250"/>
                  <a:pt x="103280" y="103250"/>
                </a:cubicBezTo>
                <a:lnTo>
                  <a:pt x="103280" y="14840"/>
                </a:lnTo>
                <a:close/>
                <a:moveTo>
                  <a:pt x="52486" y="79293"/>
                </a:moveTo>
                <a:lnTo>
                  <a:pt x="52486" y="79293"/>
                </a:lnTo>
                <a:cubicBezTo>
                  <a:pt x="79365" y="44946"/>
                  <a:pt x="79365" y="44946"/>
                  <a:pt x="79365" y="44946"/>
                </a:cubicBezTo>
                <a:cubicBezTo>
                  <a:pt x="97354" y="73356"/>
                  <a:pt x="97354" y="73356"/>
                  <a:pt x="97354" y="73356"/>
                </a:cubicBezTo>
                <a:cubicBezTo>
                  <a:pt x="97354" y="97314"/>
                  <a:pt x="97354" y="97314"/>
                  <a:pt x="97354" y="97314"/>
                </a:cubicBezTo>
                <a:cubicBezTo>
                  <a:pt x="22433" y="97314"/>
                  <a:pt x="22433" y="97314"/>
                  <a:pt x="22433" y="97314"/>
                </a:cubicBezTo>
                <a:cubicBezTo>
                  <a:pt x="46349" y="73356"/>
                  <a:pt x="46349" y="73356"/>
                  <a:pt x="46349" y="73356"/>
                </a:cubicBezTo>
                <a:lnTo>
                  <a:pt x="52486" y="79293"/>
                </a:lnTo>
                <a:close/>
                <a:moveTo>
                  <a:pt x="40423" y="50883"/>
                </a:moveTo>
                <a:lnTo>
                  <a:pt x="40423" y="50883"/>
                </a:lnTo>
                <a:cubicBezTo>
                  <a:pt x="33015" y="50883"/>
                  <a:pt x="28571" y="46431"/>
                  <a:pt x="28571" y="38798"/>
                </a:cubicBezTo>
                <a:cubicBezTo>
                  <a:pt x="28571" y="32862"/>
                  <a:pt x="33015" y="26925"/>
                  <a:pt x="40423" y="26925"/>
                </a:cubicBezTo>
                <a:cubicBezTo>
                  <a:pt x="46349" y="26925"/>
                  <a:pt x="52486" y="32862"/>
                  <a:pt x="52486" y="38798"/>
                </a:cubicBezTo>
                <a:cubicBezTo>
                  <a:pt x="52486" y="46431"/>
                  <a:pt x="46349" y="50883"/>
                  <a:pt x="40423" y="50883"/>
                </a:cubicBez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sp>
        <p:nvSpPr>
          <p:cNvPr id="278" name="TextBox 8">
            <a:extLst>
              <a:ext uri="{FF2B5EF4-FFF2-40B4-BE49-F238E27FC236}">
                <a16:creationId xmlns:a16="http://schemas.microsoft.com/office/drawing/2014/main" id="{80B253B4-1E92-7210-A922-4C730D301210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280" name="صورة 279">
            <a:extLst>
              <a:ext uri="{FF2B5EF4-FFF2-40B4-BE49-F238E27FC236}">
                <a16:creationId xmlns:a16="http://schemas.microsoft.com/office/drawing/2014/main" id="{DF8B967B-761E-F713-03C6-28A7B0F0B95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79504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916C-5743-016B-7B45-D69639BA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915A869-6135-BF41-8705-D7C995D09664}"/>
              </a:ext>
            </a:extLst>
          </p:cNvPr>
          <p:cNvSpPr/>
          <p:nvPr/>
        </p:nvSpPr>
        <p:spPr>
          <a:xfrm>
            <a:off x="10734373" y="1318288"/>
            <a:ext cx="1457627" cy="244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ABDC57CF-8AF8-0A00-6E34-70DD9C424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"/>
            <a:ext cx="12192000" cy="6857142"/>
          </a:xfrm>
          <a:prstGeom prst="rect">
            <a:avLst/>
          </a:prstGeom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C89DE1E7-264C-C2A1-0F21-7B2D2453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836" y="298716"/>
            <a:ext cx="2067260" cy="752395"/>
          </a:xfrm>
          <a:prstGeom prst="rect">
            <a:avLst/>
          </a:prstGeom>
        </p:spPr>
      </p:pic>
      <p:sp>
        <p:nvSpPr>
          <p:cNvPr id="234" name="TextBox 8">
            <a:extLst>
              <a:ext uri="{FF2B5EF4-FFF2-40B4-BE49-F238E27FC236}">
                <a16:creationId xmlns:a16="http://schemas.microsoft.com/office/drawing/2014/main" id="{C5122E90-F9C3-9AEA-4DB6-782ACAE43659}"/>
              </a:ext>
            </a:extLst>
          </p:cNvPr>
          <p:cNvSpPr txBox="1"/>
          <p:nvPr/>
        </p:nvSpPr>
        <p:spPr>
          <a:xfrm>
            <a:off x="3158048" y="956602"/>
            <a:ext cx="519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accent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أيقونات متنوعة للاستفادة منها في العروض التقديمية </a:t>
            </a:r>
            <a:endParaRPr lang="en-US" dirty="0">
              <a:solidFill>
                <a:schemeClr val="accent1"/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sp>
        <p:nvSpPr>
          <p:cNvPr id="277" name="AutoShape 4">
            <a:extLst>
              <a:ext uri="{FF2B5EF4-FFF2-40B4-BE49-F238E27FC236}">
                <a16:creationId xmlns:a16="http://schemas.microsoft.com/office/drawing/2014/main" id="{6EB36EC3-CBD0-A68F-E732-6F112B3F812C}"/>
              </a:ext>
            </a:extLst>
          </p:cNvPr>
          <p:cNvSpPr>
            <a:spLocks/>
          </p:cNvSpPr>
          <p:nvPr/>
        </p:nvSpPr>
        <p:spPr bwMode="auto">
          <a:xfrm>
            <a:off x="7206079" y="3826301"/>
            <a:ext cx="398029" cy="3994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8" name="Group 201">
            <a:extLst>
              <a:ext uri="{FF2B5EF4-FFF2-40B4-BE49-F238E27FC236}">
                <a16:creationId xmlns:a16="http://schemas.microsoft.com/office/drawing/2014/main" id="{203D9E34-1EB9-7E89-1043-7B42A46B66EA}"/>
              </a:ext>
            </a:extLst>
          </p:cNvPr>
          <p:cNvGrpSpPr/>
          <p:nvPr/>
        </p:nvGrpSpPr>
        <p:grpSpPr>
          <a:xfrm>
            <a:off x="6467814" y="3876787"/>
            <a:ext cx="411391" cy="334738"/>
            <a:chOff x="10040556" y="3065183"/>
            <a:chExt cx="488068" cy="39712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79" name="AutoShape 5">
              <a:extLst>
                <a:ext uri="{FF2B5EF4-FFF2-40B4-BE49-F238E27FC236}">
                  <a16:creationId xmlns:a16="http://schemas.microsoft.com/office/drawing/2014/main" id="{5B169547-7B71-86D6-B955-9AD01F4FF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5942" y="3186992"/>
              <a:ext cx="91773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999" y="18900"/>
                  </a:moveTo>
                  <a:lnTo>
                    <a:pt x="3600" y="18900"/>
                  </a:lnTo>
                  <a:lnTo>
                    <a:pt x="3600" y="2700"/>
                  </a:lnTo>
                  <a:lnTo>
                    <a:pt x="7200" y="2700"/>
                  </a:lnTo>
                  <a:lnTo>
                    <a:pt x="17999" y="14850"/>
                  </a:lnTo>
                  <a:cubicBezTo>
                    <a:pt x="17999" y="14850"/>
                    <a:pt x="17999" y="18900"/>
                    <a:pt x="17999" y="18900"/>
                  </a:cubicBezTo>
                  <a:close/>
                  <a:moveTo>
                    <a:pt x="10195" y="1202"/>
                  </a:moveTo>
                  <a:cubicBezTo>
                    <a:pt x="9527" y="450"/>
                    <a:pt x="8402" y="0"/>
                    <a:pt x="7200" y="0"/>
                  </a:cubicBezTo>
                  <a:lnTo>
                    <a:pt x="3600" y="0"/>
                  </a:lnTo>
                  <a:cubicBezTo>
                    <a:pt x="1610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610" y="21599"/>
                    <a:pt x="3600" y="21599"/>
                  </a:cubicBezTo>
                  <a:lnTo>
                    <a:pt x="17999" y="21599"/>
                  </a:lnTo>
                  <a:cubicBezTo>
                    <a:pt x="19989" y="21599"/>
                    <a:pt x="21600" y="20392"/>
                    <a:pt x="21600" y="18900"/>
                  </a:cubicBezTo>
                  <a:lnTo>
                    <a:pt x="21600" y="14850"/>
                  </a:lnTo>
                  <a:cubicBezTo>
                    <a:pt x="21600" y="14317"/>
                    <a:pt x="21389" y="13795"/>
                    <a:pt x="20995" y="13352"/>
                  </a:cubicBezTo>
                  <a:cubicBezTo>
                    <a:pt x="20995" y="13352"/>
                    <a:pt x="10195" y="1202"/>
                    <a:pt x="10195" y="120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0" name="AutoShape 6">
              <a:extLst>
                <a:ext uri="{FF2B5EF4-FFF2-40B4-BE49-F238E27FC236}">
                  <a16:creationId xmlns:a16="http://schemas.microsoft.com/office/drawing/2014/main" id="{40C4EC89-9146-4105-D002-C45AD9CE9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0556" y="3065183"/>
              <a:ext cx="488068" cy="39712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50" y="16615"/>
                  </a:moveTo>
                  <a:cubicBezTo>
                    <a:pt x="20250" y="17074"/>
                    <a:pt x="19948" y="17446"/>
                    <a:pt x="19575" y="17446"/>
                  </a:cubicBezTo>
                  <a:lnTo>
                    <a:pt x="18803" y="17446"/>
                  </a:lnTo>
                  <a:cubicBezTo>
                    <a:pt x="18501" y="16016"/>
                    <a:pt x="17453" y="14953"/>
                    <a:pt x="16200" y="14953"/>
                  </a:cubicBezTo>
                  <a:cubicBezTo>
                    <a:pt x="14945" y="14953"/>
                    <a:pt x="13897" y="16016"/>
                    <a:pt x="13595" y="17446"/>
                  </a:cubicBezTo>
                  <a:lnTo>
                    <a:pt x="10029" y="17446"/>
                  </a:lnTo>
                  <a:cubicBezTo>
                    <a:pt x="9727" y="16016"/>
                    <a:pt x="8679" y="14953"/>
                    <a:pt x="7425" y="14953"/>
                  </a:cubicBezTo>
                  <a:cubicBezTo>
                    <a:pt x="6170" y="14953"/>
                    <a:pt x="5122" y="16016"/>
                    <a:pt x="4820" y="17446"/>
                  </a:cubicBezTo>
                  <a:lnTo>
                    <a:pt x="4050" y="17446"/>
                  </a:lnTo>
                  <a:cubicBezTo>
                    <a:pt x="3677" y="17446"/>
                    <a:pt x="3375" y="17074"/>
                    <a:pt x="3375" y="16615"/>
                  </a:cubicBezTo>
                  <a:lnTo>
                    <a:pt x="3375" y="14123"/>
                  </a:lnTo>
                  <a:lnTo>
                    <a:pt x="12150" y="14123"/>
                  </a:lnTo>
                  <a:cubicBezTo>
                    <a:pt x="13266" y="14123"/>
                    <a:pt x="14175" y="13005"/>
                    <a:pt x="14175" y="11630"/>
                  </a:cubicBezTo>
                  <a:lnTo>
                    <a:pt x="14175" y="5815"/>
                  </a:lnTo>
                  <a:lnTo>
                    <a:pt x="16875" y="5815"/>
                  </a:lnTo>
                  <a:cubicBezTo>
                    <a:pt x="17100" y="5815"/>
                    <a:pt x="17311" y="5954"/>
                    <a:pt x="17436" y="6185"/>
                  </a:cubicBezTo>
                  <a:lnTo>
                    <a:pt x="20136" y="11169"/>
                  </a:lnTo>
                  <a:cubicBezTo>
                    <a:pt x="20210" y="11306"/>
                    <a:pt x="20250" y="11466"/>
                    <a:pt x="20250" y="11630"/>
                  </a:cubicBezTo>
                  <a:cubicBezTo>
                    <a:pt x="20250" y="11630"/>
                    <a:pt x="20250" y="16615"/>
                    <a:pt x="20250" y="16615"/>
                  </a:cubicBezTo>
                  <a:close/>
                  <a:moveTo>
                    <a:pt x="16200" y="19938"/>
                  </a:moveTo>
                  <a:cubicBezTo>
                    <a:pt x="15454" y="19938"/>
                    <a:pt x="14850" y="19193"/>
                    <a:pt x="14850" y="18276"/>
                  </a:cubicBezTo>
                  <a:cubicBezTo>
                    <a:pt x="14850" y="17360"/>
                    <a:pt x="15454" y="16615"/>
                    <a:pt x="16200" y="16615"/>
                  </a:cubicBezTo>
                  <a:cubicBezTo>
                    <a:pt x="16945" y="16615"/>
                    <a:pt x="17550" y="17360"/>
                    <a:pt x="17550" y="18276"/>
                  </a:cubicBezTo>
                  <a:cubicBezTo>
                    <a:pt x="17550" y="19193"/>
                    <a:pt x="16945" y="19938"/>
                    <a:pt x="16200" y="19938"/>
                  </a:cubicBezTo>
                  <a:moveTo>
                    <a:pt x="7425" y="19938"/>
                  </a:moveTo>
                  <a:cubicBezTo>
                    <a:pt x="6679" y="19938"/>
                    <a:pt x="6075" y="19193"/>
                    <a:pt x="6075" y="18276"/>
                  </a:cubicBezTo>
                  <a:cubicBezTo>
                    <a:pt x="6075" y="17360"/>
                    <a:pt x="6679" y="16615"/>
                    <a:pt x="7425" y="16615"/>
                  </a:cubicBezTo>
                  <a:cubicBezTo>
                    <a:pt x="8170" y="16615"/>
                    <a:pt x="8775" y="17360"/>
                    <a:pt x="8775" y="18276"/>
                  </a:cubicBezTo>
                  <a:cubicBezTo>
                    <a:pt x="8775" y="19193"/>
                    <a:pt x="8170" y="19938"/>
                    <a:pt x="7425" y="19938"/>
                  </a:cubicBezTo>
                  <a:moveTo>
                    <a:pt x="2024" y="12461"/>
                  </a:moveTo>
                  <a:cubicBezTo>
                    <a:pt x="1652" y="12461"/>
                    <a:pt x="1349" y="12089"/>
                    <a:pt x="1349" y="11630"/>
                  </a:cubicBezTo>
                  <a:lnTo>
                    <a:pt x="1349" y="2492"/>
                  </a:lnTo>
                  <a:cubicBezTo>
                    <a:pt x="1349" y="2033"/>
                    <a:pt x="1652" y="1661"/>
                    <a:pt x="2024" y="1661"/>
                  </a:cubicBezTo>
                  <a:lnTo>
                    <a:pt x="12150" y="1661"/>
                  </a:lnTo>
                  <a:cubicBezTo>
                    <a:pt x="12523" y="1661"/>
                    <a:pt x="12825" y="2033"/>
                    <a:pt x="12825" y="2492"/>
                  </a:cubicBezTo>
                  <a:lnTo>
                    <a:pt x="12825" y="4153"/>
                  </a:lnTo>
                  <a:lnTo>
                    <a:pt x="12825" y="5815"/>
                  </a:lnTo>
                  <a:lnTo>
                    <a:pt x="12825" y="11630"/>
                  </a:lnTo>
                  <a:cubicBezTo>
                    <a:pt x="12825" y="12089"/>
                    <a:pt x="12523" y="12461"/>
                    <a:pt x="12150" y="12461"/>
                  </a:cubicBezTo>
                  <a:cubicBezTo>
                    <a:pt x="12150" y="12461"/>
                    <a:pt x="2024" y="12461"/>
                    <a:pt x="2024" y="12461"/>
                  </a:cubicBezTo>
                  <a:close/>
                  <a:moveTo>
                    <a:pt x="21259" y="10248"/>
                  </a:moveTo>
                  <a:lnTo>
                    <a:pt x="18559" y="5263"/>
                  </a:lnTo>
                  <a:cubicBezTo>
                    <a:pt x="18182" y="4568"/>
                    <a:pt x="17552" y="4153"/>
                    <a:pt x="16875" y="4153"/>
                  </a:cubicBezTo>
                  <a:lnTo>
                    <a:pt x="14175" y="4153"/>
                  </a:lnTo>
                  <a:lnTo>
                    <a:pt x="14175" y="2492"/>
                  </a:lnTo>
                  <a:cubicBezTo>
                    <a:pt x="14175" y="1117"/>
                    <a:pt x="13266" y="0"/>
                    <a:pt x="12150" y="0"/>
                  </a:cubicBezTo>
                  <a:lnTo>
                    <a:pt x="2024" y="0"/>
                  </a:lnTo>
                  <a:cubicBezTo>
                    <a:pt x="908" y="0"/>
                    <a:pt x="0" y="1117"/>
                    <a:pt x="0" y="2492"/>
                  </a:cubicBezTo>
                  <a:lnTo>
                    <a:pt x="0" y="11630"/>
                  </a:lnTo>
                  <a:cubicBezTo>
                    <a:pt x="0" y="13005"/>
                    <a:pt x="908" y="14123"/>
                    <a:pt x="2024" y="14123"/>
                  </a:cubicBezTo>
                  <a:lnTo>
                    <a:pt x="2025" y="14123"/>
                  </a:lnTo>
                  <a:lnTo>
                    <a:pt x="2025" y="16615"/>
                  </a:lnTo>
                  <a:cubicBezTo>
                    <a:pt x="2025" y="17989"/>
                    <a:pt x="2933" y="19107"/>
                    <a:pt x="4050" y="19107"/>
                  </a:cubicBezTo>
                  <a:lnTo>
                    <a:pt x="4820" y="19107"/>
                  </a:lnTo>
                  <a:cubicBezTo>
                    <a:pt x="5122" y="20537"/>
                    <a:pt x="6170" y="21600"/>
                    <a:pt x="7425" y="21600"/>
                  </a:cubicBezTo>
                  <a:cubicBezTo>
                    <a:pt x="8679" y="21600"/>
                    <a:pt x="9727" y="20537"/>
                    <a:pt x="10029" y="19107"/>
                  </a:cubicBezTo>
                  <a:lnTo>
                    <a:pt x="13595" y="19107"/>
                  </a:lnTo>
                  <a:cubicBezTo>
                    <a:pt x="13897" y="20537"/>
                    <a:pt x="14945" y="21600"/>
                    <a:pt x="16200" y="21600"/>
                  </a:cubicBezTo>
                  <a:cubicBezTo>
                    <a:pt x="17453" y="21600"/>
                    <a:pt x="18501" y="20537"/>
                    <a:pt x="18803" y="19107"/>
                  </a:cubicBezTo>
                  <a:lnTo>
                    <a:pt x="19575" y="19107"/>
                  </a:lnTo>
                  <a:cubicBezTo>
                    <a:pt x="20691" y="19107"/>
                    <a:pt x="21599" y="17989"/>
                    <a:pt x="21599" y="16615"/>
                  </a:cubicBezTo>
                  <a:lnTo>
                    <a:pt x="21599" y="11630"/>
                  </a:lnTo>
                  <a:cubicBezTo>
                    <a:pt x="21599" y="11137"/>
                    <a:pt x="21482" y="10658"/>
                    <a:pt x="21259" y="1024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1" name="Group 200">
            <a:extLst>
              <a:ext uri="{FF2B5EF4-FFF2-40B4-BE49-F238E27FC236}">
                <a16:creationId xmlns:a16="http://schemas.microsoft.com/office/drawing/2014/main" id="{35E9CB3B-9447-6507-B46B-480DB09816DB}"/>
              </a:ext>
            </a:extLst>
          </p:cNvPr>
          <p:cNvGrpSpPr/>
          <p:nvPr/>
        </p:nvGrpSpPr>
        <p:grpSpPr>
          <a:xfrm>
            <a:off x="5730672" y="3838110"/>
            <a:ext cx="411391" cy="412093"/>
            <a:chOff x="9064419" y="3019297"/>
            <a:chExt cx="488068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82" name="AutoShape 7">
              <a:extLst>
                <a:ext uri="{FF2B5EF4-FFF2-40B4-BE49-F238E27FC236}">
                  <a16:creationId xmlns:a16="http://schemas.microsoft.com/office/drawing/2014/main" id="{5B2ACE65-FC53-AF62-4C53-81208EA6A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419" y="3019297"/>
              <a:ext cx="488068" cy="488901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3" name="AutoShape 8">
              <a:extLst>
                <a:ext uri="{FF2B5EF4-FFF2-40B4-BE49-F238E27FC236}">
                  <a16:creationId xmlns:a16="http://schemas.microsoft.com/office/drawing/2014/main" id="{DEA03118-E6B3-E72F-22A7-0E025ADD4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7999" y="3232880"/>
              <a:ext cx="60904" cy="6090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4" name="AutoShape 9">
              <a:extLst>
                <a:ext uri="{FF2B5EF4-FFF2-40B4-BE49-F238E27FC236}">
                  <a16:creationId xmlns:a16="http://schemas.microsoft.com/office/drawing/2014/main" id="{6D38959D-1280-3D05-8804-11BC4E679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6261" y="3171975"/>
              <a:ext cx="183547" cy="183547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AutoShape 10">
              <a:extLst>
                <a:ext uri="{FF2B5EF4-FFF2-40B4-BE49-F238E27FC236}">
                  <a16:creationId xmlns:a16="http://schemas.microsoft.com/office/drawing/2014/main" id="{D5139E81-3A70-17A4-36E3-8DC057079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907" y="3293783"/>
              <a:ext cx="75921" cy="78424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AutoShape 11">
              <a:extLst>
                <a:ext uri="{FF2B5EF4-FFF2-40B4-BE49-F238E27FC236}">
                  <a16:creationId xmlns:a16="http://schemas.microsoft.com/office/drawing/2014/main" id="{3C8D799E-C1CA-F3EB-F964-DBF684EAF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8938" y="3324654"/>
              <a:ext cx="109293" cy="111796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AutoShape 12">
              <a:extLst>
                <a:ext uri="{FF2B5EF4-FFF2-40B4-BE49-F238E27FC236}">
                  <a16:creationId xmlns:a16="http://schemas.microsoft.com/office/drawing/2014/main" id="{B80C23C5-55E1-F721-E393-FCFCE5261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3921" y="3309636"/>
              <a:ext cx="92608" cy="94276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AutoShape 13">
              <a:extLst>
                <a:ext uri="{FF2B5EF4-FFF2-40B4-BE49-F238E27FC236}">
                  <a16:creationId xmlns:a16="http://schemas.microsoft.com/office/drawing/2014/main" id="{645A07FB-73BE-ACFF-D488-0A972E4CB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1247" y="3156958"/>
              <a:ext cx="76756" cy="7758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AutoShape 14">
              <a:extLst>
                <a:ext uri="{FF2B5EF4-FFF2-40B4-BE49-F238E27FC236}">
                  <a16:creationId xmlns:a16="http://schemas.microsoft.com/office/drawing/2014/main" id="{F382802B-E367-22BF-B6DF-8C3DEE941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0340" y="3096052"/>
              <a:ext cx="109293" cy="110963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AutoShape 15">
              <a:extLst>
                <a:ext uri="{FF2B5EF4-FFF2-40B4-BE49-F238E27FC236}">
                  <a16:creationId xmlns:a16="http://schemas.microsoft.com/office/drawing/2014/main" id="{58BDCEE3-FCE7-9221-D128-2C79E24D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1209" y="3126089"/>
              <a:ext cx="92608" cy="95111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1" name="Group 199">
            <a:extLst>
              <a:ext uri="{FF2B5EF4-FFF2-40B4-BE49-F238E27FC236}">
                <a16:creationId xmlns:a16="http://schemas.microsoft.com/office/drawing/2014/main" id="{A16B26AA-42A9-0E61-2447-B40B0F7561A8}"/>
              </a:ext>
            </a:extLst>
          </p:cNvPr>
          <p:cNvGrpSpPr/>
          <p:nvPr/>
        </p:nvGrpSpPr>
        <p:grpSpPr>
          <a:xfrm>
            <a:off x="4992825" y="3850769"/>
            <a:ext cx="411390" cy="399435"/>
            <a:chOff x="8087449" y="3034316"/>
            <a:chExt cx="488067" cy="47388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92" name="AutoShape 16">
              <a:extLst>
                <a:ext uri="{FF2B5EF4-FFF2-40B4-BE49-F238E27FC236}">
                  <a16:creationId xmlns:a16="http://schemas.microsoft.com/office/drawing/2014/main" id="{67BF3936-E279-DDCF-06AE-450A6D6BF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1899" y="3293784"/>
              <a:ext cx="60904" cy="6173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4841"/>
                    <a:pt x="0" y="10800"/>
                  </a:cubicBezTo>
                  <a:cubicBezTo>
                    <a:pt x="0" y="16758"/>
                    <a:pt x="4838" y="21599"/>
                    <a:pt x="10800" y="21599"/>
                  </a:cubicBezTo>
                  <a:cubicBezTo>
                    <a:pt x="16761" y="21599"/>
                    <a:pt x="21600" y="16758"/>
                    <a:pt x="21600" y="10800"/>
                  </a:cubicBezTo>
                  <a:cubicBezTo>
                    <a:pt x="21600" y="4841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AutoShape 17">
              <a:extLst>
                <a:ext uri="{FF2B5EF4-FFF2-40B4-BE49-F238E27FC236}">
                  <a16:creationId xmlns:a16="http://schemas.microsoft.com/office/drawing/2014/main" id="{4BF54C51-599C-AB52-2BF6-DC30E8D34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7449" y="3034316"/>
              <a:ext cx="488067" cy="473884"/>
            </a:xfrm>
            <a:custGeom>
              <a:avLst/>
              <a:gdLst>
                <a:gd name="T0" fmla="*/ 10473 w 20946"/>
                <a:gd name="T1" fmla="*/ 10800 h 21600"/>
                <a:gd name="T2" fmla="*/ 10473 w 20946"/>
                <a:gd name="T3" fmla="*/ 10800 h 21600"/>
                <a:gd name="T4" fmla="*/ 10473 w 20946"/>
                <a:gd name="T5" fmla="*/ 10800 h 21600"/>
                <a:gd name="T6" fmla="*/ 10473 w 20946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946" h="21600">
                  <a:moveTo>
                    <a:pt x="18509" y="15329"/>
                  </a:moveTo>
                  <a:lnTo>
                    <a:pt x="11782" y="15329"/>
                  </a:lnTo>
                  <a:cubicBezTo>
                    <a:pt x="10699" y="15329"/>
                    <a:pt x="9818" y="14391"/>
                    <a:pt x="9818" y="13238"/>
                  </a:cubicBezTo>
                  <a:cubicBezTo>
                    <a:pt x="9818" y="12086"/>
                    <a:pt x="10699" y="11148"/>
                    <a:pt x="11782" y="11148"/>
                  </a:cubicBezTo>
                  <a:lnTo>
                    <a:pt x="17673" y="11148"/>
                  </a:lnTo>
                  <a:cubicBezTo>
                    <a:pt x="18077" y="11142"/>
                    <a:pt x="18477" y="10934"/>
                    <a:pt x="18721" y="10588"/>
                  </a:cubicBezTo>
                  <a:cubicBezTo>
                    <a:pt x="18789" y="10491"/>
                    <a:pt x="18842" y="10381"/>
                    <a:pt x="18885" y="10267"/>
                  </a:cubicBezTo>
                  <a:cubicBezTo>
                    <a:pt x="18890" y="10251"/>
                    <a:pt x="18901" y="10239"/>
                    <a:pt x="18906" y="10224"/>
                  </a:cubicBezTo>
                  <a:cubicBezTo>
                    <a:pt x="19377" y="10880"/>
                    <a:pt x="19636" y="11686"/>
                    <a:pt x="19636" y="12541"/>
                  </a:cubicBezTo>
                  <a:cubicBezTo>
                    <a:pt x="19636" y="13613"/>
                    <a:pt x="19230" y="14607"/>
                    <a:pt x="18509" y="15329"/>
                  </a:cubicBezTo>
                  <a:moveTo>
                    <a:pt x="17673" y="17767"/>
                  </a:moveTo>
                  <a:cubicBezTo>
                    <a:pt x="17673" y="19114"/>
                    <a:pt x="16647" y="20206"/>
                    <a:pt x="15382" y="20206"/>
                  </a:cubicBezTo>
                  <a:lnTo>
                    <a:pt x="3600" y="20206"/>
                  </a:lnTo>
                  <a:cubicBezTo>
                    <a:pt x="2334" y="20206"/>
                    <a:pt x="1309" y="19114"/>
                    <a:pt x="1309" y="17767"/>
                  </a:cubicBezTo>
                  <a:lnTo>
                    <a:pt x="1309" y="6786"/>
                  </a:lnTo>
                  <a:cubicBezTo>
                    <a:pt x="1931" y="7334"/>
                    <a:pt x="2730" y="7664"/>
                    <a:pt x="3600" y="7664"/>
                  </a:cubicBezTo>
                  <a:lnTo>
                    <a:pt x="14400" y="7664"/>
                  </a:lnTo>
                  <a:lnTo>
                    <a:pt x="17018" y="7664"/>
                  </a:lnTo>
                  <a:cubicBezTo>
                    <a:pt x="17379" y="7664"/>
                    <a:pt x="17673" y="7976"/>
                    <a:pt x="17673" y="8361"/>
                  </a:cubicBezTo>
                  <a:lnTo>
                    <a:pt x="17673" y="9754"/>
                  </a:lnTo>
                  <a:lnTo>
                    <a:pt x="11782" y="9754"/>
                  </a:lnTo>
                  <a:cubicBezTo>
                    <a:pt x="9974" y="9754"/>
                    <a:pt x="8509" y="11314"/>
                    <a:pt x="8509" y="13238"/>
                  </a:cubicBezTo>
                  <a:cubicBezTo>
                    <a:pt x="8509" y="15163"/>
                    <a:pt x="9974" y="16722"/>
                    <a:pt x="11782" y="16722"/>
                  </a:cubicBezTo>
                  <a:lnTo>
                    <a:pt x="17673" y="16722"/>
                  </a:lnTo>
                  <a:cubicBezTo>
                    <a:pt x="17673" y="16722"/>
                    <a:pt x="17673" y="17767"/>
                    <a:pt x="17673" y="17767"/>
                  </a:cubicBezTo>
                  <a:close/>
                  <a:moveTo>
                    <a:pt x="16363" y="5574"/>
                  </a:moveTo>
                  <a:lnTo>
                    <a:pt x="16363" y="6270"/>
                  </a:lnTo>
                  <a:lnTo>
                    <a:pt x="14400" y="6270"/>
                  </a:lnTo>
                  <a:lnTo>
                    <a:pt x="3600" y="6270"/>
                  </a:lnTo>
                  <a:cubicBezTo>
                    <a:pt x="3246" y="6270"/>
                    <a:pt x="2916" y="6179"/>
                    <a:pt x="2617" y="6027"/>
                  </a:cubicBezTo>
                  <a:lnTo>
                    <a:pt x="2617" y="5574"/>
                  </a:lnTo>
                  <a:cubicBezTo>
                    <a:pt x="2617" y="5574"/>
                    <a:pt x="16363" y="5574"/>
                    <a:pt x="16363" y="5574"/>
                  </a:cubicBezTo>
                  <a:close/>
                  <a:moveTo>
                    <a:pt x="16363" y="4877"/>
                  </a:moveTo>
                  <a:lnTo>
                    <a:pt x="2617" y="4877"/>
                  </a:lnTo>
                  <a:lnTo>
                    <a:pt x="2617" y="4180"/>
                  </a:lnTo>
                  <a:lnTo>
                    <a:pt x="16363" y="4180"/>
                  </a:lnTo>
                  <a:cubicBezTo>
                    <a:pt x="16363" y="4180"/>
                    <a:pt x="16363" y="4877"/>
                    <a:pt x="16363" y="4877"/>
                  </a:cubicBezTo>
                  <a:close/>
                  <a:moveTo>
                    <a:pt x="16363" y="3483"/>
                  </a:moveTo>
                  <a:lnTo>
                    <a:pt x="2617" y="3483"/>
                  </a:lnTo>
                  <a:lnTo>
                    <a:pt x="2617" y="2787"/>
                  </a:lnTo>
                  <a:lnTo>
                    <a:pt x="16363" y="2787"/>
                  </a:lnTo>
                  <a:cubicBezTo>
                    <a:pt x="16363" y="2787"/>
                    <a:pt x="16363" y="3483"/>
                    <a:pt x="16363" y="3483"/>
                  </a:cubicBezTo>
                  <a:close/>
                  <a:moveTo>
                    <a:pt x="3600" y="1393"/>
                  </a:moveTo>
                  <a:lnTo>
                    <a:pt x="14400" y="1393"/>
                  </a:lnTo>
                  <a:lnTo>
                    <a:pt x="17018" y="1393"/>
                  </a:lnTo>
                  <a:cubicBezTo>
                    <a:pt x="17379" y="1393"/>
                    <a:pt x="17673" y="1705"/>
                    <a:pt x="17673" y="2090"/>
                  </a:cubicBezTo>
                  <a:lnTo>
                    <a:pt x="17673" y="3832"/>
                  </a:lnTo>
                  <a:lnTo>
                    <a:pt x="17673" y="4180"/>
                  </a:lnTo>
                  <a:lnTo>
                    <a:pt x="17673" y="6398"/>
                  </a:lnTo>
                  <a:cubicBezTo>
                    <a:pt x="17466" y="6321"/>
                    <a:pt x="17249" y="6270"/>
                    <a:pt x="17018" y="6270"/>
                  </a:cubicBezTo>
                  <a:lnTo>
                    <a:pt x="17018" y="5574"/>
                  </a:lnTo>
                  <a:lnTo>
                    <a:pt x="17018" y="4180"/>
                  </a:lnTo>
                  <a:lnTo>
                    <a:pt x="17018" y="2787"/>
                  </a:lnTo>
                  <a:cubicBezTo>
                    <a:pt x="17018" y="2401"/>
                    <a:pt x="16724" y="2090"/>
                    <a:pt x="16363" y="2090"/>
                  </a:cubicBezTo>
                  <a:lnTo>
                    <a:pt x="2617" y="2090"/>
                  </a:lnTo>
                  <a:cubicBezTo>
                    <a:pt x="2256" y="2090"/>
                    <a:pt x="1963" y="2401"/>
                    <a:pt x="1963" y="2787"/>
                  </a:cubicBezTo>
                  <a:lnTo>
                    <a:pt x="1963" y="4180"/>
                  </a:lnTo>
                  <a:lnTo>
                    <a:pt x="1963" y="5534"/>
                  </a:lnTo>
                  <a:cubicBezTo>
                    <a:pt x="1559" y="5094"/>
                    <a:pt x="1309" y="4495"/>
                    <a:pt x="1309" y="3832"/>
                  </a:cubicBezTo>
                  <a:cubicBezTo>
                    <a:pt x="1309" y="2485"/>
                    <a:pt x="2334" y="1393"/>
                    <a:pt x="3600" y="1393"/>
                  </a:cubicBezTo>
                  <a:moveTo>
                    <a:pt x="18983" y="8361"/>
                  </a:moveTo>
                  <a:lnTo>
                    <a:pt x="18982" y="8361"/>
                  </a:lnTo>
                  <a:lnTo>
                    <a:pt x="18982" y="4180"/>
                  </a:lnTo>
                  <a:lnTo>
                    <a:pt x="18982" y="3832"/>
                  </a:lnTo>
                  <a:lnTo>
                    <a:pt x="18982" y="2090"/>
                  </a:lnTo>
                  <a:cubicBezTo>
                    <a:pt x="18982" y="935"/>
                    <a:pt x="18102" y="0"/>
                    <a:pt x="17018" y="0"/>
                  </a:cubicBezTo>
                  <a:lnTo>
                    <a:pt x="14400" y="0"/>
                  </a:lnTo>
                  <a:lnTo>
                    <a:pt x="3600" y="0"/>
                  </a:lnTo>
                  <a:cubicBezTo>
                    <a:pt x="1614" y="0"/>
                    <a:pt x="0" y="1719"/>
                    <a:pt x="0" y="3832"/>
                  </a:cubicBezTo>
                  <a:lnTo>
                    <a:pt x="0" y="17767"/>
                  </a:lnTo>
                  <a:cubicBezTo>
                    <a:pt x="0" y="19880"/>
                    <a:pt x="1614" y="21600"/>
                    <a:pt x="3600" y="21600"/>
                  </a:cubicBezTo>
                  <a:lnTo>
                    <a:pt x="15382" y="21600"/>
                  </a:lnTo>
                  <a:cubicBezTo>
                    <a:pt x="17366" y="21600"/>
                    <a:pt x="18982" y="19880"/>
                    <a:pt x="18982" y="17767"/>
                  </a:cubicBezTo>
                  <a:lnTo>
                    <a:pt x="18982" y="16722"/>
                  </a:lnTo>
                  <a:lnTo>
                    <a:pt x="18983" y="16722"/>
                  </a:lnTo>
                  <a:cubicBezTo>
                    <a:pt x="21600" y="14631"/>
                    <a:pt x="21600" y="10452"/>
                    <a:pt x="18983" y="836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4" name="Group 212">
            <a:extLst>
              <a:ext uri="{FF2B5EF4-FFF2-40B4-BE49-F238E27FC236}">
                <a16:creationId xmlns:a16="http://schemas.microsoft.com/office/drawing/2014/main" id="{A113D78D-C1A8-2311-478A-D9B34FA281D6}"/>
              </a:ext>
            </a:extLst>
          </p:cNvPr>
          <p:cNvGrpSpPr/>
          <p:nvPr/>
        </p:nvGrpSpPr>
        <p:grpSpPr>
          <a:xfrm>
            <a:off x="10713660" y="2369547"/>
            <a:ext cx="411390" cy="412093"/>
            <a:chOff x="7111313" y="3019297"/>
            <a:chExt cx="488067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295" name="AutoShape 18">
              <a:extLst>
                <a:ext uri="{FF2B5EF4-FFF2-40B4-BE49-F238E27FC236}">
                  <a16:creationId xmlns:a16="http://schemas.microsoft.com/office/drawing/2014/main" id="{F0996DA2-55F9-845C-D3F7-81139CB30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313" y="3019297"/>
              <a:ext cx="488067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AutoShape 19">
              <a:extLst>
                <a:ext uri="{FF2B5EF4-FFF2-40B4-BE49-F238E27FC236}">
                  <a16:creationId xmlns:a16="http://schemas.microsoft.com/office/drawing/2014/main" id="{0BA5F041-53F7-70DC-6787-0015C33B2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8103" y="3202845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AutoShape 20">
              <a:extLst>
                <a:ext uri="{FF2B5EF4-FFF2-40B4-BE49-F238E27FC236}">
                  <a16:creationId xmlns:a16="http://schemas.microsoft.com/office/drawing/2014/main" id="{E5E0A8AD-D8E6-489F-6DD6-3308D9E8C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8103" y="3278768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8" name="AutoShape 21">
              <a:extLst>
                <a:ext uri="{FF2B5EF4-FFF2-40B4-BE49-F238E27FC236}">
                  <a16:creationId xmlns:a16="http://schemas.microsoft.com/office/drawing/2014/main" id="{E509EBFE-34FF-4A9F-BAC1-0B5C99044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8103" y="3355524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9" name="AutoShape 22">
              <a:extLst>
                <a:ext uri="{FF2B5EF4-FFF2-40B4-BE49-F238E27FC236}">
                  <a16:creationId xmlns:a16="http://schemas.microsoft.com/office/drawing/2014/main" id="{416F5925-B4D7-C333-43F9-BB63F6D32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94" y="3355524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0" name="AutoShape 23">
              <a:extLst>
                <a:ext uri="{FF2B5EF4-FFF2-40B4-BE49-F238E27FC236}">
                  <a16:creationId xmlns:a16="http://schemas.microsoft.com/office/drawing/2014/main" id="{64558C05-3020-57B3-0434-A8EF3D4A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94" y="3278768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1" name="AutoShape 24">
              <a:extLst>
                <a:ext uri="{FF2B5EF4-FFF2-40B4-BE49-F238E27FC236}">
                  <a16:creationId xmlns:a16="http://schemas.microsoft.com/office/drawing/2014/main" id="{40159146-0EAE-5777-AEF7-1A81F4AD2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94" y="3202845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2" name="AutoShape 25">
              <a:extLst>
                <a:ext uri="{FF2B5EF4-FFF2-40B4-BE49-F238E27FC236}">
                  <a16:creationId xmlns:a16="http://schemas.microsoft.com/office/drawing/2014/main" id="{1264995C-BFE6-4AAA-65D5-39201F59B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1686" y="3355524"/>
              <a:ext cx="60904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3" name="AutoShape 26">
              <a:extLst>
                <a:ext uri="{FF2B5EF4-FFF2-40B4-BE49-F238E27FC236}">
                  <a16:creationId xmlns:a16="http://schemas.microsoft.com/office/drawing/2014/main" id="{81AFFAC6-6260-E261-A844-1DB4D1AAE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1686" y="3278768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4" name="AutoShape 27">
              <a:extLst>
                <a:ext uri="{FF2B5EF4-FFF2-40B4-BE49-F238E27FC236}">
                  <a16:creationId xmlns:a16="http://schemas.microsoft.com/office/drawing/2014/main" id="{B2ACE102-9214-5A7F-8EDF-4625D95F8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1686" y="3202845"/>
              <a:ext cx="60904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5" name="AutoShape 28">
            <a:extLst>
              <a:ext uri="{FF2B5EF4-FFF2-40B4-BE49-F238E27FC236}">
                <a16:creationId xmlns:a16="http://schemas.microsoft.com/office/drawing/2014/main" id="{EE56D638-81D9-3BA7-CDBF-810A7179831B}"/>
              </a:ext>
            </a:extLst>
          </p:cNvPr>
          <p:cNvSpPr>
            <a:spLocks/>
          </p:cNvSpPr>
          <p:nvPr/>
        </p:nvSpPr>
        <p:spPr bwMode="auto">
          <a:xfrm>
            <a:off x="10734777" y="3157834"/>
            <a:ext cx="412093" cy="4120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9450"/>
                </a:moveTo>
                <a:cubicBezTo>
                  <a:pt x="20249" y="9823"/>
                  <a:pt x="19947" y="10124"/>
                  <a:pt x="19575" y="10124"/>
                </a:cubicBezTo>
                <a:lnTo>
                  <a:pt x="18324" y="10124"/>
                </a:lnTo>
                <a:lnTo>
                  <a:pt x="15624" y="5400"/>
                </a:lnTo>
                <a:lnTo>
                  <a:pt x="17549" y="5400"/>
                </a:lnTo>
                <a:cubicBezTo>
                  <a:pt x="17762" y="5400"/>
                  <a:pt x="17962" y="5500"/>
                  <a:pt x="18089" y="5670"/>
                </a:cubicBezTo>
                <a:lnTo>
                  <a:pt x="20114" y="8370"/>
                </a:lnTo>
                <a:cubicBezTo>
                  <a:pt x="20202" y="8486"/>
                  <a:pt x="20249" y="8628"/>
                  <a:pt x="20249" y="8774"/>
                </a:cubicBezTo>
                <a:cubicBezTo>
                  <a:pt x="20249" y="8774"/>
                  <a:pt x="20249" y="9450"/>
                  <a:pt x="20249" y="9450"/>
                </a:cubicBezTo>
                <a:close/>
                <a:moveTo>
                  <a:pt x="18224" y="20249"/>
                </a:moveTo>
                <a:lnTo>
                  <a:pt x="14174" y="20249"/>
                </a:lnTo>
                <a:lnTo>
                  <a:pt x="14174" y="13500"/>
                </a:lnTo>
                <a:cubicBezTo>
                  <a:pt x="14174" y="13126"/>
                  <a:pt x="13872" y="12825"/>
                  <a:pt x="13499" y="12825"/>
                </a:cubicBezTo>
                <a:lnTo>
                  <a:pt x="8437" y="12825"/>
                </a:lnTo>
                <a:cubicBezTo>
                  <a:pt x="8064" y="12825"/>
                  <a:pt x="7762" y="13126"/>
                  <a:pt x="7762" y="13500"/>
                </a:cubicBezTo>
                <a:lnTo>
                  <a:pt x="7762" y="20249"/>
                </a:lnTo>
                <a:lnTo>
                  <a:pt x="3374" y="20249"/>
                </a:lnTo>
                <a:lnTo>
                  <a:pt x="3374" y="11475"/>
                </a:lnTo>
                <a:lnTo>
                  <a:pt x="18224" y="11475"/>
                </a:lnTo>
                <a:cubicBezTo>
                  <a:pt x="18224" y="11475"/>
                  <a:pt x="18224" y="20249"/>
                  <a:pt x="18224" y="20249"/>
                </a:cubicBezTo>
                <a:close/>
                <a:moveTo>
                  <a:pt x="13499" y="20249"/>
                </a:moveTo>
                <a:lnTo>
                  <a:pt x="8437" y="20249"/>
                </a:lnTo>
                <a:lnTo>
                  <a:pt x="8437" y="13500"/>
                </a:lnTo>
                <a:lnTo>
                  <a:pt x="13499" y="13500"/>
                </a:lnTo>
                <a:cubicBezTo>
                  <a:pt x="13499" y="13500"/>
                  <a:pt x="13499" y="20249"/>
                  <a:pt x="13499" y="20249"/>
                </a:cubicBezTo>
                <a:close/>
                <a:moveTo>
                  <a:pt x="1349" y="9450"/>
                </a:moveTo>
                <a:lnTo>
                  <a:pt x="1349" y="8774"/>
                </a:lnTo>
                <a:cubicBezTo>
                  <a:pt x="1349" y="8628"/>
                  <a:pt x="1397" y="8486"/>
                  <a:pt x="1485" y="8370"/>
                </a:cubicBezTo>
                <a:lnTo>
                  <a:pt x="3510" y="5670"/>
                </a:lnTo>
                <a:cubicBezTo>
                  <a:pt x="3637" y="5500"/>
                  <a:pt x="3837" y="5400"/>
                  <a:pt x="4049" y="5400"/>
                </a:cubicBezTo>
                <a:lnTo>
                  <a:pt x="5975" y="5400"/>
                </a:lnTo>
                <a:lnTo>
                  <a:pt x="3275" y="10124"/>
                </a:lnTo>
                <a:lnTo>
                  <a:pt x="2024" y="10124"/>
                </a:lnTo>
                <a:cubicBezTo>
                  <a:pt x="1652" y="10124"/>
                  <a:pt x="1349" y="9823"/>
                  <a:pt x="1349" y="9450"/>
                </a:cubicBezTo>
                <a:moveTo>
                  <a:pt x="13369" y="5400"/>
                </a:moveTo>
                <a:lnTo>
                  <a:pt x="14846" y="5400"/>
                </a:lnTo>
                <a:lnTo>
                  <a:pt x="17546" y="10124"/>
                </a:lnTo>
                <a:lnTo>
                  <a:pt x="14719" y="10124"/>
                </a:lnTo>
                <a:cubicBezTo>
                  <a:pt x="14719" y="10124"/>
                  <a:pt x="13369" y="5400"/>
                  <a:pt x="13369" y="5400"/>
                </a:cubicBezTo>
                <a:close/>
                <a:moveTo>
                  <a:pt x="11137" y="5400"/>
                </a:moveTo>
                <a:lnTo>
                  <a:pt x="12666" y="5400"/>
                </a:lnTo>
                <a:lnTo>
                  <a:pt x="14016" y="10124"/>
                </a:lnTo>
                <a:lnTo>
                  <a:pt x="11137" y="10124"/>
                </a:lnTo>
                <a:cubicBezTo>
                  <a:pt x="11137" y="10124"/>
                  <a:pt x="11137" y="5400"/>
                  <a:pt x="11137" y="5400"/>
                </a:cubicBezTo>
                <a:close/>
                <a:moveTo>
                  <a:pt x="8932" y="5400"/>
                </a:moveTo>
                <a:lnTo>
                  <a:pt x="10462" y="5400"/>
                </a:lnTo>
                <a:lnTo>
                  <a:pt x="10462" y="10124"/>
                </a:lnTo>
                <a:lnTo>
                  <a:pt x="7582" y="10124"/>
                </a:lnTo>
                <a:cubicBezTo>
                  <a:pt x="7582" y="10124"/>
                  <a:pt x="8932" y="5400"/>
                  <a:pt x="8932" y="5400"/>
                </a:cubicBezTo>
                <a:close/>
                <a:moveTo>
                  <a:pt x="6880" y="10124"/>
                </a:moveTo>
                <a:lnTo>
                  <a:pt x="4052" y="10124"/>
                </a:lnTo>
                <a:lnTo>
                  <a:pt x="6752" y="5400"/>
                </a:lnTo>
                <a:lnTo>
                  <a:pt x="8230" y="5400"/>
                </a:lnTo>
                <a:cubicBezTo>
                  <a:pt x="8230" y="5400"/>
                  <a:pt x="6880" y="10124"/>
                  <a:pt x="6880" y="10124"/>
                </a:cubicBezTo>
                <a:close/>
                <a:moveTo>
                  <a:pt x="17549" y="1350"/>
                </a:moveTo>
                <a:lnTo>
                  <a:pt x="17549" y="4050"/>
                </a:lnTo>
                <a:lnTo>
                  <a:pt x="4049" y="4050"/>
                </a:lnTo>
                <a:lnTo>
                  <a:pt x="4049" y="1350"/>
                </a:lnTo>
                <a:cubicBezTo>
                  <a:pt x="4049" y="1350"/>
                  <a:pt x="17549" y="1350"/>
                  <a:pt x="17549" y="1350"/>
                </a:cubicBezTo>
                <a:close/>
                <a:moveTo>
                  <a:pt x="21194" y="7560"/>
                </a:moveTo>
                <a:lnTo>
                  <a:pt x="19170" y="4861"/>
                </a:lnTo>
                <a:cubicBezTo>
                  <a:pt x="19091" y="4755"/>
                  <a:pt x="18997" y="4663"/>
                  <a:pt x="18899" y="4576"/>
                </a:cubicBezTo>
                <a:lnTo>
                  <a:pt x="18899" y="1350"/>
                </a:lnTo>
                <a:cubicBezTo>
                  <a:pt x="18899" y="605"/>
                  <a:pt x="18295" y="0"/>
                  <a:pt x="17549" y="0"/>
                </a:cubicBezTo>
                <a:lnTo>
                  <a:pt x="4049" y="0"/>
                </a:lnTo>
                <a:cubicBezTo>
                  <a:pt x="3304" y="0"/>
                  <a:pt x="2699" y="605"/>
                  <a:pt x="2699" y="1350"/>
                </a:cubicBezTo>
                <a:lnTo>
                  <a:pt x="2699" y="4576"/>
                </a:lnTo>
                <a:cubicBezTo>
                  <a:pt x="2602" y="4663"/>
                  <a:pt x="2508" y="4754"/>
                  <a:pt x="2430" y="4860"/>
                </a:cubicBezTo>
                <a:lnTo>
                  <a:pt x="406" y="7559"/>
                </a:lnTo>
                <a:cubicBezTo>
                  <a:pt x="143" y="7907"/>
                  <a:pt x="0" y="8338"/>
                  <a:pt x="0" y="8774"/>
                </a:cubicBezTo>
                <a:lnTo>
                  <a:pt x="0" y="9450"/>
                </a:lnTo>
                <a:cubicBezTo>
                  <a:pt x="0" y="10566"/>
                  <a:pt x="908" y="11475"/>
                  <a:pt x="2024" y="11475"/>
                </a:cubicBezTo>
                <a:lnTo>
                  <a:pt x="2024" y="20249"/>
                </a:lnTo>
                <a:cubicBezTo>
                  <a:pt x="2024" y="20994"/>
                  <a:pt x="2629" y="21599"/>
                  <a:pt x="3374" y="21599"/>
                </a:cubicBezTo>
                <a:lnTo>
                  <a:pt x="18224" y="21599"/>
                </a:lnTo>
                <a:cubicBezTo>
                  <a:pt x="18970" y="21599"/>
                  <a:pt x="19575" y="20994"/>
                  <a:pt x="19575" y="20249"/>
                </a:cubicBezTo>
                <a:lnTo>
                  <a:pt x="19575" y="11475"/>
                </a:lnTo>
                <a:cubicBezTo>
                  <a:pt x="20691" y="11475"/>
                  <a:pt x="21600" y="10566"/>
                  <a:pt x="21600" y="9450"/>
                </a:cubicBezTo>
                <a:lnTo>
                  <a:pt x="21600" y="8774"/>
                </a:lnTo>
                <a:cubicBezTo>
                  <a:pt x="21600" y="8338"/>
                  <a:pt x="21456" y="7907"/>
                  <a:pt x="21194" y="756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6" name="AutoShape 29">
            <a:extLst>
              <a:ext uri="{FF2B5EF4-FFF2-40B4-BE49-F238E27FC236}">
                <a16:creationId xmlns:a16="http://schemas.microsoft.com/office/drawing/2014/main" id="{7E1E1DDA-DACC-EE4A-3078-7BE9940DA981}"/>
              </a:ext>
            </a:extLst>
          </p:cNvPr>
          <p:cNvSpPr>
            <a:spLocks/>
          </p:cNvSpPr>
          <p:nvPr/>
        </p:nvSpPr>
        <p:spPr bwMode="auto">
          <a:xfrm>
            <a:off x="8877858" y="3186787"/>
            <a:ext cx="411391" cy="372713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7" name="Group 207">
            <a:extLst>
              <a:ext uri="{FF2B5EF4-FFF2-40B4-BE49-F238E27FC236}">
                <a16:creationId xmlns:a16="http://schemas.microsoft.com/office/drawing/2014/main" id="{538AF13D-1494-1215-DFA6-FB0BB96E325A}"/>
              </a:ext>
            </a:extLst>
          </p:cNvPr>
          <p:cNvGrpSpPr/>
          <p:nvPr/>
        </p:nvGrpSpPr>
        <p:grpSpPr>
          <a:xfrm>
            <a:off x="8265877" y="3173426"/>
            <a:ext cx="283402" cy="412093"/>
            <a:chOff x="10116474" y="2042327"/>
            <a:chExt cx="336224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08" name="AutoShape 30">
              <a:extLst>
                <a:ext uri="{FF2B5EF4-FFF2-40B4-BE49-F238E27FC236}">
                  <a16:creationId xmlns:a16="http://schemas.microsoft.com/office/drawing/2014/main" id="{E1DB7593-5AB8-BF48-DA41-C28BB934D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474" y="2042327"/>
              <a:ext cx="336224" cy="488901"/>
            </a:xfrm>
            <a:custGeom>
              <a:avLst/>
              <a:gdLst>
                <a:gd name="T0" fmla="*/ 10383 w 20767"/>
                <a:gd name="T1" fmla="*/ 10800 h 21600"/>
                <a:gd name="T2" fmla="*/ 10383 w 20767"/>
                <a:gd name="T3" fmla="*/ 10800 h 21600"/>
                <a:gd name="T4" fmla="*/ 10383 w 20767"/>
                <a:gd name="T5" fmla="*/ 10800 h 21600"/>
                <a:gd name="T6" fmla="*/ 10383 w 20767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67" h="21600">
                  <a:moveTo>
                    <a:pt x="18566" y="16551"/>
                  </a:moveTo>
                  <a:cubicBezTo>
                    <a:pt x="17960" y="18284"/>
                    <a:pt x="17274" y="20249"/>
                    <a:pt x="9436" y="20249"/>
                  </a:cubicBezTo>
                  <a:cubicBezTo>
                    <a:pt x="4711" y="20249"/>
                    <a:pt x="1888" y="17809"/>
                    <a:pt x="1888" y="15451"/>
                  </a:cubicBezTo>
                  <a:cubicBezTo>
                    <a:pt x="1888" y="13645"/>
                    <a:pt x="2349" y="12161"/>
                    <a:pt x="2835" y="10591"/>
                  </a:cubicBezTo>
                  <a:cubicBezTo>
                    <a:pt x="3454" y="8600"/>
                    <a:pt x="4088" y="6563"/>
                    <a:pt x="3813" y="3868"/>
                  </a:cubicBezTo>
                  <a:cubicBezTo>
                    <a:pt x="6723" y="6750"/>
                    <a:pt x="7759" y="10567"/>
                    <a:pt x="7759" y="10567"/>
                  </a:cubicBezTo>
                  <a:cubicBezTo>
                    <a:pt x="7759" y="10567"/>
                    <a:pt x="10468" y="7846"/>
                    <a:pt x="11196" y="6582"/>
                  </a:cubicBezTo>
                  <a:cubicBezTo>
                    <a:pt x="11755" y="7395"/>
                    <a:pt x="12267" y="10124"/>
                    <a:pt x="12267" y="12825"/>
                  </a:cubicBezTo>
                  <a:cubicBezTo>
                    <a:pt x="12267" y="12825"/>
                    <a:pt x="14773" y="11347"/>
                    <a:pt x="16653" y="9127"/>
                  </a:cubicBezTo>
                  <a:cubicBezTo>
                    <a:pt x="18632" y="11666"/>
                    <a:pt x="19346" y="14320"/>
                    <a:pt x="18566" y="16551"/>
                  </a:cubicBezTo>
                  <a:moveTo>
                    <a:pt x="16041" y="6075"/>
                  </a:moveTo>
                  <a:cubicBezTo>
                    <a:pt x="15982" y="7879"/>
                    <a:pt x="14088" y="9404"/>
                    <a:pt x="14088" y="9404"/>
                  </a:cubicBezTo>
                  <a:cubicBezTo>
                    <a:pt x="14088" y="6046"/>
                    <a:pt x="10380" y="3375"/>
                    <a:pt x="10380" y="3375"/>
                  </a:cubicBezTo>
                  <a:cubicBezTo>
                    <a:pt x="10380" y="3375"/>
                    <a:pt x="10330" y="5373"/>
                    <a:pt x="8452" y="7389"/>
                  </a:cubicBezTo>
                  <a:cubicBezTo>
                    <a:pt x="6574" y="2686"/>
                    <a:pt x="938" y="0"/>
                    <a:pt x="938" y="0"/>
                  </a:cubicBezTo>
                  <a:cubicBezTo>
                    <a:pt x="3756" y="7389"/>
                    <a:pt x="0" y="10076"/>
                    <a:pt x="0" y="15451"/>
                  </a:cubicBezTo>
                  <a:cubicBezTo>
                    <a:pt x="0" y="18604"/>
                    <a:pt x="3730" y="21599"/>
                    <a:pt x="9436" y="21599"/>
                  </a:cubicBezTo>
                  <a:cubicBezTo>
                    <a:pt x="17888" y="21599"/>
                    <a:pt x="19523" y="19379"/>
                    <a:pt x="20396" y="16878"/>
                  </a:cubicBezTo>
                  <a:cubicBezTo>
                    <a:pt x="21599" y="13436"/>
                    <a:pt x="19797" y="9432"/>
                    <a:pt x="16041" y="607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9" name="AutoShape 31">
              <a:extLst>
                <a:ext uri="{FF2B5EF4-FFF2-40B4-BE49-F238E27FC236}">
                  <a16:creationId xmlns:a16="http://schemas.microsoft.com/office/drawing/2014/main" id="{EE164B54-E4A4-CB9E-CE46-72DFBF747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8213" y="2255912"/>
              <a:ext cx="216084" cy="175204"/>
            </a:xfrm>
            <a:custGeom>
              <a:avLst/>
              <a:gdLst>
                <a:gd name="T0" fmla="*/ 10641 w 21282"/>
                <a:gd name="T1" fmla="*/ 10800 h 21600"/>
                <a:gd name="T2" fmla="*/ 10641 w 21282"/>
                <a:gd name="T3" fmla="*/ 10800 h 21600"/>
                <a:gd name="T4" fmla="*/ 10641 w 21282"/>
                <a:gd name="T5" fmla="*/ 10800 h 21600"/>
                <a:gd name="T6" fmla="*/ 10641 w 21282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282" h="21600">
                  <a:moveTo>
                    <a:pt x="20698" y="5891"/>
                  </a:moveTo>
                  <a:lnTo>
                    <a:pt x="19424" y="7749"/>
                  </a:lnTo>
                  <a:cubicBezTo>
                    <a:pt x="17846" y="10064"/>
                    <a:pt x="16352" y="12259"/>
                    <a:pt x="12365" y="14784"/>
                  </a:cubicBezTo>
                  <a:cubicBezTo>
                    <a:pt x="11794" y="12631"/>
                    <a:pt x="11275" y="10259"/>
                    <a:pt x="11275" y="6631"/>
                  </a:cubicBezTo>
                  <a:lnTo>
                    <a:pt x="11275" y="3408"/>
                  </a:lnTo>
                  <a:lnTo>
                    <a:pt x="9000" y="7893"/>
                  </a:lnTo>
                  <a:cubicBezTo>
                    <a:pt x="8233" y="9421"/>
                    <a:pt x="7598" y="10690"/>
                    <a:pt x="6649" y="12373"/>
                  </a:cubicBezTo>
                  <a:cubicBezTo>
                    <a:pt x="5211" y="8296"/>
                    <a:pt x="4195" y="5281"/>
                    <a:pt x="3422" y="2545"/>
                  </a:cubicBezTo>
                  <a:lnTo>
                    <a:pt x="2705" y="0"/>
                  </a:lnTo>
                  <a:lnTo>
                    <a:pt x="1926" y="2847"/>
                  </a:lnTo>
                  <a:cubicBezTo>
                    <a:pt x="936" y="6469"/>
                    <a:pt x="0" y="9891"/>
                    <a:pt x="0" y="18771"/>
                  </a:cubicBezTo>
                  <a:cubicBezTo>
                    <a:pt x="0" y="19292"/>
                    <a:pt x="333" y="19714"/>
                    <a:pt x="749" y="19714"/>
                  </a:cubicBezTo>
                  <a:cubicBezTo>
                    <a:pt x="1162" y="19714"/>
                    <a:pt x="1499" y="19292"/>
                    <a:pt x="1499" y="18771"/>
                  </a:cubicBezTo>
                  <a:cubicBezTo>
                    <a:pt x="1499" y="11964"/>
                    <a:pt x="2037" y="8594"/>
                    <a:pt x="2758" y="5681"/>
                  </a:cubicBezTo>
                  <a:cubicBezTo>
                    <a:pt x="3537" y="8174"/>
                    <a:pt x="4520" y="11009"/>
                    <a:pt x="5812" y="14638"/>
                  </a:cubicBezTo>
                  <a:lnTo>
                    <a:pt x="6339" y="16117"/>
                  </a:lnTo>
                  <a:lnTo>
                    <a:pt x="7100" y="14811"/>
                  </a:lnTo>
                  <a:cubicBezTo>
                    <a:pt x="8344" y="12681"/>
                    <a:pt x="9085" y="11248"/>
                    <a:pt x="9896" y="9638"/>
                  </a:cubicBezTo>
                  <a:cubicBezTo>
                    <a:pt x="10133" y="12428"/>
                    <a:pt x="10681" y="14428"/>
                    <a:pt x="11223" y="16408"/>
                  </a:cubicBezTo>
                  <a:lnTo>
                    <a:pt x="11495" y="17404"/>
                  </a:lnTo>
                  <a:lnTo>
                    <a:pt x="12253" y="16953"/>
                  </a:lnTo>
                  <a:cubicBezTo>
                    <a:pt x="16306" y="14531"/>
                    <a:pt x="18203" y="12327"/>
                    <a:pt x="19708" y="10211"/>
                  </a:cubicBezTo>
                  <a:cubicBezTo>
                    <a:pt x="19942" y="13727"/>
                    <a:pt x="19573" y="17574"/>
                    <a:pt x="18698" y="20305"/>
                  </a:cubicBezTo>
                  <a:cubicBezTo>
                    <a:pt x="18543" y="20787"/>
                    <a:pt x="18730" y="21336"/>
                    <a:pt x="19114" y="21531"/>
                  </a:cubicBezTo>
                  <a:cubicBezTo>
                    <a:pt x="19204" y="21577"/>
                    <a:pt x="19301" y="21599"/>
                    <a:pt x="19395" y="21599"/>
                  </a:cubicBezTo>
                  <a:cubicBezTo>
                    <a:pt x="19690" y="21599"/>
                    <a:pt x="19972" y="21377"/>
                    <a:pt x="20089" y="21008"/>
                  </a:cubicBezTo>
                  <a:cubicBezTo>
                    <a:pt x="21251" y="17380"/>
                    <a:pt x="21600" y="12213"/>
                    <a:pt x="20976" y="7841"/>
                  </a:cubicBezTo>
                  <a:cubicBezTo>
                    <a:pt x="20976" y="7841"/>
                    <a:pt x="20698" y="5891"/>
                    <a:pt x="20698" y="589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0" name="AutoShape 32">
            <a:extLst>
              <a:ext uri="{FF2B5EF4-FFF2-40B4-BE49-F238E27FC236}">
                <a16:creationId xmlns:a16="http://schemas.microsoft.com/office/drawing/2014/main" id="{CFAE4ECB-F8F7-8EF5-6336-1BB89862E06B}"/>
              </a:ext>
            </a:extLst>
          </p:cNvPr>
          <p:cNvSpPr>
            <a:spLocks/>
          </p:cNvSpPr>
          <p:nvPr/>
        </p:nvSpPr>
        <p:spPr bwMode="auto">
          <a:xfrm>
            <a:off x="2424931" y="3212104"/>
            <a:ext cx="411390" cy="360054"/>
          </a:xfrm>
          <a:custGeom>
            <a:avLst/>
            <a:gdLst>
              <a:gd name="T0" fmla="+- 0 10800 108"/>
              <a:gd name="T1" fmla="*/ T0 w 21384"/>
              <a:gd name="T2" fmla="*/ 10800 h 21600"/>
              <a:gd name="T3" fmla="+- 0 10800 108"/>
              <a:gd name="T4" fmla="*/ T3 w 21384"/>
              <a:gd name="T5" fmla="*/ 10800 h 21600"/>
              <a:gd name="T6" fmla="+- 0 10800 108"/>
              <a:gd name="T7" fmla="*/ T6 w 21384"/>
              <a:gd name="T8" fmla="*/ 10800 h 21600"/>
              <a:gd name="T9" fmla="+- 0 10800 108"/>
              <a:gd name="T10" fmla="*/ T9 w 21384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84" h="21600">
                <a:moveTo>
                  <a:pt x="18710" y="9257"/>
                </a:moveTo>
                <a:lnTo>
                  <a:pt x="16706" y="7714"/>
                </a:lnTo>
                <a:lnTo>
                  <a:pt x="16706" y="20057"/>
                </a:lnTo>
                <a:lnTo>
                  <a:pt x="4677" y="20057"/>
                </a:lnTo>
                <a:lnTo>
                  <a:pt x="4677" y="7714"/>
                </a:lnTo>
                <a:lnTo>
                  <a:pt x="2673" y="9257"/>
                </a:lnTo>
                <a:lnTo>
                  <a:pt x="1336" y="4628"/>
                </a:lnTo>
                <a:lnTo>
                  <a:pt x="4677" y="1542"/>
                </a:lnTo>
                <a:lnTo>
                  <a:pt x="7468" y="1542"/>
                </a:lnTo>
                <a:cubicBezTo>
                  <a:pt x="7841" y="2871"/>
                  <a:pt x="9136" y="3857"/>
                  <a:pt x="10691" y="3857"/>
                </a:cubicBezTo>
                <a:cubicBezTo>
                  <a:pt x="12247" y="3857"/>
                  <a:pt x="13542" y="2871"/>
                  <a:pt x="13915" y="1542"/>
                </a:cubicBezTo>
                <a:lnTo>
                  <a:pt x="16706" y="1542"/>
                </a:lnTo>
                <a:lnTo>
                  <a:pt x="20047" y="4628"/>
                </a:lnTo>
                <a:cubicBezTo>
                  <a:pt x="20047" y="4628"/>
                  <a:pt x="18710" y="9257"/>
                  <a:pt x="18710" y="9257"/>
                </a:cubicBezTo>
                <a:close/>
                <a:moveTo>
                  <a:pt x="13200" y="1542"/>
                </a:moveTo>
                <a:cubicBezTo>
                  <a:pt x="12831" y="2438"/>
                  <a:pt x="11852" y="3085"/>
                  <a:pt x="10691" y="3085"/>
                </a:cubicBezTo>
                <a:cubicBezTo>
                  <a:pt x="9531" y="3085"/>
                  <a:pt x="8552" y="2438"/>
                  <a:pt x="8183" y="1542"/>
                </a:cubicBezTo>
                <a:cubicBezTo>
                  <a:pt x="8183" y="1542"/>
                  <a:pt x="13200" y="1542"/>
                  <a:pt x="13200" y="1542"/>
                </a:cubicBezTo>
                <a:close/>
                <a:moveTo>
                  <a:pt x="20882" y="3423"/>
                </a:moveTo>
                <a:lnTo>
                  <a:pt x="17541" y="338"/>
                </a:lnTo>
                <a:cubicBezTo>
                  <a:pt x="17303" y="119"/>
                  <a:pt x="17009" y="0"/>
                  <a:pt x="16706" y="0"/>
                </a:cubicBezTo>
                <a:lnTo>
                  <a:pt x="4677" y="0"/>
                </a:lnTo>
                <a:cubicBezTo>
                  <a:pt x="4374" y="0"/>
                  <a:pt x="4080" y="119"/>
                  <a:pt x="3842" y="338"/>
                </a:cubicBezTo>
                <a:lnTo>
                  <a:pt x="501" y="3423"/>
                </a:lnTo>
                <a:cubicBezTo>
                  <a:pt x="64" y="3827"/>
                  <a:pt x="-108" y="4503"/>
                  <a:pt x="68" y="5116"/>
                </a:cubicBezTo>
                <a:lnTo>
                  <a:pt x="1405" y="9745"/>
                </a:lnTo>
                <a:cubicBezTo>
                  <a:pt x="1537" y="10201"/>
                  <a:pt x="1845" y="10560"/>
                  <a:pt x="2239" y="10716"/>
                </a:cubicBezTo>
                <a:cubicBezTo>
                  <a:pt x="2380" y="10772"/>
                  <a:pt x="2527" y="10800"/>
                  <a:pt x="2673" y="10800"/>
                </a:cubicBezTo>
                <a:cubicBezTo>
                  <a:pt x="2905" y="10800"/>
                  <a:pt x="3136" y="10729"/>
                  <a:pt x="3341" y="10593"/>
                </a:cubicBezTo>
                <a:lnTo>
                  <a:pt x="3341" y="20057"/>
                </a:lnTo>
                <a:cubicBezTo>
                  <a:pt x="3341" y="20908"/>
                  <a:pt x="3940" y="21600"/>
                  <a:pt x="4677" y="21600"/>
                </a:cubicBezTo>
                <a:lnTo>
                  <a:pt x="16706" y="21600"/>
                </a:lnTo>
                <a:cubicBezTo>
                  <a:pt x="17443" y="21600"/>
                  <a:pt x="18042" y="20908"/>
                  <a:pt x="18042" y="20057"/>
                </a:cubicBezTo>
                <a:lnTo>
                  <a:pt x="18042" y="10593"/>
                </a:lnTo>
                <a:cubicBezTo>
                  <a:pt x="18247" y="10729"/>
                  <a:pt x="18478" y="10800"/>
                  <a:pt x="18710" y="10800"/>
                </a:cubicBezTo>
                <a:cubicBezTo>
                  <a:pt x="18856" y="10800"/>
                  <a:pt x="19002" y="10772"/>
                  <a:pt x="19144" y="10716"/>
                </a:cubicBezTo>
                <a:cubicBezTo>
                  <a:pt x="19538" y="10560"/>
                  <a:pt x="19846" y="10201"/>
                  <a:pt x="19978" y="9745"/>
                </a:cubicBezTo>
                <a:lnTo>
                  <a:pt x="21315" y="5116"/>
                </a:lnTo>
                <a:cubicBezTo>
                  <a:pt x="21491" y="4503"/>
                  <a:pt x="21319" y="3827"/>
                  <a:pt x="20882" y="3423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1" name="Group 213">
            <a:extLst>
              <a:ext uri="{FF2B5EF4-FFF2-40B4-BE49-F238E27FC236}">
                <a16:creationId xmlns:a16="http://schemas.microsoft.com/office/drawing/2014/main" id="{3546773B-B40E-4E63-0454-5F9BA4CE4AD9}"/>
              </a:ext>
            </a:extLst>
          </p:cNvPr>
          <p:cNvGrpSpPr/>
          <p:nvPr/>
        </p:nvGrpSpPr>
        <p:grpSpPr>
          <a:xfrm>
            <a:off x="6798176" y="3173424"/>
            <a:ext cx="411390" cy="412095"/>
            <a:chOff x="8087449" y="2042327"/>
            <a:chExt cx="488067" cy="48890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12" name="AutoShape 33">
              <a:extLst>
                <a:ext uri="{FF2B5EF4-FFF2-40B4-BE49-F238E27FC236}">
                  <a16:creationId xmlns:a16="http://schemas.microsoft.com/office/drawing/2014/main" id="{8E4ECCA8-C5FF-CBA1-89CB-70B116548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7449" y="2225875"/>
              <a:ext cx="488067" cy="305355"/>
            </a:xfrm>
            <a:custGeom>
              <a:avLst/>
              <a:gdLst>
                <a:gd name="T0" fmla="*/ 10752 w 21505"/>
                <a:gd name="T1" fmla="*/ 10800 h 21600"/>
                <a:gd name="T2" fmla="*/ 10752 w 21505"/>
                <a:gd name="T3" fmla="*/ 10800 h 21600"/>
                <a:gd name="T4" fmla="*/ 10752 w 21505"/>
                <a:gd name="T5" fmla="*/ 10800 h 21600"/>
                <a:gd name="T6" fmla="*/ 10752 w 21505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05" h="21600">
                  <a:moveTo>
                    <a:pt x="17472" y="17279"/>
                  </a:moveTo>
                  <a:lnTo>
                    <a:pt x="17472" y="18899"/>
                  </a:lnTo>
                  <a:cubicBezTo>
                    <a:pt x="17472" y="19198"/>
                    <a:pt x="17321" y="19439"/>
                    <a:pt x="17136" y="19439"/>
                  </a:cubicBezTo>
                  <a:lnTo>
                    <a:pt x="4368" y="19439"/>
                  </a:lnTo>
                  <a:cubicBezTo>
                    <a:pt x="4182" y="19439"/>
                    <a:pt x="4032" y="19198"/>
                    <a:pt x="4032" y="18899"/>
                  </a:cubicBezTo>
                  <a:lnTo>
                    <a:pt x="4032" y="17279"/>
                  </a:lnTo>
                  <a:lnTo>
                    <a:pt x="1344" y="12419"/>
                  </a:lnTo>
                  <a:cubicBezTo>
                    <a:pt x="1344" y="12121"/>
                    <a:pt x="1494" y="11879"/>
                    <a:pt x="1680" y="11879"/>
                  </a:cubicBezTo>
                  <a:lnTo>
                    <a:pt x="3360" y="11879"/>
                  </a:lnTo>
                  <a:lnTo>
                    <a:pt x="4032" y="11879"/>
                  </a:lnTo>
                  <a:lnTo>
                    <a:pt x="4704" y="11879"/>
                  </a:lnTo>
                  <a:lnTo>
                    <a:pt x="5376" y="11879"/>
                  </a:lnTo>
                  <a:lnTo>
                    <a:pt x="6048" y="11879"/>
                  </a:lnTo>
                  <a:lnTo>
                    <a:pt x="6720" y="11879"/>
                  </a:lnTo>
                  <a:lnTo>
                    <a:pt x="7392" y="11879"/>
                  </a:lnTo>
                  <a:lnTo>
                    <a:pt x="8064" y="11879"/>
                  </a:lnTo>
                  <a:lnTo>
                    <a:pt x="8736" y="11879"/>
                  </a:lnTo>
                  <a:lnTo>
                    <a:pt x="12768" y="11879"/>
                  </a:lnTo>
                  <a:lnTo>
                    <a:pt x="13440" y="11879"/>
                  </a:lnTo>
                  <a:lnTo>
                    <a:pt x="14112" y="11879"/>
                  </a:lnTo>
                  <a:lnTo>
                    <a:pt x="14784" y="11879"/>
                  </a:lnTo>
                  <a:lnTo>
                    <a:pt x="15456" y="11879"/>
                  </a:lnTo>
                  <a:lnTo>
                    <a:pt x="16128" y="11879"/>
                  </a:lnTo>
                  <a:lnTo>
                    <a:pt x="16800" y="11879"/>
                  </a:lnTo>
                  <a:lnTo>
                    <a:pt x="17472" y="11879"/>
                  </a:lnTo>
                  <a:lnTo>
                    <a:pt x="18144" y="11879"/>
                  </a:lnTo>
                  <a:lnTo>
                    <a:pt x="19824" y="11879"/>
                  </a:lnTo>
                  <a:cubicBezTo>
                    <a:pt x="20009" y="11879"/>
                    <a:pt x="20160" y="12121"/>
                    <a:pt x="20160" y="12419"/>
                  </a:cubicBezTo>
                  <a:cubicBezTo>
                    <a:pt x="20160" y="12419"/>
                    <a:pt x="17472" y="17279"/>
                    <a:pt x="17472" y="17279"/>
                  </a:cubicBezTo>
                  <a:close/>
                  <a:moveTo>
                    <a:pt x="10752" y="4320"/>
                  </a:moveTo>
                  <a:cubicBezTo>
                    <a:pt x="8625" y="4320"/>
                    <a:pt x="6826" y="6601"/>
                    <a:pt x="6246" y="9719"/>
                  </a:cubicBezTo>
                  <a:lnTo>
                    <a:pt x="5552" y="9719"/>
                  </a:lnTo>
                  <a:cubicBezTo>
                    <a:pt x="6152" y="6000"/>
                    <a:pt x="8252" y="3239"/>
                    <a:pt x="10752" y="3239"/>
                  </a:cubicBezTo>
                  <a:cubicBezTo>
                    <a:pt x="12934" y="3239"/>
                    <a:pt x="14813" y="5344"/>
                    <a:pt x="15654" y="8353"/>
                  </a:cubicBezTo>
                  <a:lnTo>
                    <a:pt x="15054" y="8835"/>
                  </a:lnTo>
                  <a:cubicBezTo>
                    <a:pt x="14323" y="6180"/>
                    <a:pt x="12671" y="4320"/>
                    <a:pt x="10752" y="4320"/>
                  </a:cubicBezTo>
                  <a:moveTo>
                    <a:pt x="10752" y="8639"/>
                  </a:moveTo>
                  <a:cubicBezTo>
                    <a:pt x="10158" y="8639"/>
                    <a:pt x="9630" y="9061"/>
                    <a:pt x="9260" y="9719"/>
                  </a:cubicBezTo>
                  <a:lnTo>
                    <a:pt x="8437" y="9719"/>
                  </a:lnTo>
                  <a:cubicBezTo>
                    <a:pt x="8904" y="8435"/>
                    <a:pt x="9761" y="7560"/>
                    <a:pt x="10752" y="7560"/>
                  </a:cubicBezTo>
                  <a:cubicBezTo>
                    <a:pt x="11742" y="7560"/>
                    <a:pt x="12600" y="8435"/>
                    <a:pt x="13066" y="9719"/>
                  </a:cubicBezTo>
                  <a:lnTo>
                    <a:pt x="12244" y="9719"/>
                  </a:lnTo>
                  <a:cubicBezTo>
                    <a:pt x="11874" y="9061"/>
                    <a:pt x="11345" y="8639"/>
                    <a:pt x="10752" y="8639"/>
                  </a:cubicBezTo>
                  <a:moveTo>
                    <a:pt x="13827" y="9719"/>
                  </a:moveTo>
                  <a:cubicBezTo>
                    <a:pt x="13307" y="7816"/>
                    <a:pt x="12126" y="6479"/>
                    <a:pt x="10752" y="6479"/>
                  </a:cubicBezTo>
                  <a:cubicBezTo>
                    <a:pt x="9378" y="6479"/>
                    <a:pt x="8197" y="7816"/>
                    <a:pt x="7676" y="9719"/>
                  </a:cubicBezTo>
                  <a:lnTo>
                    <a:pt x="6955" y="9719"/>
                  </a:lnTo>
                  <a:cubicBezTo>
                    <a:pt x="7510" y="7207"/>
                    <a:pt x="9001" y="5400"/>
                    <a:pt x="10752" y="5400"/>
                  </a:cubicBezTo>
                  <a:cubicBezTo>
                    <a:pt x="12409" y="5400"/>
                    <a:pt x="13834" y="7015"/>
                    <a:pt x="14454" y="9317"/>
                  </a:cubicBezTo>
                  <a:lnTo>
                    <a:pt x="13953" y="9719"/>
                  </a:lnTo>
                  <a:cubicBezTo>
                    <a:pt x="13953" y="9719"/>
                    <a:pt x="13827" y="9719"/>
                    <a:pt x="13827" y="9719"/>
                  </a:cubicBezTo>
                  <a:close/>
                  <a:moveTo>
                    <a:pt x="10752" y="1080"/>
                  </a:moveTo>
                  <a:cubicBezTo>
                    <a:pt x="13459" y="1080"/>
                    <a:pt x="15792" y="3672"/>
                    <a:pt x="16856" y="7388"/>
                  </a:cubicBezTo>
                  <a:lnTo>
                    <a:pt x="16256" y="7869"/>
                  </a:lnTo>
                  <a:cubicBezTo>
                    <a:pt x="15305" y="4504"/>
                    <a:pt x="13201" y="2160"/>
                    <a:pt x="10752" y="2160"/>
                  </a:cubicBezTo>
                  <a:cubicBezTo>
                    <a:pt x="7874" y="2160"/>
                    <a:pt x="5470" y="5392"/>
                    <a:pt x="4858" y="9719"/>
                  </a:cubicBezTo>
                  <a:lnTo>
                    <a:pt x="4167" y="9719"/>
                  </a:lnTo>
                  <a:cubicBezTo>
                    <a:pt x="4792" y="4796"/>
                    <a:pt x="7507" y="1080"/>
                    <a:pt x="10752" y="1080"/>
                  </a:cubicBezTo>
                  <a:moveTo>
                    <a:pt x="17336" y="9719"/>
                  </a:moveTo>
                  <a:lnTo>
                    <a:pt x="16958" y="9719"/>
                  </a:lnTo>
                  <a:lnTo>
                    <a:pt x="17294" y="9449"/>
                  </a:lnTo>
                  <a:cubicBezTo>
                    <a:pt x="17307" y="9540"/>
                    <a:pt x="17325" y="9628"/>
                    <a:pt x="17336" y="9719"/>
                  </a:cubicBezTo>
                  <a:moveTo>
                    <a:pt x="19824" y="9719"/>
                  </a:moveTo>
                  <a:lnTo>
                    <a:pt x="18016" y="9719"/>
                  </a:lnTo>
                  <a:cubicBezTo>
                    <a:pt x="17986" y="9461"/>
                    <a:pt x="17948" y="9209"/>
                    <a:pt x="17908" y="8957"/>
                  </a:cubicBezTo>
                  <a:lnTo>
                    <a:pt x="21132" y="6366"/>
                  </a:lnTo>
                  <a:cubicBezTo>
                    <a:pt x="21464" y="6099"/>
                    <a:pt x="21599" y="5450"/>
                    <a:pt x="21433" y="4916"/>
                  </a:cubicBezTo>
                  <a:cubicBezTo>
                    <a:pt x="21267" y="4383"/>
                    <a:pt x="20864" y="4169"/>
                    <a:pt x="20532" y="4433"/>
                  </a:cubicBezTo>
                  <a:lnTo>
                    <a:pt x="17456" y="6905"/>
                  </a:lnTo>
                  <a:cubicBezTo>
                    <a:pt x="16282" y="2836"/>
                    <a:pt x="13721" y="0"/>
                    <a:pt x="10752" y="0"/>
                  </a:cubicBezTo>
                  <a:cubicBezTo>
                    <a:pt x="7135" y="0"/>
                    <a:pt x="4122" y="4198"/>
                    <a:pt x="3488" y="9719"/>
                  </a:cubicBezTo>
                  <a:lnTo>
                    <a:pt x="1680" y="9719"/>
                  </a:lnTo>
                  <a:cubicBezTo>
                    <a:pt x="754" y="9719"/>
                    <a:pt x="0" y="10930"/>
                    <a:pt x="0" y="12419"/>
                  </a:cubicBezTo>
                  <a:cubicBezTo>
                    <a:pt x="0" y="12949"/>
                    <a:pt x="121" y="13459"/>
                    <a:pt x="339" y="13855"/>
                  </a:cubicBezTo>
                  <a:lnTo>
                    <a:pt x="2688" y="18101"/>
                  </a:lnTo>
                  <a:lnTo>
                    <a:pt x="2688" y="18899"/>
                  </a:lnTo>
                  <a:cubicBezTo>
                    <a:pt x="2688" y="20389"/>
                    <a:pt x="3442" y="21599"/>
                    <a:pt x="4368" y="21599"/>
                  </a:cubicBezTo>
                  <a:lnTo>
                    <a:pt x="17136" y="21599"/>
                  </a:lnTo>
                  <a:cubicBezTo>
                    <a:pt x="18062" y="21599"/>
                    <a:pt x="18816" y="20389"/>
                    <a:pt x="18816" y="18899"/>
                  </a:cubicBezTo>
                  <a:lnTo>
                    <a:pt x="18816" y="18101"/>
                  </a:lnTo>
                  <a:lnTo>
                    <a:pt x="21165" y="13855"/>
                  </a:lnTo>
                  <a:cubicBezTo>
                    <a:pt x="21383" y="13459"/>
                    <a:pt x="21504" y="12949"/>
                    <a:pt x="21504" y="12419"/>
                  </a:cubicBezTo>
                  <a:cubicBezTo>
                    <a:pt x="21504" y="10930"/>
                    <a:pt x="20750" y="9719"/>
                    <a:pt x="19824" y="971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3" name="AutoShape 34">
              <a:extLst>
                <a:ext uri="{FF2B5EF4-FFF2-40B4-BE49-F238E27FC236}">
                  <a16:creationId xmlns:a16="http://schemas.microsoft.com/office/drawing/2014/main" id="{BC6C346A-3C23-5A32-6ADA-497C8A637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9260" y="2104067"/>
              <a:ext cx="35041" cy="114299"/>
            </a:xfrm>
            <a:custGeom>
              <a:avLst/>
              <a:gdLst>
                <a:gd name="T0" fmla="+- 0 10758 2273"/>
                <a:gd name="T1" fmla="*/ T0 w 16970"/>
                <a:gd name="T2" fmla="*/ 10800 h 21600"/>
                <a:gd name="T3" fmla="+- 0 10758 2273"/>
                <a:gd name="T4" fmla="*/ T3 w 16970"/>
                <a:gd name="T5" fmla="*/ 10800 h 21600"/>
                <a:gd name="T6" fmla="+- 0 10758 2273"/>
                <a:gd name="T7" fmla="*/ T6 w 16970"/>
                <a:gd name="T8" fmla="*/ 10800 h 21600"/>
                <a:gd name="T9" fmla="+- 0 10758 2273"/>
                <a:gd name="T10" fmla="*/ T9 w 16970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6970" h="21600">
                  <a:moveTo>
                    <a:pt x="1763" y="20770"/>
                  </a:moveTo>
                  <a:cubicBezTo>
                    <a:pt x="1785" y="20787"/>
                    <a:pt x="1800" y="20804"/>
                    <a:pt x="1822" y="20820"/>
                  </a:cubicBezTo>
                  <a:lnTo>
                    <a:pt x="1840" y="20820"/>
                  </a:lnTo>
                  <a:cubicBezTo>
                    <a:pt x="2471" y="21282"/>
                    <a:pt x="3719" y="21600"/>
                    <a:pt x="5169" y="21600"/>
                  </a:cubicBezTo>
                  <a:cubicBezTo>
                    <a:pt x="7249" y="21600"/>
                    <a:pt x="8949" y="20947"/>
                    <a:pt x="8949" y="20151"/>
                  </a:cubicBezTo>
                  <a:cubicBezTo>
                    <a:pt x="8949" y="20027"/>
                    <a:pt x="8890" y="19906"/>
                    <a:pt x="8813" y="19791"/>
                  </a:cubicBezTo>
                  <a:cubicBezTo>
                    <a:pt x="8827" y="19771"/>
                    <a:pt x="8827" y="19755"/>
                    <a:pt x="8805" y="19735"/>
                  </a:cubicBezTo>
                  <a:cubicBezTo>
                    <a:pt x="5994" y="17195"/>
                    <a:pt x="8670" y="14408"/>
                    <a:pt x="11954" y="11407"/>
                  </a:cubicBezTo>
                  <a:cubicBezTo>
                    <a:pt x="15517" y="8164"/>
                    <a:pt x="19327" y="4564"/>
                    <a:pt x="15125" y="902"/>
                  </a:cubicBezTo>
                  <a:cubicBezTo>
                    <a:pt x="14593" y="374"/>
                    <a:pt x="13264" y="0"/>
                    <a:pt x="11701" y="0"/>
                  </a:cubicBezTo>
                  <a:cubicBezTo>
                    <a:pt x="9671" y="0"/>
                    <a:pt x="8016" y="632"/>
                    <a:pt x="8016" y="1411"/>
                  </a:cubicBezTo>
                  <a:cubicBezTo>
                    <a:pt x="8016" y="1583"/>
                    <a:pt x="8108" y="1746"/>
                    <a:pt x="8259" y="1898"/>
                  </a:cubicBezTo>
                  <a:cubicBezTo>
                    <a:pt x="8259" y="1904"/>
                    <a:pt x="8259" y="1909"/>
                    <a:pt x="8266" y="1915"/>
                  </a:cubicBezTo>
                  <a:cubicBezTo>
                    <a:pt x="8273" y="1923"/>
                    <a:pt x="8281" y="1932"/>
                    <a:pt x="8295" y="1940"/>
                  </a:cubicBezTo>
                  <a:lnTo>
                    <a:pt x="8325" y="1974"/>
                  </a:lnTo>
                  <a:cubicBezTo>
                    <a:pt x="11360" y="4592"/>
                    <a:pt x="8424" y="7275"/>
                    <a:pt x="5106" y="10305"/>
                  </a:cubicBezTo>
                  <a:cubicBezTo>
                    <a:pt x="1605" y="13500"/>
                    <a:pt x="-2273" y="17040"/>
                    <a:pt x="1635" y="20649"/>
                  </a:cubicBezTo>
                  <a:cubicBezTo>
                    <a:pt x="1671" y="20691"/>
                    <a:pt x="1719" y="20730"/>
                    <a:pt x="1763" y="207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4" name="AutoShape 35">
              <a:extLst>
                <a:ext uri="{FF2B5EF4-FFF2-40B4-BE49-F238E27FC236}">
                  <a16:creationId xmlns:a16="http://schemas.microsoft.com/office/drawing/2014/main" id="{7E60910F-68DF-0BA9-1B01-D4E2E3463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2807" y="2104067"/>
              <a:ext cx="34207" cy="114299"/>
            </a:xfrm>
            <a:custGeom>
              <a:avLst/>
              <a:gdLst>
                <a:gd name="T0" fmla="+- 0 10758 2273"/>
                <a:gd name="T1" fmla="*/ T0 w 16970"/>
                <a:gd name="T2" fmla="*/ 10800 h 21600"/>
                <a:gd name="T3" fmla="+- 0 10758 2273"/>
                <a:gd name="T4" fmla="*/ T3 w 16970"/>
                <a:gd name="T5" fmla="*/ 10800 h 21600"/>
                <a:gd name="T6" fmla="+- 0 10758 2273"/>
                <a:gd name="T7" fmla="*/ T6 w 16970"/>
                <a:gd name="T8" fmla="*/ 10800 h 21600"/>
                <a:gd name="T9" fmla="+- 0 10758 2273"/>
                <a:gd name="T10" fmla="*/ T9 w 16970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6970" h="21600">
                  <a:moveTo>
                    <a:pt x="1763" y="20770"/>
                  </a:moveTo>
                  <a:cubicBezTo>
                    <a:pt x="1785" y="20787"/>
                    <a:pt x="1800" y="20804"/>
                    <a:pt x="1822" y="20820"/>
                  </a:cubicBezTo>
                  <a:lnTo>
                    <a:pt x="1840" y="20820"/>
                  </a:lnTo>
                  <a:cubicBezTo>
                    <a:pt x="2471" y="21282"/>
                    <a:pt x="3719" y="21600"/>
                    <a:pt x="5169" y="21600"/>
                  </a:cubicBezTo>
                  <a:cubicBezTo>
                    <a:pt x="7249" y="21600"/>
                    <a:pt x="8949" y="20950"/>
                    <a:pt x="8949" y="20151"/>
                  </a:cubicBezTo>
                  <a:cubicBezTo>
                    <a:pt x="8949" y="20027"/>
                    <a:pt x="8890" y="19906"/>
                    <a:pt x="8813" y="19791"/>
                  </a:cubicBezTo>
                  <a:cubicBezTo>
                    <a:pt x="8827" y="19771"/>
                    <a:pt x="8827" y="19755"/>
                    <a:pt x="8805" y="19735"/>
                  </a:cubicBezTo>
                  <a:cubicBezTo>
                    <a:pt x="5994" y="17195"/>
                    <a:pt x="8670" y="14408"/>
                    <a:pt x="11954" y="11407"/>
                  </a:cubicBezTo>
                  <a:cubicBezTo>
                    <a:pt x="15517" y="8164"/>
                    <a:pt x="19327" y="4564"/>
                    <a:pt x="15125" y="902"/>
                  </a:cubicBezTo>
                  <a:cubicBezTo>
                    <a:pt x="14593" y="374"/>
                    <a:pt x="13264" y="0"/>
                    <a:pt x="11701" y="0"/>
                  </a:cubicBezTo>
                  <a:cubicBezTo>
                    <a:pt x="9671" y="0"/>
                    <a:pt x="8016" y="632"/>
                    <a:pt x="8016" y="1411"/>
                  </a:cubicBezTo>
                  <a:cubicBezTo>
                    <a:pt x="8016" y="1583"/>
                    <a:pt x="8108" y="1746"/>
                    <a:pt x="8259" y="1898"/>
                  </a:cubicBezTo>
                  <a:cubicBezTo>
                    <a:pt x="8259" y="1904"/>
                    <a:pt x="8259" y="1909"/>
                    <a:pt x="8266" y="1915"/>
                  </a:cubicBezTo>
                  <a:cubicBezTo>
                    <a:pt x="8273" y="1923"/>
                    <a:pt x="8281" y="1932"/>
                    <a:pt x="8295" y="1940"/>
                  </a:cubicBezTo>
                  <a:lnTo>
                    <a:pt x="8325" y="1974"/>
                  </a:lnTo>
                  <a:cubicBezTo>
                    <a:pt x="11360" y="4592"/>
                    <a:pt x="8424" y="7275"/>
                    <a:pt x="5106" y="10305"/>
                  </a:cubicBezTo>
                  <a:cubicBezTo>
                    <a:pt x="1605" y="13500"/>
                    <a:pt x="-2273" y="17040"/>
                    <a:pt x="1635" y="20649"/>
                  </a:cubicBezTo>
                  <a:cubicBezTo>
                    <a:pt x="1671" y="20691"/>
                    <a:pt x="1719" y="20730"/>
                    <a:pt x="1763" y="207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AutoShape 36">
              <a:extLst>
                <a:ext uri="{FF2B5EF4-FFF2-40B4-BE49-F238E27FC236}">
                  <a16:creationId xmlns:a16="http://schemas.microsoft.com/office/drawing/2014/main" id="{39EFA279-6274-3D9C-32E2-06D1C03E5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6051" y="2042327"/>
              <a:ext cx="35041" cy="115133"/>
            </a:xfrm>
            <a:custGeom>
              <a:avLst/>
              <a:gdLst>
                <a:gd name="T0" fmla="+- 0 10758 2273"/>
                <a:gd name="T1" fmla="*/ T0 w 16970"/>
                <a:gd name="T2" fmla="*/ 10800 h 21600"/>
                <a:gd name="T3" fmla="+- 0 10758 2273"/>
                <a:gd name="T4" fmla="*/ T3 w 16970"/>
                <a:gd name="T5" fmla="*/ 10800 h 21600"/>
                <a:gd name="T6" fmla="+- 0 10758 2273"/>
                <a:gd name="T7" fmla="*/ T6 w 16970"/>
                <a:gd name="T8" fmla="*/ 10800 h 21600"/>
                <a:gd name="T9" fmla="+- 0 10758 2273"/>
                <a:gd name="T10" fmla="*/ T9 w 16970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6970" h="21600">
                  <a:moveTo>
                    <a:pt x="1763" y="20770"/>
                  </a:moveTo>
                  <a:cubicBezTo>
                    <a:pt x="1785" y="20787"/>
                    <a:pt x="1800" y="20804"/>
                    <a:pt x="1822" y="20820"/>
                  </a:cubicBezTo>
                  <a:lnTo>
                    <a:pt x="1840" y="20820"/>
                  </a:lnTo>
                  <a:cubicBezTo>
                    <a:pt x="2471" y="21282"/>
                    <a:pt x="3719" y="21600"/>
                    <a:pt x="5169" y="21600"/>
                  </a:cubicBezTo>
                  <a:cubicBezTo>
                    <a:pt x="7249" y="21600"/>
                    <a:pt x="8949" y="20950"/>
                    <a:pt x="8949" y="20151"/>
                  </a:cubicBezTo>
                  <a:cubicBezTo>
                    <a:pt x="8949" y="20027"/>
                    <a:pt x="8890" y="19906"/>
                    <a:pt x="8813" y="19791"/>
                  </a:cubicBezTo>
                  <a:cubicBezTo>
                    <a:pt x="8827" y="19771"/>
                    <a:pt x="8827" y="19755"/>
                    <a:pt x="8805" y="19735"/>
                  </a:cubicBezTo>
                  <a:cubicBezTo>
                    <a:pt x="5994" y="17195"/>
                    <a:pt x="8670" y="14408"/>
                    <a:pt x="11954" y="11407"/>
                  </a:cubicBezTo>
                  <a:cubicBezTo>
                    <a:pt x="15517" y="8164"/>
                    <a:pt x="19327" y="4564"/>
                    <a:pt x="15125" y="902"/>
                  </a:cubicBezTo>
                  <a:cubicBezTo>
                    <a:pt x="14593" y="374"/>
                    <a:pt x="13264" y="0"/>
                    <a:pt x="11701" y="0"/>
                  </a:cubicBezTo>
                  <a:cubicBezTo>
                    <a:pt x="9671" y="0"/>
                    <a:pt x="8016" y="632"/>
                    <a:pt x="8016" y="1411"/>
                  </a:cubicBezTo>
                  <a:cubicBezTo>
                    <a:pt x="8016" y="1583"/>
                    <a:pt x="8108" y="1749"/>
                    <a:pt x="8259" y="1898"/>
                  </a:cubicBezTo>
                  <a:cubicBezTo>
                    <a:pt x="8259" y="1904"/>
                    <a:pt x="8259" y="1909"/>
                    <a:pt x="8266" y="1915"/>
                  </a:cubicBezTo>
                  <a:cubicBezTo>
                    <a:pt x="8273" y="1923"/>
                    <a:pt x="8281" y="1932"/>
                    <a:pt x="8295" y="1940"/>
                  </a:cubicBezTo>
                  <a:lnTo>
                    <a:pt x="8325" y="1974"/>
                  </a:lnTo>
                  <a:cubicBezTo>
                    <a:pt x="11360" y="4592"/>
                    <a:pt x="8424" y="7275"/>
                    <a:pt x="5106" y="10305"/>
                  </a:cubicBezTo>
                  <a:cubicBezTo>
                    <a:pt x="1605" y="13500"/>
                    <a:pt x="-2273" y="17040"/>
                    <a:pt x="1635" y="20649"/>
                  </a:cubicBezTo>
                  <a:cubicBezTo>
                    <a:pt x="1675" y="20691"/>
                    <a:pt x="1719" y="20730"/>
                    <a:pt x="1763" y="207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6" name="Group 198">
            <a:extLst>
              <a:ext uri="{FF2B5EF4-FFF2-40B4-BE49-F238E27FC236}">
                <a16:creationId xmlns:a16="http://schemas.microsoft.com/office/drawing/2014/main" id="{149BE975-AEE5-EC14-3E05-817720FB3F39}"/>
              </a:ext>
            </a:extLst>
          </p:cNvPr>
          <p:cNvGrpSpPr/>
          <p:nvPr/>
        </p:nvGrpSpPr>
        <p:grpSpPr>
          <a:xfrm>
            <a:off x="6063157" y="3173427"/>
            <a:ext cx="411391" cy="412093"/>
            <a:chOff x="7111316" y="2042329"/>
            <a:chExt cx="488068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17" name="AutoShape 37">
              <a:extLst>
                <a:ext uri="{FF2B5EF4-FFF2-40B4-BE49-F238E27FC236}">
                  <a16:creationId xmlns:a16="http://schemas.microsoft.com/office/drawing/2014/main" id="{171A82F0-F6DF-8A8B-069E-75F2B600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316" y="2088214"/>
              <a:ext cx="444684" cy="443016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AutoShape 38">
              <a:extLst>
                <a:ext uri="{FF2B5EF4-FFF2-40B4-BE49-F238E27FC236}">
                  <a16:creationId xmlns:a16="http://schemas.microsoft.com/office/drawing/2014/main" id="{6727C1B5-573D-1F85-0E3F-83A6CECEE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98" y="2286780"/>
              <a:ext cx="75921" cy="767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AutoShape 39">
              <a:extLst>
                <a:ext uri="{FF2B5EF4-FFF2-40B4-BE49-F238E27FC236}">
                  <a16:creationId xmlns:a16="http://schemas.microsoft.com/office/drawing/2014/main" id="{BB77B179-5555-67EC-ABBB-69E778E90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3463" y="2042329"/>
              <a:ext cx="75921" cy="767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AutoShape 40">
              <a:extLst>
                <a:ext uri="{FF2B5EF4-FFF2-40B4-BE49-F238E27FC236}">
                  <a16:creationId xmlns:a16="http://schemas.microsoft.com/office/drawing/2014/main" id="{A863E998-7681-8150-E80E-14FED19C2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3121" y="2271762"/>
              <a:ext cx="60904" cy="6090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1" name="AutoShape 41">
              <a:extLst>
                <a:ext uri="{FF2B5EF4-FFF2-40B4-BE49-F238E27FC236}">
                  <a16:creationId xmlns:a16="http://schemas.microsoft.com/office/drawing/2014/main" id="{04C123F1-BDCD-FEAE-1DE3-D7D916B56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4025" y="2378552"/>
              <a:ext cx="30869" cy="3003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AutoShape 42">
              <a:extLst>
                <a:ext uri="{FF2B5EF4-FFF2-40B4-BE49-F238E27FC236}">
                  <a16:creationId xmlns:a16="http://schemas.microsoft.com/office/drawing/2014/main" id="{9F9C5997-F47C-714E-3BCB-D8237ECEA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8477" y="2149119"/>
              <a:ext cx="30035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23" name="Group 208">
            <a:extLst>
              <a:ext uri="{FF2B5EF4-FFF2-40B4-BE49-F238E27FC236}">
                <a16:creationId xmlns:a16="http://schemas.microsoft.com/office/drawing/2014/main" id="{5A8A87A7-5910-44D7-A035-DE6DBACD8473}"/>
              </a:ext>
            </a:extLst>
          </p:cNvPr>
          <p:cNvGrpSpPr/>
          <p:nvPr/>
        </p:nvGrpSpPr>
        <p:grpSpPr>
          <a:xfrm>
            <a:off x="5337542" y="3199445"/>
            <a:ext cx="412093" cy="360055"/>
            <a:chOff x="6134344" y="2073196"/>
            <a:chExt cx="488901" cy="42716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24" name="AutoShape 43">
              <a:extLst>
                <a:ext uri="{FF2B5EF4-FFF2-40B4-BE49-F238E27FC236}">
                  <a16:creationId xmlns:a16="http://schemas.microsoft.com/office/drawing/2014/main" id="{93694A93-157F-A3A8-706F-F56AEAB7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344" y="2073196"/>
              <a:ext cx="488901" cy="3512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AutoShape 44">
              <a:extLst>
                <a:ext uri="{FF2B5EF4-FFF2-40B4-BE49-F238E27FC236}">
                  <a16:creationId xmlns:a16="http://schemas.microsoft.com/office/drawing/2014/main" id="{3FCAEDC4-A7F8-29F1-7CE5-84996E994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7358" y="2225877"/>
              <a:ext cx="30035" cy="16769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AutoShape 45">
              <a:extLst>
                <a:ext uri="{FF2B5EF4-FFF2-40B4-BE49-F238E27FC236}">
                  <a16:creationId xmlns:a16="http://schemas.microsoft.com/office/drawing/2014/main" id="{0E529477-722B-4D16-C0E2-E9A1DA1CC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506" y="2408587"/>
              <a:ext cx="61739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7" name="AutoShape 46">
            <a:extLst>
              <a:ext uri="{FF2B5EF4-FFF2-40B4-BE49-F238E27FC236}">
                <a16:creationId xmlns:a16="http://schemas.microsoft.com/office/drawing/2014/main" id="{AAB826D8-D08F-5633-EB1C-5338000A8321}"/>
              </a:ext>
            </a:extLst>
          </p:cNvPr>
          <p:cNvSpPr>
            <a:spLocks/>
          </p:cNvSpPr>
          <p:nvPr/>
        </p:nvSpPr>
        <p:spPr bwMode="auto">
          <a:xfrm>
            <a:off x="8877858" y="2393464"/>
            <a:ext cx="411391" cy="41139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874" y="17549"/>
                </a:moveTo>
                <a:cubicBezTo>
                  <a:pt x="15513" y="17549"/>
                  <a:pt x="14343" y="15612"/>
                  <a:pt x="13809" y="12825"/>
                </a:cubicBezTo>
                <a:lnTo>
                  <a:pt x="15524" y="12825"/>
                </a:lnTo>
                <a:cubicBezTo>
                  <a:pt x="17038" y="12825"/>
                  <a:pt x="18224" y="11343"/>
                  <a:pt x="18224" y="9450"/>
                </a:cubicBezTo>
                <a:cubicBezTo>
                  <a:pt x="18224" y="7558"/>
                  <a:pt x="17038" y="6075"/>
                  <a:pt x="15524" y="6075"/>
                </a:cubicBezTo>
                <a:lnTo>
                  <a:pt x="13809" y="6075"/>
                </a:lnTo>
                <a:cubicBezTo>
                  <a:pt x="14343" y="3289"/>
                  <a:pt x="15513" y="1350"/>
                  <a:pt x="16874" y="1350"/>
                </a:cubicBezTo>
                <a:cubicBezTo>
                  <a:pt x="18739" y="1350"/>
                  <a:pt x="20249" y="4976"/>
                  <a:pt x="20249" y="9450"/>
                </a:cubicBezTo>
                <a:cubicBezTo>
                  <a:pt x="20249" y="13923"/>
                  <a:pt x="18739" y="17549"/>
                  <a:pt x="16874" y="17549"/>
                </a:cubicBezTo>
                <a:moveTo>
                  <a:pt x="8926" y="11482"/>
                </a:moveTo>
                <a:lnTo>
                  <a:pt x="8774" y="11482"/>
                </a:lnTo>
                <a:lnTo>
                  <a:pt x="8774" y="11475"/>
                </a:lnTo>
                <a:cubicBezTo>
                  <a:pt x="8028" y="11475"/>
                  <a:pt x="7424" y="10569"/>
                  <a:pt x="7424" y="9450"/>
                </a:cubicBezTo>
                <a:cubicBezTo>
                  <a:pt x="7424" y="8332"/>
                  <a:pt x="8028" y="7425"/>
                  <a:pt x="8774" y="7425"/>
                </a:cubicBezTo>
                <a:lnTo>
                  <a:pt x="8926" y="7425"/>
                </a:lnTo>
                <a:cubicBezTo>
                  <a:pt x="10200" y="7425"/>
                  <a:pt x="11391" y="6924"/>
                  <a:pt x="12441" y="6063"/>
                </a:cubicBezTo>
                <a:cubicBezTo>
                  <a:pt x="12248" y="7149"/>
                  <a:pt x="12149" y="8300"/>
                  <a:pt x="12149" y="9450"/>
                </a:cubicBezTo>
                <a:cubicBezTo>
                  <a:pt x="12149" y="10603"/>
                  <a:pt x="12248" y="11758"/>
                  <a:pt x="12442" y="12846"/>
                </a:cubicBezTo>
                <a:cubicBezTo>
                  <a:pt x="11393" y="11983"/>
                  <a:pt x="10200" y="11482"/>
                  <a:pt x="8926" y="11482"/>
                </a:cubicBezTo>
                <a:moveTo>
                  <a:pt x="8096" y="20249"/>
                </a:moveTo>
                <a:lnTo>
                  <a:pt x="5396" y="20249"/>
                </a:lnTo>
                <a:lnTo>
                  <a:pt x="5396" y="14175"/>
                </a:lnTo>
                <a:cubicBezTo>
                  <a:pt x="5396" y="13683"/>
                  <a:pt x="5264" y="13223"/>
                  <a:pt x="5033" y="12825"/>
                </a:cubicBezTo>
                <a:lnTo>
                  <a:pt x="5505" y="12825"/>
                </a:lnTo>
                <a:lnTo>
                  <a:pt x="5505" y="12832"/>
                </a:lnTo>
                <a:lnTo>
                  <a:pt x="7535" y="12832"/>
                </a:lnTo>
                <a:cubicBezTo>
                  <a:pt x="7463" y="13042"/>
                  <a:pt x="7421" y="13265"/>
                  <a:pt x="7421" y="13500"/>
                </a:cubicBezTo>
                <a:lnTo>
                  <a:pt x="7421" y="18225"/>
                </a:lnTo>
                <a:cubicBezTo>
                  <a:pt x="7421" y="18874"/>
                  <a:pt x="7784" y="19307"/>
                  <a:pt x="8001" y="19565"/>
                </a:cubicBezTo>
                <a:cubicBezTo>
                  <a:pt x="8031" y="19601"/>
                  <a:pt x="8065" y="19638"/>
                  <a:pt x="8096" y="19677"/>
                </a:cubicBezTo>
                <a:cubicBezTo>
                  <a:pt x="8096" y="19677"/>
                  <a:pt x="8096" y="20249"/>
                  <a:pt x="8096" y="20249"/>
                </a:cubicBezTo>
                <a:close/>
                <a:moveTo>
                  <a:pt x="1349" y="9450"/>
                </a:moveTo>
                <a:cubicBezTo>
                  <a:pt x="1349" y="8332"/>
                  <a:pt x="1953" y="7425"/>
                  <a:pt x="2699" y="7425"/>
                </a:cubicBezTo>
                <a:lnTo>
                  <a:pt x="7434" y="7425"/>
                </a:lnTo>
                <a:cubicBezTo>
                  <a:pt x="7014" y="7916"/>
                  <a:pt x="6749" y="8631"/>
                  <a:pt x="6749" y="9450"/>
                </a:cubicBezTo>
                <a:cubicBezTo>
                  <a:pt x="6749" y="10270"/>
                  <a:pt x="7014" y="10984"/>
                  <a:pt x="7434" y="11475"/>
                </a:cubicBezTo>
                <a:lnTo>
                  <a:pt x="2699" y="11475"/>
                </a:lnTo>
                <a:cubicBezTo>
                  <a:pt x="1953" y="11475"/>
                  <a:pt x="1349" y="10569"/>
                  <a:pt x="1349" y="9450"/>
                </a:cubicBezTo>
                <a:moveTo>
                  <a:pt x="13499" y="9450"/>
                </a:moveTo>
                <a:cubicBezTo>
                  <a:pt x="13499" y="8749"/>
                  <a:pt x="13540" y="8073"/>
                  <a:pt x="13610" y="7425"/>
                </a:cubicBezTo>
                <a:lnTo>
                  <a:pt x="15524" y="7425"/>
                </a:lnTo>
                <a:cubicBezTo>
                  <a:pt x="16269" y="7425"/>
                  <a:pt x="16874" y="8332"/>
                  <a:pt x="16874" y="9450"/>
                </a:cubicBezTo>
                <a:cubicBezTo>
                  <a:pt x="16874" y="10569"/>
                  <a:pt x="16269" y="11475"/>
                  <a:pt x="15524" y="11475"/>
                </a:cubicBezTo>
                <a:lnTo>
                  <a:pt x="13610" y="11475"/>
                </a:lnTo>
                <a:cubicBezTo>
                  <a:pt x="13540" y="10826"/>
                  <a:pt x="13499" y="10151"/>
                  <a:pt x="13499" y="9450"/>
                </a:cubicBezTo>
                <a:moveTo>
                  <a:pt x="16874" y="0"/>
                </a:moveTo>
                <a:cubicBezTo>
                  <a:pt x="15489" y="0"/>
                  <a:pt x="14400" y="951"/>
                  <a:pt x="13618" y="2420"/>
                </a:cubicBezTo>
                <a:lnTo>
                  <a:pt x="13604" y="2412"/>
                </a:lnTo>
                <a:cubicBezTo>
                  <a:pt x="12469" y="4635"/>
                  <a:pt x="10778" y="6075"/>
                  <a:pt x="8926" y="6075"/>
                </a:cubicBezTo>
                <a:lnTo>
                  <a:pt x="8479" y="6075"/>
                </a:lnTo>
                <a:lnTo>
                  <a:pt x="5505" y="6075"/>
                </a:lnTo>
                <a:lnTo>
                  <a:pt x="2699" y="6075"/>
                </a:lnTo>
                <a:cubicBezTo>
                  <a:pt x="1185" y="6075"/>
                  <a:pt x="0" y="7558"/>
                  <a:pt x="0" y="9450"/>
                </a:cubicBezTo>
                <a:cubicBezTo>
                  <a:pt x="0" y="11343"/>
                  <a:pt x="1185" y="12825"/>
                  <a:pt x="2699" y="12825"/>
                </a:cubicBezTo>
                <a:cubicBezTo>
                  <a:pt x="3443" y="12827"/>
                  <a:pt x="4046" y="13430"/>
                  <a:pt x="4046" y="14175"/>
                </a:cubicBezTo>
                <a:lnTo>
                  <a:pt x="4046" y="20249"/>
                </a:lnTo>
                <a:cubicBezTo>
                  <a:pt x="4046" y="20996"/>
                  <a:pt x="4651" y="21599"/>
                  <a:pt x="5396" y="21599"/>
                </a:cubicBezTo>
                <a:lnTo>
                  <a:pt x="8096" y="21599"/>
                </a:lnTo>
                <a:cubicBezTo>
                  <a:pt x="8842" y="21599"/>
                  <a:pt x="9446" y="20996"/>
                  <a:pt x="9446" y="20249"/>
                </a:cubicBezTo>
                <a:lnTo>
                  <a:pt x="9446" y="19575"/>
                </a:lnTo>
                <a:cubicBezTo>
                  <a:pt x="9446" y="18900"/>
                  <a:pt x="8771" y="18598"/>
                  <a:pt x="8771" y="18225"/>
                </a:cubicBezTo>
                <a:lnTo>
                  <a:pt x="8771" y="13500"/>
                </a:lnTo>
                <a:cubicBezTo>
                  <a:pt x="8771" y="13484"/>
                  <a:pt x="8781" y="13473"/>
                  <a:pt x="8782" y="13458"/>
                </a:cubicBezTo>
                <a:cubicBezTo>
                  <a:pt x="8789" y="13361"/>
                  <a:pt x="8815" y="13271"/>
                  <a:pt x="8859" y="13191"/>
                </a:cubicBezTo>
                <a:cubicBezTo>
                  <a:pt x="8871" y="13169"/>
                  <a:pt x="8884" y="13151"/>
                  <a:pt x="8898" y="13132"/>
                </a:cubicBezTo>
                <a:cubicBezTo>
                  <a:pt x="8952" y="13051"/>
                  <a:pt x="9020" y="12985"/>
                  <a:pt x="9103" y="12934"/>
                </a:cubicBezTo>
                <a:cubicBezTo>
                  <a:pt x="9107" y="12931"/>
                  <a:pt x="9108" y="12927"/>
                  <a:pt x="9112" y="12925"/>
                </a:cubicBezTo>
                <a:cubicBezTo>
                  <a:pt x="9115" y="12925"/>
                  <a:pt x="9117" y="12922"/>
                  <a:pt x="9120" y="12922"/>
                </a:cubicBezTo>
                <a:cubicBezTo>
                  <a:pt x="9174" y="12892"/>
                  <a:pt x="9238" y="12885"/>
                  <a:pt x="9299" y="12868"/>
                </a:cubicBezTo>
                <a:cubicBezTo>
                  <a:pt x="11003" y="13049"/>
                  <a:pt x="12545" y="14424"/>
                  <a:pt x="13604" y="16495"/>
                </a:cubicBezTo>
                <a:lnTo>
                  <a:pt x="13621" y="16487"/>
                </a:lnTo>
                <a:cubicBezTo>
                  <a:pt x="14404" y="17950"/>
                  <a:pt x="15490" y="18900"/>
                  <a:pt x="16874" y="18900"/>
                </a:cubicBezTo>
                <a:cubicBezTo>
                  <a:pt x="19977" y="18900"/>
                  <a:pt x="21600" y="14145"/>
                  <a:pt x="21600" y="9450"/>
                </a:cubicBezTo>
                <a:cubicBezTo>
                  <a:pt x="21600" y="4754"/>
                  <a:pt x="19977" y="0"/>
                  <a:pt x="16874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8" name="AutoShape 47">
            <a:extLst>
              <a:ext uri="{FF2B5EF4-FFF2-40B4-BE49-F238E27FC236}">
                <a16:creationId xmlns:a16="http://schemas.microsoft.com/office/drawing/2014/main" id="{D3BA2A42-D150-9A94-C8E3-C0F06FE42CBF}"/>
              </a:ext>
            </a:extLst>
          </p:cNvPr>
          <p:cNvSpPr>
            <a:spLocks/>
          </p:cNvSpPr>
          <p:nvPr/>
        </p:nvSpPr>
        <p:spPr bwMode="auto">
          <a:xfrm>
            <a:off x="8201886" y="2393464"/>
            <a:ext cx="411391" cy="411390"/>
          </a:xfrm>
          <a:custGeom>
            <a:avLst/>
            <a:gdLst>
              <a:gd name="T0" fmla="+- 0 10853 107"/>
              <a:gd name="T1" fmla="*/ T0 w 21493"/>
              <a:gd name="T2" fmla="*/ 10800 h 21600"/>
              <a:gd name="T3" fmla="+- 0 10853 107"/>
              <a:gd name="T4" fmla="*/ T3 w 21493"/>
              <a:gd name="T5" fmla="*/ 10800 h 21600"/>
              <a:gd name="T6" fmla="+- 0 10853 107"/>
              <a:gd name="T7" fmla="*/ T6 w 21493"/>
              <a:gd name="T8" fmla="*/ 10800 h 21600"/>
              <a:gd name="T9" fmla="+- 0 10853 107"/>
              <a:gd name="T10" fmla="*/ T9 w 2149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493" h="21600">
                <a:moveTo>
                  <a:pt x="20123" y="3375"/>
                </a:moveTo>
                <a:lnTo>
                  <a:pt x="8704" y="5400"/>
                </a:lnTo>
                <a:lnTo>
                  <a:pt x="8704" y="4725"/>
                </a:lnTo>
                <a:lnTo>
                  <a:pt x="8704" y="3375"/>
                </a:lnTo>
                <a:lnTo>
                  <a:pt x="20123" y="1350"/>
                </a:lnTo>
                <a:lnTo>
                  <a:pt x="20123" y="2700"/>
                </a:lnTo>
                <a:cubicBezTo>
                  <a:pt x="20123" y="2700"/>
                  <a:pt x="20123" y="3375"/>
                  <a:pt x="20123" y="3375"/>
                </a:cubicBezTo>
                <a:close/>
                <a:moveTo>
                  <a:pt x="17901" y="18014"/>
                </a:moveTo>
                <a:cubicBezTo>
                  <a:pt x="16291" y="18553"/>
                  <a:pt x="14628" y="18025"/>
                  <a:pt x="14187" y="16839"/>
                </a:cubicBezTo>
                <a:cubicBezTo>
                  <a:pt x="13745" y="15651"/>
                  <a:pt x="14691" y="14251"/>
                  <a:pt x="16300" y="13712"/>
                </a:cubicBezTo>
                <a:cubicBezTo>
                  <a:pt x="17910" y="13173"/>
                  <a:pt x="19573" y="13699"/>
                  <a:pt x="20014" y="14886"/>
                </a:cubicBezTo>
                <a:cubicBezTo>
                  <a:pt x="20456" y="16074"/>
                  <a:pt x="19510" y="17474"/>
                  <a:pt x="17901" y="18014"/>
                </a:cubicBezTo>
                <a:moveTo>
                  <a:pt x="5163" y="20039"/>
                </a:moveTo>
                <a:cubicBezTo>
                  <a:pt x="3554" y="20578"/>
                  <a:pt x="1890" y="20050"/>
                  <a:pt x="1450" y="18864"/>
                </a:cubicBezTo>
                <a:cubicBezTo>
                  <a:pt x="1008" y="17676"/>
                  <a:pt x="1954" y="16276"/>
                  <a:pt x="3562" y="15737"/>
                </a:cubicBezTo>
                <a:cubicBezTo>
                  <a:pt x="5172" y="15198"/>
                  <a:pt x="6836" y="15724"/>
                  <a:pt x="7277" y="16911"/>
                </a:cubicBezTo>
                <a:cubicBezTo>
                  <a:pt x="7719" y="18099"/>
                  <a:pt x="6773" y="19499"/>
                  <a:pt x="5163" y="20039"/>
                </a:cubicBezTo>
                <a:moveTo>
                  <a:pt x="21012" y="316"/>
                </a:moveTo>
                <a:cubicBezTo>
                  <a:pt x="20770" y="110"/>
                  <a:pt x="20463" y="0"/>
                  <a:pt x="20149" y="0"/>
                </a:cubicBezTo>
                <a:cubicBezTo>
                  <a:pt x="20072" y="0"/>
                  <a:pt x="19993" y="6"/>
                  <a:pt x="19916" y="21"/>
                </a:cubicBezTo>
                <a:lnTo>
                  <a:pt x="8497" y="2046"/>
                </a:lnTo>
                <a:cubicBezTo>
                  <a:pt x="7855" y="2159"/>
                  <a:pt x="7387" y="2719"/>
                  <a:pt x="7387" y="3375"/>
                </a:cubicBezTo>
                <a:lnTo>
                  <a:pt x="7387" y="4725"/>
                </a:lnTo>
                <a:lnTo>
                  <a:pt x="7387" y="5400"/>
                </a:lnTo>
                <a:lnTo>
                  <a:pt x="7387" y="14964"/>
                </a:lnTo>
                <a:cubicBezTo>
                  <a:pt x="6706" y="14467"/>
                  <a:pt x="5822" y="14175"/>
                  <a:pt x="4839" y="14175"/>
                </a:cubicBezTo>
                <a:cubicBezTo>
                  <a:pt x="4268" y="14175"/>
                  <a:pt x="3696" y="14269"/>
                  <a:pt x="3139" y="14455"/>
                </a:cubicBezTo>
                <a:cubicBezTo>
                  <a:pt x="1865" y="14882"/>
                  <a:pt x="843" y="15739"/>
                  <a:pt x="336" y="16807"/>
                </a:cubicBezTo>
                <a:cubicBezTo>
                  <a:pt x="-56" y="17633"/>
                  <a:pt x="-107" y="18530"/>
                  <a:pt x="192" y="19336"/>
                </a:cubicBezTo>
                <a:cubicBezTo>
                  <a:pt x="703" y="20711"/>
                  <a:pt x="2155" y="21599"/>
                  <a:pt x="3892" y="21599"/>
                </a:cubicBezTo>
                <a:cubicBezTo>
                  <a:pt x="4462" y="21599"/>
                  <a:pt x="5033" y="21506"/>
                  <a:pt x="5590" y="21319"/>
                </a:cubicBezTo>
                <a:cubicBezTo>
                  <a:pt x="6865" y="20893"/>
                  <a:pt x="7887" y="20036"/>
                  <a:pt x="8394" y="18969"/>
                </a:cubicBezTo>
                <a:cubicBezTo>
                  <a:pt x="8612" y="18509"/>
                  <a:pt x="8714" y="18027"/>
                  <a:pt x="8718" y="17549"/>
                </a:cubicBezTo>
                <a:lnTo>
                  <a:pt x="8730" y="17549"/>
                </a:lnTo>
                <a:lnTo>
                  <a:pt x="8730" y="6750"/>
                </a:lnTo>
                <a:cubicBezTo>
                  <a:pt x="8807" y="6750"/>
                  <a:pt x="8886" y="6743"/>
                  <a:pt x="8964" y="6730"/>
                </a:cubicBezTo>
                <a:lnTo>
                  <a:pt x="20149" y="4746"/>
                </a:lnTo>
                <a:lnTo>
                  <a:pt x="20149" y="12939"/>
                </a:lnTo>
                <a:cubicBezTo>
                  <a:pt x="19468" y="12442"/>
                  <a:pt x="18584" y="12150"/>
                  <a:pt x="17600" y="12150"/>
                </a:cubicBezTo>
                <a:cubicBezTo>
                  <a:pt x="17030" y="12150"/>
                  <a:pt x="16459" y="12244"/>
                  <a:pt x="15902" y="12430"/>
                </a:cubicBezTo>
                <a:cubicBezTo>
                  <a:pt x="14628" y="12857"/>
                  <a:pt x="13606" y="13714"/>
                  <a:pt x="13098" y="14782"/>
                </a:cubicBezTo>
                <a:cubicBezTo>
                  <a:pt x="12706" y="15608"/>
                  <a:pt x="12656" y="16505"/>
                  <a:pt x="12955" y="17311"/>
                </a:cubicBezTo>
                <a:cubicBezTo>
                  <a:pt x="13466" y="18686"/>
                  <a:pt x="14918" y="19575"/>
                  <a:pt x="16653" y="19575"/>
                </a:cubicBezTo>
                <a:cubicBezTo>
                  <a:pt x="17224" y="19575"/>
                  <a:pt x="17796" y="19481"/>
                  <a:pt x="18352" y="19294"/>
                </a:cubicBezTo>
                <a:cubicBezTo>
                  <a:pt x="19627" y="18868"/>
                  <a:pt x="20649" y="18011"/>
                  <a:pt x="21157" y="16944"/>
                </a:cubicBezTo>
                <a:cubicBezTo>
                  <a:pt x="21374" y="16484"/>
                  <a:pt x="21477" y="16002"/>
                  <a:pt x="21480" y="15525"/>
                </a:cubicBezTo>
                <a:lnTo>
                  <a:pt x="21493" y="15525"/>
                </a:lnTo>
                <a:lnTo>
                  <a:pt x="21493" y="3375"/>
                </a:lnTo>
                <a:lnTo>
                  <a:pt x="21493" y="2700"/>
                </a:lnTo>
                <a:lnTo>
                  <a:pt x="21493" y="1350"/>
                </a:lnTo>
                <a:cubicBezTo>
                  <a:pt x="21493" y="951"/>
                  <a:pt x="21317" y="572"/>
                  <a:pt x="21012" y="31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9" name="Group 190">
            <a:extLst>
              <a:ext uri="{FF2B5EF4-FFF2-40B4-BE49-F238E27FC236}">
                <a16:creationId xmlns:a16="http://schemas.microsoft.com/office/drawing/2014/main" id="{77948D87-ADC6-09C2-2F44-F4A428228FD5}"/>
              </a:ext>
            </a:extLst>
          </p:cNvPr>
          <p:cNvGrpSpPr/>
          <p:nvPr/>
        </p:nvGrpSpPr>
        <p:grpSpPr>
          <a:xfrm>
            <a:off x="2450251" y="2406120"/>
            <a:ext cx="360055" cy="411390"/>
            <a:chOff x="9094456" y="1066192"/>
            <a:chExt cx="427164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30" name="AutoShape 48">
              <a:extLst>
                <a:ext uri="{FF2B5EF4-FFF2-40B4-BE49-F238E27FC236}">
                  <a16:creationId xmlns:a16="http://schemas.microsoft.com/office/drawing/2014/main" id="{3EE689C3-3A88-0CB0-1D1C-E624F3DEF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4456" y="1066192"/>
              <a:ext cx="427164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425"/>
                  </a:moveTo>
                  <a:cubicBezTo>
                    <a:pt x="5687" y="7425"/>
                    <a:pt x="1542" y="6064"/>
                    <a:pt x="1542" y="4387"/>
                  </a:cubicBezTo>
                  <a:cubicBezTo>
                    <a:pt x="1542" y="2709"/>
                    <a:pt x="5687" y="1350"/>
                    <a:pt x="10800" y="1350"/>
                  </a:cubicBezTo>
                  <a:cubicBezTo>
                    <a:pt x="15912" y="1350"/>
                    <a:pt x="20057" y="2709"/>
                    <a:pt x="20057" y="4387"/>
                  </a:cubicBezTo>
                  <a:cubicBezTo>
                    <a:pt x="20057" y="6064"/>
                    <a:pt x="15912" y="7425"/>
                    <a:pt x="10800" y="7425"/>
                  </a:cubicBezTo>
                  <a:moveTo>
                    <a:pt x="20057" y="9112"/>
                  </a:moveTo>
                  <a:lnTo>
                    <a:pt x="20054" y="9112"/>
                  </a:lnTo>
                  <a:cubicBezTo>
                    <a:pt x="20054" y="9119"/>
                    <a:pt x="20057" y="9127"/>
                    <a:pt x="20057" y="9133"/>
                  </a:cubicBezTo>
                  <a:cubicBezTo>
                    <a:pt x="20057" y="10800"/>
                    <a:pt x="15912" y="12150"/>
                    <a:pt x="10800" y="12150"/>
                  </a:cubicBezTo>
                  <a:cubicBezTo>
                    <a:pt x="5687" y="12150"/>
                    <a:pt x="1542" y="10800"/>
                    <a:pt x="1542" y="9133"/>
                  </a:cubicBezTo>
                  <a:cubicBezTo>
                    <a:pt x="1542" y="9127"/>
                    <a:pt x="1545" y="9119"/>
                    <a:pt x="1545" y="9112"/>
                  </a:cubicBezTo>
                  <a:lnTo>
                    <a:pt x="1542" y="9112"/>
                  </a:lnTo>
                  <a:lnTo>
                    <a:pt x="1542" y="6793"/>
                  </a:lnTo>
                  <a:cubicBezTo>
                    <a:pt x="3564" y="8140"/>
                    <a:pt x="7271" y="8774"/>
                    <a:pt x="10800" y="8774"/>
                  </a:cubicBezTo>
                  <a:cubicBezTo>
                    <a:pt x="14328" y="8774"/>
                    <a:pt x="18035" y="8140"/>
                    <a:pt x="20057" y="6793"/>
                  </a:cubicBezTo>
                  <a:cubicBezTo>
                    <a:pt x="20057" y="6793"/>
                    <a:pt x="20057" y="9112"/>
                    <a:pt x="20057" y="9112"/>
                  </a:cubicBezTo>
                  <a:close/>
                  <a:moveTo>
                    <a:pt x="20057" y="13162"/>
                  </a:moveTo>
                  <a:lnTo>
                    <a:pt x="20054" y="13162"/>
                  </a:lnTo>
                  <a:cubicBezTo>
                    <a:pt x="20054" y="13169"/>
                    <a:pt x="20057" y="13177"/>
                    <a:pt x="20057" y="13183"/>
                  </a:cubicBezTo>
                  <a:cubicBezTo>
                    <a:pt x="20057" y="14850"/>
                    <a:pt x="15912" y="16200"/>
                    <a:pt x="10800" y="16200"/>
                  </a:cubicBezTo>
                  <a:cubicBezTo>
                    <a:pt x="5687" y="16200"/>
                    <a:pt x="1542" y="14850"/>
                    <a:pt x="1542" y="13183"/>
                  </a:cubicBezTo>
                  <a:cubicBezTo>
                    <a:pt x="1542" y="13177"/>
                    <a:pt x="1545" y="13169"/>
                    <a:pt x="1545" y="13162"/>
                  </a:cubicBezTo>
                  <a:lnTo>
                    <a:pt x="1542" y="13162"/>
                  </a:lnTo>
                  <a:lnTo>
                    <a:pt x="1542" y="10640"/>
                  </a:lnTo>
                  <a:cubicBezTo>
                    <a:pt x="3136" y="12077"/>
                    <a:pt x="6982" y="12825"/>
                    <a:pt x="10800" y="12825"/>
                  </a:cubicBezTo>
                  <a:cubicBezTo>
                    <a:pt x="14617" y="12825"/>
                    <a:pt x="18463" y="12077"/>
                    <a:pt x="20057" y="10640"/>
                  </a:cubicBezTo>
                  <a:cubicBezTo>
                    <a:pt x="20057" y="10640"/>
                    <a:pt x="20057" y="13162"/>
                    <a:pt x="20057" y="13162"/>
                  </a:cubicBezTo>
                  <a:close/>
                  <a:moveTo>
                    <a:pt x="20057" y="17212"/>
                  </a:moveTo>
                  <a:cubicBezTo>
                    <a:pt x="20057" y="18889"/>
                    <a:pt x="15912" y="20249"/>
                    <a:pt x="10800" y="20249"/>
                  </a:cubicBezTo>
                  <a:cubicBezTo>
                    <a:pt x="5687" y="20249"/>
                    <a:pt x="1542" y="18889"/>
                    <a:pt x="1542" y="17212"/>
                  </a:cubicBezTo>
                  <a:lnTo>
                    <a:pt x="1542" y="14690"/>
                  </a:lnTo>
                  <a:cubicBezTo>
                    <a:pt x="3136" y="16127"/>
                    <a:pt x="6982" y="16875"/>
                    <a:pt x="10800" y="16875"/>
                  </a:cubicBezTo>
                  <a:cubicBezTo>
                    <a:pt x="14617" y="16875"/>
                    <a:pt x="18463" y="16127"/>
                    <a:pt x="20057" y="14690"/>
                  </a:cubicBezTo>
                  <a:cubicBezTo>
                    <a:pt x="20057" y="14690"/>
                    <a:pt x="20057" y="17212"/>
                    <a:pt x="20057" y="17212"/>
                  </a:cubicBezTo>
                  <a:close/>
                  <a:moveTo>
                    <a:pt x="10800" y="0"/>
                  </a:moveTo>
                  <a:cubicBezTo>
                    <a:pt x="5598" y="0"/>
                    <a:pt x="0" y="1372"/>
                    <a:pt x="0" y="4387"/>
                  </a:cubicBezTo>
                  <a:lnTo>
                    <a:pt x="0" y="17212"/>
                  </a:lnTo>
                  <a:cubicBezTo>
                    <a:pt x="0" y="20226"/>
                    <a:pt x="5598" y="21599"/>
                    <a:pt x="10800" y="21599"/>
                  </a:cubicBezTo>
                  <a:cubicBezTo>
                    <a:pt x="16001" y="21599"/>
                    <a:pt x="21599" y="20226"/>
                    <a:pt x="21599" y="17212"/>
                  </a:cubicBezTo>
                  <a:lnTo>
                    <a:pt x="21599" y="4387"/>
                  </a:lnTo>
                  <a:cubicBezTo>
                    <a:pt x="21599" y="1372"/>
                    <a:pt x="1600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1" name="AutoShape 49">
              <a:extLst>
                <a:ext uri="{FF2B5EF4-FFF2-40B4-BE49-F238E27FC236}">
                  <a16:creationId xmlns:a16="http://schemas.microsoft.com/office/drawing/2014/main" id="{F4FE9C7A-9DD0-7335-FC99-9F113443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842" y="1447471"/>
              <a:ext cx="30869" cy="3003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2" name="AutoShape 50">
              <a:extLst>
                <a:ext uri="{FF2B5EF4-FFF2-40B4-BE49-F238E27FC236}">
                  <a16:creationId xmlns:a16="http://schemas.microsoft.com/office/drawing/2014/main" id="{9B3FA132-7C0B-5C0F-931D-B064F69EF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842" y="1355695"/>
              <a:ext cx="30869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3" name="AutoShape 51">
              <a:extLst>
                <a:ext uri="{FF2B5EF4-FFF2-40B4-BE49-F238E27FC236}">
                  <a16:creationId xmlns:a16="http://schemas.microsoft.com/office/drawing/2014/main" id="{39F525CE-1E92-2388-9250-335385BA9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842" y="1263922"/>
              <a:ext cx="30869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4" name="Group 189">
            <a:extLst>
              <a:ext uri="{FF2B5EF4-FFF2-40B4-BE49-F238E27FC236}">
                <a16:creationId xmlns:a16="http://schemas.microsoft.com/office/drawing/2014/main" id="{90F99F54-015E-2725-EAA1-4BD717B25382}"/>
              </a:ext>
            </a:extLst>
          </p:cNvPr>
          <p:cNvGrpSpPr/>
          <p:nvPr/>
        </p:nvGrpSpPr>
        <p:grpSpPr>
          <a:xfrm>
            <a:off x="6812534" y="2393464"/>
            <a:ext cx="411390" cy="411390"/>
            <a:chOff x="8087449" y="1066192"/>
            <a:chExt cx="488067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35" name="AutoShape 52">
              <a:extLst>
                <a:ext uri="{FF2B5EF4-FFF2-40B4-BE49-F238E27FC236}">
                  <a16:creationId xmlns:a16="http://schemas.microsoft.com/office/drawing/2014/main" id="{29EA32EA-2F73-021A-449C-C480E54EE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7449" y="1066192"/>
              <a:ext cx="488067" cy="488067"/>
            </a:xfrm>
            <a:custGeom>
              <a:avLst/>
              <a:gdLst>
                <a:gd name="T0" fmla="+- 0 10800 87"/>
                <a:gd name="T1" fmla="*/ T0 w 21426"/>
                <a:gd name="T2" fmla="+- 0 10799 73"/>
                <a:gd name="T3" fmla="*/ 10799 h 21453"/>
                <a:gd name="T4" fmla="+- 0 10800 87"/>
                <a:gd name="T5" fmla="*/ T4 w 21426"/>
                <a:gd name="T6" fmla="+- 0 10799 73"/>
                <a:gd name="T7" fmla="*/ 10799 h 21453"/>
                <a:gd name="T8" fmla="+- 0 10800 87"/>
                <a:gd name="T9" fmla="*/ T8 w 21426"/>
                <a:gd name="T10" fmla="+- 0 10799 73"/>
                <a:gd name="T11" fmla="*/ 10799 h 21453"/>
                <a:gd name="T12" fmla="+- 0 10800 87"/>
                <a:gd name="T13" fmla="*/ T12 w 21426"/>
                <a:gd name="T14" fmla="+- 0 10799 73"/>
                <a:gd name="T15" fmla="*/ 10799 h 2145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26" h="21453">
                  <a:moveTo>
                    <a:pt x="8034" y="20112"/>
                  </a:moveTo>
                  <a:cubicBezTo>
                    <a:pt x="5816" y="17892"/>
                    <a:pt x="3556" y="15628"/>
                    <a:pt x="1338" y="13408"/>
                  </a:cubicBezTo>
                  <a:cubicBezTo>
                    <a:pt x="3241" y="7240"/>
                    <a:pt x="11488" y="7509"/>
                    <a:pt x="13391" y="1341"/>
                  </a:cubicBezTo>
                  <a:cubicBezTo>
                    <a:pt x="15609" y="3560"/>
                    <a:pt x="17869" y="5825"/>
                    <a:pt x="20087" y="8045"/>
                  </a:cubicBezTo>
                  <a:cubicBezTo>
                    <a:pt x="18184" y="14212"/>
                    <a:pt x="9937" y="13944"/>
                    <a:pt x="8034" y="20112"/>
                  </a:cubicBezTo>
                  <a:moveTo>
                    <a:pt x="21034" y="7097"/>
                  </a:moveTo>
                  <a:lnTo>
                    <a:pt x="14338" y="393"/>
                  </a:lnTo>
                  <a:cubicBezTo>
                    <a:pt x="14006" y="60"/>
                    <a:pt x="13525" y="-73"/>
                    <a:pt x="13069" y="39"/>
                  </a:cubicBezTo>
                  <a:cubicBezTo>
                    <a:pt x="12828" y="98"/>
                    <a:pt x="12614" y="222"/>
                    <a:pt x="12444" y="393"/>
                  </a:cubicBezTo>
                  <a:cubicBezTo>
                    <a:pt x="12292" y="545"/>
                    <a:pt x="12177" y="733"/>
                    <a:pt x="12112" y="944"/>
                  </a:cubicBezTo>
                  <a:cubicBezTo>
                    <a:pt x="11808" y="1929"/>
                    <a:pt x="11283" y="2785"/>
                    <a:pt x="10507" y="3562"/>
                  </a:cubicBezTo>
                  <a:cubicBezTo>
                    <a:pt x="9471" y="4598"/>
                    <a:pt x="8121" y="5384"/>
                    <a:pt x="6693" y="6214"/>
                  </a:cubicBezTo>
                  <a:cubicBezTo>
                    <a:pt x="5177" y="7094"/>
                    <a:pt x="3611" y="8006"/>
                    <a:pt x="2328" y="9290"/>
                  </a:cubicBezTo>
                  <a:cubicBezTo>
                    <a:pt x="1237" y="10383"/>
                    <a:pt x="493" y="11600"/>
                    <a:pt x="59" y="13011"/>
                  </a:cubicBezTo>
                  <a:cubicBezTo>
                    <a:pt x="-87" y="13488"/>
                    <a:pt x="40" y="14004"/>
                    <a:pt x="391" y="14356"/>
                  </a:cubicBezTo>
                  <a:lnTo>
                    <a:pt x="7087" y="21060"/>
                  </a:lnTo>
                  <a:cubicBezTo>
                    <a:pt x="7419" y="21393"/>
                    <a:pt x="7900" y="21526"/>
                    <a:pt x="8356" y="21414"/>
                  </a:cubicBezTo>
                  <a:cubicBezTo>
                    <a:pt x="8597" y="21354"/>
                    <a:pt x="8811" y="21231"/>
                    <a:pt x="8981" y="21060"/>
                  </a:cubicBezTo>
                  <a:cubicBezTo>
                    <a:pt x="9133" y="20908"/>
                    <a:pt x="9248" y="20720"/>
                    <a:pt x="9314" y="20508"/>
                  </a:cubicBezTo>
                  <a:cubicBezTo>
                    <a:pt x="9617" y="19523"/>
                    <a:pt x="10142" y="18667"/>
                    <a:pt x="10918" y="17890"/>
                  </a:cubicBezTo>
                  <a:cubicBezTo>
                    <a:pt x="11954" y="16853"/>
                    <a:pt x="13304" y="16069"/>
                    <a:pt x="14733" y="15239"/>
                  </a:cubicBezTo>
                  <a:cubicBezTo>
                    <a:pt x="16248" y="14357"/>
                    <a:pt x="17814" y="13446"/>
                    <a:pt x="19097" y="12162"/>
                  </a:cubicBezTo>
                  <a:cubicBezTo>
                    <a:pt x="20188" y="11070"/>
                    <a:pt x="20932" y="9852"/>
                    <a:pt x="21366" y="8440"/>
                  </a:cubicBezTo>
                  <a:cubicBezTo>
                    <a:pt x="21512" y="7965"/>
                    <a:pt x="21385" y="7448"/>
                    <a:pt x="21034" y="7097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AutoShape 53">
              <a:extLst>
                <a:ext uri="{FF2B5EF4-FFF2-40B4-BE49-F238E27FC236}">
                  <a16:creationId xmlns:a16="http://schemas.microsoft.com/office/drawing/2014/main" id="{F47098CB-6566-4807-94D6-B706BB6CA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0999" y="1233889"/>
              <a:ext cx="131820" cy="136825"/>
            </a:xfrm>
            <a:custGeom>
              <a:avLst/>
              <a:gdLst>
                <a:gd name="T0" fmla="+- 0 10801 59"/>
                <a:gd name="T1" fmla="*/ T0 w 21484"/>
                <a:gd name="T2" fmla="+- 0 10799 41"/>
                <a:gd name="T3" fmla="*/ 10799 h 21516"/>
                <a:gd name="T4" fmla="+- 0 10801 59"/>
                <a:gd name="T5" fmla="*/ T4 w 21484"/>
                <a:gd name="T6" fmla="+- 0 10799 41"/>
                <a:gd name="T7" fmla="*/ 10799 h 21516"/>
                <a:gd name="T8" fmla="+- 0 10801 59"/>
                <a:gd name="T9" fmla="*/ T8 w 21484"/>
                <a:gd name="T10" fmla="+- 0 10799 41"/>
                <a:gd name="T11" fmla="*/ 10799 h 21516"/>
                <a:gd name="T12" fmla="+- 0 10801 59"/>
                <a:gd name="T13" fmla="*/ T12 w 21484"/>
                <a:gd name="T14" fmla="+- 0 10799 41"/>
                <a:gd name="T15" fmla="*/ 10799 h 2151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484" h="21516">
                  <a:moveTo>
                    <a:pt x="17511" y="14987"/>
                  </a:moveTo>
                  <a:cubicBezTo>
                    <a:pt x="17287" y="15384"/>
                    <a:pt x="17032" y="15740"/>
                    <a:pt x="16731" y="16049"/>
                  </a:cubicBezTo>
                  <a:cubicBezTo>
                    <a:pt x="15340" y="14692"/>
                    <a:pt x="13947" y="13205"/>
                    <a:pt x="12559" y="11675"/>
                  </a:cubicBezTo>
                  <a:cubicBezTo>
                    <a:pt x="12912" y="11521"/>
                    <a:pt x="13287" y="11362"/>
                    <a:pt x="13689" y="11198"/>
                  </a:cubicBezTo>
                  <a:cubicBezTo>
                    <a:pt x="14092" y="11034"/>
                    <a:pt x="14494" y="10927"/>
                    <a:pt x="14895" y="10861"/>
                  </a:cubicBezTo>
                  <a:cubicBezTo>
                    <a:pt x="15308" y="10801"/>
                    <a:pt x="15715" y="10819"/>
                    <a:pt x="16122" y="10913"/>
                  </a:cubicBezTo>
                  <a:cubicBezTo>
                    <a:pt x="16527" y="11011"/>
                    <a:pt x="16909" y="11222"/>
                    <a:pt x="17262" y="11554"/>
                  </a:cubicBezTo>
                  <a:cubicBezTo>
                    <a:pt x="17612" y="11890"/>
                    <a:pt x="17835" y="12244"/>
                    <a:pt x="17923" y="12620"/>
                  </a:cubicBezTo>
                  <a:cubicBezTo>
                    <a:pt x="18020" y="13004"/>
                    <a:pt x="18025" y="13392"/>
                    <a:pt x="17958" y="13789"/>
                  </a:cubicBezTo>
                  <a:cubicBezTo>
                    <a:pt x="17883" y="14187"/>
                    <a:pt x="17738" y="14585"/>
                    <a:pt x="17511" y="14987"/>
                  </a:cubicBezTo>
                  <a:moveTo>
                    <a:pt x="5799" y="10193"/>
                  </a:moveTo>
                  <a:cubicBezTo>
                    <a:pt x="5096" y="10221"/>
                    <a:pt x="4482" y="9996"/>
                    <a:pt x="3946" y="9496"/>
                  </a:cubicBezTo>
                  <a:cubicBezTo>
                    <a:pt x="3717" y="9285"/>
                    <a:pt x="3558" y="9028"/>
                    <a:pt x="3461" y="8724"/>
                  </a:cubicBezTo>
                  <a:cubicBezTo>
                    <a:pt x="3359" y="8420"/>
                    <a:pt x="3326" y="8088"/>
                    <a:pt x="3366" y="7723"/>
                  </a:cubicBezTo>
                  <a:cubicBezTo>
                    <a:pt x="3397" y="7363"/>
                    <a:pt x="3509" y="6989"/>
                    <a:pt x="3703" y="6610"/>
                  </a:cubicBezTo>
                  <a:cubicBezTo>
                    <a:pt x="3889" y="6231"/>
                    <a:pt x="4160" y="5852"/>
                    <a:pt x="4510" y="5487"/>
                  </a:cubicBezTo>
                  <a:cubicBezTo>
                    <a:pt x="5768" y="6694"/>
                    <a:pt x="7022" y="8018"/>
                    <a:pt x="8282" y="9388"/>
                  </a:cubicBezTo>
                  <a:cubicBezTo>
                    <a:pt x="7330" y="9893"/>
                    <a:pt x="6501" y="10164"/>
                    <a:pt x="5799" y="10193"/>
                  </a:cubicBezTo>
                  <a:moveTo>
                    <a:pt x="19678" y="8570"/>
                  </a:moveTo>
                  <a:cubicBezTo>
                    <a:pt x="18868" y="7915"/>
                    <a:pt x="18055" y="7470"/>
                    <a:pt x="17235" y="7250"/>
                  </a:cubicBezTo>
                  <a:cubicBezTo>
                    <a:pt x="16421" y="7031"/>
                    <a:pt x="15603" y="6942"/>
                    <a:pt x="14779" y="6998"/>
                  </a:cubicBezTo>
                  <a:cubicBezTo>
                    <a:pt x="13964" y="7059"/>
                    <a:pt x="13130" y="7236"/>
                    <a:pt x="12296" y="7545"/>
                  </a:cubicBezTo>
                  <a:cubicBezTo>
                    <a:pt x="11462" y="7859"/>
                    <a:pt x="10625" y="8200"/>
                    <a:pt x="9782" y="8593"/>
                  </a:cubicBezTo>
                  <a:cubicBezTo>
                    <a:pt x="8448" y="7115"/>
                    <a:pt x="7114" y="5658"/>
                    <a:pt x="5778" y="4299"/>
                  </a:cubicBezTo>
                  <a:cubicBezTo>
                    <a:pt x="6382" y="3775"/>
                    <a:pt x="6963" y="3509"/>
                    <a:pt x="7526" y="3490"/>
                  </a:cubicBezTo>
                  <a:cubicBezTo>
                    <a:pt x="8088" y="3467"/>
                    <a:pt x="8631" y="3523"/>
                    <a:pt x="9145" y="3649"/>
                  </a:cubicBezTo>
                  <a:cubicBezTo>
                    <a:pt x="9669" y="3775"/>
                    <a:pt x="10149" y="3883"/>
                    <a:pt x="10590" y="3967"/>
                  </a:cubicBezTo>
                  <a:cubicBezTo>
                    <a:pt x="11038" y="4051"/>
                    <a:pt x="11424" y="3958"/>
                    <a:pt x="11765" y="3682"/>
                  </a:cubicBezTo>
                  <a:cubicBezTo>
                    <a:pt x="12123" y="3382"/>
                    <a:pt x="12321" y="2994"/>
                    <a:pt x="12351" y="2526"/>
                  </a:cubicBezTo>
                  <a:cubicBezTo>
                    <a:pt x="12376" y="2054"/>
                    <a:pt x="12189" y="1596"/>
                    <a:pt x="11782" y="1147"/>
                  </a:cubicBezTo>
                  <a:cubicBezTo>
                    <a:pt x="11258" y="569"/>
                    <a:pt x="10630" y="216"/>
                    <a:pt x="9872" y="85"/>
                  </a:cubicBezTo>
                  <a:cubicBezTo>
                    <a:pt x="9126" y="-41"/>
                    <a:pt x="8358" y="-30"/>
                    <a:pt x="7564" y="136"/>
                  </a:cubicBezTo>
                  <a:cubicBezTo>
                    <a:pt x="6780" y="309"/>
                    <a:pt x="6032" y="595"/>
                    <a:pt x="5324" y="997"/>
                  </a:cubicBezTo>
                  <a:cubicBezTo>
                    <a:pt x="4617" y="1399"/>
                    <a:pt x="4048" y="1811"/>
                    <a:pt x="3626" y="2213"/>
                  </a:cubicBezTo>
                  <a:cubicBezTo>
                    <a:pt x="3464" y="2066"/>
                    <a:pt x="3302" y="1918"/>
                    <a:pt x="3141" y="1773"/>
                  </a:cubicBezTo>
                  <a:cubicBezTo>
                    <a:pt x="2963" y="1614"/>
                    <a:pt x="2739" y="1530"/>
                    <a:pt x="2471" y="1535"/>
                  </a:cubicBezTo>
                  <a:cubicBezTo>
                    <a:pt x="2200" y="1535"/>
                    <a:pt x="1977" y="1647"/>
                    <a:pt x="1793" y="1853"/>
                  </a:cubicBezTo>
                  <a:cubicBezTo>
                    <a:pt x="1615" y="2054"/>
                    <a:pt x="1530" y="2288"/>
                    <a:pt x="1565" y="2536"/>
                  </a:cubicBezTo>
                  <a:cubicBezTo>
                    <a:pt x="1589" y="2793"/>
                    <a:pt x="1696" y="2989"/>
                    <a:pt x="1880" y="3139"/>
                  </a:cubicBezTo>
                  <a:cubicBezTo>
                    <a:pt x="2044" y="3270"/>
                    <a:pt x="2203" y="3401"/>
                    <a:pt x="2364" y="3537"/>
                  </a:cubicBezTo>
                  <a:cubicBezTo>
                    <a:pt x="1731" y="4276"/>
                    <a:pt x="1207" y="5094"/>
                    <a:pt x="795" y="5957"/>
                  </a:cubicBezTo>
                  <a:cubicBezTo>
                    <a:pt x="378" y="6820"/>
                    <a:pt x="130" y="7676"/>
                    <a:pt x="37" y="8509"/>
                  </a:cubicBezTo>
                  <a:cubicBezTo>
                    <a:pt x="-59" y="9346"/>
                    <a:pt x="33" y="10113"/>
                    <a:pt x="298" y="10824"/>
                  </a:cubicBezTo>
                  <a:cubicBezTo>
                    <a:pt x="566" y="11540"/>
                    <a:pt x="1056" y="12148"/>
                    <a:pt x="1774" y="12723"/>
                  </a:cubicBezTo>
                  <a:cubicBezTo>
                    <a:pt x="2942" y="13658"/>
                    <a:pt x="4321" y="14056"/>
                    <a:pt x="5915" y="13967"/>
                  </a:cubicBezTo>
                  <a:cubicBezTo>
                    <a:pt x="7507" y="13874"/>
                    <a:pt x="9223" y="13415"/>
                    <a:pt x="11064" y="12461"/>
                  </a:cubicBezTo>
                  <a:cubicBezTo>
                    <a:pt x="12532" y="14093"/>
                    <a:pt x="14002" y="15716"/>
                    <a:pt x="15470" y="17223"/>
                  </a:cubicBezTo>
                  <a:cubicBezTo>
                    <a:pt x="14849" y="17728"/>
                    <a:pt x="14305" y="18018"/>
                    <a:pt x="13826" y="18111"/>
                  </a:cubicBezTo>
                  <a:cubicBezTo>
                    <a:pt x="13344" y="18210"/>
                    <a:pt x="12917" y="18200"/>
                    <a:pt x="12530" y="18088"/>
                  </a:cubicBezTo>
                  <a:cubicBezTo>
                    <a:pt x="12142" y="17971"/>
                    <a:pt x="11782" y="17803"/>
                    <a:pt x="11455" y="17587"/>
                  </a:cubicBezTo>
                  <a:cubicBezTo>
                    <a:pt x="11125" y="17368"/>
                    <a:pt x="10799" y="17181"/>
                    <a:pt x="10474" y="17026"/>
                  </a:cubicBezTo>
                  <a:cubicBezTo>
                    <a:pt x="10154" y="16872"/>
                    <a:pt x="9823" y="16788"/>
                    <a:pt x="9486" y="16783"/>
                  </a:cubicBezTo>
                  <a:cubicBezTo>
                    <a:pt x="9145" y="16778"/>
                    <a:pt x="8785" y="16937"/>
                    <a:pt x="8388" y="17265"/>
                  </a:cubicBezTo>
                  <a:cubicBezTo>
                    <a:pt x="7981" y="17606"/>
                    <a:pt x="7777" y="18004"/>
                    <a:pt x="7777" y="18453"/>
                  </a:cubicBezTo>
                  <a:cubicBezTo>
                    <a:pt x="7777" y="18897"/>
                    <a:pt x="7991" y="19351"/>
                    <a:pt x="8408" y="19809"/>
                  </a:cubicBezTo>
                  <a:cubicBezTo>
                    <a:pt x="8830" y="20268"/>
                    <a:pt x="9379" y="20651"/>
                    <a:pt x="10042" y="20955"/>
                  </a:cubicBezTo>
                  <a:cubicBezTo>
                    <a:pt x="10708" y="21259"/>
                    <a:pt x="11455" y="21451"/>
                    <a:pt x="12279" y="21502"/>
                  </a:cubicBezTo>
                  <a:cubicBezTo>
                    <a:pt x="13103" y="21559"/>
                    <a:pt x="13970" y="21437"/>
                    <a:pt x="14886" y="21109"/>
                  </a:cubicBezTo>
                  <a:cubicBezTo>
                    <a:pt x="15807" y="20787"/>
                    <a:pt x="16721" y="20202"/>
                    <a:pt x="17617" y="19332"/>
                  </a:cubicBezTo>
                  <a:cubicBezTo>
                    <a:pt x="18051" y="19739"/>
                    <a:pt x="18489" y="20127"/>
                    <a:pt x="18921" y="20501"/>
                  </a:cubicBezTo>
                  <a:cubicBezTo>
                    <a:pt x="19107" y="20656"/>
                    <a:pt x="19328" y="20731"/>
                    <a:pt x="19601" y="20712"/>
                  </a:cubicBezTo>
                  <a:cubicBezTo>
                    <a:pt x="19861" y="20703"/>
                    <a:pt x="20090" y="20586"/>
                    <a:pt x="20269" y="20375"/>
                  </a:cubicBezTo>
                  <a:cubicBezTo>
                    <a:pt x="20455" y="20160"/>
                    <a:pt x="20532" y="19921"/>
                    <a:pt x="20503" y="19674"/>
                  </a:cubicBezTo>
                  <a:cubicBezTo>
                    <a:pt x="20477" y="19421"/>
                    <a:pt x="20371" y="19229"/>
                    <a:pt x="20192" y="19089"/>
                  </a:cubicBezTo>
                  <a:cubicBezTo>
                    <a:pt x="19755" y="18752"/>
                    <a:pt x="19321" y="18397"/>
                    <a:pt x="18884" y="18022"/>
                  </a:cubicBezTo>
                  <a:cubicBezTo>
                    <a:pt x="19626" y="17143"/>
                    <a:pt x="20221" y="16217"/>
                    <a:pt x="20664" y="15300"/>
                  </a:cubicBezTo>
                  <a:cubicBezTo>
                    <a:pt x="21103" y="14379"/>
                    <a:pt x="21367" y="13490"/>
                    <a:pt x="21453" y="12667"/>
                  </a:cubicBezTo>
                  <a:cubicBezTo>
                    <a:pt x="21540" y="11839"/>
                    <a:pt x="21439" y="11091"/>
                    <a:pt x="21159" y="10412"/>
                  </a:cubicBezTo>
                  <a:cubicBezTo>
                    <a:pt x="20880" y="9725"/>
                    <a:pt x="20386" y="9135"/>
                    <a:pt x="19678" y="857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7" name="AutoShape 54">
              <a:extLst>
                <a:ext uri="{FF2B5EF4-FFF2-40B4-BE49-F238E27FC236}">
                  <a16:creationId xmlns:a16="http://schemas.microsoft.com/office/drawing/2014/main" id="{E6D3684A-1540-17C5-ACD2-FE83362A5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5144" y="1401583"/>
              <a:ext cx="74253" cy="77589"/>
            </a:xfrm>
            <a:custGeom>
              <a:avLst/>
              <a:gdLst>
                <a:gd name="T0" fmla="+- 0 10791 197"/>
                <a:gd name="T1" fmla="*/ T0 w 21188"/>
                <a:gd name="T2" fmla="+- 0 10794 193"/>
                <a:gd name="T3" fmla="*/ 10794 h 21203"/>
                <a:gd name="T4" fmla="+- 0 10791 197"/>
                <a:gd name="T5" fmla="*/ T4 w 21188"/>
                <a:gd name="T6" fmla="+- 0 10794 193"/>
                <a:gd name="T7" fmla="*/ 10794 h 21203"/>
                <a:gd name="T8" fmla="+- 0 10791 197"/>
                <a:gd name="T9" fmla="*/ T8 w 21188"/>
                <a:gd name="T10" fmla="+- 0 10794 193"/>
                <a:gd name="T11" fmla="*/ 10794 h 21203"/>
                <a:gd name="T12" fmla="+- 0 10791 197"/>
                <a:gd name="T13" fmla="*/ T12 w 21188"/>
                <a:gd name="T14" fmla="+- 0 10794 193"/>
                <a:gd name="T15" fmla="*/ 10794 h 2120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8" h="21203">
                  <a:moveTo>
                    <a:pt x="17615" y="468"/>
                  </a:moveTo>
                  <a:lnTo>
                    <a:pt x="17606" y="468"/>
                  </a:lnTo>
                  <a:cubicBezTo>
                    <a:pt x="14870" y="2476"/>
                    <a:pt x="12200" y="4590"/>
                    <a:pt x="9727" y="6958"/>
                  </a:cubicBezTo>
                  <a:cubicBezTo>
                    <a:pt x="7348" y="9227"/>
                    <a:pt x="5200" y="11619"/>
                    <a:pt x="3329" y="14060"/>
                  </a:cubicBezTo>
                  <a:lnTo>
                    <a:pt x="341" y="17962"/>
                  </a:lnTo>
                  <a:lnTo>
                    <a:pt x="350" y="17970"/>
                  </a:lnTo>
                  <a:cubicBezTo>
                    <a:pt x="-197" y="18786"/>
                    <a:pt x="-106" y="19880"/>
                    <a:pt x="638" y="20590"/>
                  </a:cubicBezTo>
                  <a:cubicBezTo>
                    <a:pt x="1491" y="21407"/>
                    <a:pt x="2889" y="21407"/>
                    <a:pt x="3746" y="20590"/>
                  </a:cubicBezTo>
                  <a:cubicBezTo>
                    <a:pt x="3877" y="20460"/>
                    <a:pt x="3984" y="20321"/>
                    <a:pt x="4069" y="20174"/>
                  </a:cubicBezTo>
                  <a:lnTo>
                    <a:pt x="6867" y="16517"/>
                  </a:lnTo>
                  <a:cubicBezTo>
                    <a:pt x="8601" y="14255"/>
                    <a:pt x="10606" y="12027"/>
                    <a:pt x="12824" y="9913"/>
                  </a:cubicBezTo>
                  <a:cubicBezTo>
                    <a:pt x="15281" y="7570"/>
                    <a:pt x="17557" y="5758"/>
                    <a:pt x="20329" y="3749"/>
                  </a:cubicBezTo>
                  <a:lnTo>
                    <a:pt x="20321" y="3741"/>
                  </a:lnTo>
                  <a:cubicBezTo>
                    <a:pt x="20400" y="3684"/>
                    <a:pt x="20473" y="3635"/>
                    <a:pt x="20543" y="3570"/>
                  </a:cubicBezTo>
                  <a:cubicBezTo>
                    <a:pt x="21402" y="2753"/>
                    <a:pt x="21402" y="1427"/>
                    <a:pt x="20543" y="606"/>
                  </a:cubicBezTo>
                  <a:cubicBezTo>
                    <a:pt x="19742" y="-161"/>
                    <a:pt x="18472" y="-193"/>
                    <a:pt x="17615" y="46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8" name="AutoShape 55">
              <a:extLst>
                <a:ext uri="{FF2B5EF4-FFF2-40B4-BE49-F238E27FC236}">
                  <a16:creationId xmlns:a16="http://schemas.microsoft.com/office/drawing/2014/main" id="{0BAD9D58-58A0-9444-5A4F-8A7FFA8BA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1903" y="1142114"/>
              <a:ext cx="75087" cy="78424"/>
            </a:xfrm>
            <a:custGeom>
              <a:avLst/>
              <a:gdLst>
                <a:gd name="T0" fmla="+- 0 10803 213"/>
                <a:gd name="T1" fmla="*/ T0 w 21180"/>
                <a:gd name="T2" fmla="+- 0 10801 203"/>
                <a:gd name="T3" fmla="*/ 10801 h 21196"/>
                <a:gd name="T4" fmla="+- 0 10803 213"/>
                <a:gd name="T5" fmla="*/ T4 w 21180"/>
                <a:gd name="T6" fmla="+- 0 10801 203"/>
                <a:gd name="T7" fmla="*/ 10801 h 21196"/>
                <a:gd name="T8" fmla="+- 0 10803 213"/>
                <a:gd name="T9" fmla="*/ T8 w 21180"/>
                <a:gd name="T10" fmla="+- 0 10801 203"/>
                <a:gd name="T11" fmla="*/ 10801 h 21196"/>
                <a:gd name="T12" fmla="+- 0 10803 213"/>
                <a:gd name="T13" fmla="*/ T12 w 21180"/>
                <a:gd name="T14" fmla="+- 0 10801 203"/>
                <a:gd name="T15" fmla="*/ 10801 h 2119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80" h="21196">
                  <a:moveTo>
                    <a:pt x="8372" y="11356"/>
                  </a:moveTo>
                  <a:cubicBezTo>
                    <a:pt x="6122" y="13508"/>
                    <a:pt x="3675" y="15444"/>
                    <a:pt x="1144" y="17292"/>
                  </a:cubicBezTo>
                  <a:cubicBezTo>
                    <a:pt x="963" y="17388"/>
                    <a:pt x="786" y="17493"/>
                    <a:pt x="637" y="17645"/>
                  </a:cubicBezTo>
                  <a:cubicBezTo>
                    <a:pt x="-213" y="18457"/>
                    <a:pt x="-213" y="19774"/>
                    <a:pt x="637" y="20585"/>
                  </a:cubicBezTo>
                  <a:cubicBezTo>
                    <a:pt x="1464" y="21380"/>
                    <a:pt x="2796" y="21397"/>
                    <a:pt x="3652" y="20641"/>
                  </a:cubicBezTo>
                  <a:lnTo>
                    <a:pt x="3665" y="20649"/>
                  </a:lnTo>
                  <a:cubicBezTo>
                    <a:pt x="6364" y="18673"/>
                    <a:pt x="8988" y="16581"/>
                    <a:pt x="11419" y="14263"/>
                  </a:cubicBezTo>
                  <a:cubicBezTo>
                    <a:pt x="13759" y="12030"/>
                    <a:pt x="15873" y="9685"/>
                    <a:pt x="17715" y="7283"/>
                  </a:cubicBezTo>
                  <a:lnTo>
                    <a:pt x="20663" y="3427"/>
                  </a:lnTo>
                  <a:lnTo>
                    <a:pt x="20654" y="3419"/>
                  </a:lnTo>
                  <a:cubicBezTo>
                    <a:pt x="21386" y="2600"/>
                    <a:pt x="21357" y="1379"/>
                    <a:pt x="20541" y="608"/>
                  </a:cubicBezTo>
                  <a:cubicBezTo>
                    <a:pt x="19697" y="-203"/>
                    <a:pt x="18323" y="-203"/>
                    <a:pt x="17468" y="608"/>
                  </a:cubicBezTo>
                  <a:cubicBezTo>
                    <a:pt x="17313" y="760"/>
                    <a:pt x="17197" y="937"/>
                    <a:pt x="17094" y="1114"/>
                  </a:cubicBezTo>
                  <a:lnTo>
                    <a:pt x="14228" y="4857"/>
                  </a:lnTo>
                  <a:cubicBezTo>
                    <a:pt x="12526" y="7090"/>
                    <a:pt x="10552" y="9275"/>
                    <a:pt x="8372" y="1135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9" name="Group 188">
            <a:extLst>
              <a:ext uri="{FF2B5EF4-FFF2-40B4-BE49-F238E27FC236}">
                <a16:creationId xmlns:a16="http://schemas.microsoft.com/office/drawing/2014/main" id="{6B7972D1-148E-80AC-C41B-E507304178B3}"/>
              </a:ext>
            </a:extLst>
          </p:cNvPr>
          <p:cNvGrpSpPr/>
          <p:nvPr/>
        </p:nvGrpSpPr>
        <p:grpSpPr>
          <a:xfrm>
            <a:off x="6063155" y="2393464"/>
            <a:ext cx="411391" cy="411390"/>
            <a:chOff x="7111313" y="1066192"/>
            <a:chExt cx="488068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40" name="AutoShape 56">
              <a:extLst>
                <a:ext uri="{FF2B5EF4-FFF2-40B4-BE49-F238E27FC236}">
                  <a16:creationId xmlns:a16="http://schemas.microsoft.com/office/drawing/2014/main" id="{0D1E1C43-3A7E-08E3-8D74-69A8E7965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313" y="1066192"/>
              <a:ext cx="15267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1" name="AutoShape 57">
              <a:extLst>
                <a:ext uri="{FF2B5EF4-FFF2-40B4-BE49-F238E27FC236}">
                  <a16:creationId xmlns:a16="http://schemas.microsoft.com/office/drawing/2014/main" id="{B037B9B1-97A6-0439-BD55-1D1D55A78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704" y="1066192"/>
              <a:ext cx="15267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2" name="AutoShape 58">
              <a:extLst>
                <a:ext uri="{FF2B5EF4-FFF2-40B4-BE49-F238E27FC236}">
                  <a16:creationId xmlns:a16="http://schemas.microsoft.com/office/drawing/2014/main" id="{3EAD8A65-64E6-6149-DB55-793187D23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9008" y="1066192"/>
              <a:ext cx="15267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3" name="AutoShape 59">
            <a:extLst>
              <a:ext uri="{FF2B5EF4-FFF2-40B4-BE49-F238E27FC236}">
                <a16:creationId xmlns:a16="http://schemas.microsoft.com/office/drawing/2014/main" id="{60EFF4BF-100A-F3F6-0A6F-FFF6E99EB42A}"/>
              </a:ext>
            </a:extLst>
          </p:cNvPr>
          <p:cNvSpPr>
            <a:spLocks/>
          </p:cNvSpPr>
          <p:nvPr/>
        </p:nvSpPr>
        <p:spPr bwMode="auto">
          <a:xfrm>
            <a:off x="5337542" y="2393464"/>
            <a:ext cx="412093" cy="411390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4" name="Group 197">
            <a:extLst>
              <a:ext uri="{FF2B5EF4-FFF2-40B4-BE49-F238E27FC236}">
                <a16:creationId xmlns:a16="http://schemas.microsoft.com/office/drawing/2014/main" id="{D04B0569-9518-272A-1A89-9AC66BEAB255}"/>
              </a:ext>
            </a:extLst>
          </p:cNvPr>
          <p:cNvGrpSpPr/>
          <p:nvPr/>
        </p:nvGrpSpPr>
        <p:grpSpPr>
          <a:xfrm>
            <a:off x="8955213" y="1623506"/>
            <a:ext cx="282700" cy="411391"/>
            <a:chOff x="11108464" y="89225"/>
            <a:chExt cx="335391" cy="48806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45" name="AutoShape 60">
              <a:extLst>
                <a:ext uri="{FF2B5EF4-FFF2-40B4-BE49-F238E27FC236}">
                  <a16:creationId xmlns:a16="http://schemas.microsoft.com/office/drawing/2014/main" id="{7EF36E57-3099-F880-75E6-AA086ABC6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6121" y="226049"/>
              <a:ext cx="30035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19"/>
                    <a:pt x="16769" y="0"/>
                    <a:pt x="10800" y="0"/>
                  </a:cubicBezTo>
                  <a:cubicBezTo>
                    <a:pt x="4830" y="0"/>
                    <a:pt x="0" y="4819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6" name="AutoShape 61">
              <a:extLst>
                <a:ext uri="{FF2B5EF4-FFF2-40B4-BE49-F238E27FC236}">
                  <a16:creationId xmlns:a16="http://schemas.microsoft.com/office/drawing/2014/main" id="{4EF98878-7BB0-21BA-8D09-934207D01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6121" y="409596"/>
              <a:ext cx="30035" cy="3003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7" name="AutoShape 62">
              <a:extLst>
                <a:ext uri="{FF2B5EF4-FFF2-40B4-BE49-F238E27FC236}">
                  <a16:creationId xmlns:a16="http://schemas.microsoft.com/office/drawing/2014/main" id="{077124AF-5C64-CBC7-F7D0-ED2C84CB4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4347" y="317822"/>
              <a:ext cx="30035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0" y="0"/>
                    <a:pt x="0" y="4819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19"/>
                    <a:pt x="16769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8" name="AutoShape 63">
              <a:extLst>
                <a:ext uri="{FF2B5EF4-FFF2-40B4-BE49-F238E27FC236}">
                  <a16:creationId xmlns:a16="http://schemas.microsoft.com/office/drawing/2014/main" id="{413C88FC-FB6C-C568-9FD9-40A0EB567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7061" y="317822"/>
              <a:ext cx="30869" cy="308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4830" y="21599"/>
                    <a:pt x="10800" y="21599"/>
                  </a:cubicBez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19"/>
                    <a:pt x="16769" y="0"/>
                    <a:pt x="10800" y="0"/>
                  </a:cubicBezTo>
                  <a:cubicBezTo>
                    <a:pt x="4830" y="0"/>
                    <a:pt x="0" y="4819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9" name="AutoShape 64">
              <a:extLst>
                <a:ext uri="{FF2B5EF4-FFF2-40B4-BE49-F238E27FC236}">
                  <a16:creationId xmlns:a16="http://schemas.microsoft.com/office/drawing/2014/main" id="{EA1CCBB9-5619-6872-71B7-6C4258036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4384" y="378727"/>
              <a:ext cx="30869" cy="30869"/>
            </a:xfrm>
            <a:custGeom>
              <a:avLst/>
              <a:gdLst>
                <a:gd name="T0" fmla="+- 0 10802 965"/>
                <a:gd name="T1" fmla="*/ T0 w 19675"/>
                <a:gd name="T2" fmla="+- 0 10800 961"/>
                <a:gd name="T3" fmla="*/ 10800 h 19678"/>
                <a:gd name="T4" fmla="+- 0 10802 965"/>
                <a:gd name="T5" fmla="*/ T4 w 19675"/>
                <a:gd name="T6" fmla="+- 0 10800 961"/>
                <a:gd name="T7" fmla="*/ 10800 h 19678"/>
                <a:gd name="T8" fmla="+- 0 10802 965"/>
                <a:gd name="T9" fmla="*/ T8 w 19675"/>
                <a:gd name="T10" fmla="+- 0 10800 961"/>
                <a:gd name="T11" fmla="*/ 10800 h 19678"/>
                <a:gd name="T12" fmla="+- 0 10802 965"/>
                <a:gd name="T13" fmla="*/ T12 w 19675"/>
                <a:gd name="T14" fmla="+- 0 10800 961"/>
                <a:gd name="T15" fmla="*/ 10800 h 1967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5" h="19678">
                  <a:moveTo>
                    <a:pt x="2894" y="2882"/>
                  </a:moveTo>
                  <a:cubicBezTo>
                    <a:pt x="-965" y="6725"/>
                    <a:pt x="-965" y="12952"/>
                    <a:pt x="2894" y="16795"/>
                  </a:cubicBezTo>
                  <a:cubicBezTo>
                    <a:pt x="6734" y="20638"/>
                    <a:pt x="12935" y="20638"/>
                    <a:pt x="16794" y="16795"/>
                  </a:cubicBezTo>
                  <a:cubicBezTo>
                    <a:pt x="20634" y="12952"/>
                    <a:pt x="20634" y="6725"/>
                    <a:pt x="16794" y="2882"/>
                  </a:cubicBezTo>
                  <a:cubicBezTo>
                    <a:pt x="12935" y="-961"/>
                    <a:pt x="6734" y="-961"/>
                    <a:pt x="2894" y="288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0" name="AutoShape 65">
              <a:extLst>
                <a:ext uri="{FF2B5EF4-FFF2-40B4-BE49-F238E27FC236}">
                  <a16:creationId xmlns:a16="http://schemas.microsoft.com/office/drawing/2014/main" id="{E4FCB8F4-C104-8E4C-DDE3-F7BEC195A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4384" y="256918"/>
              <a:ext cx="30869" cy="30869"/>
            </a:xfrm>
            <a:custGeom>
              <a:avLst/>
              <a:gdLst>
                <a:gd name="T0" fmla="+- 0 10801 962"/>
                <a:gd name="T1" fmla="*/ T0 w 19678"/>
                <a:gd name="T2" fmla="+- 0 10801 965"/>
                <a:gd name="T3" fmla="*/ 10801 h 19673"/>
                <a:gd name="T4" fmla="+- 0 10801 962"/>
                <a:gd name="T5" fmla="*/ T4 w 19678"/>
                <a:gd name="T6" fmla="+- 0 10801 965"/>
                <a:gd name="T7" fmla="*/ 10801 h 19673"/>
                <a:gd name="T8" fmla="+- 0 10801 962"/>
                <a:gd name="T9" fmla="*/ T8 w 19678"/>
                <a:gd name="T10" fmla="+- 0 10801 965"/>
                <a:gd name="T11" fmla="*/ 10801 h 19673"/>
                <a:gd name="T12" fmla="+- 0 10801 962"/>
                <a:gd name="T13" fmla="*/ T12 w 19678"/>
                <a:gd name="T14" fmla="+- 0 10801 965"/>
                <a:gd name="T15" fmla="*/ 10801 h 1967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8" h="19673">
                  <a:moveTo>
                    <a:pt x="2897" y="2894"/>
                  </a:moveTo>
                  <a:cubicBezTo>
                    <a:pt x="-962" y="6734"/>
                    <a:pt x="-962" y="12935"/>
                    <a:pt x="2877" y="16785"/>
                  </a:cubicBezTo>
                  <a:cubicBezTo>
                    <a:pt x="6737" y="20635"/>
                    <a:pt x="12938" y="20635"/>
                    <a:pt x="16797" y="16785"/>
                  </a:cubicBezTo>
                  <a:cubicBezTo>
                    <a:pt x="20638" y="12935"/>
                    <a:pt x="20638" y="6734"/>
                    <a:pt x="16797" y="2894"/>
                  </a:cubicBezTo>
                  <a:cubicBezTo>
                    <a:pt x="12938" y="-965"/>
                    <a:pt x="6737" y="-965"/>
                    <a:pt x="2897" y="289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AutoShape 66">
              <a:extLst>
                <a:ext uri="{FF2B5EF4-FFF2-40B4-BE49-F238E27FC236}">
                  <a16:creationId xmlns:a16="http://schemas.microsoft.com/office/drawing/2014/main" id="{E39A0E27-599B-56B6-2F18-577BBEFAF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7025" y="378727"/>
              <a:ext cx="30035" cy="30869"/>
            </a:xfrm>
            <a:custGeom>
              <a:avLst/>
              <a:gdLst>
                <a:gd name="T0" fmla="+- 0 10800 961"/>
                <a:gd name="T1" fmla="*/ T0 w 19678"/>
                <a:gd name="T2" fmla="+- 0 10800 961"/>
                <a:gd name="T3" fmla="*/ 10800 h 19678"/>
                <a:gd name="T4" fmla="+- 0 10800 961"/>
                <a:gd name="T5" fmla="*/ T4 w 19678"/>
                <a:gd name="T6" fmla="+- 0 10800 961"/>
                <a:gd name="T7" fmla="*/ 10800 h 19678"/>
                <a:gd name="T8" fmla="+- 0 10800 961"/>
                <a:gd name="T9" fmla="*/ T8 w 19678"/>
                <a:gd name="T10" fmla="+- 0 10800 961"/>
                <a:gd name="T11" fmla="*/ 10800 h 19678"/>
                <a:gd name="T12" fmla="+- 0 10800 961"/>
                <a:gd name="T13" fmla="*/ T12 w 19678"/>
                <a:gd name="T14" fmla="+- 0 10800 961"/>
                <a:gd name="T15" fmla="*/ 10800 h 1967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8" h="19678">
                  <a:moveTo>
                    <a:pt x="2882" y="2882"/>
                  </a:moveTo>
                  <a:cubicBezTo>
                    <a:pt x="-961" y="6725"/>
                    <a:pt x="-961" y="12952"/>
                    <a:pt x="2882" y="16795"/>
                  </a:cubicBezTo>
                  <a:cubicBezTo>
                    <a:pt x="6725" y="20638"/>
                    <a:pt x="12952" y="20638"/>
                    <a:pt x="16795" y="16795"/>
                  </a:cubicBezTo>
                  <a:cubicBezTo>
                    <a:pt x="20639" y="12952"/>
                    <a:pt x="20639" y="6725"/>
                    <a:pt x="16795" y="2882"/>
                  </a:cubicBezTo>
                  <a:cubicBezTo>
                    <a:pt x="12952" y="-961"/>
                    <a:pt x="6725" y="-961"/>
                    <a:pt x="2882" y="288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2" name="AutoShape 67">
              <a:extLst>
                <a:ext uri="{FF2B5EF4-FFF2-40B4-BE49-F238E27FC236}">
                  <a16:creationId xmlns:a16="http://schemas.microsoft.com/office/drawing/2014/main" id="{B17678D0-57DC-A1B9-1FE7-D4915090B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8464" y="89225"/>
              <a:ext cx="335391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9818" y="16200"/>
                  </a:moveTo>
                  <a:cubicBezTo>
                    <a:pt x="5486" y="16200"/>
                    <a:pt x="1963" y="13776"/>
                    <a:pt x="1963" y="10800"/>
                  </a:cubicBezTo>
                  <a:cubicBezTo>
                    <a:pt x="1963" y="7821"/>
                    <a:pt x="5486" y="5400"/>
                    <a:pt x="9818" y="5400"/>
                  </a:cubicBezTo>
                  <a:cubicBezTo>
                    <a:pt x="14148" y="5400"/>
                    <a:pt x="17672" y="7821"/>
                    <a:pt x="17672" y="10800"/>
                  </a:cubicBezTo>
                  <a:cubicBezTo>
                    <a:pt x="17672" y="13776"/>
                    <a:pt x="14148" y="16200"/>
                    <a:pt x="9818" y="16200"/>
                  </a:cubicBezTo>
                  <a:moveTo>
                    <a:pt x="13745" y="20249"/>
                  </a:moveTo>
                  <a:lnTo>
                    <a:pt x="5890" y="20249"/>
                  </a:lnTo>
                  <a:lnTo>
                    <a:pt x="4909" y="16613"/>
                  </a:lnTo>
                  <a:cubicBezTo>
                    <a:pt x="6358" y="17192"/>
                    <a:pt x="8019" y="17549"/>
                    <a:pt x="9818" y="17549"/>
                  </a:cubicBezTo>
                  <a:cubicBezTo>
                    <a:pt x="11614" y="17549"/>
                    <a:pt x="13277" y="17192"/>
                    <a:pt x="14727" y="16613"/>
                  </a:cubicBezTo>
                  <a:cubicBezTo>
                    <a:pt x="14727" y="16613"/>
                    <a:pt x="13745" y="20249"/>
                    <a:pt x="13745" y="20249"/>
                  </a:cubicBezTo>
                  <a:close/>
                  <a:moveTo>
                    <a:pt x="5992" y="1350"/>
                  </a:moveTo>
                  <a:lnTo>
                    <a:pt x="13847" y="1350"/>
                  </a:lnTo>
                  <a:lnTo>
                    <a:pt x="14828" y="4985"/>
                  </a:lnTo>
                  <a:cubicBezTo>
                    <a:pt x="13379" y="4406"/>
                    <a:pt x="11718" y="4050"/>
                    <a:pt x="9919" y="4050"/>
                  </a:cubicBezTo>
                  <a:cubicBezTo>
                    <a:pt x="8123" y="4050"/>
                    <a:pt x="6460" y="4406"/>
                    <a:pt x="5010" y="4985"/>
                  </a:cubicBezTo>
                  <a:cubicBezTo>
                    <a:pt x="5010" y="4985"/>
                    <a:pt x="5992" y="1350"/>
                    <a:pt x="5992" y="1350"/>
                  </a:cubicBezTo>
                  <a:close/>
                  <a:moveTo>
                    <a:pt x="19636" y="9450"/>
                  </a:moveTo>
                  <a:cubicBezTo>
                    <a:pt x="19567" y="9450"/>
                    <a:pt x="19509" y="9472"/>
                    <a:pt x="19442" y="9477"/>
                  </a:cubicBezTo>
                  <a:cubicBezTo>
                    <a:pt x="19101" y="8298"/>
                    <a:pt x="18294" y="7245"/>
                    <a:pt x="17187" y="6376"/>
                  </a:cubicBezTo>
                  <a:lnTo>
                    <a:pt x="15778" y="1102"/>
                  </a:lnTo>
                  <a:cubicBezTo>
                    <a:pt x="15605" y="464"/>
                    <a:pt x="14794" y="0"/>
                    <a:pt x="13847" y="0"/>
                  </a:cubicBezTo>
                  <a:lnTo>
                    <a:pt x="5992" y="0"/>
                  </a:lnTo>
                  <a:cubicBezTo>
                    <a:pt x="5047" y="0"/>
                    <a:pt x="4236" y="464"/>
                    <a:pt x="4061" y="1102"/>
                  </a:cubicBezTo>
                  <a:lnTo>
                    <a:pt x="2686" y="6198"/>
                  </a:lnTo>
                  <a:cubicBezTo>
                    <a:pt x="1037" y="7405"/>
                    <a:pt x="0" y="9012"/>
                    <a:pt x="0" y="10800"/>
                  </a:cubicBezTo>
                  <a:cubicBezTo>
                    <a:pt x="0" y="12542"/>
                    <a:pt x="995" y="14110"/>
                    <a:pt x="2573" y="15307"/>
                  </a:cubicBezTo>
                  <a:lnTo>
                    <a:pt x="3959" y="20496"/>
                  </a:lnTo>
                  <a:cubicBezTo>
                    <a:pt x="4132" y="21135"/>
                    <a:pt x="4943" y="21599"/>
                    <a:pt x="5890" y="21599"/>
                  </a:cubicBezTo>
                  <a:lnTo>
                    <a:pt x="13745" y="21599"/>
                  </a:lnTo>
                  <a:cubicBezTo>
                    <a:pt x="14690" y="21599"/>
                    <a:pt x="15501" y="21135"/>
                    <a:pt x="15676" y="20496"/>
                  </a:cubicBezTo>
                  <a:lnTo>
                    <a:pt x="17074" y="15311"/>
                  </a:lnTo>
                  <a:cubicBezTo>
                    <a:pt x="18242" y="14426"/>
                    <a:pt x="19089" y="13340"/>
                    <a:pt x="19442" y="12122"/>
                  </a:cubicBezTo>
                  <a:cubicBezTo>
                    <a:pt x="19509" y="12127"/>
                    <a:pt x="19567" y="12150"/>
                    <a:pt x="19636" y="12150"/>
                  </a:cubicBezTo>
                  <a:cubicBezTo>
                    <a:pt x="20719" y="12150"/>
                    <a:pt x="21600" y="11544"/>
                    <a:pt x="21600" y="10800"/>
                  </a:cubicBezTo>
                  <a:cubicBezTo>
                    <a:pt x="21600" y="10053"/>
                    <a:pt x="20719" y="9450"/>
                    <a:pt x="19636" y="945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3" name="AutoShape 68">
              <a:extLst>
                <a:ext uri="{FF2B5EF4-FFF2-40B4-BE49-F238E27FC236}">
                  <a16:creationId xmlns:a16="http://schemas.microsoft.com/office/drawing/2014/main" id="{99196952-4452-FF5F-C474-EA69E61AB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6121" y="256918"/>
              <a:ext cx="91773" cy="92608"/>
            </a:xfrm>
            <a:custGeom>
              <a:avLst/>
              <a:gdLst>
                <a:gd name="T0" fmla="*/ 10740 w 21481"/>
                <a:gd name="T1" fmla="+- 0 10860 120"/>
                <a:gd name="T2" fmla="*/ 10860 h 21480"/>
                <a:gd name="T3" fmla="*/ 10740 w 21481"/>
                <a:gd name="T4" fmla="+- 0 10860 120"/>
                <a:gd name="T5" fmla="*/ 10860 h 21480"/>
                <a:gd name="T6" fmla="*/ 10740 w 21481"/>
                <a:gd name="T7" fmla="+- 0 10860 120"/>
                <a:gd name="T8" fmla="*/ 10860 h 21480"/>
                <a:gd name="T9" fmla="*/ 10740 w 21481"/>
                <a:gd name="T10" fmla="+- 0 10860 120"/>
                <a:gd name="T11" fmla="*/ 10860 h 21480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481" h="21480">
                  <a:moveTo>
                    <a:pt x="21127" y="346"/>
                  </a:moveTo>
                  <a:cubicBezTo>
                    <a:pt x="20697" y="-82"/>
                    <a:pt x="20002" y="-120"/>
                    <a:pt x="19516" y="270"/>
                  </a:cubicBezTo>
                  <a:lnTo>
                    <a:pt x="1055" y="15432"/>
                  </a:lnTo>
                  <a:cubicBezTo>
                    <a:pt x="375" y="16113"/>
                    <a:pt x="0" y="17012"/>
                    <a:pt x="0" y="17972"/>
                  </a:cubicBezTo>
                  <a:cubicBezTo>
                    <a:pt x="0" y="18902"/>
                    <a:pt x="361" y="19783"/>
                    <a:pt x="1027" y="20446"/>
                  </a:cubicBezTo>
                  <a:cubicBezTo>
                    <a:pt x="1694" y="21103"/>
                    <a:pt x="2583" y="21473"/>
                    <a:pt x="3542" y="21479"/>
                  </a:cubicBezTo>
                  <a:cubicBezTo>
                    <a:pt x="4431" y="21473"/>
                    <a:pt x="5354" y="21144"/>
                    <a:pt x="6028" y="20495"/>
                  </a:cubicBezTo>
                  <a:lnTo>
                    <a:pt x="12598" y="12627"/>
                  </a:lnTo>
                  <a:lnTo>
                    <a:pt x="21224" y="1935"/>
                  </a:lnTo>
                  <a:cubicBezTo>
                    <a:pt x="21600" y="1462"/>
                    <a:pt x="21558" y="771"/>
                    <a:pt x="21127" y="34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4" name="Group 183">
            <a:extLst>
              <a:ext uri="{FF2B5EF4-FFF2-40B4-BE49-F238E27FC236}">
                <a16:creationId xmlns:a16="http://schemas.microsoft.com/office/drawing/2014/main" id="{0A4E2FD1-DFA2-AAAC-60C2-BBE1E8AC8979}"/>
              </a:ext>
            </a:extLst>
          </p:cNvPr>
          <p:cNvGrpSpPr/>
          <p:nvPr/>
        </p:nvGrpSpPr>
        <p:grpSpPr>
          <a:xfrm>
            <a:off x="8201886" y="1623505"/>
            <a:ext cx="411391" cy="386074"/>
            <a:chOff x="10040556" y="89224"/>
            <a:chExt cx="488068" cy="45803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55" name="AutoShape 69">
              <a:extLst>
                <a:ext uri="{FF2B5EF4-FFF2-40B4-BE49-F238E27FC236}">
                  <a16:creationId xmlns:a16="http://schemas.microsoft.com/office/drawing/2014/main" id="{058533EC-7CC4-6A97-9B4B-B3E2E378B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0556" y="89224"/>
              <a:ext cx="488068" cy="4580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6" name="AutoShape 70">
              <a:extLst>
                <a:ext uri="{FF2B5EF4-FFF2-40B4-BE49-F238E27FC236}">
                  <a16:creationId xmlns:a16="http://schemas.microsoft.com/office/drawing/2014/main" id="{3856F662-FBAB-829A-1186-C0F0C0D35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9152" y="180164"/>
              <a:ext cx="91773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7" name="AutoShape 71">
              <a:extLst>
                <a:ext uri="{FF2B5EF4-FFF2-40B4-BE49-F238E27FC236}">
                  <a16:creationId xmlns:a16="http://schemas.microsoft.com/office/drawing/2014/main" id="{190BBBA4-61AC-489C-7025-17F728331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9152" y="226050"/>
              <a:ext cx="91773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8" name="AutoShape 72">
              <a:extLst>
                <a:ext uri="{FF2B5EF4-FFF2-40B4-BE49-F238E27FC236}">
                  <a16:creationId xmlns:a16="http://schemas.microsoft.com/office/drawing/2014/main" id="{1A17A050-68DC-C6C8-778B-D6664BF07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9152" y="271937"/>
              <a:ext cx="198564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9" name="AutoShape 73">
              <a:extLst>
                <a:ext uri="{FF2B5EF4-FFF2-40B4-BE49-F238E27FC236}">
                  <a16:creationId xmlns:a16="http://schemas.microsoft.com/office/drawing/2014/main" id="{C2266A03-5AAC-FF55-313E-916C994B5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1457" y="363712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0" name="AutoShape 74">
              <a:extLst>
                <a:ext uri="{FF2B5EF4-FFF2-40B4-BE49-F238E27FC236}">
                  <a16:creationId xmlns:a16="http://schemas.microsoft.com/office/drawing/2014/main" id="{393DED45-C511-026F-B18A-E271EBC85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1457" y="409597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1" name="AutoShape 75">
              <a:extLst>
                <a:ext uri="{FF2B5EF4-FFF2-40B4-BE49-F238E27FC236}">
                  <a16:creationId xmlns:a16="http://schemas.microsoft.com/office/drawing/2014/main" id="{4F0EAF74-AE2C-D0A7-9453-22FFA4C03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1457" y="455485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2" name="AutoShape 76">
              <a:extLst>
                <a:ext uri="{FF2B5EF4-FFF2-40B4-BE49-F238E27FC236}">
                  <a16:creationId xmlns:a16="http://schemas.microsoft.com/office/drawing/2014/main" id="{194D6532-532B-6823-5AB6-D7A192FFB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1457" y="317823"/>
              <a:ext cx="36625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3" name="AutoShape 77">
              <a:extLst>
                <a:ext uri="{FF2B5EF4-FFF2-40B4-BE49-F238E27FC236}">
                  <a16:creationId xmlns:a16="http://schemas.microsoft.com/office/drawing/2014/main" id="{4EEB7700-A41A-89BA-1419-8C26E7928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1460" y="165144"/>
              <a:ext cx="137660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4" name="Group 182">
            <a:extLst>
              <a:ext uri="{FF2B5EF4-FFF2-40B4-BE49-F238E27FC236}">
                <a16:creationId xmlns:a16="http://schemas.microsoft.com/office/drawing/2014/main" id="{118F4175-84AE-03C7-1445-F8BE07CBD206}"/>
              </a:ext>
            </a:extLst>
          </p:cNvPr>
          <p:cNvGrpSpPr/>
          <p:nvPr/>
        </p:nvGrpSpPr>
        <p:grpSpPr>
          <a:xfrm>
            <a:off x="2437593" y="1636162"/>
            <a:ext cx="385371" cy="411391"/>
            <a:chOff x="9079439" y="89225"/>
            <a:chExt cx="457199" cy="48806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65" name="AutoShape 78">
              <a:extLst>
                <a:ext uri="{FF2B5EF4-FFF2-40B4-BE49-F238E27FC236}">
                  <a16:creationId xmlns:a16="http://schemas.microsoft.com/office/drawing/2014/main" id="{F52E153C-CC71-2686-4CD6-A4C0D331D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9439" y="89225"/>
              <a:ext cx="457199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18900"/>
                  </a:moveTo>
                  <a:cubicBezTo>
                    <a:pt x="20160" y="19643"/>
                    <a:pt x="19513" y="20249"/>
                    <a:pt x="18720" y="20249"/>
                  </a:cubicBezTo>
                  <a:lnTo>
                    <a:pt x="2880" y="20249"/>
                  </a:lnTo>
                  <a:cubicBezTo>
                    <a:pt x="2086" y="20249"/>
                    <a:pt x="1440" y="19643"/>
                    <a:pt x="1440" y="18900"/>
                  </a:cubicBezTo>
                  <a:lnTo>
                    <a:pt x="1440" y="2700"/>
                  </a:lnTo>
                  <a:cubicBezTo>
                    <a:pt x="1440" y="1955"/>
                    <a:pt x="2086" y="1350"/>
                    <a:pt x="2880" y="1350"/>
                  </a:cubicBezTo>
                  <a:lnTo>
                    <a:pt x="18720" y="1350"/>
                  </a:lnTo>
                  <a:cubicBezTo>
                    <a:pt x="19513" y="1350"/>
                    <a:pt x="20160" y="1955"/>
                    <a:pt x="20160" y="2700"/>
                  </a:cubicBezTo>
                  <a:cubicBezTo>
                    <a:pt x="20160" y="2700"/>
                    <a:pt x="20160" y="18900"/>
                    <a:pt x="20160" y="18900"/>
                  </a:cubicBezTo>
                  <a:close/>
                  <a:moveTo>
                    <a:pt x="18720" y="0"/>
                  </a:moveTo>
                  <a:lnTo>
                    <a:pt x="2880" y="0"/>
                  </a:lnTo>
                  <a:cubicBezTo>
                    <a:pt x="1289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1289" y="21599"/>
                    <a:pt x="2880" y="21599"/>
                  </a:cubicBezTo>
                  <a:lnTo>
                    <a:pt x="18720" y="21599"/>
                  </a:lnTo>
                  <a:cubicBezTo>
                    <a:pt x="20310" y="21599"/>
                    <a:pt x="21599" y="20391"/>
                    <a:pt x="21599" y="18900"/>
                  </a:cubicBezTo>
                  <a:lnTo>
                    <a:pt x="21599" y="2700"/>
                  </a:lnTo>
                  <a:cubicBezTo>
                    <a:pt x="21599" y="1208"/>
                    <a:pt x="20310" y="0"/>
                    <a:pt x="1872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6" name="AutoShape 79">
              <a:extLst>
                <a:ext uri="{FF2B5EF4-FFF2-40B4-BE49-F238E27FC236}">
                  <a16:creationId xmlns:a16="http://schemas.microsoft.com/office/drawing/2014/main" id="{C1A2F9A6-D2FF-3762-DB80-80C81122D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0343" y="150127"/>
              <a:ext cx="335391" cy="3053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418" y="20519"/>
                  </a:moveTo>
                  <a:lnTo>
                    <a:pt x="14053" y="16248"/>
                  </a:lnTo>
                  <a:lnTo>
                    <a:pt x="16690" y="12959"/>
                  </a:lnTo>
                  <a:lnTo>
                    <a:pt x="20618" y="17689"/>
                  </a:lnTo>
                  <a:lnTo>
                    <a:pt x="20618" y="20519"/>
                  </a:lnTo>
                  <a:cubicBezTo>
                    <a:pt x="20618" y="20519"/>
                    <a:pt x="17418" y="20519"/>
                    <a:pt x="17418" y="20519"/>
                  </a:cubicBezTo>
                  <a:close/>
                  <a:moveTo>
                    <a:pt x="981" y="11446"/>
                  </a:moveTo>
                  <a:lnTo>
                    <a:pt x="4909" y="6479"/>
                  </a:lnTo>
                  <a:lnTo>
                    <a:pt x="12828" y="16353"/>
                  </a:lnTo>
                  <a:lnTo>
                    <a:pt x="13398" y="17064"/>
                  </a:lnTo>
                  <a:lnTo>
                    <a:pt x="16109" y="20519"/>
                  </a:lnTo>
                  <a:lnTo>
                    <a:pt x="981" y="20519"/>
                  </a:lnTo>
                  <a:cubicBezTo>
                    <a:pt x="981" y="20519"/>
                    <a:pt x="981" y="11446"/>
                    <a:pt x="981" y="11446"/>
                  </a:cubicBezTo>
                  <a:close/>
                  <a:moveTo>
                    <a:pt x="20618" y="1080"/>
                  </a:moveTo>
                  <a:lnTo>
                    <a:pt x="20618" y="16058"/>
                  </a:lnTo>
                  <a:lnTo>
                    <a:pt x="17427" y="12244"/>
                  </a:lnTo>
                  <a:cubicBezTo>
                    <a:pt x="17240" y="12012"/>
                    <a:pt x="16972" y="11879"/>
                    <a:pt x="16690" y="11879"/>
                  </a:cubicBezTo>
                  <a:cubicBezTo>
                    <a:pt x="16409" y="11879"/>
                    <a:pt x="16141" y="12012"/>
                    <a:pt x="15954" y="12244"/>
                  </a:cubicBezTo>
                  <a:lnTo>
                    <a:pt x="13399" y="15432"/>
                  </a:lnTo>
                  <a:lnTo>
                    <a:pt x="5645" y="5764"/>
                  </a:lnTo>
                  <a:cubicBezTo>
                    <a:pt x="5458" y="5532"/>
                    <a:pt x="5190" y="5400"/>
                    <a:pt x="4909" y="5400"/>
                  </a:cubicBezTo>
                  <a:cubicBezTo>
                    <a:pt x="4627" y="5400"/>
                    <a:pt x="4359" y="5532"/>
                    <a:pt x="4172" y="5764"/>
                  </a:cubicBezTo>
                  <a:lnTo>
                    <a:pt x="981" y="9812"/>
                  </a:lnTo>
                  <a:lnTo>
                    <a:pt x="981" y="1080"/>
                  </a:lnTo>
                  <a:cubicBezTo>
                    <a:pt x="981" y="1080"/>
                    <a:pt x="20618" y="1080"/>
                    <a:pt x="20618" y="1080"/>
                  </a:cubicBezTo>
                  <a:close/>
                  <a:moveTo>
                    <a:pt x="20618" y="0"/>
                  </a:moveTo>
                  <a:lnTo>
                    <a:pt x="981" y="0"/>
                  </a:lnTo>
                  <a:cubicBezTo>
                    <a:pt x="439" y="0"/>
                    <a:pt x="0" y="483"/>
                    <a:pt x="0" y="1080"/>
                  </a:cubicBezTo>
                  <a:lnTo>
                    <a:pt x="0" y="20519"/>
                  </a:lnTo>
                  <a:cubicBezTo>
                    <a:pt x="0" y="21116"/>
                    <a:pt x="439" y="21599"/>
                    <a:pt x="981" y="21599"/>
                  </a:cubicBezTo>
                  <a:lnTo>
                    <a:pt x="20618" y="21599"/>
                  </a:lnTo>
                  <a:cubicBezTo>
                    <a:pt x="21160" y="21599"/>
                    <a:pt x="21600" y="21116"/>
                    <a:pt x="21600" y="20519"/>
                  </a:cubicBezTo>
                  <a:lnTo>
                    <a:pt x="21600" y="1080"/>
                  </a:lnTo>
                  <a:cubicBezTo>
                    <a:pt x="21600" y="483"/>
                    <a:pt x="21160" y="0"/>
                    <a:pt x="2061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7" name="AutoShape 80">
              <a:extLst>
                <a:ext uri="{FF2B5EF4-FFF2-40B4-BE49-F238E27FC236}">
                  <a16:creationId xmlns:a16="http://schemas.microsoft.com/office/drawing/2014/main" id="{190253E6-ED21-B579-3398-580DA7E9B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3052" y="196014"/>
              <a:ext cx="91773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3600"/>
                  </a:moveTo>
                  <a:cubicBezTo>
                    <a:pt x="14769" y="3600"/>
                    <a:pt x="17999" y="6827"/>
                    <a:pt x="17999" y="10800"/>
                  </a:cubicBezTo>
                  <a:cubicBezTo>
                    <a:pt x="17999" y="14769"/>
                    <a:pt x="14769" y="18000"/>
                    <a:pt x="10800" y="18000"/>
                  </a:cubicBezTo>
                  <a:cubicBezTo>
                    <a:pt x="6830" y="18000"/>
                    <a:pt x="3600" y="14769"/>
                    <a:pt x="3600" y="10800"/>
                  </a:cubicBezTo>
                  <a:cubicBezTo>
                    <a:pt x="3600" y="6827"/>
                    <a:pt x="6830" y="3600"/>
                    <a:pt x="10800" y="3600"/>
                  </a:cubicBezTo>
                  <a:moveTo>
                    <a:pt x="10800" y="21599"/>
                  </a:moveTo>
                  <a:cubicBezTo>
                    <a:pt x="16766" y="21599"/>
                    <a:pt x="21600" y="16762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  <a:cubicBezTo>
                    <a:pt x="4833" y="0"/>
                    <a:pt x="0" y="4833"/>
                    <a:pt x="0" y="10800"/>
                  </a:cubicBezTo>
                  <a:cubicBezTo>
                    <a:pt x="0" y="16762"/>
                    <a:pt x="483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210">
            <a:extLst>
              <a:ext uri="{FF2B5EF4-FFF2-40B4-BE49-F238E27FC236}">
                <a16:creationId xmlns:a16="http://schemas.microsoft.com/office/drawing/2014/main" id="{4B47D2F5-2F4B-C570-751E-FEA66182E94B}"/>
              </a:ext>
            </a:extLst>
          </p:cNvPr>
          <p:cNvGrpSpPr/>
          <p:nvPr/>
        </p:nvGrpSpPr>
        <p:grpSpPr>
          <a:xfrm>
            <a:off x="6812534" y="1623506"/>
            <a:ext cx="411390" cy="411391"/>
            <a:chOff x="8087449" y="89225"/>
            <a:chExt cx="488067" cy="48806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69" name="AutoShape 81">
              <a:extLst>
                <a:ext uri="{FF2B5EF4-FFF2-40B4-BE49-F238E27FC236}">
                  <a16:creationId xmlns:a16="http://schemas.microsoft.com/office/drawing/2014/main" id="{1AA12E52-A598-3108-1FBD-3A6469DBD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7449" y="89225"/>
              <a:ext cx="488067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35" y="9811"/>
                  </a:moveTo>
                  <a:cubicBezTo>
                    <a:pt x="20220" y="10144"/>
                    <a:pt x="20081" y="10800"/>
                    <a:pt x="18899" y="10800"/>
                  </a:cubicBezTo>
                  <a:lnTo>
                    <a:pt x="17549" y="10800"/>
                  </a:lnTo>
                  <a:cubicBezTo>
                    <a:pt x="17363" y="10800"/>
                    <a:pt x="17212" y="10950"/>
                    <a:pt x="17212" y="11137"/>
                  </a:cubicBezTo>
                  <a:cubicBezTo>
                    <a:pt x="17212" y="11324"/>
                    <a:pt x="17363" y="11475"/>
                    <a:pt x="17549" y="11475"/>
                  </a:cubicBezTo>
                  <a:lnTo>
                    <a:pt x="18858" y="11475"/>
                  </a:lnTo>
                  <a:cubicBezTo>
                    <a:pt x="19870" y="11475"/>
                    <a:pt x="20003" y="12314"/>
                    <a:pt x="19938" y="12719"/>
                  </a:cubicBezTo>
                  <a:cubicBezTo>
                    <a:pt x="19855" y="13223"/>
                    <a:pt x="19618" y="14175"/>
                    <a:pt x="18478" y="14175"/>
                  </a:cubicBezTo>
                  <a:lnTo>
                    <a:pt x="16874" y="14175"/>
                  </a:lnTo>
                  <a:cubicBezTo>
                    <a:pt x="16688" y="14175"/>
                    <a:pt x="16537" y="14325"/>
                    <a:pt x="16537" y="14512"/>
                  </a:cubicBezTo>
                  <a:cubicBezTo>
                    <a:pt x="16537" y="14699"/>
                    <a:pt x="16688" y="14850"/>
                    <a:pt x="16874" y="14850"/>
                  </a:cubicBezTo>
                  <a:lnTo>
                    <a:pt x="18203" y="14850"/>
                  </a:lnTo>
                  <a:cubicBezTo>
                    <a:pt x="19343" y="14850"/>
                    <a:pt x="19243" y="15718"/>
                    <a:pt x="19079" y="16237"/>
                  </a:cubicBezTo>
                  <a:cubicBezTo>
                    <a:pt x="18864" y="16918"/>
                    <a:pt x="18732" y="17549"/>
                    <a:pt x="17297" y="17549"/>
                  </a:cubicBezTo>
                  <a:lnTo>
                    <a:pt x="16196" y="17549"/>
                  </a:lnTo>
                  <a:cubicBezTo>
                    <a:pt x="16009" y="17549"/>
                    <a:pt x="15859" y="17700"/>
                    <a:pt x="15859" y="17887"/>
                  </a:cubicBezTo>
                  <a:cubicBezTo>
                    <a:pt x="15859" y="18073"/>
                    <a:pt x="16009" y="18225"/>
                    <a:pt x="16196" y="18225"/>
                  </a:cubicBezTo>
                  <a:lnTo>
                    <a:pt x="17255" y="18225"/>
                  </a:lnTo>
                  <a:cubicBezTo>
                    <a:pt x="17993" y="18225"/>
                    <a:pt x="18027" y="18923"/>
                    <a:pt x="17950" y="19174"/>
                  </a:cubicBezTo>
                  <a:cubicBezTo>
                    <a:pt x="17866" y="19448"/>
                    <a:pt x="17767" y="19651"/>
                    <a:pt x="17762" y="19660"/>
                  </a:cubicBezTo>
                  <a:cubicBezTo>
                    <a:pt x="17558" y="20028"/>
                    <a:pt x="17229" y="20249"/>
                    <a:pt x="16534" y="20249"/>
                  </a:cubicBezTo>
                  <a:lnTo>
                    <a:pt x="12844" y="20249"/>
                  </a:lnTo>
                  <a:cubicBezTo>
                    <a:pt x="10990" y="20249"/>
                    <a:pt x="9151" y="19829"/>
                    <a:pt x="9104" y="19818"/>
                  </a:cubicBezTo>
                  <a:cubicBezTo>
                    <a:pt x="6299" y="19172"/>
                    <a:pt x="6152" y="19122"/>
                    <a:pt x="5976" y="19072"/>
                  </a:cubicBezTo>
                  <a:cubicBezTo>
                    <a:pt x="5976" y="19072"/>
                    <a:pt x="5405" y="18976"/>
                    <a:pt x="5405" y="18478"/>
                  </a:cubicBezTo>
                  <a:lnTo>
                    <a:pt x="5399" y="9155"/>
                  </a:lnTo>
                  <a:cubicBezTo>
                    <a:pt x="5399" y="8839"/>
                    <a:pt x="5601" y="8552"/>
                    <a:pt x="5935" y="8452"/>
                  </a:cubicBezTo>
                  <a:cubicBezTo>
                    <a:pt x="5977" y="8435"/>
                    <a:pt x="6034" y="8419"/>
                    <a:pt x="6074" y="8401"/>
                  </a:cubicBezTo>
                  <a:cubicBezTo>
                    <a:pt x="9158" y="7125"/>
                    <a:pt x="10097" y="4324"/>
                    <a:pt x="10124" y="2025"/>
                  </a:cubicBezTo>
                  <a:cubicBezTo>
                    <a:pt x="10128" y="1702"/>
                    <a:pt x="10378" y="1350"/>
                    <a:pt x="10800" y="1350"/>
                  </a:cubicBezTo>
                  <a:cubicBezTo>
                    <a:pt x="11514" y="1350"/>
                    <a:pt x="12774" y="2782"/>
                    <a:pt x="12774" y="4554"/>
                  </a:cubicBezTo>
                  <a:cubicBezTo>
                    <a:pt x="12774" y="6155"/>
                    <a:pt x="12711" y="6432"/>
                    <a:pt x="12149" y="8100"/>
                  </a:cubicBezTo>
                  <a:cubicBezTo>
                    <a:pt x="18899" y="8100"/>
                    <a:pt x="18852" y="8196"/>
                    <a:pt x="19448" y="8353"/>
                  </a:cubicBezTo>
                  <a:cubicBezTo>
                    <a:pt x="20187" y="8564"/>
                    <a:pt x="20249" y="9175"/>
                    <a:pt x="20249" y="9386"/>
                  </a:cubicBezTo>
                  <a:cubicBezTo>
                    <a:pt x="20249" y="9618"/>
                    <a:pt x="20243" y="9584"/>
                    <a:pt x="20235" y="9811"/>
                  </a:cubicBezTo>
                  <a:moveTo>
                    <a:pt x="4724" y="19575"/>
                  </a:moveTo>
                  <a:cubicBezTo>
                    <a:pt x="4724" y="19948"/>
                    <a:pt x="4423" y="20249"/>
                    <a:pt x="4049" y="20249"/>
                  </a:cubicBezTo>
                  <a:lnTo>
                    <a:pt x="2024" y="20249"/>
                  </a:lnTo>
                  <a:cubicBezTo>
                    <a:pt x="1652" y="20249"/>
                    <a:pt x="1349" y="19948"/>
                    <a:pt x="1349" y="19575"/>
                  </a:cubicBezTo>
                  <a:lnTo>
                    <a:pt x="1349" y="8774"/>
                  </a:lnTo>
                  <a:cubicBezTo>
                    <a:pt x="1349" y="8401"/>
                    <a:pt x="1652" y="8100"/>
                    <a:pt x="2024" y="8100"/>
                  </a:cubicBezTo>
                  <a:lnTo>
                    <a:pt x="4049" y="8100"/>
                  </a:lnTo>
                  <a:cubicBezTo>
                    <a:pt x="4423" y="8100"/>
                    <a:pt x="4724" y="8401"/>
                    <a:pt x="4724" y="8774"/>
                  </a:cubicBezTo>
                  <a:cubicBezTo>
                    <a:pt x="4724" y="8774"/>
                    <a:pt x="4724" y="19575"/>
                    <a:pt x="4724" y="19575"/>
                  </a:cubicBezTo>
                  <a:close/>
                  <a:moveTo>
                    <a:pt x="19686" y="7069"/>
                  </a:moveTo>
                  <a:cubicBezTo>
                    <a:pt x="18842" y="6846"/>
                    <a:pt x="16858" y="6849"/>
                    <a:pt x="13956" y="6773"/>
                  </a:cubicBezTo>
                  <a:cubicBezTo>
                    <a:pt x="14093" y="6139"/>
                    <a:pt x="14124" y="5568"/>
                    <a:pt x="14124" y="4554"/>
                  </a:cubicBezTo>
                  <a:cubicBezTo>
                    <a:pt x="14124" y="2133"/>
                    <a:pt x="12361" y="0"/>
                    <a:pt x="10800" y="0"/>
                  </a:cubicBezTo>
                  <a:cubicBezTo>
                    <a:pt x="9698" y="0"/>
                    <a:pt x="8789" y="901"/>
                    <a:pt x="8774" y="2009"/>
                  </a:cubicBezTo>
                  <a:cubicBezTo>
                    <a:pt x="8760" y="3368"/>
                    <a:pt x="8340" y="5716"/>
                    <a:pt x="6074" y="6906"/>
                  </a:cubicBezTo>
                  <a:cubicBezTo>
                    <a:pt x="5908" y="6994"/>
                    <a:pt x="5433" y="7228"/>
                    <a:pt x="5364" y="7259"/>
                  </a:cubicBezTo>
                  <a:lnTo>
                    <a:pt x="5399" y="7289"/>
                  </a:lnTo>
                  <a:cubicBezTo>
                    <a:pt x="5045" y="6984"/>
                    <a:pt x="4554" y="6750"/>
                    <a:pt x="4049" y="6750"/>
                  </a:cubicBezTo>
                  <a:lnTo>
                    <a:pt x="2024" y="6750"/>
                  </a:lnTo>
                  <a:cubicBezTo>
                    <a:pt x="908" y="6750"/>
                    <a:pt x="0" y="7658"/>
                    <a:pt x="0" y="8774"/>
                  </a:cubicBezTo>
                  <a:lnTo>
                    <a:pt x="0" y="19575"/>
                  </a:lnTo>
                  <a:cubicBezTo>
                    <a:pt x="0" y="20691"/>
                    <a:pt x="908" y="21599"/>
                    <a:pt x="2024" y="21599"/>
                  </a:cubicBezTo>
                  <a:lnTo>
                    <a:pt x="4049" y="21599"/>
                  </a:lnTo>
                  <a:cubicBezTo>
                    <a:pt x="4853" y="21599"/>
                    <a:pt x="5525" y="21114"/>
                    <a:pt x="5850" y="20434"/>
                  </a:cubicBezTo>
                  <a:cubicBezTo>
                    <a:pt x="5859" y="20437"/>
                    <a:pt x="5873" y="20441"/>
                    <a:pt x="5882" y="20442"/>
                  </a:cubicBezTo>
                  <a:cubicBezTo>
                    <a:pt x="5927" y="20454"/>
                    <a:pt x="5979" y="20467"/>
                    <a:pt x="6044" y="20485"/>
                  </a:cubicBezTo>
                  <a:cubicBezTo>
                    <a:pt x="6056" y="20487"/>
                    <a:pt x="6062" y="20488"/>
                    <a:pt x="6074" y="20492"/>
                  </a:cubicBezTo>
                  <a:cubicBezTo>
                    <a:pt x="6464" y="20588"/>
                    <a:pt x="7212" y="20768"/>
                    <a:pt x="8812" y="21135"/>
                  </a:cubicBezTo>
                  <a:cubicBezTo>
                    <a:pt x="9155" y="21213"/>
                    <a:pt x="10966" y="21599"/>
                    <a:pt x="12844" y="21599"/>
                  </a:cubicBezTo>
                  <a:lnTo>
                    <a:pt x="16534" y="21599"/>
                  </a:lnTo>
                  <a:cubicBezTo>
                    <a:pt x="17659" y="21599"/>
                    <a:pt x="18469" y="21167"/>
                    <a:pt x="18952" y="20298"/>
                  </a:cubicBezTo>
                  <a:cubicBezTo>
                    <a:pt x="18958" y="20285"/>
                    <a:pt x="19114" y="19982"/>
                    <a:pt x="19240" y="19572"/>
                  </a:cubicBezTo>
                  <a:cubicBezTo>
                    <a:pt x="19336" y="19263"/>
                    <a:pt x="19371" y="18827"/>
                    <a:pt x="19256" y="18384"/>
                  </a:cubicBezTo>
                  <a:cubicBezTo>
                    <a:pt x="19981" y="17886"/>
                    <a:pt x="20214" y="17133"/>
                    <a:pt x="20366" y="16643"/>
                  </a:cubicBezTo>
                  <a:cubicBezTo>
                    <a:pt x="20620" y="15838"/>
                    <a:pt x="20544" y="15235"/>
                    <a:pt x="20367" y="14803"/>
                  </a:cubicBezTo>
                  <a:cubicBezTo>
                    <a:pt x="20775" y="14418"/>
                    <a:pt x="21122" y="13831"/>
                    <a:pt x="21269" y="12935"/>
                  </a:cubicBezTo>
                  <a:cubicBezTo>
                    <a:pt x="21361" y="12380"/>
                    <a:pt x="21263" y="11809"/>
                    <a:pt x="21007" y="11334"/>
                  </a:cubicBezTo>
                  <a:cubicBezTo>
                    <a:pt x="21389" y="10905"/>
                    <a:pt x="21564" y="10365"/>
                    <a:pt x="21583" y="9865"/>
                  </a:cubicBezTo>
                  <a:lnTo>
                    <a:pt x="21591" y="9724"/>
                  </a:lnTo>
                  <a:cubicBezTo>
                    <a:pt x="21596" y="9635"/>
                    <a:pt x="21600" y="9581"/>
                    <a:pt x="21600" y="9386"/>
                  </a:cubicBezTo>
                  <a:cubicBezTo>
                    <a:pt x="21600" y="8533"/>
                    <a:pt x="21010" y="7446"/>
                    <a:pt x="19686" y="706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0" name="AutoShape 82">
              <a:extLst>
                <a:ext uri="{FF2B5EF4-FFF2-40B4-BE49-F238E27FC236}">
                  <a16:creationId xmlns:a16="http://schemas.microsoft.com/office/drawing/2014/main" id="{4B88EEBF-F277-FAF4-3139-4E93565BA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335" y="485520"/>
              <a:ext cx="45887" cy="458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4400"/>
                  </a:moveTo>
                  <a:cubicBezTo>
                    <a:pt x="8820" y="14400"/>
                    <a:pt x="7200" y="12782"/>
                    <a:pt x="7200" y="10800"/>
                  </a:cubicBezTo>
                  <a:cubicBezTo>
                    <a:pt x="7200" y="8817"/>
                    <a:pt x="8820" y="7200"/>
                    <a:pt x="10800" y="7200"/>
                  </a:cubicBezTo>
                  <a:cubicBezTo>
                    <a:pt x="12779" y="7200"/>
                    <a:pt x="14400" y="8817"/>
                    <a:pt x="14400" y="10800"/>
                  </a:cubicBezTo>
                  <a:cubicBezTo>
                    <a:pt x="14400" y="12782"/>
                    <a:pt x="12779" y="14400"/>
                    <a:pt x="10800" y="14400"/>
                  </a:cubicBezTo>
                  <a:moveTo>
                    <a:pt x="10800" y="0"/>
                  </a:move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1" name="AutoShape 83">
            <a:extLst>
              <a:ext uri="{FF2B5EF4-FFF2-40B4-BE49-F238E27FC236}">
                <a16:creationId xmlns:a16="http://schemas.microsoft.com/office/drawing/2014/main" id="{8788EF36-2C8C-FC15-60A2-8FB721D8693A}"/>
              </a:ext>
            </a:extLst>
          </p:cNvPr>
          <p:cNvSpPr>
            <a:spLocks/>
          </p:cNvSpPr>
          <p:nvPr/>
        </p:nvSpPr>
        <p:spPr bwMode="auto">
          <a:xfrm>
            <a:off x="6063155" y="1687499"/>
            <a:ext cx="411390" cy="27004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2" name="Group 181">
            <a:extLst>
              <a:ext uri="{FF2B5EF4-FFF2-40B4-BE49-F238E27FC236}">
                <a16:creationId xmlns:a16="http://schemas.microsoft.com/office/drawing/2014/main" id="{8D950567-5061-B0FD-1AE6-B0BB7283C0FF}"/>
              </a:ext>
            </a:extLst>
          </p:cNvPr>
          <p:cNvGrpSpPr/>
          <p:nvPr/>
        </p:nvGrpSpPr>
        <p:grpSpPr>
          <a:xfrm>
            <a:off x="5337542" y="1623506"/>
            <a:ext cx="412093" cy="411391"/>
            <a:chOff x="6134344" y="89225"/>
            <a:chExt cx="488901" cy="48806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73" name="AutoShape 84">
              <a:extLst>
                <a:ext uri="{FF2B5EF4-FFF2-40B4-BE49-F238E27FC236}">
                  <a16:creationId xmlns:a16="http://schemas.microsoft.com/office/drawing/2014/main" id="{F96EB5E1-706A-9F58-B794-E2F9ECE9C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4344" y="89225"/>
              <a:ext cx="488901" cy="4880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8900"/>
                  </a:moveTo>
                  <a:cubicBezTo>
                    <a:pt x="20249" y="19643"/>
                    <a:pt x="19644" y="20249"/>
                    <a:pt x="18899" y="20249"/>
                  </a:cubicBezTo>
                  <a:lnTo>
                    <a:pt x="2699" y="20249"/>
                  </a:lnTo>
                  <a:cubicBezTo>
                    <a:pt x="1955" y="20249"/>
                    <a:pt x="1349" y="19643"/>
                    <a:pt x="1349" y="18900"/>
                  </a:cubicBezTo>
                  <a:lnTo>
                    <a:pt x="1349" y="5400"/>
                  </a:lnTo>
                  <a:cubicBezTo>
                    <a:pt x="1349" y="5027"/>
                    <a:pt x="1652" y="4725"/>
                    <a:pt x="2024" y="4725"/>
                  </a:cubicBezTo>
                  <a:lnTo>
                    <a:pt x="2699" y="4725"/>
                  </a:lnTo>
                  <a:lnTo>
                    <a:pt x="2699" y="18225"/>
                  </a:lnTo>
                  <a:cubicBezTo>
                    <a:pt x="2699" y="18598"/>
                    <a:pt x="3001" y="18900"/>
                    <a:pt x="3374" y="18900"/>
                  </a:cubicBezTo>
                  <a:cubicBezTo>
                    <a:pt x="3748" y="18900"/>
                    <a:pt x="4049" y="18598"/>
                    <a:pt x="4049" y="18225"/>
                  </a:cubicBezTo>
                  <a:lnTo>
                    <a:pt x="4049" y="2025"/>
                  </a:lnTo>
                  <a:cubicBezTo>
                    <a:pt x="4049" y="1652"/>
                    <a:pt x="4352" y="1350"/>
                    <a:pt x="4724" y="1350"/>
                  </a:cubicBezTo>
                  <a:lnTo>
                    <a:pt x="19575" y="1350"/>
                  </a:lnTo>
                  <a:cubicBezTo>
                    <a:pt x="19947" y="1350"/>
                    <a:pt x="20249" y="1652"/>
                    <a:pt x="20249" y="2025"/>
                  </a:cubicBezTo>
                  <a:cubicBezTo>
                    <a:pt x="20249" y="2025"/>
                    <a:pt x="20249" y="18900"/>
                    <a:pt x="20249" y="18900"/>
                  </a:cubicBezTo>
                  <a:close/>
                  <a:moveTo>
                    <a:pt x="19575" y="0"/>
                  </a:moveTo>
                  <a:lnTo>
                    <a:pt x="4724" y="0"/>
                  </a:lnTo>
                  <a:cubicBezTo>
                    <a:pt x="3606" y="0"/>
                    <a:pt x="2699" y="905"/>
                    <a:pt x="2699" y="2025"/>
                  </a:cubicBezTo>
                  <a:lnTo>
                    <a:pt x="2699" y="3375"/>
                  </a:lnTo>
                  <a:lnTo>
                    <a:pt x="2024" y="3375"/>
                  </a:lnTo>
                  <a:cubicBezTo>
                    <a:pt x="906" y="3375"/>
                    <a:pt x="0" y="4280"/>
                    <a:pt x="0" y="5400"/>
                  </a:cubicBezTo>
                  <a:lnTo>
                    <a:pt x="0" y="18900"/>
                  </a:lnTo>
                  <a:cubicBezTo>
                    <a:pt x="0" y="20391"/>
                    <a:pt x="1208" y="21599"/>
                    <a:pt x="2699" y="21599"/>
                  </a:cubicBezTo>
                  <a:lnTo>
                    <a:pt x="18899" y="21599"/>
                  </a:lnTo>
                  <a:cubicBezTo>
                    <a:pt x="20391" y="21599"/>
                    <a:pt x="21600" y="20391"/>
                    <a:pt x="21600" y="18900"/>
                  </a:cubicBezTo>
                  <a:lnTo>
                    <a:pt x="21600" y="2025"/>
                  </a:lnTo>
                  <a:cubicBezTo>
                    <a:pt x="21600" y="905"/>
                    <a:pt x="20693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4" name="AutoShape 85">
              <a:extLst>
                <a:ext uri="{FF2B5EF4-FFF2-40B4-BE49-F238E27FC236}">
                  <a16:creationId xmlns:a16="http://schemas.microsoft.com/office/drawing/2014/main" id="{9CA4DDBA-B586-FA70-72B1-5762FFD0A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84" y="271937"/>
              <a:ext cx="136825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AutoShape 86">
              <a:extLst>
                <a:ext uri="{FF2B5EF4-FFF2-40B4-BE49-F238E27FC236}">
                  <a16:creationId xmlns:a16="http://schemas.microsoft.com/office/drawing/2014/main" id="{985F94BA-15D1-D492-4742-5414C4D5F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84" y="226050"/>
              <a:ext cx="136825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AutoShape 87">
              <a:extLst>
                <a:ext uri="{FF2B5EF4-FFF2-40B4-BE49-F238E27FC236}">
                  <a16:creationId xmlns:a16="http://schemas.microsoft.com/office/drawing/2014/main" id="{B26C4731-857B-BAFC-9DB2-7810393FB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84" y="180164"/>
              <a:ext cx="136825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7" name="AutoShape 88">
              <a:extLst>
                <a:ext uri="{FF2B5EF4-FFF2-40B4-BE49-F238E27FC236}">
                  <a16:creationId xmlns:a16="http://schemas.microsoft.com/office/drawing/2014/main" id="{91F3197E-151A-DC16-55C5-8C940EE6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990" y="501371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8" name="AutoShape 89">
              <a:extLst>
                <a:ext uri="{FF2B5EF4-FFF2-40B4-BE49-F238E27FC236}">
                  <a16:creationId xmlns:a16="http://schemas.microsoft.com/office/drawing/2014/main" id="{6B9E6EA1-8377-8C12-1B23-380AF545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990" y="455485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9" name="AutoShape 90">
              <a:extLst>
                <a:ext uri="{FF2B5EF4-FFF2-40B4-BE49-F238E27FC236}">
                  <a16:creationId xmlns:a16="http://schemas.microsoft.com/office/drawing/2014/main" id="{46B9D377-748A-68B6-D671-744C02718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990" y="409597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0" name="AutoShape 91">
              <a:extLst>
                <a:ext uri="{FF2B5EF4-FFF2-40B4-BE49-F238E27FC236}">
                  <a16:creationId xmlns:a16="http://schemas.microsoft.com/office/drawing/2014/main" id="{0A7CD3A6-DB9A-16BB-E298-759F9707D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84" y="501371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1" name="AutoShape 92">
              <a:extLst>
                <a:ext uri="{FF2B5EF4-FFF2-40B4-BE49-F238E27FC236}">
                  <a16:creationId xmlns:a16="http://schemas.microsoft.com/office/drawing/2014/main" id="{56396DB2-39E9-5FE2-812F-A7194706D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84" y="455485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2" name="AutoShape 93">
              <a:extLst>
                <a:ext uri="{FF2B5EF4-FFF2-40B4-BE49-F238E27FC236}">
                  <a16:creationId xmlns:a16="http://schemas.microsoft.com/office/drawing/2014/main" id="{0F5E4FF5-B55A-3951-2E53-B08E49DBA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684" y="409597"/>
              <a:ext cx="136825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AutoShape 94">
              <a:extLst>
                <a:ext uri="{FF2B5EF4-FFF2-40B4-BE49-F238E27FC236}">
                  <a16:creationId xmlns:a16="http://schemas.microsoft.com/office/drawing/2014/main" id="{BA06C743-5D04-F12C-5F2D-253B15122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986" y="317823"/>
              <a:ext cx="304520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69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69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4" name="AutoShape 95">
              <a:extLst>
                <a:ext uri="{FF2B5EF4-FFF2-40B4-BE49-F238E27FC236}">
                  <a16:creationId xmlns:a16="http://schemas.microsoft.com/office/drawing/2014/main" id="{4744B27E-9521-74D0-AEE1-67BA3E360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986" y="363712"/>
              <a:ext cx="304520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90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90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5" name="AutoShape 96">
              <a:extLst>
                <a:ext uri="{FF2B5EF4-FFF2-40B4-BE49-F238E27FC236}">
                  <a16:creationId xmlns:a16="http://schemas.microsoft.com/office/drawing/2014/main" id="{A4A554A5-67C1-15E9-3A07-5760833EA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6990" y="150129"/>
              <a:ext cx="136825" cy="136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4792"/>
                  </a:moveTo>
                  <a:lnTo>
                    <a:pt x="16800" y="4792"/>
                  </a:lnTo>
                  <a:lnTo>
                    <a:pt x="16800" y="16797"/>
                  </a:lnTo>
                  <a:lnTo>
                    <a:pt x="4799" y="16797"/>
                  </a:lnTo>
                  <a:cubicBezTo>
                    <a:pt x="4799" y="16797"/>
                    <a:pt x="4799" y="4792"/>
                    <a:pt x="4799" y="4792"/>
                  </a:cubicBezTo>
                  <a:close/>
                  <a:moveTo>
                    <a:pt x="2399" y="21600"/>
                  </a:moveTo>
                  <a:lnTo>
                    <a:pt x="19199" y="21600"/>
                  </a:lnTo>
                  <a:cubicBezTo>
                    <a:pt x="20527" y="21600"/>
                    <a:pt x="21600" y="20523"/>
                    <a:pt x="21600" y="19198"/>
                  </a:cubicBezTo>
                  <a:lnTo>
                    <a:pt x="21600" y="2401"/>
                  </a:lnTo>
                  <a:cubicBezTo>
                    <a:pt x="21600" y="1076"/>
                    <a:pt x="20527" y="0"/>
                    <a:pt x="19199" y="0"/>
                  </a:cubicBezTo>
                  <a:lnTo>
                    <a:pt x="2399" y="0"/>
                  </a:lnTo>
                  <a:cubicBezTo>
                    <a:pt x="1072" y="0"/>
                    <a:pt x="0" y="1076"/>
                    <a:pt x="0" y="2401"/>
                  </a:cubicBezTo>
                  <a:lnTo>
                    <a:pt x="0" y="19198"/>
                  </a:lnTo>
                  <a:cubicBezTo>
                    <a:pt x="0" y="20523"/>
                    <a:pt x="1072" y="21600"/>
                    <a:pt x="2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6" name="AutoShape 97">
            <a:extLst>
              <a:ext uri="{FF2B5EF4-FFF2-40B4-BE49-F238E27FC236}">
                <a16:creationId xmlns:a16="http://schemas.microsoft.com/office/drawing/2014/main" id="{1B2AFB2A-DADC-085C-8093-C55F72090EFC}"/>
              </a:ext>
            </a:extLst>
          </p:cNvPr>
          <p:cNvSpPr>
            <a:spLocks/>
          </p:cNvSpPr>
          <p:nvPr/>
        </p:nvSpPr>
        <p:spPr bwMode="auto">
          <a:xfrm>
            <a:off x="10190447" y="3167096"/>
            <a:ext cx="282700" cy="4120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9636" y="3374"/>
                </a:moveTo>
                <a:lnTo>
                  <a:pt x="1963" y="3375"/>
                </a:lnTo>
                <a:lnTo>
                  <a:pt x="1963" y="2025"/>
                </a:lnTo>
                <a:cubicBezTo>
                  <a:pt x="1963" y="1653"/>
                  <a:pt x="2402" y="1350"/>
                  <a:pt x="2945" y="1350"/>
                </a:cubicBezTo>
                <a:lnTo>
                  <a:pt x="18654" y="1349"/>
                </a:lnTo>
                <a:cubicBezTo>
                  <a:pt x="19195" y="1349"/>
                  <a:pt x="19636" y="1652"/>
                  <a:pt x="19636" y="2024"/>
                </a:cubicBezTo>
                <a:cubicBezTo>
                  <a:pt x="19636" y="2024"/>
                  <a:pt x="19636" y="3374"/>
                  <a:pt x="19636" y="3374"/>
                </a:cubicBezTo>
                <a:close/>
                <a:moveTo>
                  <a:pt x="19636" y="17546"/>
                </a:moveTo>
                <a:lnTo>
                  <a:pt x="1963" y="17547"/>
                </a:lnTo>
                <a:lnTo>
                  <a:pt x="1963" y="4050"/>
                </a:lnTo>
                <a:lnTo>
                  <a:pt x="19636" y="4049"/>
                </a:lnTo>
                <a:cubicBezTo>
                  <a:pt x="19636" y="4049"/>
                  <a:pt x="19636" y="17546"/>
                  <a:pt x="19636" y="17546"/>
                </a:cubicBezTo>
                <a:close/>
                <a:moveTo>
                  <a:pt x="19636" y="19574"/>
                </a:moveTo>
                <a:cubicBezTo>
                  <a:pt x="19636" y="19946"/>
                  <a:pt x="19195" y="20249"/>
                  <a:pt x="18654" y="20249"/>
                </a:cubicBezTo>
                <a:lnTo>
                  <a:pt x="2945" y="20250"/>
                </a:lnTo>
                <a:cubicBezTo>
                  <a:pt x="2402" y="20250"/>
                  <a:pt x="1963" y="19947"/>
                  <a:pt x="1963" y="19575"/>
                </a:cubicBezTo>
                <a:lnTo>
                  <a:pt x="1963" y="18222"/>
                </a:lnTo>
                <a:lnTo>
                  <a:pt x="19636" y="18221"/>
                </a:lnTo>
                <a:cubicBezTo>
                  <a:pt x="19636" y="18221"/>
                  <a:pt x="19636" y="19574"/>
                  <a:pt x="19636" y="19574"/>
                </a:cubicBezTo>
                <a:close/>
                <a:moveTo>
                  <a:pt x="18654" y="0"/>
                </a:moveTo>
                <a:lnTo>
                  <a:pt x="2945" y="0"/>
                </a:lnTo>
                <a:cubicBezTo>
                  <a:pt x="1317" y="0"/>
                  <a:pt x="0" y="907"/>
                  <a:pt x="0" y="2025"/>
                </a:cubicBezTo>
                <a:lnTo>
                  <a:pt x="0" y="19575"/>
                </a:lnTo>
                <a:cubicBezTo>
                  <a:pt x="0" y="20693"/>
                  <a:pt x="1317" y="21600"/>
                  <a:pt x="2945" y="21600"/>
                </a:cubicBezTo>
                <a:lnTo>
                  <a:pt x="18654" y="21599"/>
                </a:lnTo>
                <a:cubicBezTo>
                  <a:pt x="20280" y="21599"/>
                  <a:pt x="21600" y="20693"/>
                  <a:pt x="21600" y="19574"/>
                </a:cubicBezTo>
                <a:lnTo>
                  <a:pt x="21600" y="2024"/>
                </a:lnTo>
                <a:cubicBezTo>
                  <a:pt x="21600" y="906"/>
                  <a:pt x="20280" y="0"/>
                  <a:pt x="18654" y="0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7" name="AutoShape 100">
            <a:extLst>
              <a:ext uri="{FF2B5EF4-FFF2-40B4-BE49-F238E27FC236}">
                <a16:creationId xmlns:a16="http://schemas.microsoft.com/office/drawing/2014/main" id="{1F5BC383-0CF5-A8D2-7FA7-E5D6076DE694}"/>
              </a:ext>
            </a:extLst>
          </p:cNvPr>
          <p:cNvSpPr>
            <a:spLocks/>
          </p:cNvSpPr>
          <p:nvPr/>
        </p:nvSpPr>
        <p:spPr bwMode="auto">
          <a:xfrm>
            <a:off x="9543888" y="3154814"/>
            <a:ext cx="360055" cy="41209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057" y="6750"/>
                </a:moveTo>
                <a:lnTo>
                  <a:pt x="1542" y="6750"/>
                </a:lnTo>
                <a:lnTo>
                  <a:pt x="1542" y="4725"/>
                </a:lnTo>
                <a:lnTo>
                  <a:pt x="20057" y="4725"/>
                </a:lnTo>
                <a:cubicBezTo>
                  <a:pt x="20057" y="4725"/>
                  <a:pt x="20057" y="6750"/>
                  <a:pt x="20057" y="6750"/>
                </a:cubicBezTo>
                <a:close/>
                <a:moveTo>
                  <a:pt x="17485" y="10124"/>
                </a:moveTo>
                <a:lnTo>
                  <a:pt x="4113" y="10124"/>
                </a:lnTo>
                <a:lnTo>
                  <a:pt x="3857" y="8100"/>
                </a:lnTo>
                <a:lnTo>
                  <a:pt x="17742" y="8100"/>
                </a:lnTo>
                <a:cubicBezTo>
                  <a:pt x="17742" y="8100"/>
                  <a:pt x="17485" y="10124"/>
                  <a:pt x="17485" y="10124"/>
                </a:cubicBezTo>
                <a:close/>
                <a:moveTo>
                  <a:pt x="16542" y="17549"/>
                </a:moveTo>
                <a:lnTo>
                  <a:pt x="5057" y="17549"/>
                </a:lnTo>
                <a:lnTo>
                  <a:pt x="4199" y="10800"/>
                </a:lnTo>
                <a:lnTo>
                  <a:pt x="17399" y="10800"/>
                </a:lnTo>
                <a:cubicBezTo>
                  <a:pt x="17399" y="10800"/>
                  <a:pt x="16542" y="17549"/>
                  <a:pt x="16542" y="17549"/>
                </a:cubicBezTo>
                <a:close/>
                <a:moveTo>
                  <a:pt x="5400" y="20249"/>
                </a:moveTo>
                <a:lnTo>
                  <a:pt x="5142" y="18225"/>
                </a:lnTo>
                <a:lnTo>
                  <a:pt x="16456" y="18225"/>
                </a:lnTo>
                <a:lnTo>
                  <a:pt x="16200" y="20249"/>
                </a:lnTo>
                <a:cubicBezTo>
                  <a:pt x="16200" y="20249"/>
                  <a:pt x="5400" y="20249"/>
                  <a:pt x="5400" y="20249"/>
                </a:cubicBezTo>
                <a:close/>
                <a:moveTo>
                  <a:pt x="3857" y="1350"/>
                </a:moveTo>
                <a:lnTo>
                  <a:pt x="17742" y="1350"/>
                </a:lnTo>
                <a:lnTo>
                  <a:pt x="18514" y="3375"/>
                </a:lnTo>
                <a:lnTo>
                  <a:pt x="3085" y="3375"/>
                </a:lnTo>
                <a:cubicBezTo>
                  <a:pt x="3085" y="3375"/>
                  <a:pt x="3857" y="1350"/>
                  <a:pt x="3857" y="1350"/>
                </a:cubicBezTo>
                <a:close/>
                <a:moveTo>
                  <a:pt x="20143" y="3389"/>
                </a:moveTo>
                <a:lnTo>
                  <a:pt x="19205" y="922"/>
                </a:lnTo>
                <a:cubicBezTo>
                  <a:pt x="18996" y="371"/>
                  <a:pt x="18407" y="0"/>
                  <a:pt x="17742" y="0"/>
                </a:cubicBezTo>
                <a:lnTo>
                  <a:pt x="3857" y="0"/>
                </a:lnTo>
                <a:cubicBezTo>
                  <a:pt x="3192" y="0"/>
                  <a:pt x="2603" y="371"/>
                  <a:pt x="2393" y="922"/>
                </a:cubicBezTo>
                <a:lnTo>
                  <a:pt x="1448" y="3391"/>
                </a:lnTo>
                <a:cubicBezTo>
                  <a:pt x="643" y="3436"/>
                  <a:pt x="0" y="4008"/>
                  <a:pt x="0" y="4725"/>
                </a:cubicBezTo>
                <a:lnTo>
                  <a:pt x="0" y="6750"/>
                </a:lnTo>
                <a:cubicBezTo>
                  <a:pt x="0" y="7495"/>
                  <a:pt x="690" y="8100"/>
                  <a:pt x="1542" y="8100"/>
                </a:cubicBezTo>
                <a:lnTo>
                  <a:pt x="2340" y="8100"/>
                </a:lnTo>
                <a:cubicBezTo>
                  <a:pt x="2340" y="8150"/>
                  <a:pt x="2317" y="8198"/>
                  <a:pt x="2323" y="8249"/>
                </a:cubicBezTo>
                <a:lnTo>
                  <a:pt x="3866" y="20398"/>
                </a:lnTo>
                <a:cubicBezTo>
                  <a:pt x="3953" y="21082"/>
                  <a:pt x="4614" y="21599"/>
                  <a:pt x="5400" y="21599"/>
                </a:cubicBezTo>
                <a:lnTo>
                  <a:pt x="16200" y="21599"/>
                </a:lnTo>
                <a:cubicBezTo>
                  <a:pt x="16986" y="21599"/>
                  <a:pt x="17646" y="21082"/>
                  <a:pt x="17732" y="20398"/>
                </a:cubicBezTo>
                <a:lnTo>
                  <a:pt x="19275" y="8249"/>
                </a:lnTo>
                <a:cubicBezTo>
                  <a:pt x="19282" y="8198"/>
                  <a:pt x="19258" y="8150"/>
                  <a:pt x="19258" y="8100"/>
                </a:cubicBezTo>
                <a:lnTo>
                  <a:pt x="20057" y="8100"/>
                </a:lnTo>
                <a:cubicBezTo>
                  <a:pt x="20908" y="8100"/>
                  <a:pt x="21600" y="7495"/>
                  <a:pt x="21600" y="6750"/>
                </a:cubicBezTo>
                <a:lnTo>
                  <a:pt x="21600" y="4725"/>
                </a:lnTo>
                <a:cubicBezTo>
                  <a:pt x="21600" y="4006"/>
                  <a:pt x="20952" y="3431"/>
                  <a:pt x="20143" y="3389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88" name="Group 211">
            <a:extLst>
              <a:ext uri="{FF2B5EF4-FFF2-40B4-BE49-F238E27FC236}">
                <a16:creationId xmlns:a16="http://schemas.microsoft.com/office/drawing/2014/main" id="{DED36F41-F7DE-3510-E381-5EA1F7E5F28A}"/>
              </a:ext>
            </a:extLst>
          </p:cNvPr>
          <p:cNvGrpSpPr/>
          <p:nvPr/>
        </p:nvGrpSpPr>
        <p:grpSpPr>
          <a:xfrm>
            <a:off x="10139108" y="2403475"/>
            <a:ext cx="411390" cy="360055"/>
            <a:chOff x="3141697" y="3055173"/>
            <a:chExt cx="488067" cy="42716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89" name="AutoShape 101">
              <a:extLst>
                <a:ext uri="{FF2B5EF4-FFF2-40B4-BE49-F238E27FC236}">
                  <a16:creationId xmlns:a16="http://schemas.microsoft.com/office/drawing/2014/main" id="{31A08D8C-FB62-B17F-F435-09B82949A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697" y="3055173"/>
              <a:ext cx="488067" cy="42716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8514"/>
                  </a:moveTo>
                  <a:cubicBezTo>
                    <a:pt x="20249" y="19365"/>
                    <a:pt x="19644" y="20057"/>
                    <a:pt x="18899" y="20057"/>
                  </a:cubicBezTo>
                  <a:lnTo>
                    <a:pt x="2699" y="20057"/>
                  </a:lnTo>
                  <a:cubicBezTo>
                    <a:pt x="1955" y="20057"/>
                    <a:pt x="1349" y="19365"/>
                    <a:pt x="1349" y="18514"/>
                  </a:cubicBezTo>
                  <a:lnTo>
                    <a:pt x="1349" y="13114"/>
                  </a:lnTo>
                  <a:lnTo>
                    <a:pt x="4050" y="1542"/>
                  </a:lnTo>
                  <a:lnTo>
                    <a:pt x="17549" y="1542"/>
                  </a:lnTo>
                  <a:lnTo>
                    <a:pt x="20249" y="13114"/>
                  </a:lnTo>
                  <a:cubicBezTo>
                    <a:pt x="20249" y="13114"/>
                    <a:pt x="20249" y="18514"/>
                    <a:pt x="20249" y="18514"/>
                  </a:cubicBezTo>
                  <a:close/>
                  <a:moveTo>
                    <a:pt x="21548" y="12693"/>
                  </a:moveTo>
                  <a:lnTo>
                    <a:pt x="18847" y="1117"/>
                  </a:lnTo>
                  <a:cubicBezTo>
                    <a:pt x="18683" y="460"/>
                    <a:pt x="18150" y="0"/>
                    <a:pt x="17549" y="0"/>
                  </a:cubicBezTo>
                  <a:lnTo>
                    <a:pt x="10800" y="0"/>
                  </a:lnTo>
                  <a:lnTo>
                    <a:pt x="4049" y="0"/>
                  </a:lnTo>
                  <a:cubicBezTo>
                    <a:pt x="3449" y="0"/>
                    <a:pt x="2916" y="460"/>
                    <a:pt x="2752" y="1117"/>
                  </a:cubicBezTo>
                  <a:lnTo>
                    <a:pt x="51" y="12693"/>
                  </a:lnTo>
                  <a:cubicBezTo>
                    <a:pt x="17" y="12835"/>
                    <a:pt x="0" y="12976"/>
                    <a:pt x="0" y="13114"/>
                  </a:cubicBezTo>
                  <a:lnTo>
                    <a:pt x="0" y="18514"/>
                  </a:lnTo>
                  <a:cubicBezTo>
                    <a:pt x="0" y="20218"/>
                    <a:pt x="1208" y="21600"/>
                    <a:pt x="2699" y="21600"/>
                  </a:cubicBezTo>
                  <a:lnTo>
                    <a:pt x="18899" y="21600"/>
                  </a:lnTo>
                  <a:cubicBezTo>
                    <a:pt x="20391" y="21600"/>
                    <a:pt x="21600" y="20218"/>
                    <a:pt x="21600" y="18514"/>
                  </a:cubicBezTo>
                  <a:lnTo>
                    <a:pt x="21600" y="13114"/>
                  </a:lnTo>
                  <a:cubicBezTo>
                    <a:pt x="21600" y="12976"/>
                    <a:pt x="21582" y="12835"/>
                    <a:pt x="21548" y="1269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102">
              <a:extLst>
                <a:ext uri="{FF2B5EF4-FFF2-40B4-BE49-F238E27FC236}">
                  <a16:creationId xmlns:a16="http://schemas.microsoft.com/office/drawing/2014/main" id="{6F0C018E-FA2C-2E3C-507B-9D5BCD02C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604" y="3116078"/>
              <a:ext cx="372100" cy="274487"/>
            </a:xfrm>
            <a:custGeom>
              <a:avLst/>
              <a:gdLst>
                <a:gd name="T0" fmla="+- 0 10799 40"/>
                <a:gd name="T1" fmla="*/ T0 w 21519"/>
                <a:gd name="T2" fmla="*/ 10800 h 21600"/>
                <a:gd name="T3" fmla="+- 0 10799 40"/>
                <a:gd name="T4" fmla="*/ T3 w 21519"/>
                <a:gd name="T5" fmla="*/ 10800 h 21600"/>
                <a:gd name="T6" fmla="+- 0 10799 40"/>
                <a:gd name="T7" fmla="*/ T6 w 21519"/>
                <a:gd name="T8" fmla="*/ 10800 h 21600"/>
                <a:gd name="T9" fmla="+- 0 10799 40"/>
                <a:gd name="T10" fmla="*/ T9 w 21519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19" h="21600">
                  <a:moveTo>
                    <a:pt x="18070" y="14399"/>
                  </a:moveTo>
                  <a:lnTo>
                    <a:pt x="16603" y="14399"/>
                  </a:lnTo>
                  <a:cubicBezTo>
                    <a:pt x="15931" y="14399"/>
                    <a:pt x="15325" y="14907"/>
                    <a:pt x="15024" y="15725"/>
                  </a:cubicBezTo>
                  <a:lnTo>
                    <a:pt x="13746" y="19199"/>
                  </a:lnTo>
                  <a:lnTo>
                    <a:pt x="7773" y="19199"/>
                  </a:lnTo>
                  <a:lnTo>
                    <a:pt x="6495" y="15725"/>
                  </a:lnTo>
                  <a:cubicBezTo>
                    <a:pt x="6194" y="14907"/>
                    <a:pt x="5588" y="14399"/>
                    <a:pt x="4916" y="14399"/>
                  </a:cubicBezTo>
                  <a:lnTo>
                    <a:pt x="3449" y="14399"/>
                  </a:lnTo>
                  <a:lnTo>
                    <a:pt x="1343" y="14399"/>
                  </a:lnTo>
                  <a:lnTo>
                    <a:pt x="3924" y="1200"/>
                  </a:lnTo>
                  <a:lnTo>
                    <a:pt x="17595" y="1200"/>
                  </a:lnTo>
                  <a:lnTo>
                    <a:pt x="20176" y="14399"/>
                  </a:lnTo>
                  <a:cubicBezTo>
                    <a:pt x="20176" y="14399"/>
                    <a:pt x="18070" y="14399"/>
                    <a:pt x="18070" y="14399"/>
                  </a:cubicBezTo>
                  <a:close/>
                  <a:moveTo>
                    <a:pt x="17595" y="0"/>
                  </a:moveTo>
                  <a:lnTo>
                    <a:pt x="3924" y="0"/>
                  </a:lnTo>
                  <a:cubicBezTo>
                    <a:pt x="3524" y="0"/>
                    <a:pt x="3174" y="366"/>
                    <a:pt x="3071" y="891"/>
                  </a:cubicBezTo>
                  <a:lnTo>
                    <a:pt x="28" y="15291"/>
                  </a:lnTo>
                  <a:cubicBezTo>
                    <a:pt x="-40" y="15651"/>
                    <a:pt x="16" y="16035"/>
                    <a:pt x="183" y="16330"/>
                  </a:cubicBezTo>
                  <a:cubicBezTo>
                    <a:pt x="350" y="16625"/>
                    <a:pt x="609" y="16799"/>
                    <a:pt x="883" y="16799"/>
                  </a:cubicBezTo>
                  <a:lnTo>
                    <a:pt x="3449" y="16799"/>
                  </a:lnTo>
                  <a:lnTo>
                    <a:pt x="4456" y="16799"/>
                  </a:lnTo>
                  <a:lnTo>
                    <a:pt x="4916" y="16799"/>
                  </a:lnTo>
                  <a:lnTo>
                    <a:pt x="6194" y="20274"/>
                  </a:lnTo>
                  <a:cubicBezTo>
                    <a:pt x="6493" y="21086"/>
                    <a:pt x="7104" y="21599"/>
                    <a:pt x="7773" y="21599"/>
                  </a:cubicBezTo>
                  <a:lnTo>
                    <a:pt x="13746" y="21599"/>
                  </a:lnTo>
                  <a:cubicBezTo>
                    <a:pt x="14415" y="21599"/>
                    <a:pt x="15026" y="21086"/>
                    <a:pt x="15325" y="20274"/>
                  </a:cubicBezTo>
                  <a:lnTo>
                    <a:pt x="16603" y="16799"/>
                  </a:lnTo>
                  <a:lnTo>
                    <a:pt x="17063" y="16799"/>
                  </a:lnTo>
                  <a:lnTo>
                    <a:pt x="18070" y="16799"/>
                  </a:lnTo>
                  <a:lnTo>
                    <a:pt x="20636" y="16799"/>
                  </a:lnTo>
                  <a:cubicBezTo>
                    <a:pt x="20910" y="16799"/>
                    <a:pt x="21169" y="16625"/>
                    <a:pt x="21336" y="16330"/>
                  </a:cubicBezTo>
                  <a:cubicBezTo>
                    <a:pt x="21503" y="16035"/>
                    <a:pt x="21560" y="15651"/>
                    <a:pt x="21490" y="15291"/>
                  </a:cubicBezTo>
                  <a:lnTo>
                    <a:pt x="18448" y="891"/>
                  </a:lnTo>
                  <a:cubicBezTo>
                    <a:pt x="18345" y="366"/>
                    <a:pt x="17995" y="0"/>
                    <a:pt x="1759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1" name="Group 206">
            <a:extLst>
              <a:ext uri="{FF2B5EF4-FFF2-40B4-BE49-F238E27FC236}">
                <a16:creationId xmlns:a16="http://schemas.microsoft.com/office/drawing/2014/main" id="{3FF6E2C1-A8C7-C426-C878-0333F9B48D7C}"/>
              </a:ext>
            </a:extLst>
          </p:cNvPr>
          <p:cNvGrpSpPr/>
          <p:nvPr/>
        </p:nvGrpSpPr>
        <p:grpSpPr>
          <a:xfrm>
            <a:off x="9555718" y="2403475"/>
            <a:ext cx="411391" cy="360055"/>
            <a:chOff x="2164731" y="3055173"/>
            <a:chExt cx="488068" cy="427164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92" name="AutoShape 103">
              <a:extLst>
                <a:ext uri="{FF2B5EF4-FFF2-40B4-BE49-F238E27FC236}">
                  <a16:creationId xmlns:a16="http://schemas.microsoft.com/office/drawing/2014/main" id="{E6BAE8D1-F27B-D663-A89A-647CB7C10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487" y="3131094"/>
              <a:ext cx="175204" cy="1151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60" y="0"/>
                  </a:moveTo>
                  <a:cubicBezTo>
                    <a:pt x="9461" y="0"/>
                    <a:pt x="0" y="9233"/>
                    <a:pt x="0" y="20160"/>
                  </a:cubicBezTo>
                  <a:cubicBezTo>
                    <a:pt x="0" y="20954"/>
                    <a:pt x="420" y="21600"/>
                    <a:pt x="939" y="21600"/>
                  </a:cubicBezTo>
                  <a:cubicBezTo>
                    <a:pt x="1457" y="21600"/>
                    <a:pt x="1878" y="20954"/>
                    <a:pt x="1878" y="20160"/>
                  </a:cubicBezTo>
                  <a:cubicBezTo>
                    <a:pt x="1878" y="10956"/>
                    <a:pt x="10655" y="2880"/>
                    <a:pt x="20660" y="2880"/>
                  </a:cubicBezTo>
                  <a:cubicBezTo>
                    <a:pt x="21179" y="2880"/>
                    <a:pt x="21600" y="2234"/>
                    <a:pt x="21600" y="1440"/>
                  </a:cubicBezTo>
                  <a:cubicBezTo>
                    <a:pt x="21600" y="645"/>
                    <a:pt x="21179" y="0"/>
                    <a:pt x="206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3" name="AutoShape 104">
              <a:extLst>
                <a:ext uri="{FF2B5EF4-FFF2-40B4-BE49-F238E27FC236}">
                  <a16:creationId xmlns:a16="http://schemas.microsoft.com/office/drawing/2014/main" id="{5DEBA824-1629-AF8E-3801-5438ED9F7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731" y="3055173"/>
              <a:ext cx="488068" cy="42716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6971"/>
                  </a:moveTo>
                  <a:cubicBezTo>
                    <a:pt x="10181" y="16971"/>
                    <a:pt x="9546" y="16918"/>
                    <a:pt x="8912" y="16811"/>
                  </a:cubicBezTo>
                  <a:cubicBezTo>
                    <a:pt x="8847" y="16800"/>
                    <a:pt x="8781" y="16794"/>
                    <a:pt x="8716" y="16794"/>
                  </a:cubicBezTo>
                  <a:cubicBezTo>
                    <a:pt x="8315" y="16794"/>
                    <a:pt x="7931" y="16999"/>
                    <a:pt x="7673" y="17359"/>
                  </a:cubicBezTo>
                  <a:cubicBezTo>
                    <a:pt x="7384" y="17761"/>
                    <a:pt x="6563" y="18657"/>
                    <a:pt x="5591" y="19318"/>
                  </a:cubicBezTo>
                  <a:cubicBezTo>
                    <a:pt x="5854" y="18628"/>
                    <a:pt x="6060" y="17853"/>
                    <a:pt x="6074" y="17056"/>
                  </a:cubicBezTo>
                  <a:cubicBezTo>
                    <a:pt x="6078" y="17006"/>
                    <a:pt x="6080" y="16956"/>
                    <a:pt x="6080" y="16914"/>
                  </a:cubicBezTo>
                  <a:cubicBezTo>
                    <a:pt x="6080" y="16334"/>
                    <a:pt x="5796" y="15803"/>
                    <a:pt x="5344" y="15540"/>
                  </a:cubicBezTo>
                  <a:cubicBezTo>
                    <a:pt x="2843" y="14080"/>
                    <a:pt x="1349" y="11731"/>
                    <a:pt x="1349" y="9257"/>
                  </a:cubicBezTo>
                  <a:cubicBezTo>
                    <a:pt x="1349" y="5003"/>
                    <a:pt x="5588" y="1542"/>
                    <a:pt x="10800" y="1542"/>
                  </a:cubicBezTo>
                  <a:cubicBezTo>
                    <a:pt x="16011" y="1542"/>
                    <a:pt x="20249" y="5003"/>
                    <a:pt x="20249" y="9257"/>
                  </a:cubicBezTo>
                  <a:cubicBezTo>
                    <a:pt x="20249" y="13510"/>
                    <a:pt x="16011" y="16971"/>
                    <a:pt x="10800" y="16971"/>
                  </a:cubicBezTo>
                  <a:moveTo>
                    <a:pt x="10800" y="0"/>
                  </a:moveTo>
                  <a:cubicBezTo>
                    <a:pt x="4835" y="0"/>
                    <a:pt x="0" y="4144"/>
                    <a:pt x="0" y="9257"/>
                  </a:cubicBezTo>
                  <a:cubicBezTo>
                    <a:pt x="0" y="12440"/>
                    <a:pt x="1875" y="15248"/>
                    <a:pt x="4730" y="16914"/>
                  </a:cubicBezTo>
                  <a:cubicBezTo>
                    <a:pt x="4730" y="16935"/>
                    <a:pt x="4724" y="16949"/>
                    <a:pt x="4724" y="16971"/>
                  </a:cubicBezTo>
                  <a:cubicBezTo>
                    <a:pt x="4724" y="18354"/>
                    <a:pt x="3821" y="19843"/>
                    <a:pt x="3423" y="20625"/>
                  </a:cubicBezTo>
                  <a:lnTo>
                    <a:pt x="3425" y="20625"/>
                  </a:lnTo>
                  <a:cubicBezTo>
                    <a:pt x="3393" y="20709"/>
                    <a:pt x="3374" y="20802"/>
                    <a:pt x="3374" y="20900"/>
                  </a:cubicBezTo>
                  <a:cubicBezTo>
                    <a:pt x="3374" y="21287"/>
                    <a:pt x="3648" y="21600"/>
                    <a:pt x="3986" y="21600"/>
                  </a:cubicBezTo>
                  <a:cubicBezTo>
                    <a:pt x="4049" y="21600"/>
                    <a:pt x="4161" y="21580"/>
                    <a:pt x="4158" y="21590"/>
                  </a:cubicBezTo>
                  <a:cubicBezTo>
                    <a:pt x="6268" y="21195"/>
                    <a:pt x="8255" y="18979"/>
                    <a:pt x="8716" y="18338"/>
                  </a:cubicBezTo>
                  <a:cubicBezTo>
                    <a:pt x="9391" y="18451"/>
                    <a:pt x="10086" y="18514"/>
                    <a:pt x="10800" y="18514"/>
                  </a:cubicBezTo>
                  <a:cubicBezTo>
                    <a:pt x="16764" y="18514"/>
                    <a:pt x="21600" y="14369"/>
                    <a:pt x="21600" y="9257"/>
                  </a:cubicBezTo>
                  <a:cubicBezTo>
                    <a:pt x="21600" y="414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4" name="Group 193">
            <a:extLst>
              <a:ext uri="{FF2B5EF4-FFF2-40B4-BE49-F238E27FC236}">
                <a16:creationId xmlns:a16="http://schemas.microsoft.com/office/drawing/2014/main" id="{34D8B927-CC80-4539-F5D7-F074FFF10D74}"/>
              </a:ext>
            </a:extLst>
          </p:cNvPr>
          <p:cNvGrpSpPr/>
          <p:nvPr/>
        </p:nvGrpSpPr>
        <p:grpSpPr>
          <a:xfrm>
            <a:off x="10739094" y="1756415"/>
            <a:ext cx="410687" cy="257383"/>
            <a:chOff x="1188595" y="3116076"/>
            <a:chExt cx="487233" cy="305355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95" name="AutoShape 105">
              <a:extLst>
                <a:ext uri="{FF2B5EF4-FFF2-40B4-BE49-F238E27FC236}">
                  <a16:creationId xmlns:a16="http://schemas.microsoft.com/office/drawing/2014/main" id="{9A8EFDAB-C9D6-9EEA-F5A0-FE974324F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595" y="3116076"/>
              <a:ext cx="487233" cy="30535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8"/>
                    <a:pt x="1437" y="10797"/>
                  </a:cubicBezTo>
                  <a:cubicBezTo>
                    <a:pt x="3298" y="5598"/>
                    <a:pt x="7009" y="2161"/>
                    <a:pt x="10800" y="2161"/>
                  </a:cubicBezTo>
                  <a:cubicBezTo>
                    <a:pt x="14595" y="2161"/>
                    <a:pt x="18310" y="5611"/>
                    <a:pt x="20162" y="10802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1"/>
                  </a:moveTo>
                  <a:cubicBezTo>
                    <a:pt x="21569" y="10516"/>
                    <a:pt x="21573" y="10467"/>
                    <a:pt x="21562" y="10423"/>
                  </a:cubicBezTo>
                  <a:cubicBezTo>
                    <a:pt x="21558" y="10406"/>
                    <a:pt x="21548" y="10395"/>
                    <a:pt x="21544" y="10378"/>
                  </a:cubicBezTo>
                  <a:cubicBezTo>
                    <a:pt x="21537" y="10352"/>
                    <a:pt x="21539" y="10322"/>
                    <a:pt x="21530" y="10297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7" y="0"/>
                    <a:pt x="2030" y="4290"/>
                    <a:pt x="69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7"/>
                    <a:pt x="41" y="10398"/>
                    <a:pt x="37" y="10415"/>
                  </a:cubicBezTo>
                  <a:cubicBezTo>
                    <a:pt x="26" y="10459"/>
                    <a:pt x="30" y="10508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5"/>
                    <a:pt x="24" y="11038"/>
                  </a:cubicBezTo>
                  <a:cubicBezTo>
                    <a:pt x="30" y="11083"/>
                    <a:pt x="26" y="11131"/>
                    <a:pt x="37" y="11175"/>
                  </a:cubicBezTo>
                  <a:cubicBezTo>
                    <a:pt x="41" y="11193"/>
                    <a:pt x="51" y="11204"/>
                    <a:pt x="55" y="11220"/>
                  </a:cubicBezTo>
                  <a:cubicBezTo>
                    <a:pt x="62" y="11247"/>
                    <a:pt x="61" y="11276"/>
                    <a:pt x="69" y="11302"/>
                  </a:cubicBezTo>
                  <a:cubicBezTo>
                    <a:pt x="2030" y="17300"/>
                    <a:pt x="6297" y="21599"/>
                    <a:pt x="10800" y="21599"/>
                  </a:cubicBezTo>
                  <a:cubicBezTo>
                    <a:pt x="15302" y="21599"/>
                    <a:pt x="19569" y="17308"/>
                    <a:pt x="21530" y="11309"/>
                  </a:cubicBezTo>
                  <a:cubicBezTo>
                    <a:pt x="21539" y="11283"/>
                    <a:pt x="21537" y="11255"/>
                    <a:pt x="21544" y="11228"/>
                  </a:cubicBezTo>
                  <a:cubicBezTo>
                    <a:pt x="21548" y="11212"/>
                    <a:pt x="21558" y="11201"/>
                    <a:pt x="21562" y="11183"/>
                  </a:cubicBezTo>
                  <a:cubicBezTo>
                    <a:pt x="21573" y="11139"/>
                    <a:pt x="21569" y="11089"/>
                    <a:pt x="21576" y="11044"/>
                  </a:cubicBezTo>
                  <a:cubicBezTo>
                    <a:pt x="21587" y="10963"/>
                    <a:pt x="21599" y="10885"/>
                    <a:pt x="21599" y="10803"/>
                  </a:cubicBezTo>
                  <a:cubicBezTo>
                    <a:pt x="21599" y="10721"/>
                    <a:pt x="21587" y="10642"/>
                    <a:pt x="21576" y="1056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6" name="AutoShape 106">
              <a:extLst>
                <a:ext uri="{FF2B5EF4-FFF2-40B4-BE49-F238E27FC236}">
                  <a16:creationId xmlns:a16="http://schemas.microsoft.com/office/drawing/2014/main" id="{BA1C4A5F-26D1-C91A-8248-2A26AF1FE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308" y="3207851"/>
              <a:ext cx="69247" cy="684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2" y="0"/>
                  </a:moveTo>
                  <a:cubicBezTo>
                    <a:pt x="19193" y="0"/>
                    <a:pt x="19183" y="4"/>
                    <a:pt x="19174" y="4"/>
                  </a:cubicBezTo>
                  <a:cubicBezTo>
                    <a:pt x="8585" y="23"/>
                    <a:pt x="0" y="8607"/>
                    <a:pt x="0" y="19198"/>
                  </a:cubicBezTo>
                  <a:cubicBezTo>
                    <a:pt x="0" y="20523"/>
                    <a:pt x="1076" y="21600"/>
                    <a:pt x="2402" y="21600"/>
                  </a:cubicBezTo>
                  <a:cubicBezTo>
                    <a:pt x="3722" y="21600"/>
                    <a:pt x="4799" y="20523"/>
                    <a:pt x="4799" y="19198"/>
                  </a:cubicBezTo>
                  <a:cubicBezTo>
                    <a:pt x="4799" y="11262"/>
                    <a:pt x="11262" y="4803"/>
                    <a:pt x="19202" y="4803"/>
                  </a:cubicBezTo>
                  <a:lnTo>
                    <a:pt x="19202" y="4798"/>
                  </a:lnTo>
                  <a:cubicBezTo>
                    <a:pt x="20523" y="4798"/>
                    <a:pt x="21599" y="3721"/>
                    <a:pt x="21599" y="2401"/>
                  </a:cubicBezTo>
                  <a:cubicBezTo>
                    <a:pt x="21599" y="1076"/>
                    <a:pt x="20523" y="0"/>
                    <a:pt x="19202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7" name="AutoShape 107">
              <a:extLst>
                <a:ext uri="{FF2B5EF4-FFF2-40B4-BE49-F238E27FC236}">
                  <a16:creationId xmlns:a16="http://schemas.microsoft.com/office/drawing/2014/main" id="{DB6B914B-7755-8AB6-6E5F-425AFA954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418" y="3161963"/>
              <a:ext cx="213581" cy="213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4" y="20057"/>
                    <a:pt x="1542" y="15905"/>
                    <a:pt x="1542" y="10800"/>
                  </a:cubicBezTo>
                  <a:cubicBezTo>
                    <a:pt x="1542" y="5694"/>
                    <a:pt x="5694" y="1542"/>
                    <a:pt x="10800" y="1542"/>
                  </a:cubicBezTo>
                  <a:cubicBezTo>
                    <a:pt x="15905" y="1542"/>
                    <a:pt x="20057" y="5694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4" y="0"/>
                    <a:pt x="0" y="4834"/>
                    <a:pt x="0" y="10800"/>
                  </a:cubicBezTo>
                  <a:cubicBezTo>
                    <a:pt x="0" y="16765"/>
                    <a:pt x="4834" y="21600"/>
                    <a:pt x="10800" y="21600"/>
                  </a:cubicBezTo>
                  <a:cubicBezTo>
                    <a:pt x="16765" y="21600"/>
                    <a:pt x="21599" y="16765"/>
                    <a:pt x="21599" y="10800"/>
                  </a:cubicBezTo>
                  <a:cubicBezTo>
                    <a:pt x="21599" y="4834"/>
                    <a:pt x="1676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98" name="Group 192">
            <a:extLst>
              <a:ext uri="{FF2B5EF4-FFF2-40B4-BE49-F238E27FC236}">
                <a16:creationId xmlns:a16="http://schemas.microsoft.com/office/drawing/2014/main" id="{04BA422E-EAFD-802E-42CD-9E5D390B3B2C}"/>
              </a:ext>
            </a:extLst>
          </p:cNvPr>
          <p:cNvGrpSpPr/>
          <p:nvPr/>
        </p:nvGrpSpPr>
        <p:grpSpPr>
          <a:xfrm>
            <a:off x="10180210" y="1679060"/>
            <a:ext cx="308718" cy="412093"/>
            <a:chOff x="273361" y="3024303"/>
            <a:chExt cx="366259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399" name="AutoShape 108">
              <a:extLst>
                <a:ext uri="{FF2B5EF4-FFF2-40B4-BE49-F238E27FC236}">
                  <a16:creationId xmlns:a16="http://schemas.microsoft.com/office/drawing/2014/main" id="{9869D6FD-83E1-634F-34E4-4E76E55CB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99" y="3116076"/>
              <a:ext cx="183547" cy="18354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"/>
                  </a:moveTo>
                  <a:cubicBezTo>
                    <a:pt x="15764" y="1800"/>
                    <a:pt x="19800" y="5835"/>
                    <a:pt x="19800" y="10800"/>
                  </a:cubicBezTo>
                  <a:cubicBezTo>
                    <a:pt x="19800" y="15764"/>
                    <a:pt x="15764" y="19800"/>
                    <a:pt x="10800" y="19800"/>
                  </a:cubicBezTo>
                  <a:cubicBezTo>
                    <a:pt x="5835" y="19800"/>
                    <a:pt x="1800" y="15764"/>
                    <a:pt x="1800" y="10800"/>
                  </a:cubicBezTo>
                  <a:cubicBezTo>
                    <a:pt x="1800" y="5835"/>
                    <a:pt x="5835" y="1800"/>
                    <a:pt x="10800" y="1800"/>
                  </a:cubicBezTo>
                  <a:moveTo>
                    <a:pt x="10800" y="21599"/>
                  </a:moveTo>
                  <a:cubicBezTo>
                    <a:pt x="16756" y="21599"/>
                    <a:pt x="21600" y="16756"/>
                    <a:pt x="21600" y="10800"/>
                  </a:cubicBezTo>
                  <a:cubicBezTo>
                    <a:pt x="21600" y="4843"/>
                    <a:pt x="16756" y="0"/>
                    <a:pt x="10800" y="0"/>
                  </a:cubicBezTo>
                  <a:cubicBezTo>
                    <a:pt x="4843" y="0"/>
                    <a:pt x="0" y="4843"/>
                    <a:pt x="0" y="10800"/>
                  </a:cubicBezTo>
                  <a:cubicBezTo>
                    <a:pt x="0" y="16756"/>
                    <a:pt x="484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AutoShape 109">
              <a:extLst>
                <a:ext uri="{FF2B5EF4-FFF2-40B4-BE49-F238E27FC236}">
                  <a16:creationId xmlns:a16="http://schemas.microsoft.com/office/drawing/2014/main" id="{9B3167C6-760D-0060-BFC9-E43F7F4E7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61" y="3024303"/>
              <a:ext cx="366259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04" y="20170"/>
                  </a:moveTo>
                  <a:cubicBezTo>
                    <a:pt x="10885" y="20184"/>
                    <a:pt x="10830" y="20215"/>
                    <a:pt x="10782" y="20237"/>
                  </a:cubicBezTo>
                  <a:cubicBezTo>
                    <a:pt x="10774" y="20218"/>
                    <a:pt x="10707" y="20178"/>
                    <a:pt x="10666" y="20147"/>
                  </a:cubicBezTo>
                  <a:cubicBezTo>
                    <a:pt x="7368" y="17300"/>
                    <a:pt x="1799" y="12497"/>
                    <a:pt x="1799" y="8101"/>
                  </a:cubicBezTo>
                  <a:cubicBezTo>
                    <a:pt x="1799" y="4378"/>
                    <a:pt x="5838" y="1350"/>
                    <a:pt x="10800" y="1350"/>
                  </a:cubicBezTo>
                  <a:cubicBezTo>
                    <a:pt x="15762" y="1350"/>
                    <a:pt x="19800" y="4378"/>
                    <a:pt x="19800" y="8101"/>
                  </a:cubicBezTo>
                  <a:cubicBezTo>
                    <a:pt x="19800" y="12497"/>
                    <a:pt x="14231" y="17300"/>
                    <a:pt x="10904" y="20170"/>
                  </a:cubicBezTo>
                  <a:moveTo>
                    <a:pt x="10800" y="0"/>
                  </a:moveTo>
                  <a:cubicBezTo>
                    <a:pt x="4844" y="0"/>
                    <a:pt x="0" y="3588"/>
                    <a:pt x="0" y="8101"/>
                  </a:cubicBezTo>
                  <a:cubicBezTo>
                    <a:pt x="0" y="12826"/>
                    <a:pt x="5400" y="17660"/>
                    <a:pt x="9337" y="21056"/>
                  </a:cubicBezTo>
                  <a:cubicBezTo>
                    <a:pt x="9352" y="21070"/>
                    <a:pt x="9984" y="21599"/>
                    <a:pt x="10766" y="21599"/>
                  </a:cubicBezTo>
                  <a:lnTo>
                    <a:pt x="10834" y="21599"/>
                  </a:lnTo>
                  <a:cubicBezTo>
                    <a:pt x="11615" y="21599"/>
                    <a:pt x="12247" y="21070"/>
                    <a:pt x="12262" y="21056"/>
                  </a:cubicBezTo>
                  <a:cubicBezTo>
                    <a:pt x="16200" y="17660"/>
                    <a:pt x="21599" y="12826"/>
                    <a:pt x="21599" y="8101"/>
                  </a:cubicBezTo>
                  <a:cubicBezTo>
                    <a:pt x="21599" y="3588"/>
                    <a:pt x="1675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01" name="Group 209">
            <a:extLst>
              <a:ext uri="{FF2B5EF4-FFF2-40B4-BE49-F238E27FC236}">
                <a16:creationId xmlns:a16="http://schemas.microsoft.com/office/drawing/2014/main" id="{ED2F0753-2D3C-3EB8-8EC5-932CDE2ACBA6}"/>
              </a:ext>
            </a:extLst>
          </p:cNvPr>
          <p:cNvGrpSpPr/>
          <p:nvPr/>
        </p:nvGrpSpPr>
        <p:grpSpPr>
          <a:xfrm>
            <a:off x="4570717" y="3203666"/>
            <a:ext cx="412093" cy="386074"/>
            <a:chOff x="5093968" y="2078204"/>
            <a:chExt cx="488901" cy="458033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02" name="AutoShape 110">
              <a:extLst>
                <a:ext uri="{FF2B5EF4-FFF2-40B4-BE49-F238E27FC236}">
                  <a16:creationId xmlns:a16="http://schemas.microsoft.com/office/drawing/2014/main" id="{4E272E89-540D-694C-1468-8F1FE37D8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5710" y="2139108"/>
              <a:ext cx="365425" cy="24445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3" name="AutoShape 111">
              <a:extLst>
                <a:ext uri="{FF2B5EF4-FFF2-40B4-BE49-F238E27FC236}">
                  <a16:creationId xmlns:a16="http://schemas.microsoft.com/office/drawing/2014/main" id="{9B8731E8-2BEA-A4A3-2811-A63C7873D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3968" y="2078204"/>
              <a:ext cx="488901" cy="4580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4" name="AutoShape 112">
            <a:extLst>
              <a:ext uri="{FF2B5EF4-FFF2-40B4-BE49-F238E27FC236}">
                <a16:creationId xmlns:a16="http://schemas.microsoft.com/office/drawing/2014/main" id="{14909008-BC6E-F228-EC4F-0435468AB929}"/>
              </a:ext>
            </a:extLst>
          </p:cNvPr>
          <p:cNvSpPr>
            <a:spLocks/>
          </p:cNvSpPr>
          <p:nvPr/>
        </p:nvSpPr>
        <p:spPr bwMode="auto">
          <a:xfrm>
            <a:off x="3858039" y="3177646"/>
            <a:ext cx="411390" cy="412093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5" name="Group 204">
            <a:extLst>
              <a:ext uri="{FF2B5EF4-FFF2-40B4-BE49-F238E27FC236}">
                <a16:creationId xmlns:a16="http://schemas.microsoft.com/office/drawing/2014/main" id="{5E299EAA-CD6C-BDF8-AA22-B50269FD1B67}"/>
              </a:ext>
            </a:extLst>
          </p:cNvPr>
          <p:cNvGrpSpPr/>
          <p:nvPr/>
        </p:nvGrpSpPr>
        <p:grpSpPr>
          <a:xfrm>
            <a:off x="3209360" y="3177646"/>
            <a:ext cx="282700" cy="412093"/>
            <a:chOff x="3217621" y="2047334"/>
            <a:chExt cx="335391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06" name="AutoShape 113">
              <a:extLst>
                <a:ext uri="{FF2B5EF4-FFF2-40B4-BE49-F238E27FC236}">
                  <a16:creationId xmlns:a16="http://schemas.microsoft.com/office/drawing/2014/main" id="{700C0E31-6350-8F63-A745-649EE920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621" y="2047334"/>
              <a:ext cx="335391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7" name="AutoShape 114">
              <a:extLst>
                <a:ext uri="{FF2B5EF4-FFF2-40B4-BE49-F238E27FC236}">
                  <a16:creationId xmlns:a16="http://schemas.microsoft.com/office/drawing/2014/main" id="{5BA9A914-F829-3E05-9711-F8F58C0A4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543" y="2124091"/>
              <a:ext cx="99281" cy="992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08" name="Group 205">
            <a:extLst>
              <a:ext uri="{FF2B5EF4-FFF2-40B4-BE49-F238E27FC236}">
                <a16:creationId xmlns:a16="http://schemas.microsoft.com/office/drawing/2014/main" id="{FFC062EF-F8A5-72C3-9E3D-1BA284B507EF}"/>
              </a:ext>
            </a:extLst>
          </p:cNvPr>
          <p:cNvGrpSpPr/>
          <p:nvPr/>
        </p:nvGrpSpPr>
        <p:grpSpPr>
          <a:xfrm>
            <a:off x="7499886" y="3178247"/>
            <a:ext cx="308718" cy="412093"/>
            <a:chOff x="2225631" y="2047334"/>
            <a:chExt cx="366259" cy="48890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09" name="AutoShape 115">
              <a:extLst>
                <a:ext uri="{FF2B5EF4-FFF2-40B4-BE49-F238E27FC236}">
                  <a16:creationId xmlns:a16="http://schemas.microsoft.com/office/drawing/2014/main" id="{15258EC8-B53F-EC24-21DB-3797E8ABB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631" y="2047334"/>
              <a:ext cx="366259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800" y="12825"/>
                  </a:moveTo>
                  <a:lnTo>
                    <a:pt x="19800" y="13500"/>
                  </a:lnTo>
                  <a:lnTo>
                    <a:pt x="19800" y="14850"/>
                  </a:lnTo>
                  <a:lnTo>
                    <a:pt x="19800" y="15525"/>
                  </a:lnTo>
                  <a:cubicBezTo>
                    <a:pt x="19800" y="18129"/>
                    <a:pt x="16972" y="20249"/>
                    <a:pt x="13499" y="20249"/>
                  </a:cubicBezTo>
                  <a:lnTo>
                    <a:pt x="8099" y="20249"/>
                  </a:lnTo>
                  <a:cubicBezTo>
                    <a:pt x="4627" y="20249"/>
                    <a:pt x="1800" y="18129"/>
                    <a:pt x="1800" y="15525"/>
                  </a:cubicBezTo>
                  <a:lnTo>
                    <a:pt x="1800" y="14850"/>
                  </a:lnTo>
                  <a:lnTo>
                    <a:pt x="1800" y="13500"/>
                  </a:lnTo>
                  <a:lnTo>
                    <a:pt x="1800" y="12825"/>
                  </a:lnTo>
                  <a:lnTo>
                    <a:pt x="1800" y="10800"/>
                  </a:lnTo>
                  <a:cubicBezTo>
                    <a:pt x="1800" y="10427"/>
                    <a:pt x="2203" y="10124"/>
                    <a:pt x="2699" y="10124"/>
                  </a:cubicBezTo>
                  <a:lnTo>
                    <a:pt x="4499" y="10124"/>
                  </a:lnTo>
                  <a:lnTo>
                    <a:pt x="17100" y="10124"/>
                  </a:lnTo>
                  <a:lnTo>
                    <a:pt x="18899" y="10124"/>
                  </a:lnTo>
                  <a:cubicBezTo>
                    <a:pt x="19396" y="10124"/>
                    <a:pt x="19800" y="10427"/>
                    <a:pt x="19800" y="10800"/>
                  </a:cubicBezTo>
                  <a:cubicBezTo>
                    <a:pt x="19800" y="10800"/>
                    <a:pt x="19800" y="12825"/>
                    <a:pt x="19800" y="12825"/>
                  </a:cubicBezTo>
                  <a:close/>
                  <a:moveTo>
                    <a:pt x="14400" y="6075"/>
                  </a:moveTo>
                  <a:lnTo>
                    <a:pt x="14400" y="6076"/>
                  </a:lnTo>
                  <a:lnTo>
                    <a:pt x="14400" y="8774"/>
                  </a:lnTo>
                  <a:lnTo>
                    <a:pt x="7200" y="8774"/>
                  </a:lnTo>
                  <a:lnTo>
                    <a:pt x="7200" y="6076"/>
                  </a:lnTo>
                  <a:lnTo>
                    <a:pt x="7200" y="6075"/>
                  </a:lnTo>
                  <a:cubicBezTo>
                    <a:pt x="7200" y="4583"/>
                    <a:pt x="8811" y="3375"/>
                    <a:pt x="10800" y="3375"/>
                  </a:cubicBezTo>
                  <a:cubicBezTo>
                    <a:pt x="12788" y="3375"/>
                    <a:pt x="14400" y="4583"/>
                    <a:pt x="14400" y="6075"/>
                  </a:cubicBezTo>
                  <a:moveTo>
                    <a:pt x="4499" y="6075"/>
                  </a:moveTo>
                  <a:cubicBezTo>
                    <a:pt x="4499" y="3465"/>
                    <a:pt x="7320" y="1350"/>
                    <a:pt x="10800" y="1350"/>
                  </a:cubicBezTo>
                  <a:cubicBezTo>
                    <a:pt x="14279" y="1350"/>
                    <a:pt x="17100" y="3465"/>
                    <a:pt x="17100" y="6075"/>
                  </a:cubicBezTo>
                  <a:lnTo>
                    <a:pt x="17100" y="8774"/>
                  </a:lnTo>
                  <a:lnTo>
                    <a:pt x="15299" y="8774"/>
                  </a:lnTo>
                  <a:lnTo>
                    <a:pt x="15299" y="6076"/>
                  </a:lnTo>
                  <a:cubicBezTo>
                    <a:pt x="15299" y="4212"/>
                    <a:pt x="13285" y="2701"/>
                    <a:pt x="10800" y="2701"/>
                  </a:cubicBezTo>
                  <a:cubicBezTo>
                    <a:pt x="8314" y="2701"/>
                    <a:pt x="6299" y="4212"/>
                    <a:pt x="6299" y="6076"/>
                  </a:cubicBezTo>
                  <a:lnTo>
                    <a:pt x="6299" y="8774"/>
                  </a:lnTo>
                  <a:lnTo>
                    <a:pt x="4499" y="8774"/>
                  </a:lnTo>
                  <a:cubicBezTo>
                    <a:pt x="4499" y="8774"/>
                    <a:pt x="4499" y="6075"/>
                    <a:pt x="4499" y="6075"/>
                  </a:cubicBezTo>
                  <a:close/>
                  <a:moveTo>
                    <a:pt x="18899" y="8774"/>
                  </a:moveTo>
                  <a:lnTo>
                    <a:pt x="18899" y="6075"/>
                  </a:lnTo>
                  <a:cubicBezTo>
                    <a:pt x="18899" y="2719"/>
                    <a:pt x="15274" y="0"/>
                    <a:pt x="10800" y="0"/>
                  </a:cubicBezTo>
                  <a:cubicBezTo>
                    <a:pt x="6325" y="0"/>
                    <a:pt x="2699" y="2719"/>
                    <a:pt x="2699" y="6075"/>
                  </a:cubicBezTo>
                  <a:lnTo>
                    <a:pt x="2699" y="8774"/>
                  </a:lnTo>
                  <a:cubicBezTo>
                    <a:pt x="1208" y="8774"/>
                    <a:pt x="0" y="9681"/>
                    <a:pt x="0" y="10800"/>
                  </a:cubicBezTo>
                  <a:lnTo>
                    <a:pt x="0" y="12825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0" y="15525"/>
                  </a:lnTo>
                  <a:cubicBezTo>
                    <a:pt x="0" y="18880"/>
                    <a:pt x="3625" y="21599"/>
                    <a:pt x="8099" y="21599"/>
                  </a:cubicBezTo>
                  <a:lnTo>
                    <a:pt x="13499" y="21599"/>
                  </a:lnTo>
                  <a:cubicBezTo>
                    <a:pt x="17974" y="21599"/>
                    <a:pt x="21600" y="18880"/>
                    <a:pt x="21600" y="15525"/>
                  </a:cubicBezTo>
                  <a:lnTo>
                    <a:pt x="21600" y="14850"/>
                  </a:lnTo>
                  <a:lnTo>
                    <a:pt x="21600" y="13500"/>
                  </a:lnTo>
                  <a:lnTo>
                    <a:pt x="21600" y="12825"/>
                  </a:lnTo>
                  <a:lnTo>
                    <a:pt x="21600" y="10800"/>
                  </a:lnTo>
                  <a:cubicBezTo>
                    <a:pt x="21600" y="9681"/>
                    <a:pt x="20391" y="8774"/>
                    <a:pt x="18899" y="877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0" name="AutoShape 116">
              <a:extLst>
                <a:ext uri="{FF2B5EF4-FFF2-40B4-BE49-F238E27FC236}">
                  <a16:creationId xmlns:a16="http://schemas.microsoft.com/office/drawing/2014/main" id="{0617F585-7658-324D-6CF3-DB9689D0B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309" y="2337671"/>
              <a:ext cx="60904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3226"/>
                    <a:pt x="0" y="7201"/>
                  </a:cubicBezTo>
                  <a:cubicBezTo>
                    <a:pt x="0" y="9390"/>
                    <a:pt x="1798" y="13537"/>
                    <a:pt x="3601" y="16821"/>
                  </a:cubicBezTo>
                  <a:cubicBezTo>
                    <a:pt x="5070" y="19493"/>
                    <a:pt x="6916" y="21600"/>
                    <a:pt x="10800" y="21600"/>
                  </a:cubicBezTo>
                  <a:cubicBezTo>
                    <a:pt x="15016" y="21600"/>
                    <a:pt x="16529" y="19514"/>
                    <a:pt x="18003" y="16858"/>
                  </a:cubicBezTo>
                  <a:cubicBezTo>
                    <a:pt x="19828" y="13567"/>
                    <a:pt x="21600" y="9397"/>
                    <a:pt x="21600" y="7201"/>
                  </a:cubicBezTo>
                  <a:cubicBezTo>
                    <a:pt x="21600" y="3226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11" name="AutoShape 117">
            <a:extLst>
              <a:ext uri="{FF2B5EF4-FFF2-40B4-BE49-F238E27FC236}">
                <a16:creationId xmlns:a16="http://schemas.microsoft.com/office/drawing/2014/main" id="{BCA33BD5-DB71-B397-6880-B5D18A49DB05}"/>
              </a:ext>
            </a:extLst>
          </p:cNvPr>
          <p:cNvSpPr>
            <a:spLocks/>
          </p:cNvSpPr>
          <p:nvPr/>
        </p:nvSpPr>
        <p:spPr bwMode="auto">
          <a:xfrm>
            <a:off x="1780480" y="3255001"/>
            <a:ext cx="411391" cy="308718"/>
          </a:xfrm>
          <a:custGeom>
            <a:avLst/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2" name="Group 191">
            <a:extLst>
              <a:ext uri="{FF2B5EF4-FFF2-40B4-BE49-F238E27FC236}">
                <a16:creationId xmlns:a16="http://schemas.microsoft.com/office/drawing/2014/main" id="{D31A5D62-7137-798E-0979-D5D4846CC468}"/>
              </a:ext>
            </a:extLst>
          </p:cNvPr>
          <p:cNvGrpSpPr/>
          <p:nvPr/>
        </p:nvGrpSpPr>
        <p:grpSpPr>
          <a:xfrm>
            <a:off x="1116738" y="3229685"/>
            <a:ext cx="411391" cy="308718"/>
            <a:chOff x="212460" y="2109072"/>
            <a:chExt cx="488068" cy="366259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13" name="AutoShape 118">
              <a:extLst>
                <a:ext uri="{FF2B5EF4-FFF2-40B4-BE49-F238E27FC236}">
                  <a16:creationId xmlns:a16="http://schemas.microsoft.com/office/drawing/2014/main" id="{C04D842A-316B-19DD-939A-C72C3241E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60" y="2109072"/>
              <a:ext cx="488068" cy="366259"/>
            </a:xfrm>
            <a:custGeom>
              <a:avLst/>
              <a:gdLst>
                <a:gd name="T0" fmla="*/ 10732 w 21464"/>
                <a:gd name="T1" fmla="*/ 10800 h 21600"/>
                <a:gd name="T2" fmla="*/ 10732 w 21464"/>
                <a:gd name="T3" fmla="*/ 10800 h 21600"/>
                <a:gd name="T4" fmla="*/ 10732 w 21464"/>
                <a:gd name="T5" fmla="*/ 10800 h 21600"/>
                <a:gd name="T6" fmla="*/ 10732 w 21464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64" h="21600">
                  <a:moveTo>
                    <a:pt x="19918" y="11754"/>
                  </a:moveTo>
                  <a:lnTo>
                    <a:pt x="16564" y="18954"/>
                  </a:lnTo>
                  <a:cubicBezTo>
                    <a:pt x="16317" y="19484"/>
                    <a:pt x="15892" y="19800"/>
                    <a:pt x="15427" y="19800"/>
                  </a:cubicBezTo>
                  <a:lnTo>
                    <a:pt x="2683" y="19800"/>
                  </a:lnTo>
                  <a:cubicBezTo>
                    <a:pt x="1943" y="19800"/>
                    <a:pt x="1341" y="18992"/>
                    <a:pt x="1341" y="18000"/>
                  </a:cubicBezTo>
                  <a:lnTo>
                    <a:pt x="1341" y="3600"/>
                  </a:lnTo>
                  <a:cubicBezTo>
                    <a:pt x="1341" y="2608"/>
                    <a:pt x="1943" y="1800"/>
                    <a:pt x="2683" y="1800"/>
                  </a:cubicBezTo>
                  <a:lnTo>
                    <a:pt x="15427" y="1800"/>
                  </a:lnTo>
                  <a:cubicBezTo>
                    <a:pt x="15892" y="1800"/>
                    <a:pt x="16317" y="2116"/>
                    <a:pt x="16564" y="2645"/>
                  </a:cubicBezTo>
                  <a:lnTo>
                    <a:pt x="19917" y="9845"/>
                  </a:lnTo>
                  <a:cubicBezTo>
                    <a:pt x="20188" y="10425"/>
                    <a:pt x="20188" y="11174"/>
                    <a:pt x="19918" y="11754"/>
                  </a:cubicBezTo>
                  <a:moveTo>
                    <a:pt x="21055" y="8891"/>
                  </a:moveTo>
                  <a:lnTo>
                    <a:pt x="17701" y="1691"/>
                  </a:lnTo>
                  <a:cubicBezTo>
                    <a:pt x="17211" y="639"/>
                    <a:pt x="16352" y="0"/>
                    <a:pt x="15427" y="0"/>
                  </a:cubicBezTo>
                  <a:lnTo>
                    <a:pt x="2683" y="0"/>
                  </a:lnTo>
                  <a:cubicBezTo>
                    <a:pt x="1201" y="0"/>
                    <a:pt x="0" y="1611"/>
                    <a:pt x="0" y="3600"/>
                  </a:cubicBezTo>
                  <a:lnTo>
                    <a:pt x="0" y="18000"/>
                  </a:lnTo>
                  <a:cubicBezTo>
                    <a:pt x="0" y="19988"/>
                    <a:pt x="1201" y="21599"/>
                    <a:pt x="2683" y="21599"/>
                  </a:cubicBezTo>
                  <a:lnTo>
                    <a:pt x="15427" y="21599"/>
                  </a:lnTo>
                  <a:cubicBezTo>
                    <a:pt x="16352" y="21599"/>
                    <a:pt x="17211" y="20960"/>
                    <a:pt x="17701" y="19908"/>
                  </a:cubicBezTo>
                  <a:lnTo>
                    <a:pt x="21055" y="12708"/>
                  </a:lnTo>
                  <a:cubicBezTo>
                    <a:pt x="21600" y="11541"/>
                    <a:pt x="21600" y="10059"/>
                    <a:pt x="21055" y="889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4" name="AutoShape 119">
              <a:extLst>
                <a:ext uri="{FF2B5EF4-FFF2-40B4-BE49-F238E27FC236}">
                  <a16:creationId xmlns:a16="http://schemas.microsoft.com/office/drawing/2014/main" id="{ACAF15B1-74B7-1801-2A58-D94C63409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978" y="2245898"/>
              <a:ext cx="91773" cy="917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0"/>
                  </a:moveTo>
                  <a:cubicBezTo>
                    <a:pt x="6825" y="18000"/>
                    <a:pt x="3600" y="14774"/>
                    <a:pt x="3600" y="10800"/>
                  </a:cubicBezTo>
                  <a:cubicBezTo>
                    <a:pt x="3600" y="6825"/>
                    <a:pt x="6825" y="3600"/>
                    <a:pt x="10800" y="3600"/>
                  </a:cubicBezTo>
                  <a:cubicBezTo>
                    <a:pt x="14774" y="3600"/>
                    <a:pt x="17999" y="6825"/>
                    <a:pt x="17999" y="10800"/>
                  </a:cubicBezTo>
                  <a:cubicBezTo>
                    <a:pt x="17999" y="14774"/>
                    <a:pt x="14774" y="18000"/>
                    <a:pt x="10800" y="18000"/>
                  </a:cubicBezTo>
                  <a:moveTo>
                    <a:pt x="10800" y="0"/>
                  </a:moveTo>
                  <a:cubicBezTo>
                    <a:pt x="4833" y="0"/>
                    <a:pt x="0" y="4833"/>
                    <a:pt x="0" y="10800"/>
                  </a:cubicBezTo>
                  <a:cubicBezTo>
                    <a:pt x="0" y="16766"/>
                    <a:pt x="4833" y="21599"/>
                    <a:pt x="10800" y="21599"/>
                  </a:cubicBezTo>
                  <a:cubicBezTo>
                    <a:pt x="16766" y="21599"/>
                    <a:pt x="21600" y="16766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15" name="Group 186">
            <a:extLst>
              <a:ext uri="{FF2B5EF4-FFF2-40B4-BE49-F238E27FC236}">
                <a16:creationId xmlns:a16="http://schemas.microsoft.com/office/drawing/2014/main" id="{04505EB3-D009-2672-542D-6E9AB50293A4}"/>
              </a:ext>
            </a:extLst>
          </p:cNvPr>
          <p:cNvGrpSpPr/>
          <p:nvPr/>
        </p:nvGrpSpPr>
        <p:grpSpPr>
          <a:xfrm>
            <a:off x="4570717" y="2436361"/>
            <a:ext cx="412093" cy="346693"/>
            <a:chOff x="5093968" y="1117084"/>
            <a:chExt cx="488901" cy="41131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16" name="AutoShape 120">
              <a:extLst>
                <a:ext uri="{FF2B5EF4-FFF2-40B4-BE49-F238E27FC236}">
                  <a16:creationId xmlns:a16="http://schemas.microsoft.com/office/drawing/2014/main" id="{B3FF024E-E782-7A4B-4E9E-709DAE6E7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6609" y="1223878"/>
              <a:ext cx="243616" cy="24361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7" name="AutoShape 121">
              <a:extLst>
                <a:ext uri="{FF2B5EF4-FFF2-40B4-BE49-F238E27FC236}">
                  <a16:creationId xmlns:a16="http://schemas.microsoft.com/office/drawing/2014/main" id="{A5FD38FE-D268-9AD4-6928-C250AFFB5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514" y="1284781"/>
              <a:ext cx="68413" cy="684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8" name="AutoShape 122">
              <a:extLst>
                <a:ext uri="{FF2B5EF4-FFF2-40B4-BE49-F238E27FC236}">
                  <a16:creationId xmlns:a16="http://schemas.microsoft.com/office/drawing/2014/main" id="{89B2B470-55EE-2B20-8316-375037E66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3968" y="1117084"/>
              <a:ext cx="488901" cy="4113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19" name="Group 187">
            <a:extLst>
              <a:ext uri="{FF2B5EF4-FFF2-40B4-BE49-F238E27FC236}">
                <a16:creationId xmlns:a16="http://schemas.microsoft.com/office/drawing/2014/main" id="{D7CB63BC-5A43-574D-EE12-2B2ADD5EE83C}"/>
              </a:ext>
            </a:extLst>
          </p:cNvPr>
          <p:cNvGrpSpPr/>
          <p:nvPr/>
        </p:nvGrpSpPr>
        <p:grpSpPr>
          <a:xfrm>
            <a:off x="3858039" y="2397684"/>
            <a:ext cx="411390" cy="411390"/>
            <a:chOff x="4117831" y="1071199"/>
            <a:chExt cx="488067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20" name="AutoShape 123">
              <a:extLst>
                <a:ext uri="{FF2B5EF4-FFF2-40B4-BE49-F238E27FC236}">
                  <a16:creationId xmlns:a16="http://schemas.microsoft.com/office/drawing/2014/main" id="{E73EB61D-9E9C-B61D-8D29-460233286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831" y="1071199"/>
              <a:ext cx="48806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1" name="AutoShape 124">
              <a:extLst>
                <a:ext uri="{FF2B5EF4-FFF2-40B4-BE49-F238E27FC236}">
                  <a16:creationId xmlns:a16="http://schemas.microsoft.com/office/drawing/2014/main" id="{CBBCFA7A-7212-5B0D-6224-A6240A73D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492" y="1208025"/>
              <a:ext cx="213581" cy="213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2" name="AutoShape 125">
              <a:extLst>
                <a:ext uri="{FF2B5EF4-FFF2-40B4-BE49-F238E27FC236}">
                  <a16:creationId xmlns:a16="http://schemas.microsoft.com/office/drawing/2014/main" id="{0BA108AF-7E10-E6EC-751A-14E549FA8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545" y="1253911"/>
              <a:ext cx="122643" cy="12264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3" name="Group 203">
            <a:extLst>
              <a:ext uri="{FF2B5EF4-FFF2-40B4-BE49-F238E27FC236}">
                <a16:creationId xmlns:a16="http://schemas.microsoft.com/office/drawing/2014/main" id="{02940B4D-BC09-C837-4F61-50E2ECB8FB62}"/>
              </a:ext>
            </a:extLst>
          </p:cNvPr>
          <p:cNvGrpSpPr/>
          <p:nvPr/>
        </p:nvGrpSpPr>
        <p:grpSpPr>
          <a:xfrm>
            <a:off x="3145364" y="2397684"/>
            <a:ext cx="411390" cy="411390"/>
            <a:chOff x="3141697" y="1071199"/>
            <a:chExt cx="488067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24" name="AutoShape 126">
              <a:extLst>
                <a:ext uri="{FF2B5EF4-FFF2-40B4-BE49-F238E27FC236}">
                  <a16:creationId xmlns:a16="http://schemas.microsoft.com/office/drawing/2014/main" id="{51345BA1-8DDA-315F-E1F5-80923E704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697" y="1071199"/>
              <a:ext cx="488067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" name="AutoShape 127">
              <a:extLst>
                <a:ext uri="{FF2B5EF4-FFF2-40B4-BE49-F238E27FC236}">
                  <a16:creationId xmlns:a16="http://schemas.microsoft.com/office/drawing/2014/main" id="{1E37330E-3EB8-E8A4-12D2-1C7150E1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426" y="1147122"/>
              <a:ext cx="115133" cy="114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6" name="Group 202">
            <a:extLst>
              <a:ext uri="{FF2B5EF4-FFF2-40B4-BE49-F238E27FC236}">
                <a16:creationId xmlns:a16="http://schemas.microsoft.com/office/drawing/2014/main" id="{C49548E3-2A8F-373F-122B-270E3F40E526}"/>
              </a:ext>
            </a:extLst>
          </p:cNvPr>
          <p:cNvGrpSpPr/>
          <p:nvPr/>
        </p:nvGrpSpPr>
        <p:grpSpPr>
          <a:xfrm>
            <a:off x="7448551" y="2398285"/>
            <a:ext cx="412093" cy="411390"/>
            <a:chOff x="2164728" y="1071199"/>
            <a:chExt cx="488901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27" name="AutoShape 128">
              <a:extLst>
                <a:ext uri="{FF2B5EF4-FFF2-40B4-BE49-F238E27FC236}">
                  <a16:creationId xmlns:a16="http://schemas.microsoft.com/office/drawing/2014/main" id="{D0D764D7-6CBA-840D-8438-68944E23B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728" y="1071199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AutoShape 129">
              <a:extLst>
                <a:ext uri="{FF2B5EF4-FFF2-40B4-BE49-F238E27FC236}">
                  <a16:creationId xmlns:a16="http://schemas.microsoft.com/office/drawing/2014/main" id="{C07D78C2-88B3-5378-FA6A-BDE4DE01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082" y="1132103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29" name="AutoShape 130">
            <a:extLst>
              <a:ext uri="{FF2B5EF4-FFF2-40B4-BE49-F238E27FC236}">
                <a16:creationId xmlns:a16="http://schemas.microsoft.com/office/drawing/2014/main" id="{C2DF4B4B-036A-D66C-2287-A8125FEAB12B}"/>
              </a:ext>
            </a:extLst>
          </p:cNvPr>
          <p:cNvSpPr>
            <a:spLocks/>
          </p:cNvSpPr>
          <p:nvPr/>
        </p:nvSpPr>
        <p:spPr bwMode="auto">
          <a:xfrm>
            <a:off x="1780480" y="2397684"/>
            <a:ext cx="411391" cy="411390"/>
          </a:xfrm>
          <a:custGeom>
            <a:avLst/>
            <a:gdLst>
              <a:gd name="T0" fmla="+- 0 10799 113"/>
              <a:gd name="T1" fmla="*/ T0 w 21373"/>
              <a:gd name="T2" fmla="*/ 10800 h 21600"/>
              <a:gd name="T3" fmla="+- 0 10799 113"/>
              <a:gd name="T4" fmla="*/ T3 w 21373"/>
              <a:gd name="T5" fmla="*/ 10800 h 21600"/>
              <a:gd name="T6" fmla="+- 0 10799 113"/>
              <a:gd name="T7" fmla="*/ T6 w 21373"/>
              <a:gd name="T8" fmla="*/ 10800 h 21600"/>
              <a:gd name="T9" fmla="+- 0 10799 113"/>
              <a:gd name="T10" fmla="*/ T9 w 2137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73" h="21600">
                <a:moveTo>
                  <a:pt x="1336" y="20249"/>
                </a:moveTo>
                <a:cubicBezTo>
                  <a:pt x="1428" y="20188"/>
                  <a:pt x="3691" y="18688"/>
                  <a:pt x="7070" y="17950"/>
                </a:cubicBezTo>
                <a:lnTo>
                  <a:pt x="8729" y="17587"/>
                </a:lnTo>
                <a:cubicBezTo>
                  <a:pt x="9321" y="17980"/>
                  <a:pt x="9972" y="18225"/>
                  <a:pt x="10686" y="18225"/>
                </a:cubicBezTo>
                <a:cubicBezTo>
                  <a:pt x="11401" y="18225"/>
                  <a:pt x="12052" y="17980"/>
                  <a:pt x="12644" y="17587"/>
                </a:cubicBezTo>
                <a:lnTo>
                  <a:pt x="14303" y="17950"/>
                </a:lnTo>
                <a:cubicBezTo>
                  <a:pt x="17656" y="18682"/>
                  <a:pt x="19911" y="20165"/>
                  <a:pt x="20037" y="20249"/>
                </a:cubicBezTo>
                <a:cubicBezTo>
                  <a:pt x="20037" y="20249"/>
                  <a:pt x="1336" y="20249"/>
                  <a:pt x="1336" y="20249"/>
                </a:cubicBezTo>
                <a:close/>
                <a:moveTo>
                  <a:pt x="13537" y="15793"/>
                </a:moveTo>
                <a:lnTo>
                  <a:pt x="13317" y="16073"/>
                </a:lnTo>
                <a:cubicBezTo>
                  <a:pt x="11725" y="17923"/>
                  <a:pt x="9648" y="17923"/>
                  <a:pt x="8056" y="16073"/>
                </a:cubicBezTo>
                <a:lnTo>
                  <a:pt x="7836" y="15793"/>
                </a:lnTo>
                <a:cubicBezTo>
                  <a:pt x="5977" y="13411"/>
                  <a:pt x="5053" y="10261"/>
                  <a:pt x="5451" y="7255"/>
                </a:cubicBezTo>
                <a:cubicBezTo>
                  <a:pt x="5815" y="4367"/>
                  <a:pt x="7453" y="1350"/>
                  <a:pt x="10686" y="1350"/>
                </a:cubicBezTo>
                <a:cubicBezTo>
                  <a:pt x="13920" y="1350"/>
                  <a:pt x="15558" y="4367"/>
                  <a:pt x="15922" y="7255"/>
                </a:cubicBezTo>
                <a:cubicBezTo>
                  <a:pt x="16318" y="10262"/>
                  <a:pt x="15398" y="13411"/>
                  <a:pt x="13537" y="15793"/>
                </a:cubicBezTo>
                <a:moveTo>
                  <a:pt x="20778" y="19126"/>
                </a:moveTo>
                <a:cubicBezTo>
                  <a:pt x="20644" y="19037"/>
                  <a:pt x="18209" y="17422"/>
                  <a:pt x="14585" y="16630"/>
                </a:cubicBezTo>
                <a:cubicBezTo>
                  <a:pt x="15914" y="14927"/>
                  <a:pt x="16767" y="12639"/>
                  <a:pt x="17130" y="11115"/>
                </a:cubicBezTo>
                <a:cubicBezTo>
                  <a:pt x="17633" y="9004"/>
                  <a:pt x="17438" y="4873"/>
                  <a:pt x="15431" y="2299"/>
                </a:cubicBezTo>
                <a:cubicBezTo>
                  <a:pt x="14259" y="795"/>
                  <a:pt x="12618" y="0"/>
                  <a:pt x="10686" y="0"/>
                </a:cubicBezTo>
                <a:cubicBezTo>
                  <a:pt x="8755" y="0"/>
                  <a:pt x="7114" y="795"/>
                  <a:pt x="5942" y="2299"/>
                </a:cubicBezTo>
                <a:cubicBezTo>
                  <a:pt x="3935" y="4873"/>
                  <a:pt x="3740" y="9004"/>
                  <a:pt x="4243" y="11115"/>
                </a:cubicBezTo>
                <a:cubicBezTo>
                  <a:pt x="4606" y="12639"/>
                  <a:pt x="5459" y="14927"/>
                  <a:pt x="6788" y="16630"/>
                </a:cubicBezTo>
                <a:cubicBezTo>
                  <a:pt x="3164" y="17422"/>
                  <a:pt x="729" y="19037"/>
                  <a:pt x="595" y="19126"/>
                </a:cubicBezTo>
                <a:cubicBezTo>
                  <a:pt x="105" y="19457"/>
                  <a:pt x="-113" y="20071"/>
                  <a:pt x="57" y="20640"/>
                </a:cubicBezTo>
                <a:cubicBezTo>
                  <a:pt x="228" y="21210"/>
                  <a:pt x="747" y="21599"/>
                  <a:pt x="1336" y="21599"/>
                </a:cubicBezTo>
                <a:lnTo>
                  <a:pt x="20037" y="21599"/>
                </a:lnTo>
                <a:cubicBezTo>
                  <a:pt x="20626" y="21599"/>
                  <a:pt x="21145" y="21210"/>
                  <a:pt x="21316" y="20640"/>
                </a:cubicBezTo>
                <a:cubicBezTo>
                  <a:pt x="21487" y="20071"/>
                  <a:pt x="21268" y="19457"/>
                  <a:pt x="20778" y="19126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0" name="Group 184">
            <a:extLst>
              <a:ext uri="{FF2B5EF4-FFF2-40B4-BE49-F238E27FC236}">
                <a16:creationId xmlns:a16="http://schemas.microsoft.com/office/drawing/2014/main" id="{EBED7E45-D05E-5240-1B89-9ADAE8335535}"/>
              </a:ext>
            </a:extLst>
          </p:cNvPr>
          <p:cNvGrpSpPr/>
          <p:nvPr/>
        </p:nvGrpSpPr>
        <p:grpSpPr>
          <a:xfrm>
            <a:off x="1142055" y="2397684"/>
            <a:ext cx="360055" cy="411390"/>
            <a:chOff x="242495" y="1071199"/>
            <a:chExt cx="427164" cy="48806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31" name="AutoShape 131">
              <a:extLst>
                <a:ext uri="{FF2B5EF4-FFF2-40B4-BE49-F238E27FC236}">
                  <a16:creationId xmlns:a16="http://schemas.microsoft.com/office/drawing/2014/main" id="{CA1B984C-0F8E-9F0D-11D2-506BB63DF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95" y="1071199"/>
              <a:ext cx="427164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057" y="5400"/>
                  </a:moveTo>
                  <a:lnTo>
                    <a:pt x="20057" y="6075"/>
                  </a:lnTo>
                  <a:lnTo>
                    <a:pt x="1542" y="6075"/>
                  </a:lnTo>
                  <a:lnTo>
                    <a:pt x="1542" y="5400"/>
                  </a:lnTo>
                  <a:lnTo>
                    <a:pt x="1542" y="4725"/>
                  </a:lnTo>
                  <a:cubicBezTo>
                    <a:pt x="1542" y="4352"/>
                    <a:pt x="1887" y="4050"/>
                    <a:pt x="2314" y="4050"/>
                  </a:cubicBezTo>
                  <a:lnTo>
                    <a:pt x="19285" y="4050"/>
                  </a:lnTo>
                  <a:cubicBezTo>
                    <a:pt x="19712" y="4050"/>
                    <a:pt x="20057" y="4352"/>
                    <a:pt x="20057" y="4725"/>
                  </a:cubicBezTo>
                  <a:cubicBezTo>
                    <a:pt x="20057" y="4725"/>
                    <a:pt x="20057" y="5400"/>
                    <a:pt x="20057" y="5400"/>
                  </a:cubicBezTo>
                  <a:close/>
                  <a:moveTo>
                    <a:pt x="18514" y="18900"/>
                  </a:moveTo>
                  <a:cubicBezTo>
                    <a:pt x="18514" y="19644"/>
                    <a:pt x="17822" y="20249"/>
                    <a:pt x="16971" y="20249"/>
                  </a:cubicBezTo>
                  <a:lnTo>
                    <a:pt x="4628" y="20249"/>
                  </a:lnTo>
                  <a:cubicBezTo>
                    <a:pt x="3777" y="20249"/>
                    <a:pt x="3085" y="19644"/>
                    <a:pt x="3085" y="18900"/>
                  </a:cubicBezTo>
                  <a:lnTo>
                    <a:pt x="3085" y="7425"/>
                  </a:lnTo>
                  <a:lnTo>
                    <a:pt x="18514" y="7425"/>
                  </a:lnTo>
                  <a:cubicBezTo>
                    <a:pt x="18514" y="7425"/>
                    <a:pt x="18514" y="18900"/>
                    <a:pt x="18514" y="18900"/>
                  </a:cubicBezTo>
                  <a:close/>
                  <a:moveTo>
                    <a:pt x="6171" y="2025"/>
                  </a:moveTo>
                  <a:cubicBezTo>
                    <a:pt x="6171" y="1652"/>
                    <a:pt x="6516" y="1350"/>
                    <a:pt x="6942" y="1350"/>
                  </a:cubicBezTo>
                  <a:lnTo>
                    <a:pt x="14657" y="1350"/>
                  </a:lnTo>
                  <a:cubicBezTo>
                    <a:pt x="15083" y="1350"/>
                    <a:pt x="15428" y="1652"/>
                    <a:pt x="15428" y="2025"/>
                  </a:cubicBezTo>
                  <a:lnTo>
                    <a:pt x="15428" y="2700"/>
                  </a:lnTo>
                  <a:lnTo>
                    <a:pt x="6171" y="2700"/>
                  </a:lnTo>
                  <a:cubicBezTo>
                    <a:pt x="6171" y="2700"/>
                    <a:pt x="6171" y="2025"/>
                    <a:pt x="6171" y="2025"/>
                  </a:cubicBezTo>
                  <a:close/>
                  <a:moveTo>
                    <a:pt x="21585" y="4601"/>
                  </a:moveTo>
                  <a:cubicBezTo>
                    <a:pt x="21511" y="3541"/>
                    <a:pt x="20516" y="2700"/>
                    <a:pt x="19285" y="2700"/>
                  </a:cubicBezTo>
                  <a:lnTo>
                    <a:pt x="16971" y="2700"/>
                  </a:lnTo>
                  <a:lnTo>
                    <a:pt x="16971" y="2025"/>
                  </a:lnTo>
                  <a:cubicBezTo>
                    <a:pt x="16971" y="906"/>
                    <a:pt x="15935" y="0"/>
                    <a:pt x="14657" y="0"/>
                  </a:cubicBezTo>
                  <a:lnTo>
                    <a:pt x="6942" y="0"/>
                  </a:lnTo>
                  <a:cubicBezTo>
                    <a:pt x="5664" y="0"/>
                    <a:pt x="4628" y="906"/>
                    <a:pt x="4628" y="2025"/>
                  </a:cubicBezTo>
                  <a:lnTo>
                    <a:pt x="4628" y="2700"/>
                  </a:lnTo>
                  <a:lnTo>
                    <a:pt x="2314" y="2700"/>
                  </a:lnTo>
                  <a:cubicBezTo>
                    <a:pt x="1083" y="2700"/>
                    <a:pt x="88" y="3541"/>
                    <a:pt x="14" y="4601"/>
                  </a:cubicBezTo>
                  <a:lnTo>
                    <a:pt x="0" y="4601"/>
                  </a:lnTo>
                  <a:lnTo>
                    <a:pt x="0" y="5400"/>
                  </a:lnTo>
                  <a:lnTo>
                    <a:pt x="0" y="6075"/>
                  </a:lnTo>
                  <a:cubicBezTo>
                    <a:pt x="0" y="6820"/>
                    <a:pt x="691" y="7425"/>
                    <a:pt x="1542" y="7425"/>
                  </a:cubicBezTo>
                  <a:lnTo>
                    <a:pt x="1542" y="18900"/>
                  </a:lnTo>
                  <a:cubicBezTo>
                    <a:pt x="1542" y="20391"/>
                    <a:pt x="2924" y="21599"/>
                    <a:pt x="4628" y="21599"/>
                  </a:cubicBezTo>
                  <a:lnTo>
                    <a:pt x="16971" y="21599"/>
                  </a:lnTo>
                  <a:cubicBezTo>
                    <a:pt x="18675" y="21599"/>
                    <a:pt x="20057" y="20391"/>
                    <a:pt x="20057" y="18900"/>
                  </a:cubicBezTo>
                  <a:lnTo>
                    <a:pt x="20057" y="7425"/>
                  </a:lnTo>
                  <a:cubicBezTo>
                    <a:pt x="20908" y="7425"/>
                    <a:pt x="21599" y="6820"/>
                    <a:pt x="21599" y="6075"/>
                  </a:cubicBezTo>
                  <a:lnTo>
                    <a:pt x="21599" y="5400"/>
                  </a:lnTo>
                  <a:lnTo>
                    <a:pt x="21599" y="4601"/>
                  </a:lnTo>
                  <a:cubicBezTo>
                    <a:pt x="21599" y="4601"/>
                    <a:pt x="21585" y="4601"/>
                    <a:pt x="21585" y="4601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" name="AutoShape 132">
              <a:extLst>
                <a:ext uri="{FF2B5EF4-FFF2-40B4-BE49-F238E27FC236}">
                  <a16:creationId xmlns:a16="http://schemas.microsoft.com/office/drawing/2014/main" id="{6676D1DC-CC7B-5803-1720-AB39A61E6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65" y="1268931"/>
              <a:ext cx="60904" cy="2294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" name="AutoShape 133">
              <a:extLst>
                <a:ext uri="{FF2B5EF4-FFF2-40B4-BE49-F238E27FC236}">
                  <a16:creationId xmlns:a16="http://schemas.microsoft.com/office/drawing/2014/main" id="{0073C3F0-F644-EC9E-1EA8-A8E39249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38" y="1268931"/>
              <a:ext cx="60904" cy="2294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" name="AutoShape 134">
              <a:extLst>
                <a:ext uri="{FF2B5EF4-FFF2-40B4-BE49-F238E27FC236}">
                  <a16:creationId xmlns:a16="http://schemas.microsoft.com/office/drawing/2014/main" id="{E8B96000-3587-E7E9-095F-63C265940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978" y="1268931"/>
              <a:ext cx="60904" cy="22943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5399" y="1440"/>
                  </a:moveTo>
                  <a:lnTo>
                    <a:pt x="16199" y="1440"/>
                  </a:lnTo>
                  <a:lnTo>
                    <a:pt x="16199" y="20160"/>
                  </a:lnTo>
                  <a:lnTo>
                    <a:pt x="5399" y="20160"/>
                  </a:lnTo>
                  <a:cubicBezTo>
                    <a:pt x="5399" y="20160"/>
                    <a:pt x="5399" y="1440"/>
                    <a:pt x="5399" y="1440"/>
                  </a:cubicBezTo>
                  <a:close/>
                  <a:moveTo>
                    <a:pt x="5399" y="21600"/>
                  </a:moveTo>
                  <a:lnTo>
                    <a:pt x="16199" y="21600"/>
                  </a:lnTo>
                  <a:cubicBezTo>
                    <a:pt x="19187" y="21600"/>
                    <a:pt x="21600" y="20956"/>
                    <a:pt x="21600" y="20160"/>
                  </a:cubicBezTo>
                  <a:lnTo>
                    <a:pt x="21600" y="1440"/>
                  </a:lnTo>
                  <a:cubicBezTo>
                    <a:pt x="21600" y="644"/>
                    <a:pt x="19187" y="0"/>
                    <a:pt x="16199" y="0"/>
                  </a:cubicBezTo>
                  <a:lnTo>
                    <a:pt x="5399" y="0"/>
                  </a:lnTo>
                  <a:cubicBezTo>
                    <a:pt x="2412" y="0"/>
                    <a:pt x="0" y="644"/>
                    <a:pt x="0" y="1440"/>
                  </a:cubicBezTo>
                  <a:lnTo>
                    <a:pt x="0" y="20160"/>
                  </a:lnTo>
                  <a:cubicBezTo>
                    <a:pt x="0" y="20956"/>
                    <a:pt x="2412" y="21600"/>
                    <a:pt x="5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5" name="AutoShape 135">
            <a:extLst>
              <a:ext uri="{FF2B5EF4-FFF2-40B4-BE49-F238E27FC236}">
                <a16:creationId xmlns:a16="http://schemas.microsoft.com/office/drawing/2014/main" id="{F10124D7-AA0E-E512-92D0-3F329ACC53FE}"/>
              </a:ext>
            </a:extLst>
          </p:cNvPr>
          <p:cNvSpPr>
            <a:spLocks/>
          </p:cNvSpPr>
          <p:nvPr/>
        </p:nvSpPr>
        <p:spPr bwMode="auto">
          <a:xfrm>
            <a:off x="4570717" y="1691718"/>
            <a:ext cx="412093" cy="28340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49" y="18681"/>
                </a:moveTo>
                <a:lnTo>
                  <a:pt x="19651" y="18681"/>
                </a:lnTo>
                <a:lnTo>
                  <a:pt x="19575" y="18681"/>
                </a:lnTo>
                <a:lnTo>
                  <a:pt x="16874" y="14754"/>
                </a:lnTo>
                <a:lnTo>
                  <a:pt x="16874" y="14727"/>
                </a:lnTo>
                <a:lnTo>
                  <a:pt x="16199" y="13745"/>
                </a:lnTo>
                <a:lnTo>
                  <a:pt x="16199" y="7854"/>
                </a:lnTo>
                <a:lnTo>
                  <a:pt x="19575" y="2945"/>
                </a:lnTo>
                <a:lnTo>
                  <a:pt x="19651" y="2945"/>
                </a:lnTo>
                <a:lnTo>
                  <a:pt x="20249" y="2945"/>
                </a:lnTo>
                <a:cubicBezTo>
                  <a:pt x="20249" y="2945"/>
                  <a:pt x="20249" y="18681"/>
                  <a:pt x="20249" y="18681"/>
                </a:cubicBezTo>
                <a:close/>
                <a:moveTo>
                  <a:pt x="2024" y="19636"/>
                </a:moveTo>
                <a:cubicBezTo>
                  <a:pt x="1651" y="19636"/>
                  <a:pt x="1349" y="19195"/>
                  <a:pt x="1349" y="18654"/>
                </a:cubicBezTo>
                <a:lnTo>
                  <a:pt x="1349" y="2945"/>
                </a:lnTo>
                <a:cubicBezTo>
                  <a:pt x="1349" y="2402"/>
                  <a:pt x="1651" y="1963"/>
                  <a:pt x="2024" y="1963"/>
                </a:cubicBezTo>
                <a:lnTo>
                  <a:pt x="14849" y="1963"/>
                </a:lnTo>
                <a:cubicBezTo>
                  <a:pt x="15221" y="1963"/>
                  <a:pt x="15524" y="2403"/>
                  <a:pt x="15524" y="2945"/>
                </a:cubicBezTo>
                <a:lnTo>
                  <a:pt x="15524" y="18654"/>
                </a:lnTo>
                <a:cubicBezTo>
                  <a:pt x="15524" y="19195"/>
                  <a:pt x="15221" y="19636"/>
                  <a:pt x="14849" y="19636"/>
                </a:cubicBezTo>
                <a:cubicBezTo>
                  <a:pt x="14849" y="19636"/>
                  <a:pt x="2024" y="19636"/>
                  <a:pt x="2024" y="19636"/>
                </a:cubicBezTo>
                <a:close/>
                <a:moveTo>
                  <a:pt x="20249" y="981"/>
                </a:moveTo>
                <a:lnTo>
                  <a:pt x="19651" y="981"/>
                </a:lnTo>
                <a:cubicBezTo>
                  <a:pt x="19296" y="981"/>
                  <a:pt x="18956" y="1185"/>
                  <a:pt x="18703" y="1547"/>
                </a:cubicBezTo>
                <a:lnTo>
                  <a:pt x="16874" y="4170"/>
                </a:lnTo>
                <a:lnTo>
                  <a:pt x="16874" y="2945"/>
                </a:lnTo>
                <a:cubicBezTo>
                  <a:pt x="16874" y="1317"/>
                  <a:pt x="15967" y="0"/>
                  <a:pt x="14849" y="0"/>
                </a:cubicBezTo>
                <a:lnTo>
                  <a:pt x="2024" y="0"/>
                </a:lnTo>
                <a:cubicBezTo>
                  <a:pt x="908" y="0"/>
                  <a:pt x="0" y="1320"/>
                  <a:pt x="0" y="2945"/>
                </a:cubicBezTo>
                <a:lnTo>
                  <a:pt x="0" y="9789"/>
                </a:lnTo>
                <a:lnTo>
                  <a:pt x="0" y="18654"/>
                </a:lnTo>
                <a:cubicBezTo>
                  <a:pt x="0" y="20281"/>
                  <a:pt x="905" y="21599"/>
                  <a:pt x="2024" y="21599"/>
                </a:cubicBezTo>
                <a:lnTo>
                  <a:pt x="14849" y="21599"/>
                </a:lnTo>
                <a:cubicBezTo>
                  <a:pt x="15967" y="21599"/>
                  <a:pt x="16874" y="20281"/>
                  <a:pt x="16874" y="18654"/>
                </a:cubicBezTo>
                <a:lnTo>
                  <a:pt x="16874" y="17456"/>
                </a:lnTo>
                <a:lnTo>
                  <a:pt x="18703" y="20079"/>
                </a:lnTo>
                <a:cubicBezTo>
                  <a:pt x="18956" y="20442"/>
                  <a:pt x="19296" y="20645"/>
                  <a:pt x="19651" y="20645"/>
                </a:cubicBezTo>
                <a:lnTo>
                  <a:pt x="20249" y="20645"/>
                </a:lnTo>
                <a:cubicBezTo>
                  <a:pt x="20994" y="20645"/>
                  <a:pt x="21600" y="19765"/>
                  <a:pt x="21600" y="18681"/>
                </a:cubicBezTo>
                <a:lnTo>
                  <a:pt x="21600" y="2945"/>
                </a:lnTo>
                <a:cubicBezTo>
                  <a:pt x="21600" y="1860"/>
                  <a:pt x="20994" y="981"/>
                  <a:pt x="20249" y="98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6" name="Group 196">
            <a:extLst>
              <a:ext uri="{FF2B5EF4-FFF2-40B4-BE49-F238E27FC236}">
                <a16:creationId xmlns:a16="http://schemas.microsoft.com/office/drawing/2014/main" id="{DA1DFC7F-87E5-7B91-6C6F-B0F014AAAEFD}"/>
              </a:ext>
            </a:extLst>
          </p:cNvPr>
          <p:cNvGrpSpPr/>
          <p:nvPr/>
        </p:nvGrpSpPr>
        <p:grpSpPr>
          <a:xfrm>
            <a:off x="3858039" y="1627725"/>
            <a:ext cx="411393" cy="411391"/>
            <a:chOff x="4117831" y="94230"/>
            <a:chExt cx="488071" cy="488068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37" name="AutoShape 136">
              <a:extLst>
                <a:ext uri="{FF2B5EF4-FFF2-40B4-BE49-F238E27FC236}">
                  <a16:creationId xmlns:a16="http://schemas.microsoft.com/office/drawing/2014/main" id="{D5A80274-C94C-BB05-AF9F-BD7F8D9CA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299" y="155135"/>
              <a:ext cx="160187" cy="16018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" name="AutoShape 137">
              <a:extLst>
                <a:ext uri="{FF2B5EF4-FFF2-40B4-BE49-F238E27FC236}">
                  <a16:creationId xmlns:a16="http://schemas.microsoft.com/office/drawing/2014/main" id="{C3C343E6-EB23-70DE-E6EE-86990ED06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831" y="94230"/>
              <a:ext cx="488067" cy="488068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" name="AutoShape 138">
              <a:extLst>
                <a:ext uri="{FF2B5EF4-FFF2-40B4-BE49-F238E27FC236}">
                  <a16:creationId xmlns:a16="http://schemas.microsoft.com/office/drawing/2014/main" id="{21CF4A7D-ACEB-C96A-F5E3-DCC14AC6F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303" y="94230"/>
              <a:ext cx="228599" cy="2285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0" name="AutoShape 139">
            <a:extLst>
              <a:ext uri="{FF2B5EF4-FFF2-40B4-BE49-F238E27FC236}">
                <a16:creationId xmlns:a16="http://schemas.microsoft.com/office/drawing/2014/main" id="{12307809-8FEA-3294-C2F5-8FB1AC261B29}"/>
              </a:ext>
            </a:extLst>
          </p:cNvPr>
          <p:cNvSpPr>
            <a:spLocks/>
          </p:cNvSpPr>
          <p:nvPr/>
        </p:nvSpPr>
        <p:spPr bwMode="auto">
          <a:xfrm>
            <a:off x="3145364" y="1627723"/>
            <a:ext cx="411390" cy="398733"/>
          </a:xfrm>
          <a:custGeom>
            <a:avLst/>
            <a:gdLst>
              <a:gd name="T0" fmla="+- 0 10800 104"/>
              <a:gd name="T1" fmla="*/ T0 w 21392"/>
              <a:gd name="T2" fmla="*/ 10800 h 21600"/>
              <a:gd name="T3" fmla="+- 0 10800 104"/>
              <a:gd name="T4" fmla="*/ T3 w 21392"/>
              <a:gd name="T5" fmla="*/ 10800 h 21600"/>
              <a:gd name="T6" fmla="+- 0 10800 104"/>
              <a:gd name="T7" fmla="*/ T6 w 21392"/>
              <a:gd name="T8" fmla="*/ 10800 h 21600"/>
              <a:gd name="T9" fmla="+- 0 10800 104"/>
              <a:gd name="T10" fmla="*/ T9 w 2139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92" h="21600">
                <a:moveTo>
                  <a:pt x="15768" y="12794"/>
                </a:moveTo>
                <a:cubicBezTo>
                  <a:pt x="15426" y="13150"/>
                  <a:pt x="15271" y="13651"/>
                  <a:pt x="15350" y="14142"/>
                </a:cubicBezTo>
                <a:lnTo>
                  <a:pt x="16296" y="20031"/>
                </a:lnTo>
                <a:lnTo>
                  <a:pt x="11443" y="17309"/>
                </a:lnTo>
                <a:cubicBezTo>
                  <a:pt x="11210" y="17178"/>
                  <a:pt x="10953" y="17112"/>
                  <a:pt x="10696" y="17112"/>
                </a:cubicBezTo>
                <a:cubicBezTo>
                  <a:pt x="10439" y="17112"/>
                  <a:pt x="10182" y="17178"/>
                  <a:pt x="9949" y="17309"/>
                </a:cubicBezTo>
                <a:lnTo>
                  <a:pt x="5095" y="20031"/>
                </a:lnTo>
                <a:lnTo>
                  <a:pt x="6042" y="14142"/>
                </a:lnTo>
                <a:cubicBezTo>
                  <a:pt x="6121" y="13651"/>
                  <a:pt x="5966" y="13150"/>
                  <a:pt x="5624" y="12794"/>
                </a:cubicBezTo>
                <a:lnTo>
                  <a:pt x="1545" y="8550"/>
                </a:lnTo>
                <a:lnTo>
                  <a:pt x="7111" y="7685"/>
                </a:lnTo>
                <a:cubicBezTo>
                  <a:pt x="7619" y="7607"/>
                  <a:pt x="8057" y="7275"/>
                  <a:pt x="8276" y="6802"/>
                </a:cubicBezTo>
                <a:lnTo>
                  <a:pt x="10696" y="1568"/>
                </a:lnTo>
                <a:lnTo>
                  <a:pt x="13116" y="6802"/>
                </a:lnTo>
                <a:cubicBezTo>
                  <a:pt x="13334" y="7275"/>
                  <a:pt x="13772" y="7607"/>
                  <a:pt x="14280" y="7685"/>
                </a:cubicBezTo>
                <a:lnTo>
                  <a:pt x="19847" y="8550"/>
                </a:lnTo>
                <a:cubicBezTo>
                  <a:pt x="19847" y="8550"/>
                  <a:pt x="15768" y="12794"/>
                  <a:pt x="15768" y="12794"/>
                </a:cubicBezTo>
                <a:close/>
                <a:moveTo>
                  <a:pt x="21312" y="8051"/>
                </a:moveTo>
                <a:cubicBezTo>
                  <a:pt x="21127" y="7495"/>
                  <a:pt x="20652" y="7088"/>
                  <a:pt x="20080" y="6999"/>
                </a:cubicBezTo>
                <a:lnTo>
                  <a:pt x="14514" y="6136"/>
                </a:lnTo>
                <a:lnTo>
                  <a:pt x="12094" y="901"/>
                </a:lnTo>
                <a:cubicBezTo>
                  <a:pt x="11840" y="351"/>
                  <a:pt x="11295" y="0"/>
                  <a:pt x="10696" y="0"/>
                </a:cubicBezTo>
                <a:cubicBezTo>
                  <a:pt x="10097" y="0"/>
                  <a:pt x="9552" y="351"/>
                  <a:pt x="9297" y="901"/>
                </a:cubicBezTo>
                <a:lnTo>
                  <a:pt x="6878" y="6136"/>
                </a:lnTo>
                <a:lnTo>
                  <a:pt x="1311" y="6999"/>
                </a:lnTo>
                <a:cubicBezTo>
                  <a:pt x="739" y="7088"/>
                  <a:pt x="264" y="7495"/>
                  <a:pt x="80" y="8051"/>
                </a:cubicBezTo>
                <a:cubicBezTo>
                  <a:pt x="-104" y="8609"/>
                  <a:pt x="35" y="9224"/>
                  <a:pt x="439" y="9644"/>
                </a:cubicBezTo>
                <a:lnTo>
                  <a:pt x="4518" y="13889"/>
                </a:lnTo>
                <a:lnTo>
                  <a:pt x="3572" y="19777"/>
                </a:lnTo>
                <a:cubicBezTo>
                  <a:pt x="3476" y="20370"/>
                  <a:pt x="3722" y="20966"/>
                  <a:pt x="4206" y="21313"/>
                </a:cubicBezTo>
                <a:cubicBezTo>
                  <a:pt x="4471" y="21503"/>
                  <a:pt x="4783" y="21600"/>
                  <a:pt x="5095" y="21600"/>
                </a:cubicBezTo>
                <a:cubicBezTo>
                  <a:pt x="5352" y="21600"/>
                  <a:pt x="5609" y="21534"/>
                  <a:pt x="5843" y="21404"/>
                </a:cubicBezTo>
                <a:lnTo>
                  <a:pt x="10696" y="18681"/>
                </a:lnTo>
                <a:lnTo>
                  <a:pt x="15549" y="21404"/>
                </a:lnTo>
                <a:cubicBezTo>
                  <a:pt x="15782" y="21534"/>
                  <a:pt x="16040" y="21600"/>
                  <a:pt x="16296" y="21600"/>
                </a:cubicBezTo>
                <a:cubicBezTo>
                  <a:pt x="16608" y="21600"/>
                  <a:pt x="16920" y="21503"/>
                  <a:pt x="17186" y="21313"/>
                </a:cubicBezTo>
                <a:cubicBezTo>
                  <a:pt x="17669" y="20966"/>
                  <a:pt x="17915" y="20370"/>
                  <a:pt x="17820" y="19777"/>
                </a:cubicBezTo>
                <a:lnTo>
                  <a:pt x="16873" y="13889"/>
                </a:lnTo>
                <a:lnTo>
                  <a:pt x="20953" y="9644"/>
                </a:lnTo>
                <a:cubicBezTo>
                  <a:pt x="21357" y="9224"/>
                  <a:pt x="21496" y="8609"/>
                  <a:pt x="21312" y="8051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1" name="Group 195">
            <a:extLst>
              <a:ext uri="{FF2B5EF4-FFF2-40B4-BE49-F238E27FC236}">
                <a16:creationId xmlns:a16="http://schemas.microsoft.com/office/drawing/2014/main" id="{4980C900-AC5F-A0FF-6901-C5406D0BEA96}"/>
              </a:ext>
            </a:extLst>
          </p:cNvPr>
          <p:cNvGrpSpPr/>
          <p:nvPr/>
        </p:nvGrpSpPr>
        <p:grpSpPr>
          <a:xfrm>
            <a:off x="7448554" y="1679661"/>
            <a:ext cx="411391" cy="321376"/>
            <a:chOff x="2164731" y="155134"/>
            <a:chExt cx="488068" cy="381276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42" name="AutoShape 140">
              <a:extLst>
                <a:ext uri="{FF2B5EF4-FFF2-40B4-BE49-F238E27FC236}">
                  <a16:creationId xmlns:a16="http://schemas.microsoft.com/office/drawing/2014/main" id="{5B76B863-C773-2065-19A8-25357BB47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631" y="216040"/>
              <a:ext cx="305355" cy="247788"/>
            </a:xfrm>
            <a:custGeom>
              <a:avLst/>
              <a:gdLst>
                <a:gd name="T0" fmla="+- 0 10800 376"/>
                <a:gd name="T1" fmla="*/ T0 w 20848"/>
                <a:gd name="T2" fmla="*/ 10800 h 21600"/>
                <a:gd name="T3" fmla="+- 0 10800 376"/>
                <a:gd name="T4" fmla="*/ T3 w 20848"/>
                <a:gd name="T5" fmla="*/ 10800 h 21600"/>
                <a:gd name="T6" fmla="+- 0 10800 376"/>
                <a:gd name="T7" fmla="*/ T6 w 20848"/>
                <a:gd name="T8" fmla="*/ 10800 h 21600"/>
                <a:gd name="T9" fmla="+- 0 10800 376"/>
                <a:gd name="T10" fmla="*/ T9 w 208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0848" h="21600">
                  <a:moveTo>
                    <a:pt x="18728" y="19178"/>
                  </a:moveTo>
                  <a:cubicBezTo>
                    <a:pt x="13191" y="20631"/>
                    <a:pt x="7654" y="20631"/>
                    <a:pt x="2118" y="19178"/>
                  </a:cubicBezTo>
                  <a:cubicBezTo>
                    <a:pt x="678" y="13592"/>
                    <a:pt x="678" y="8008"/>
                    <a:pt x="2118" y="2421"/>
                  </a:cubicBezTo>
                  <a:cubicBezTo>
                    <a:pt x="7654" y="968"/>
                    <a:pt x="13191" y="968"/>
                    <a:pt x="18728" y="2421"/>
                  </a:cubicBezTo>
                  <a:cubicBezTo>
                    <a:pt x="20168" y="8008"/>
                    <a:pt x="20168" y="13592"/>
                    <a:pt x="18728" y="19178"/>
                  </a:cubicBezTo>
                  <a:moveTo>
                    <a:pt x="18938" y="1116"/>
                  </a:moveTo>
                  <a:cubicBezTo>
                    <a:pt x="16114" y="375"/>
                    <a:pt x="13249" y="0"/>
                    <a:pt x="10423" y="0"/>
                  </a:cubicBezTo>
                  <a:cubicBezTo>
                    <a:pt x="7597" y="0"/>
                    <a:pt x="4732" y="375"/>
                    <a:pt x="1908" y="1116"/>
                  </a:cubicBezTo>
                  <a:cubicBezTo>
                    <a:pt x="1543" y="1213"/>
                    <a:pt x="1244" y="1552"/>
                    <a:pt x="1127" y="2004"/>
                  </a:cubicBezTo>
                  <a:cubicBezTo>
                    <a:pt x="-376" y="7841"/>
                    <a:pt x="-376" y="13759"/>
                    <a:pt x="1127" y="19593"/>
                  </a:cubicBezTo>
                  <a:cubicBezTo>
                    <a:pt x="1244" y="20047"/>
                    <a:pt x="1543" y="20386"/>
                    <a:pt x="1908" y="20482"/>
                  </a:cubicBezTo>
                  <a:cubicBezTo>
                    <a:pt x="4732" y="21224"/>
                    <a:pt x="7597" y="21600"/>
                    <a:pt x="10423" y="21600"/>
                  </a:cubicBezTo>
                  <a:cubicBezTo>
                    <a:pt x="13249" y="21600"/>
                    <a:pt x="16114" y="21224"/>
                    <a:pt x="18938" y="20482"/>
                  </a:cubicBezTo>
                  <a:cubicBezTo>
                    <a:pt x="19303" y="20386"/>
                    <a:pt x="19602" y="20047"/>
                    <a:pt x="19719" y="19593"/>
                  </a:cubicBezTo>
                  <a:cubicBezTo>
                    <a:pt x="21223" y="13759"/>
                    <a:pt x="21223" y="7841"/>
                    <a:pt x="19719" y="2004"/>
                  </a:cubicBezTo>
                  <a:cubicBezTo>
                    <a:pt x="19602" y="1552"/>
                    <a:pt x="19303" y="1213"/>
                    <a:pt x="18938" y="1116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141">
              <a:extLst>
                <a:ext uri="{FF2B5EF4-FFF2-40B4-BE49-F238E27FC236}">
                  <a16:creationId xmlns:a16="http://schemas.microsoft.com/office/drawing/2014/main" id="{05E64A47-D5E2-3416-9C52-1D9AA8FEF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731" y="155134"/>
              <a:ext cx="488068" cy="381276"/>
            </a:xfrm>
            <a:custGeom>
              <a:avLst/>
              <a:gdLst>
                <a:gd name="T0" fmla="+- 0 10800 252"/>
                <a:gd name="T1" fmla="*/ T0 w 21096"/>
                <a:gd name="T2" fmla="*/ 10800 h 21600"/>
                <a:gd name="T3" fmla="+- 0 10800 252"/>
                <a:gd name="T4" fmla="*/ T3 w 21096"/>
                <a:gd name="T5" fmla="*/ 10800 h 21600"/>
                <a:gd name="T6" fmla="+- 0 10800 252"/>
                <a:gd name="T7" fmla="*/ T6 w 21096"/>
                <a:gd name="T8" fmla="*/ 10800 h 21600"/>
                <a:gd name="T9" fmla="+- 0 10800 252"/>
                <a:gd name="T10" fmla="*/ T9 w 210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096" h="21600">
                  <a:moveTo>
                    <a:pt x="19056" y="18331"/>
                  </a:moveTo>
                  <a:cubicBezTo>
                    <a:pt x="13383" y="19233"/>
                    <a:pt x="7711" y="19233"/>
                    <a:pt x="2038" y="18331"/>
                  </a:cubicBezTo>
                  <a:cubicBezTo>
                    <a:pt x="1074" y="13022"/>
                    <a:pt x="1074" y="7713"/>
                    <a:pt x="2038" y="2404"/>
                  </a:cubicBezTo>
                  <a:cubicBezTo>
                    <a:pt x="7711" y="1502"/>
                    <a:pt x="13383" y="1502"/>
                    <a:pt x="19056" y="2404"/>
                  </a:cubicBezTo>
                  <a:cubicBezTo>
                    <a:pt x="20021" y="7713"/>
                    <a:pt x="20021" y="13022"/>
                    <a:pt x="19056" y="18331"/>
                  </a:cubicBezTo>
                  <a:moveTo>
                    <a:pt x="20338" y="2005"/>
                  </a:moveTo>
                  <a:cubicBezTo>
                    <a:pt x="20211" y="1301"/>
                    <a:pt x="19762" y="776"/>
                    <a:pt x="19215" y="689"/>
                  </a:cubicBezTo>
                  <a:cubicBezTo>
                    <a:pt x="16339" y="232"/>
                    <a:pt x="13423" y="0"/>
                    <a:pt x="10547" y="0"/>
                  </a:cubicBezTo>
                  <a:cubicBezTo>
                    <a:pt x="7671" y="0"/>
                    <a:pt x="4755" y="232"/>
                    <a:pt x="1879" y="689"/>
                  </a:cubicBezTo>
                  <a:cubicBezTo>
                    <a:pt x="1332" y="776"/>
                    <a:pt x="883" y="1301"/>
                    <a:pt x="756" y="2005"/>
                  </a:cubicBezTo>
                  <a:cubicBezTo>
                    <a:pt x="-252" y="7553"/>
                    <a:pt x="-252" y="13181"/>
                    <a:pt x="756" y="18731"/>
                  </a:cubicBezTo>
                  <a:cubicBezTo>
                    <a:pt x="883" y="19434"/>
                    <a:pt x="1332" y="19959"/>
                    <a:pt x="1879" y="20046"/>
                  </a:cubicBezTo>
                  <a:cubicBezTo>
                    <a:pt x="3265" y="20266"/>
                    <a:pt x="4660" y="20429"/>
                    <a:pt x="6055" y="20544"/>
                  </a:cubicBezTo>
                  <a:cubicBezTo>
                    <a:pt x="5979" y="20606"/>
                    <a:pt x="5931" y="20670"/>
                    <a:pt x="5931" y="20735"/>
                  </a:cubicBezTo>
                  <a:cubicBezTo>
                    <a:pt x="5931" y="21213"/>
                    <a:pt x="7997" y="21599"/>
                    <a:pt x="10547" y="21599"/>
                  </a:cubicBezTo>
                  <a:cubicBezTo>
                    <a:pt x="13097" y="21599"/>
                    <a:pt x="15164" y="21213"/>
                    <a:pt x="15164" y="20735"/>
                  </a:cubicBezTo>
                  <a:cubicBezTo>
                    <a:pt x="15164" y="20670"/>
                    <a:pt x="15115" y="20606"/>
                    <a:pt x="15040" y="20544"/>
                  </a:cubicBezTo>
                  <a:cubicBezTo>
                    <a:pt x="16434" y="20429"/>
                    <a:pt x="17830" y="20266"/>
                    <a:pt x="19215" y="20046"/>
                  </a:cubicBezTo>
                  <a:cubicBezTo>
                    <a:pt x="19762" y="19959"/>
                    <a:pt x="20211" y="19434"/>
                    <a:pt x="20338" y="18731"/>
                  </a:cubicBezTo>
                  <a:cubicBezTo>
                    <a:pt x="21347" y="13181"/>
                    <a:pt x="21347" y="7553"/>
                    <a:pt x="20338" y="200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" name="AutoShape 142">
              <a:extLst>
                <a:ext uri="{FF2B5EF4-FFF2-40B4-BE49-F238E27FC236}">
                  <a16:creationId xmlns:a16="http://schemas.microsoft.com/office/drawing/2014/main" id="{7D48848E-ECC5-1D45-21E7-C262319B1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007" y="231892"/>
              <a:ext cx="45887" cy="450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200"/>
                  </a:moveTo>
                  <a:cubicBezTo>
                    <a:pt x="12779" y="7200"/>
                    <a:pt x="14399" y="8820"/>
                    <a:pt x="14399" y="10800"/>
                  </a:cubicBezTo>
                  <a:cubicBezTo>
                    <a:pt x="14399" y="12779"/>
                    <a:pt x="12779" y="14400"/>
                    <a:pt x="10800" y="14400"/>
                  </a:cubicBezTo>
                  <a:cubicBezTo>
                    <a:pt x="8820" y="14400"/>
                    <a:pt x="7199" y="12779"/>
                    <a:pt x="7199" y="10800"/>
                  </a:cubicBezTo>
                  <a:cubicBezTo>
                    <a:pt x="7199" y="8820"/>
                    <a:pt x="8820" y="7200"/>
                    <a:pt x="10800" y="7200"/>
                  </a:cubicBezTo>
                  <a:moveTo>
                    <a:pt x="10800" y="21599"/>
                  </a:move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" name="AutoShape 143">
              <a:extLst>
                <a:ext uri="{FF2B5EF4-FFF2-40B4-BE49-F238E27FC236}">
                  <a16:creationId xmlns:a16="http://schemas.microsoft.com/office/drawing/2014/main" id="{187F3D7E-9AE6-C5DE-7DD5-66D4E7E1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986" y="429620"/>
              <a:ext cx="60904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" name="AutoShape 144">
              <a:extLst>
                <a:ext uri="{FF2B5EF4-FFF2-40B4-BE49-F238E27FC236}">
                  <a16:creationId xmlns:a16="http://schemas.microsoft.com/office/drawing/2014/main" id="{18290AB3-93E0-B440-82BD-DBB130517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003" y="383733"/>
              <a:ext cx="61739" cy="1585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" name="AutoShape 145">
              <a:extLst>
                <a:ext uri="{FF2B5EF4-FFF2-40B4-BE49-F238E27FC236}">
                  <a16:creationId xmlns:a16="http://schemas.microsoft.com/office/drawing/2014/main" id="{C14AFE9C-D6DF-7B81-0D36-7647ED1A0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003" y="338681"/>
              <a:ext cx="61739" cy="1501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99" y="0"/>
                  </a:moveTo>
                  <a:lnTo>
                    <a:pt x="2699" y="0"/>
                  </a:lnTo>
                  <a:cubicBezTo>
                    <a:pt x="1210" y="0"/>
                    <a:pt x="0" y="4841"/>
                    <a:pt x="0" y="10800"/>
                  </a:cubicBezTo>
                  <a:cubicBezTo>
                    <a:pt x="0" y="16758"/>
                    <a:pt x="1210" y="21599"/>
                    <a:pt x="2699" y="21599"/>
                  </a:cubicBezTo>
                  <a:lnTo>
                    <a:pt x="18899" y="21599"/>
                  </a:lnTo>
                  <a:cubicBezTo>
                    <a:pt x="20389" y="21599"/>
                    <a:pt x="21600" y="16758"/>
                    <a:pt x="21600" y="10800"/>
                  </a:cubicBezTo>
                  <a:cubicBezTo>
                    <a:pt x="21600" y="4841"/>
                    <a:pt x="20389" y="0"/>
                    <a:pt x="188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" name="AutoShape 146">
              <a:extLst>
                <a:ext uri="{FF2B5EF4-FFF2-40B4-BE49-F238E27FC236}">
                  <a16:creationId xmlns:a16="http://schemas.microsoft.com/office/drawing/2014/main" id="{E4743695-E3D4-B983-539C-D21821A62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370" y="276943"/>
              <a:ext cx="90939" cy="64241"/>
            </a:xfrm>
            <a:custGeom>
              <a:avLst/>
              <a:gdLst>
                <a:gd name="T0" fmla="+- 0 10822 44"/>
                <a:gd name="T1" fmla="*/ T0 w 21556"/>
                <a:gd name="T2" fmla="+- 0 10826 53"/>
                <a:gd name="T3" fmla="*/ 10826 h 21547"/>
                <a:gd name="T4" fmla="+- 0 10822 44"/>
                <a:gd name="T5" fmla="*/ T4 w 21556"/>
                <a:gd name="T6" fmla="+- 0 10826 53"/>
                <a:gd name="T7" fmla="*/ 10826 h 21547"/>
                <a:gd name="T8" fmla="+- 0 10822 44"/>
                <a:gd name="T9" fmla="*/ T8 w 21556"/>
                <a:gd name="T10" fmla="+- 0 10826 53"/>
                <a:gd name="T11" fmla="*/ 10826 h 21547"/>
                <a:gd name="T12" fmla="+- 0 10822 44"/>
                <a:gd name="T13" fmla="*/ T12 w 21556"/>
                <a:gd name="T14" fmla="+- 0 10826 53"/>
                <a:gd name="T15" fmla="*/ 10826 h 21547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556" h="21547">
                  <a:moveTo>
                    <a:pt x="19751" y="2"/>
                  </a:moveTo>
                  <a:lnTo>
                    <a:pt x="3200" y="1845"/>
                  </a:lnTo>
                  <a:cubicBezTo>
                    <a:pt x="2215" y="2010"/>
                    <a:pt x="1272" y="3284"/>
                    <a:pt x="1106" y="4676"/>
                  </a:cubicBezTo>
                  <a:lnTo>
                    <a:pt x="1" y="18986"/>
                  </a:lnTo>
                  <a:cubicBezTo>
                    <a:pt x="-44" y="20398"/>
                    <a:pt x="724" y="21547"/>
                    <a:pt x="1712" y="21547"/>
                  </a:cubicBezTo>
                  <a:cubicBezTo>
                    <a:pt x="2698" y="21547"/>
                    <a:pt x="3542" y="20398"/>
                    <a:pt x="3582" y="18978"/>
                  </a:cubicBezTo>
                  <a:lnTo>
                    <a:pt x="4185" y="9251"/>
                  </a:lnTo>
                  <a:cubicBezTo>
                    <a:pt x="4319" y="7849"/>
                    <a:pt x="5235" y="6592"/>
                    <a:pt x="6220" y="6447"/>
                  </a:cubicBezTo>
                  <a:lnTo>
                    <a:pt x="19751" y="5128"/>
                  </a:lnTo>
                  <a:cubicBezTo>
                    <a:pt x="20743" y="5078"/>
                    <a:pt x="21556" y="3884"/>
                    <a:pt x="21556" y="2467"/>
                  </a:cubicBezTo>
                  <a:cubicBezTo>
                    <a:pt x="21556" y="1055"/>
                    <a:pt x="20743" y="-53"/>
                    <a:pt x="19751" y="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9" name="Group 194">
            <a:extLst>
              <a:ext uri="{FF2B5EF4-FFF2-40B4-BE49-F238E27FC236}">
                <a16:creationId xmlns:a16="http://schemas.microsoft.com/office/drawing/2014/main" id="{64E8B5A3-5D66-2DA2-04E1-FF046581EBD1}"/>
              </a:ext>
            </a:extLst>
          </p:cNvPr>
          <p:cNvGrpSpPr/>
          <p:nvPr/>
        </p:nvGrpSpPr>
        <p:grpSpPr>
          <a:xfrm>
            <a:off x="1780480" y="1653041"/>
            <a:ext cx="411391" cy="360757"/>
            <a:chOff x="1188595" y="124265"/>
            <a:chExt cx="488068" cy="42799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50" name="AutoShape 147">
              <a:extLst>
                <a:ext uri="{FF2B5EF4-FFF2-40B4-BE49-F238E27FC236}">
                  <a16:creationId xmlns:a16="http://schemas.microsoft.com/office/drawing/2014/main" id="{29B1B56A-85E2-F72C-A510-EC1BD2DCB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595" y="124265"/>
              <a:ext cx="488068" cy="427997"/>
            </a:xfrm>
            <a:custGeom>
              <a:avLst/>
              <a:gdLst>
                <a:gd name="T0" fmla="+- 0 10800 597"/>
                <a:gd name="T1" fmla="*/ T0 w 20407"/>
                <a:gd name="T2" fmla="+- 0 11028 672"/>
                <a:gd name="T3" fmla="*/ 11028 h 20712"/>
                <a:gd name="T4" fmla="+- 0 10800 597"/>
                <a:gd name="T5" fmla="*/ T4 w 20407"/>
                <a:gd name="T6" fmla="+- 0 11028 672"/>
                <a:gd name="T7" fmla="*/ 11028 h 20712"/>
                <a:gd name="T8" fmla="+- 0 10800 597"/>
                <a:gd name="T9" fmla="*/ T8 w 20407"/>
                <a:gd name="T10" fmla="+- 0 11028 672"/>
                <a:gd name="T11" fmla="*/ 11028 h 20712"/>
                <a:gd name="T12" fmla="+- 0 10800 597"/>
                <a:gd name="T13" fmla="*/ T12 w 20407"/>
                <a:gd name="T14" fmla="+- 0 11028 672"/>
                <a:gd name="T15" fmla="*/ 11028 h 2071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407" h="20712">
                  <a:moveTo>
                    <a:pt x="17706" y="10922"/>
                  </a:moveTo>
                  <a:lnTo>
                    <a:pt x="10657" y="19017"/>
                  </a:lnTo>
                  <a:cubicBezTo>
                    <a:pt x="10407" y="19305"/>
                    <a:pt x="9998" y="19305"/>
                    <a:pt x="9748" y="19017"/>
                  </a:cubicBezTo>
                  <a:lnTo>
                    <a:pt x="2699" y="10922"/>
                  </a:lnTo>
                  <a:cubicBezTo>
                    <a:pt x="817" y="8762"/>
                    <a:pt x="817" y="5247"/>
                    <a:pt x="2699" y="3087"/>
                  </a:cubicBezTo>
                  <a:cubicBezTo>
                    <a:pt x="4512" y="1004"/>
                    <a:pt x="7429" y="931"/>
                    <a:pt x="9338" y="2923"/>
                  </a:cubicBezTo>
                  <a:lnTo>
                    <a:pt x="10202" y="3825"/>
                  </a:lnTo>
                  <a:lnTo>
                    <a:pt x="11067" y="2923"/>
                  </a:lnTo>
                  <a:cubicBezTo>
                    <a:pt x="12976" y="931"/>
                    <a:pt x="15893" y="1004"/>
                    <a:pt x="17706" y="3087"/>
                  </a:cubicBezTo>
                  <a:cubicBezTo>
                    <a:pt x="19588" y="5247"/>
                    <a:pt x="19588" y="8762"/>
                    <a:pt x="17706" y="10922"/>
                  </a:cubicBezTo>
                  <a:moveTo>
                    <a:pt x="18616" y="2043"/>
                  </a:moveTo>
                  <a:cubicBezTo>
                    <a:pt x="16301" y="-617"/>
                    <a:pt x="12601" y="-672"/>
                    <a:pt x="10202" y="1830"/>
                  </a:cubicBezTo>
                  <a:cubicBezTo>
                    <a:pt x="7805" y="-672"/>
                    <a:pt x="4104" y="-617"/>
                    <a:pt x="1789" y="2043"/>
                  </a:cubicBezTo>
                  <a:cubicBezTo>
                    <a:pt x="-597" y="4783"/>
                    <a:pt x="-597" y="9226"/>
                    <a:pt x="1789" y="11967"/>
                  </a:cubicBezTo>
                  <a:cubicBezTo>
                    <a:pt x="2470" y="12750"/>
                    <a:pt x="8838" y="20061"/>
                    <a:pt x="8838" y="20061"/>
                  </a:cubicBezTo>
                  <a:cubicBezTo>
                    <a:pt x="9592" y="20928"/>
                    <a:pt x="10812" y="20928"/>
                    <a:pt x="11567" y="20061"/>
                  </a:cubicBezTo>
                  <a:cubicBezTo>
                    <a:pt x="11567" y="20061"/>
                    <a:pt x="18539" y="12056"/>
                    <a:pt x="18616" y="11967"/>
                  </a:cubicBezTo>
                  <a:cubicBezTo>
                    <a:pt x="21003" y="9226"/>
                    <a:pt x="21003" y="4783"/>
                    <a:pt x="18616" y="204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" name="AutoShape 148">
              <a:extLst>
                <a:ext uri="{FF2B5EF4-FFF2-40B4-BE49-F238E27FC236}">
                  <a16:creationId xmlns:a16="http://schemas.microsoft.com/office/drawing/2014/main" id="{1F8BE318-1B36-D4D9-51AE-097351AE9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514" y="201020"/>
              <a:ext cx="72584" cy="7258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326" y="0"/>
                  </a:moveTo>
                  <a:cubicBezTo>
                    <a:pt x="19317" y="0"/>
                    <a:pt x="19317" y="4"/>
                    <a:pt x="19308" y="4"/>
                  </a:cubicBezTo>
                  <a:cubicBezTo>
                    <a:pt x="8643" y="13"/>
                    <a:pt x="0" y="8659"/>
                    <a:pt x="0" y="19326"/>
                  </a:cubicBezTo>
                  <a:cubicBezTo>
                    <a:pt x="0" y="20580"/>
                    <a:pt x="1019" y="21600"/>
                    <a:pt x="2273" y="21600"/>
                  </a:cubicBezTo>
                  <a:cubicBezTo>
                    <a:pt x="3528" y="21600"/>
                    <a:pt x="4547" y="20580"/>
                    <a:pt x="4547" y="19326"/>
                  </a:cubicBezTo>
                  <a:lnTo>
                    <a:pt x="4547" y="19321"/>
                  </a:lnTo>
                  <a:cubicBezTo>
                    <a:pt x="4547" y="11164"/>
                    <a:pt x="11164" y="4547"/>
                    <a:pt x="19321" y="4547"/>
                  </a:cubicBezTo>
                  <a:lnTo>
                    <a:pt x="19326" y="4547"/>
                  </a:lnTo>
                  <a:cubicBezTo>
                    <a:pt x="20580" y="4547"/>
                    <a:pt x="21599" y="3528"/>
                    <a:pt x="21599" y="2273"/>
                  </a:cubicBezTo>
                  <a:cubicBezTo>
                    <a:pt x="21599" y="1019"/>
                    <a:pt x="20580" y="0"/>
                    <a:pt x="1932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marL="0" marR="0" lvl="0" indent="0" algn="l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52" name="AutoShape 149">
            <a:extLst>
              <a:ext uri="{FF2B5EF4-FFF2-40B4-BE49-F238E27FC236}">
                <a16:creationId xmlns:a16="http://schemas.microsoft.com/office/drawing/2014/main" id="{5F36D156-1298-23EC-C47E-2C4C31AE5931}"/>
              </a:ext>
            </a:extLst>
          </p:cNvPr>
          <p:cNvSpPr>
            <a:spLocks/>
          </p:cNvSpPr>
          <p:nvPr/>
        </p:nvSpPr>
        <p:spPr bwMode="auto">
          <a:xfrm>
            <a:off x="1116738" y="1679062"/>
            <a:ext cx="411391" cy="2960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Freeform 52">
            <a:extLst>
              <a:ext uri="{FF2B5EF4-FFF2-40B4-BE49-F238E27FC236}">
                <a16:creationId xmlns:a16="http://schemas.microsoft.com/office/drawing/2014/main" id="{D7738731-8EB8-926F-330B-9C0C60C72524}"/>
              </a:ext>
            </a:extLst>
          </p:cNvPr>
          <p:cNvSpPr>
            <a:spLocks noEditPoints="1"/>
          </p:cNvSpPr>
          <p:nvPr/>
        </p:nvSpPr>
        <p:spPr bwMode="auto">
          <a:xfrm>
            <a:off x="9600710" y="1658587"/>
            <a:ext cx="339337" cy="463425"/>
          </a:xfrm>
          <a:custGeom>
            <a:avLst/>
            <a:gdLst/>
            <a:ahLst/>
            <a:cxnLst>
              <a:cxn ang="0">
                <a:pos x="22" y="0"/>
              </a:cxn>
              <a:cxn ang="0">
                <a:pos x="2" y="13"/>
              </a:cxn>
              <a:cxn ang="0">
                <a:pos x="0" y="343"/>
              </a:cxn>
              <a:cxn ang="0">
                <a:pos x="13" y="363"/>
              </a:cxn>
              <a:cxn ang="0">
                <a:pos x="247" y="364"/>
              </a:cxn>
              <a:cxn ang="0">
                <a:pos x="269" y="352"/>
              </a:cxn>
              <a:cxn ang="0">
                <a:pos x="205" y="0"/>
              </a:cxn>
              <a:cxn ang="0">
                <a:pos x="211" y="63"/>
              </a:cxn>
              <a:cxn ang="0">
                <a:pos x="251" y="343"/>
              </a:cxn>
              <a:cxn ang="0">
                <a:pos x="22" y="346"/>
              </a:cxn>
              <a:cxn ang="0">
                <a:pos x="19" y="343"/>
              </a:cxn>
              <a:cxn ang="0">
                <a:pos x="20" y="20"/>
              </a:cxn>
              <a:cxn ang="0">
                <a:pos x="193" y="72"/>
              </a:cxn>
              <a:cxn ang="0">
                <a:pos x="194" y="80"/>
              </a:cxn>
              <a:cxn ang="0">
                <a:pos x="251" y="82"/>
              </a:cxn>
              <a:cxn ang="0">
                <a:pos x="211" y="100"/>
              </a:cxn>
              <a:cxn ang="0">
                <a:pos x="216" y="101"/>
              </a:cxn>
              <a:cxn ang="0">
                <a:pos x="218" y="107"/>
              </a:cxn>
              <a:cxn ang="0">
                <a:pos x="214" y="112"/>
              </a:cxn>
              <a:cxn ang="0">
                <a:pos x="51" y="114"/>
              </a:cxn>
              <a:cxn ang="0">
                <a:pos x="46" y="109"/>
              </a:cxn>
              <a:cxn ang="0">
                <a:pos x="46" y="103"/>
              </a:cxn>
              <a:cxn ang="0">
                <a:pos x="51" y="100"/>
              </a:cxn>
              <a:cxn ang="0">
                <a:pos x="218" y="154"/>
              </a:cxn>
              <a:cxn ang="0">
                <a:pos x="214" y="161"/>
              </a:cxn>
              <a:cxn ang="0">
                <a:pos x="51" y="161"/>
              </a:cxn>
              <a:cxn ang="0">
                <a:pos x="46" y="156"/>
              </a:cxn>
              <a:cxn ang="0">
                <a:pos x="46" y="150"/>
              </a:cxn>
              <a:cxn ang="0">
                <a:pos x="51" y="147"/>
              </a:cxn>
              <a:cxn ang="0">
                <a:pos x="214" y="147"/>
              </a:cxn>
              <a:cxn ang="0">
                <a:pos x="218" y="154"/>
              </a:cxn>
              <a:cxn ang="0">
                <a:pos x="218" y="199"/>
              </a:cxn>
              <a:cxn ang="0">
                <a:pos x="214" y="207"/>
              </a:cxn>
              <a:cxn ang="0">
                <a:pos x="51" y="207"/>
              </a:cxn>
              <a:cxn ang="0">
                <a:pos x="46" y="203"/>
              </a:cxn>
              <a:cxn ang="0">
                <a:pos x="46" y="198"/>
              </a:cxn>
              <a:cxn ang="0">
                <a:pos x="51" y="192"/>
              </a:cxn>
              <a:cxn ang="0">
                <a:pos x="214" y="194"/>
              </a:cxn>
              <a:cxn ang="0">
                <a:pos x="218" y="199"/>
              </a:cxn>
              <a:cxn ang="0">
                <a:pos x="218" y="247"/>
              </a:cxn>
              <a:cxn ang="0">
                <a:pos x="214" y="252"/>
              </a:cxn>
              <a:cxn ang="0">
                <a:pos x="51" y="254"/>
              </a:cxn>
              <a:cxn ang="0">
                <a:pos x="46" y="248"/>
              </a:cxn>
              <a:cxn ang="0">
                <a:pos x="46" y="243"/>
              </a:cxn>
              <a:cxn ang="0">
                <a:pos x="51" y="239"/>
              </a:cxn>
              <a:cxn ang="0">
                <a:pos x="214" y="239"/>
              </a:cxn>
              <a:cxn ang="0">
                <a:pos x="218" y="247"/>
              </a:cxn>
            </a:cxnLst>
            <a:rect l="0" t="0" r="r" b="b"/>
            <a:pathLst>
              <a:path w="269" h="364">
                <a:moveTo>
                  <a:pt x="205" y="0"/>
                </a:moveTo>
                <a:lnTo>
                  <a:pt x="22" y="0"/>
                </a:lnTo>
                <a:lnTo>
                  <a:pt x="22" y="0"/>
                </a:lnTo>
                <a:lnTo>
                  <a:pt x="13" y="2"/>
                </a:lnTo>
                <a:lnTo>
                  <a:pt x="6" y="5"/>
                </a:lnTo>
                <a:lnTo>
                  <a:pt x="2" y="13"/>
                </a:lnTo>
                <a:lnTo>
                  <a:pt x="0" y="22"/>
                </a:lnTo>
                <a:lnTo>
                  <a:pt x="0" y="343"/>
                </a:lnTo>
                <a:lnTo>
                  <a:pt x="0" y="343"/>
                </a:lnTo>
                <a:lnTo>
                  <a:pt x="2" y="352"/>
                </a:lnTo>
                <a:lnTo>
                  <a:pt x="6" y="359"/>
                </a:lnTo>
                <a:lnTo>
                  <a:pt x="13" y="363"/>
                </a:lnTo>
                <a:lnTo>
                  <a:pt x="22" y="364"/>
                </a:lnTo>
                <a:lnTo>
                  <a:pt x="247" y="364"/>
                </a:lnTo>
                <a:lnTo>
                  <a:pt x="247" y="364"/>
                </a:lnTo>
                <a:lnTo>
                  <a:pt x="256" y="363"/>
                </a:lnTo>
                <a:lnTo>
                  <a:pt x="263" y="359"/>
                </a:lnTo>
                <a:lnTo>
                  <a:pt x="269" y="352"/>
                </a:lnTo>
                <a:lnTo>
                  <a:pt x="269" y="343"/>
                </a:lnTo>
                <a:lnTo>
                  <a:pt x="269" y="69"/>
                </a:lnTo>
                <a:lnTo>
                  <a:pt x="205" y="0"/>
                </a:lnTo>
                <a:close/>
                <a:moveTo>
                  <a:pt x="211" y="33"/>
                </a:moveTo>
                <a:lnTo>
                  <a:pt x="240" y="63"/>
                </a:lnTo>
                <a:lnTo>
                  <a:pt x="211" y="63"/>
                </a:lnTo>
                <a:lnTo>
                  <a:pt x="211" y="33"/>
                </a:lnTo>
                <a:close/>
                <a:moveTo>
                  <a:pt x="251" y="343"/>
                </a:moveTo>
                <a:lnTo>
                  <a:pt x="251" y="343"/>
                </a:lnTo>
                <a:lnTo>
                  <a:pt x="251" y="344"/>
                </a:lnTo>
                <a:lnTo>
                  <a:pt x="247" y="346"/>
                </a:lnTo>
                <a:lnTo>
                  <a:pt x="22" y="346"/>
                </a:lnTo>
                <a:lnTo>
                  <a:pt x="22" y="346"/>
                </a:lnTo>
                <a:lnTo>
                  <a:pt x="20" y="344"/>
                </a:lnTo>
                <a:lnTo>
                  <a:pt x="19" y="343"/>
                </a:lnTo>
                <a:lnTo>
                  <a:pt x="19" y="22"/>
                </a:lnTo>
                <a:lnTo>
                  <a:pt x="19" y="22"/>
                </a:lnTo>
                <a:lnTo>
                  <a:pt x="20" y="20"/>
                </a:lnTo>
                <a:lnTo>
                  <a:pt x="22" y="18"/>
                </a:lnTo>
                <a:lnTo>
                  <a:pt x="193" y="18"/>
                </a:lnTo>
                <a:lnTo>
                  <a:pt x="193" y="72"/>
                </a:lnTo>
                <a:lnTo>
                  <a:pt x="193" y="72"/>
                </a:lnTo>
                <a:lnTo>
                  <a:pt x="193" y="76"/>
                </a:lnTo>
                <a:lnTo>
                  <a:pt x="194" y="80"/>
                </a:lnTo>
                <a:lnTo>
                  <a:pt x="198" y="82"/>
                </a:lnTo>
                <a:lnTo>
                  <a:pt x="202" y="82"/>
                </a:lnTo>
                <a:lnTo>
                  <a:pt x="251" y="82"/>
                </a:lnTo>
                <a:lnTo>
                  <a:pt x="251" y="343"/>
                </a:lnTo>
                <a:close/>
                <a:moveTo>
                  <a:pt x="51" y="100"/>
                </a:moveTo>
                <a:lnTo>
                  <a:pt x="211" y="100"/>
                </a:lnTo>
                <a:lnTo>
                  <a:pt x="211" y="100"/>
                </a:lnTo>
                <a:lnTo>
                  <a:pt x="214" y="100"/>
                </a:lnTo>
                <a:lnTo>
                  <a:pt x="216" y="101"/>
                </a:lnTo>
                <a:lnTo>
                  <a:pt x="218" y="103"/>
                </a:lnTo>
                <a:lnTo>
                  <a:pt x="218" y="107"/>
                </a:lnTo>
                <a:lnTo>
                  <a:pt x="218" y="107"/>
                </a:lnTo>
                <a:lnTo>
                  <a:pt x="218" y="109"/>
                </a:lnTo>
                <a:lnTo>
                  <a:pt x="216" y="112"/>
                </a:lnTo>
                <a:lnTo>
                  <a:pt x="214" y="112"/>
                </a:lnTo>
                <a:lnTo>
                  <a:pt x="211" y="114"/>
                </a:lnTo>
                <a:lnTo>
                  <a:pt x="51" y="114"/>
                </a:lnTo>
                <a:lnTo>
                  <a:pt x="51" y="114"/>
                </a:lnTo>
                <a:lnTo>
                  <a:pt x="49" y="112"/>
                </a:lnTo>
                <a:lnTo>
                  <a:pt x="48" y="112"/>
                </a:lnTo>
                <a:lnTo>
                  <a:pt x="46" y="109"/>
                </a:lnTo>
                <a:lnTo>
                  <a:pt x="44" y="107"/>
                </a:lnTo>
                <a:lnTo>
                  <a:pt x="44" y="107"/>
                </a:lnTo>
                <a:lnTo>
                  <a:pt x="46" y="103"/>
                </a:lnTo>
                <a:lnTo>
                  <a:pt x="48" y="101"/>
                </a:lnTo>
                <a:lnTo>
                  <a:pt x="49" y="100"/>
                </a:lnTo>
                <a:lnTo>
                  <a:pt x="51" y="100"/>
                </a:lnTo>
                <a:lnTo>
                  <a:pt x="51" y="100"/>
                </a:lnTo>
                <a:close/>
                <a:moveTo>
                  <a:pt x="218" y="154"/>
                </a:moveTo>
                <a:lnTo>
                  <a:pt x="218" y="154"/>
                </a:lnTo>
                <a:lnTo>
                  <a:pt x="218" y="156"/>
                </a:lnTo>
                <a:lnTo>
                  <a:pt x="216" y="160"/>
                </a:lnTo>
                <a:lnTo>
                  <a:pt x="214" y="161"/>
                </a:lnTo>
                <a:lnTo>
                  <a:pt x="211" y="161"/>
                </a:lnTo>
                <a:lnTo>
                  <a:pt x="51" y="161"/>
                </a:lnTo>
                <a:lnTo>
                  <a:pt x="51" y="161"/>
                </a:lnTo>
                <a:lnTo>
                  <a:pt x="49" y="161"/>
                </a:lnTo>
                <a:lnTo>
                  <a:pt x="48" y="160"/>
                </a:lnTo>
                <a:lnTo>
                  <a:pt x="46" y="156"/>
                </a:lnTo>
                <a:lnTo>
                  <a:pt x="44" y="154"/>
                </a:lnTo>
                <a:lnTo>
                  <a:pt x="44" y="154"/>
                </a:lnTo>
                <a:lnTo>
                  <a:pt x="46" y="150"/>
                </a:lnTo>
                <a:lnTo>
                  <a:pt x="48" y="149"/>
                </a:lnTo>
                <a:lnTo>
                  <a:pt x="49" y="147"/>
                </a:lnTo>
                <a:lnTo>
                  <a:pt x="51" y="147"/>
                </a:lnTo>
                <a:lnTo>
                  <a:pt x="211" y="147"/>
                </a:lnTo>
                <a:lnTo>
                  <a:pt x="211" y="147"/>
                </a:lnTo>
                <a:lnTo>
                  <a:pt x="214" y="147"/>
                </a:lnTo>
                <a:lnTo>
                  <a:pt x="216" y="149"/>
                </a:lnTo>
                <a:lnTo>
                  <a:pt x="218" y="150"/>
                </a:lnTo>
                <a:lnTo>
                  <a:pt x="218" y="154"/>
                </a:lnTo>
                <a:lnTo>
                  <a:pt x="218" y="154"/>
                </a:lnTo>
                <a:close/>
                <a:moveTo>
                  <a:pt x="218" y="199"/>
                </a:moveTo>
                <a:lnTo>
                  <a:pt x="218" y="199"/>
                </a:lnTo>
                <a:lnTo>
                  <a:pt x="218" y="203"/>
                </a:lnTo>
                <a:lnTo>
                  <a:pt x="216" y="205"/>
                </a:lnTo>
                <a:lnTo>
                  <a:pt x="214" y="207"/>
                </a:lnTo>
                <a:lnTo>
                  <a:pt x="211" y="207"/>
                </a:lnTo>
                <a:lnTo>
                  <a:pt x="51" y="207"/>
                </a:lnTo>
                <a:lnTo>
                  <a:pt x="51" y="207"/>
                </a:lnTo>
                <a:lnTo>
                  <a:pt x="49" y="207"/>
                </a:lnTo>
                <a:lnTo>
                  <a:pt x="48" y="205"/>
                </a:lnTo>
                <a:lnTo>
                  <a:pt x="46" y="203"/>
                </a:lnTo>
                <a:lnTo>
                  <a:pt x="44" y="199"/>
                </a:lnTo>
                <a:lnTo>
                  <a:pt x="44" y="199"/>
                </a:lnTo>
                <a:lnTo>
                  <a:pt x="46" y="198"/>
                </a:lnTo>
                <a:lnTo>
                  <a:pt x="48" y="194"/>
                </a:lnTo>
                <a:lnTo>
                  <a:pt x="49" y="194"/>
                </a:lnTo>
                <a:lnTo>
                  <a:pt x="51" y="192"/>
                </a:lnTo>
                <a:lnTo>
                  <a:pt x="211" y="192"/>
                </a:lnTo>
                <a:lnTo>
                  <a:pt x="211" y="192"/>
                </a:lnTo>
                <a:lnTo>
                  <a:pt x="214" y="194"/>
                </a:lnTo>
                <a:lnTo>
                  <a:pt x="216" y="194"/>
                </a:lnTo>
                <a:lnTo>
                  <a:pt x="218" y="198"/>
                </a:lnTo>
                <a:lnTo>
                  <a:pt x="218" y="199"/>
                </a:lnTo>
                <a:lnTo>
                  <a:pt x="218" y="199"/>
                </a:lnTo>
                <a:close/>
                <a:moveTo>
                  <a:pt x="218" y="247"/>
                </a:moveTo>
                <a:lnTo>
                  <a:pt x="218" y="247"/>
                </a:lnTo>
                <a:lnTo>
                  <a:pt x="218" y="248"/>
                </a:lnTo>
                <a:lnTo>
                  <a:pt x="216" y="252"/>
                </a:lnTo>
                <a:lnTo>
                  <a:pt x="214" y="252"/>
                </a:lnTo>
                <a:lnTo>
                  <a:pt x="211" y="254"/>
                </a:lnTo>
                <a:lnTo>
                  <a:pt x="51" y="254"/>
                </a:lnTo>
                <a:lnTo>
                  <a:pt x="51" y="254"/>
                </a:lnTo>
                <a:lnTo>
                  <a:pt x="49" y="252"/>
                </a:lnTo>
                <a:lnTo>
                  <a:pt x="48" y="252"/>
                </a:lnTo>
                <a:lnTo>
                  <a:pt x="46" y="248"/>
                </a:lnTo>
                <a:lnTo>
                  <a:pt x="44" y="247"/>
                </a:lnTo>
                <a:lnTo>
                  <a:pt x="44" y="247"/>
                </a:lnTo>
                <a:lnTo>
                  <a:pt x="46" y="243"/>
                </a:lnTo>
                <a:lnTo>
                  <a:pt x="48" y="241"/>
                </a:lnTo>
                <a:lnTo>
                  <a:pt x="49" y="239"/>
                </a:lnTo>
                <a:lnTo>
                  <a:pt x="51" y="239"/>
                </a:lnTo>
                <a:lnTo>
                  <a:pt x="211" y="239"/>
                </a:lnTo>
                <a:lnTo>
                  <a:pt x="211" y="239"/>
                </a:lnTo>
                <a:lnTo>
                  <a:pt x="214" y="239"/>
                </a:lnTo>
                <a:lnTo>
                  <a:pt x="216" y="241"/>
                </a:lnTo>
                <a:lnTo>
                  <a:pt x="218" y="243"/>
                </a:lnTo>
                <a:lnTo>
                  <a:pt x="218" y="247"/>
                </a:lnTo>
                <a:lnTo>
                  <a:pt x="218" y="247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Freeform 99">
            <a:extLst>
              <a:ext uri="{FF2B5EF4-FFF2-40B4-BE49-F238E27FC236}">
                <a16:creationId xmlns:a16="http://schemas.microsoft.com/office/drawing/2014/main" id="{B3D035E7-31BF-F1A6-DEF5-0CF62F8A05C7}"/>
              </a:ext>
            </a:extLst>
          </p:cNvPr>
          <p:cNvSpPr>
            <a:spLocks noEditPoints="1"/>
          </p:cNvSpPr>
          <p:nvPr/>
        </p:nvSpPr>
        <p:spPr bwMode="auto">
          <a:xfrm>
            <a:off x="4362554" y="3830685"/>
            <a:ext cx="248172" cy="395051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60" y="7"/>
              </a:cxn>
              <a:cxn ang="0">
                <a:pos x="29" y="27"/>
              </a:cxn>
              <a:cxn ang="0">
                <a:pos x="7" y="59"/>
              </a:cxn>
              <a:cxn ang="0">
                <a:pos x="0" y="98"/>
              </a:cxn>
              <a:cxn ang="0">
                <a:pos x="0" y="116"/>
              </a:cxn>
              <a:cxn ang="0">
                <a:pos x="9" y="154"/>
              </a:cxn>
              <a:cxn ang="0">
                <a:pos x="31" y="208"/>
              </a:cxn>
              <a:cxn ang="0">
                <a:pos x="67" y="270"/>
              </a:cxn>
              <a:cxn ang="0">
                <a:pos x="98" y="311"/>
              </a:cxn>
              <a:cxn ang="0">
                <a:pos x="112" y="291"/>
              </a:cxn>
              <a:cxn ang="0">
                <a:pos x="147" y="241"/>
              </a:cxn>
              <a:cxn ang="0">
                <a:pos x="180" y="172"/>
              </a:cxn>
              <a:cxn ang="0">
                <a:pos x="190" y="134"/>
              </a:cxn>
              <a:cxn ang="0">
                <a:pos x="196" y="98"/>
              </a:cxn>
              <a:cxn ang="0">
                <a:pos x="194" y="78"/>
              </a:cxn>
              <a:cxn ang="0">
                <a:pos x="178" y="41"/>
              </a:cxn>
              <a:cxn ang="0">
                <a:pos x="152" y="16"/>
              </a:cxn>
              <a:cxn ang="0">
                <a:pos x="118" y="1"/>
              </a:cxn>
              <a:cxn ang="0">
                <a:pos x="98" y="0"/>
              </a:cxn>
              <a:cxn ang="0">
                <a:pos x="98" y="157"/>
              </a:cxn>
              <a:cxn ang="0">
                <a:pos x="74" y="152"/>
              </a:cxn>
              <a:cxn ang="0">
                <a:pos x="54" y="139"/>
              </a:cxn>
              <a:cxn ang="0">
                <a:pos x="42" y="119"/>
              </a:cxn>
              <a:cxn ang="0">
                <a:pos x="38" y="98"/>
              </a:cxn>
              <a:cxn ang="0">
                <a:pos x="38" y="85"/>
              </a:cxn>
              <a:cxn ang="0">
                <a:pos x="47" y="63"/>
              </a:cxn>
              <a:cxn ang="0">
                <a:pos x="64" y="47"/>
              </a:cxn>
              <a:cxn ang="0">
                <a:pos x="85" y="38"/>
              </a:cxn>
              <a:cxn ang="0">
                <a:pos x="98" y="36"/>
              </a:cxn>
              <a:cxn ang="0">
                <a:pos x="122" y="41"/>
              </a:cxn>
              <a:cxn ang="0">
                <a:pos x="140" y="54"/>
              </a:cxn>
              <a:cxn ang="0">
                <a:pos x="152" y="74"/>
              </a:cxn>
              <a:cxn ang="0">
                <a:pos x="158" y="98"/>
              </a:cxn>
              <a:cxn ang="0">
                <a:pos x="156" y="108"/>
              </a:cxn>
              <a:cxn ang="0">
                <a:pos x="147" y="130"/>
              </a:cxn>
              <a:cxn ang="0">
                <a:pos x="131" y="146"/>
              </a:cxn>
              <a:cxn ang="0">
                <a:pos x="109" y="156"/>
              </a:cxn>
              <a:cxn ang="0">
                <a:pos x="98" y="157"/>
              </a:cxn>
              <a:cxn ang="0">
                <a:pos x="60" y="98"/>
              </a:cxn>
              <a:cxn ang="0">
                <a:pos x="62" y="112"/>
              </a:cxn>
              <a:cxn ang="0">
                <a:pos x="71" y="123"/>
              </a:cxn>
              <a:cxn ang="0">
                <a:pos x="83" y="132"/>
              </a:cxn>
              <a:cxn ang="0">
                <a:pos x="98" y="134"/>
              </a:cxn>
              <a:cxn ang="0">
                <a:pos x="105" y="134"/>
              </a:cxn>
              <a:cxn ang="0">
                <a:pos x="118" y="128"/>
              </a:cxn>
              <a:cxn ang="0">
                <a:pos x="129" y="117"/>
              </a:cxn>
              <a:cxn ang="0">
                <a:pos x="134" y="105"/>
              </a:cxn>
              <a:cxn ang="0">
                <a:pos x="136" y="98"/>
              </a:cxn>
              <a:cxn ang="0">
                <a:pos x="132" y="81"/>
              </a:cxn>
              <a:cxn ang="0">
                <a:pos x="125" y="70"/>
              </a:cxn>
              <a:cxn ang="0">
                <a:pos x="112" y="61"/>
              </a:cxn>
              <a:cxn ang="0">
                <a:pos x="98" y="59"/>
              </a:cxn>
              <a:cxn ang="0">
                <a:pos x="89" y="59"/>
              </a:cxn>
              <a:cxn ang="0">
                <a:pos x="76" y="65"/>
              </a:cxn>
              <a:cxn ang="0">
                <a:pos x="65" y="76"/>
              </a:cxn>
              <a:cxn ang="0">
                <a:pos x="60" y="88"/>
              </a:cxn>
              <a:cxn ang="0">
                <a:pos x="60" y="98"/>
              </a:cxn>
            </a:cxnLst>
            <a:rect l="0" t="0" r="r" b="b"/>
            <a:pathLst>
              <a:path w="196" h="311">
                <a:moveTo>
                  <a:pt x="98" y="0"/>
                </a:moveTo>
                <a:lnTo>
                  <a:pt x="98" y="0"/>
                </a:lnTo>
                <a:lnTo>
                  <a:pt x="78" y="1"/>
                </a:lnTo>
                <a:lnTo>
                  <a:pt x="60" y="7"/>
                </a:lnTo>
                <a:lnTo>
                  <a:pt x="44" y="16"/>
                </a:lnTo>
                <a:lnTo>
                  <a:pt x="29" y="27"/>
                </a:lnTo>
                <a:lnTo>
                  <a:pt x="16" y="41"/>
                </a:lnTo>
                <a:lnTo>
                  <a:pt x="7" y="59"/>
                </a:lnTo>
                <a:lnTo>
                  <a:pt x="2" y="78"/>
                </a:lnTo>
                <a:lnTo>
                  <a:pt x="0" y="98"/>
                </a:lnTo>
                <a:lnTo>
                  <a:pt x="0" y="98"/>
                </a:lnTo>
                <a:lnTo>
                  <a:pt x="0" y="116"/>
                </a:lnTo>
                <a:lnTo>
                  <a:pt x="4" y="134"/>
                </a:lnTo>
                <a:lnTo>
                  <a:pt x="9" y="154"/>
                </a:lnTo>
                <a:lnTo>
                  <a:pt x="15" y="172"/>
                </a:lnTo>
                <a:lnTo>
                  <a:pt x="31" y="208"/>
                </a:lnTo>
                <a:lnTo>
                  <a:pt x="49" y="241"/>
                </a:lnTo>
                <a:lnTo>
                  <a:pt x="67" y="270"/>
                </a:lnTo>
                <a:lnTo>
                  <a:pt x="82" y="291"/>
                </a:lnTo>
                <a:lnTo>
                  <a:pt x="98" y="311"/>
                </a:lnTo>
                <a:lnTo>
                  <a:pt x="98" y="311"/>
                </a:lnTo>
                <a:lnTo>
                  <a:pt x="112" y="291"/>
                </a:lnTo>
                <a:lnTo>
                  <a:pt x="129" y="270"/>
                </a:lnTo>
                <a:lnTo>
                  <a:pt x="147" y="241"/>
                </a:lnTo>
                <a:lnTo>
                  <a:pt x="165" y="208"/>
                </a:lnTo>
                <a:lnTo>
                  <a:pt x="180" y="172"/>
                </a:lnTo>
                <a:lnTo>
                  <a:pt x="187" y="154"/>
                </a:lnTo>
                <a:lnTo>
                  <a:pt x="190" y="134"/>
                </a:lnTo>
                <a:lnTo>
                  <a:pt x="194" y="116"/>
                </a:lnTo>
                <a:lnTo>
                  <a:pt x="196" y="98"/>
                </a:lnTo>
                <a:lnTo>
                  <a:pt x="196" y="98"/>
                </a:lnTo>
                <a:lnTo>
                  <a:pt x="194" y="78"/>
                </a:lnTo>
                <a:lnTo>
                  <a:pt x="187" y="59"/>
                </a:lnTo>
                <a:lnTo>
                  <a:pt x="178" y="41"/>
                </a:lnTo>
                <a:lnTo>
                  <a:pt x="167" y="27"/>
                </a:lnTo>
                <a:lnTo>
                  <a:pt x="152" y="16"/>
                </a:lnTo>
                <a:lnTo>
                  <a:pt x="136" y="7"/>
                </a:lnTo>
                <a:lnTo>
                  <a:pt x="118" y="1"/>
                </a:lnTo>
                <a:lnTo>
                  <a:pt x="98" y="0"/>
                </a:lnTo>
                <a:lnTo>
                  <a:pt x="98" y="0"/>
                </a:lnTo>
                <a:close/>
                <a:moveTo>
                  <a:pt x="98" y="157"/>
                </a:moveTo>
                <a:lnTo>
                  <a:pt x="98" y="157"/>
                </a:lnTo>
                <a:lnTo>
                  <a:pt x="85" y="156"/>
                </a:lnTo>
                <a:lnTo>
                  <a:pt x="74" y="152"/>
                </a:lnTo>
                <a:lnTo>
                  <a:pt x="64" y="146"/>
                </a:lnTo>
                <a:lnTo>
                  <a:pt x="54" y="139"/>
                </a:lnTo>
                <a:lnTo>
                  <a:pt x="47" y="130"/>
                </a:lnTo>
                <a:lnTo>
                  <a:pt x="42" y="119"/>
                </a:lnTo>
                <a:lnTo>
                  <a:pt x="38" y="108"/>
                </a:lnTo>
                <a:lnTo>
                  <a:pt x="38" y="98"/>
                </a:lnTo>
                <a:lnTo>
                  <a:pt x="38" y="98"/>
                </a:lnTo>
                <a:lnTo>
                  <a:pt x="38" y="85"/>
                </a:lnTo>
                <a:lnTo>
                  <a:pt x="42" y="74"/>
                </a:lnTo>
                <a:lnTo>
                  <a:pt x="47" y="63"/>
                </a:lnTo>
                <a:lnTo>
                  <a:pt x="54" y="54"/>
                </a:lnTo>
                <a:lnTo>
                  <a:pt x="64" y="47"/>
                </a:lnTo>
                <a:lnTo>
                  <a:pt x="74" y="41"/>
                </a:lnTo>
                <a:lnTo>
                  <a:pt x="85" y="38"/>
                </a:lnTo>
                <a:lnTo>
                  <a:pt x="98" y="36"/>
                </a:lnTo>
                <a:lnTo>
                  <a:pt x="98" y="36"/>
                </a:lnTo>
                <a:lnTo>
                  <a:pt x="109" y="38"/>
                </a:lnTo>
                <a:lnTo>
                  <a:pt x="122" y="41"/>
                </a:lnTo>
                <a:lnTo>
                  <a:pt x="131" y="47"/>
                </a:lnTo>
                <a:lnTo>
                  <a:pt x="140" y="54"/>
                </a:lnTo>
                <a:lnTo>
                  <a:pt x="147" y="63"/>
                </a:lnTo>
                <a:lnTo>
                  <a:pt x="152" y="74"/>
                </a:lnTo>
                <a:lnTo>
                  <a:pt x="156" y="85"/>
                </a:lnTo>
                <a:lnTo>
                  <a:pt x="158" y="98"/>
                </a:lnTo>
                <a:lnTo>
                  <a:pt x="158" y="98"/>
                </a:lnTo>
                <a:lnTo>
                  <a:pt x="156" y="108"/>
                </a:lnTo>
                <a:lnTo>
                  <a:pt x="152" y="119"/>
                </a:lnTo>
                <a:lnTo>
                  <a:pt x="147" y="130"/>
                </a:lnTo>
                <a:lnTo>
                  <a:pt x="140" y="139"/>
                </a:lnTo>
                <a:lnTo>
                  <a:pt x="131" y="146"/>
                </a:lnTo>
                <a:lnTo>
                  <a:pt x="122" y="152"/>
                </a:lnTo>
                <a:lnTo>
                  <a:pt x="109" y="156"/>
                </a:lnTo>
                <a:lnTo>
                  <a:pt x="98" y="157"/>
                </a:lnTo>
                <a:lnTo>
                  <a:pt x="98" y="157"/>
                </a:lnTo>
                <a:close/>
                <a:moveTo>
                  <a:pt x="60" y="98"/>
                </a:moveTo>
                <a:lnTo>
                  <a:pt x="60" y="98"/>
                </a:lnTo>
                <a:lnTo>
                  <a:pt x="60" y="105"/>
                </a:lnTo>
                <a:lnTo>
                  <a:pt x="62" y="112"/>
                </a:lnTo>
                <a:lnTo>
                  <a:pt x="65" y="117"/>
                </a:lnTo>
                <a:lnTo>
                  <a:pt x="71" y="123"/>
                </a:lnTo>
                <a:lnTo>
                  <a:pt x="76" y="128"/>
                </a:lnTo>
                <a:lnTo>
                  <a:pt x="83" y="132"/>
                </a:lnTo>
                <a:lnTo>
                  <a:pt x="89" y="134"/>
                </a:lnTo>
                <a:lnTo>
                  <a:pt x="98" y="134"/>
                </a:lnTo>
                <a:lnTo>
                  <a:pt x="98" y="134"/>
                </a:lnTo>
                <a:lnTo>
                  <a:pt x="105" y="134"/>
                </a:lnTo>
                <a:lnTo>
                  <a:pt x="112" y="132"/>
                </a:lnTo>
                <a:lnTo>
                  <a:pt x="118" y="128"/>
                </a:lnTo>
                <a:lnTo>
                  <a:pt x="125" y="123"/>
                </a:lnTo>
                <a:lnTo>
                  <a:pt x="129" y="117"/>
                </a:lnTo>
                <a:lnTo>
                  <a:pt x="132" y="112"/>
                </a:lnTo>
                <a:lnTo>
                  <a:pt x="134" y="105"/>
                </a:lnTo>
                <a:lnTo>
                  <a:pt x="136" y="98"/>
                </a:lnTo>
                <a:lnTo>
                  <a:pt x="136" y="98"/>
                </a:lnTo>
                <a:lnTo>
                  <a:pt x="134" y="88"/>
                </a:lnTo>
                <a:lnTo>
                  <a:pt x="132" y="81"/>
                </a:lnTo>
                <a:lnTo>
                  <a:pt x="129" y="76"/>
                </a:lnTo>
                <a:lnTo>
                  <a:pt x="125" y="70"/>
                </a:lnTo>
                <a:lnTo>
                  <a:pt x="118" y="65"/>
                </a:lnTo>
                <a:lnTo>
                  <a:pt x="112" y="61"/>
                </a:lnTo>
                <a:lnTo>
                  <a:pt x="105" y="59"/>
                </a:lnTo>
                <a:lnTo>
                  <a:pt x="98" y="59"/>
                </a:lnTo>
                <a:lnTo>
                  <a:pt x="98" y="59"/>
                </a:lnTo>
                <a:lnTo>
                  <a:pt x="89" y="59"/>
                </a:lnTo>
                <a:lnTo>
                  <a:pt x="83" y="61"/>
                </a:lnTo>
                <a:lnTo>
                  <a:pt x="76" y="65"/>
                </a:lnTo>
                <a:lnTo>
                  <a:pt x="71" y="70"/>
                </a:lnTo>
                <a:lnTo>
                  <a:pt x="65" y="76"/>
                </a:lnTo>
                <a:lnTo>
                  <a:pt x="62" y="81"/>
                </a:lnTo>
                <a:lnTo>
                  <a:pt x="60" y="88"/>
                </a:lnTo>
                <a:lnTo>
                  <a:pt x="60" y="98"/>
                </a:lnTo>
                <a:lnTo>
                  <a:pt x="60" y="98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55" name="Group 225">
            <a:extLst>
              <a:ext uri="{FF2B5EF4-FFF2-40B4-BE49-F238E27FC236}">
                <a16:creationId xmlns:a16="http://schemas.microsoft.com/office/drawing/2014/main" id="{0BEABB81-1BA6-12AC-F0DE-6021F9E85DD9}"/>
              </a:ext>
            </a:extLst>
          </p:cNvPr>
          <p:cNvGrpSpPr/>
          <p:nvPr/>
        </p:nvGrpSpPr>
        <p:grpSpPr>
          <a:xfrm>
            <a:off x="1528129" y="4519267"/>
            <a:ext cx="8879004" cy="1147674"/>
            <a:chOff x="1006495" y="4583781"/>
            <a:chExt cx="9872507" cy="1276092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56" name="Freeform 6">
              <a:extLst>
                <a:ext uri="{FF2B5EF4-FFF2-40B4-BE49-F238E27FC236}">
                  <a16:creationId xmlns:a16="http://schemas.microsoft.com/office/drawing/2014/main" id="{23D172A8-B24F-7915-83DE-79EDCBEB5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783" y="4588783"/>
              <a:ext cx="242963" cy="476459"/>
            </a:xfrm>
            <a:custGeom>
              <a:avLst/>
              <a:gdLst/>
              <a:ahLst/>
              <a:cxnLst>
                <a:cxn ang="0">
                  <a:pos x="156" y="50"/>
                </a:cxn>
                <a:cxn ang="0">
                  <a:pos x="128" y="50"/>
                </a:cxn>
                <a:cxn ang="0">
                  <a:pos x="128" y="50"/>
                </a:cxn>
                <a:cxn ang="0">
                  <a:pos x="121" y="50"/>
                </a:cxn>
                <a:cxn ang="0">
                  <a:pos x="115" y="51"/>
                </a:cxn>
                <a:cxn ang="0">
                  <a:pos x="110" y="53"/>
                </a:cxn>
                <a:cxn ang="0">
                  <a:pos x="106" y="57"/>
                </a:cxn>
                <a:cxn ang="0">
                  <a:pos x="104" y="61"/>
                </a:cxn>
                <a:cxn ang="0">
                  <a:pos x="102" y="64"/>
                </a:cxn>
                <a:cxn ang="0">
                  <a:pos x="100" y="76"/>
                </a:cxn>
                <a:cxn ang="0">
                  <a:pos x="100" y="111"/>
                </a:cxn>
                <a:cxn ang="0">
                  <a:pos x="154" y="111"/>
                </a:cxn>
                <a:cxn ang="0">
                  <a:pos x="154" y="163"/>
                </a:cxn>
                <a:cxn ang="0">
                  <a:pos x="100" y="163"/>
                </a:cxn>
                <a:cxn ang="0">
                  <a:pos x="100" y="301"/>
                </a:cxn>
                <a:cxn ang="0">
                  <a:pos x="47" y="301"/>
                </a:cxn>
                <a:cxn ang="0">
                  <a:pos x="47" y="163"/>
                </a:cxn>
                <a:cxn ang="0">
                  <a:pos x="0" y="163"/>
                </a:cxn>
                <a:cxn ang="0">
                  <a:pos x="0" y="111"/>
                </a:cxn>
                <a:cxn ang="0">
                  <a:pos x="47" y="111"/>
                </a:cxn>
                <a:cxn ang="0">
                  <a:pos x="47" y="70"/>
                </a:cxn>
                <a:cxn ang="0">
                  <a:pos x="47" y="70"/>
                </a:cxn>
                <a:cxn ang="0">
                  <a:pos x="47" y="53"/>
                </a:cxn>
                <a:cxn ang="0">
                  <a:pos x="50" y="40"/>
                </a:cxn>
                <a:cxn ang="0">
                  <a:pos x="58" y="27"/>
                </a:cxn>
                <a:cxn ang="0">
                  <a:pos x="65" y="18"/>
                </a:cxn>
                <a:cxn ang="0">
                  <a:pos x="74" y="11"/>
                </a:cxn>
                <a:cxn ang="0">
                  <a:pos x="87" y="3"/>
                </a:cxn>
                <a:cxn ang="0">
                  <a:pos x="100" y="1"/>
                </a:cxn>
                <a:cxn ang="0">
                  <a:pos x="115" y="0"/>
                </a:cxn>
                <a:cxn ang="0">
                  <a:pos x="156" y="0"/>
                </a:cxn>
                <a:cxn ang="0">
                  <a:pos x="156" y="50"/>
                </a:cxn>
              </a:cxnLst>
              <a:rect l="0" t="0" r="r" b="b"/>
              <a:pathLst>
                <a:path w="156" h="301">
                  <a:moveTo>
                    <a:pt x="156" y="50"/>
                  </a:moveTo>
                  <a:lnTo>
                    <a:pt x="128" y="50"/>
                  </a:lnTo>
                  <a:lnTo>
                    <a:pt x="128" y="50"/>
                  </a:lnTo>
                  <a:lnTo>
                    <a:pt x="121" y="50"/>
                  </a:lnTo>
                  <a:lnTo>
                    <a:pt x="115" y="51"/>
                  </a:lnTo>
                  <a:lnTo>
                    <a:pt x="110" y="53"/>
                  </a:lnTo>
                  <a:lnTo>
                    <a:pt x="106" y="57"/>
                  </a:lnTo>
                  <a:lnTo>
                    <a:pt x="104" y="61"/>
                  </a:lnTo>
                  <a:lnTo>
                    <a:pt x="102" y="64"/>
                  </a:lnTo>
                  <a:lnTo>
                    <a:pt x="100" y="76"/>
                  </a:lnTo>
                  <a:lnTo>
                    <a:pt x="100" y="111"/>
                  </a:lnTo>
                  <a:lnTo>
                    <a:pt x="154" y="111"/>
                  </a:lnTo>
                  <a:lnTo>
                    <a:pt x="154" y="163"/>
                  </a:lnTo>
                  <a:lnTo>
                    <a:pt x="100" y="163"/>
                  </a:lnTo>
                  <a:lnTo>
                    <a:pt x="100" y="301"/>
                  </a:lnTo>
                  <a:lnTo>
                    <a:pt x="47" y="301"/>
                  </a:lnTo>
                  <a:lnTo>
                    <a:pt x="47" y="163"/>
                  </a:lnTo>
                  <a:lnTo>
                    <a:pt x="0" y="163"/>
                  </a:lnTo>
                  <a:lnTo>
                    <a:pt x="0" y="111"/>
                  </a:lnTo>
                  <a:lnTo>
                    <a:pt x="47" y="111"/>
                  </a:lnTo>
                  <a:lnTo>
                    <a:pt x="47" y="70"/>
                  </a:lnTo>
                  <a:lnTo>
                    <a:pt x="47" y="70"/>
                  </a:lnTo>
                  <a:lnTo>
                    <a:pt x="47" y="53"/>
                  </a:lnTo>
                  <a:lnTo>
                    <a:pt x="50" y="40"/>
                  </a:lnTo>
                  <a:lnTo>
                    <a:pt x="58" y="27"/>
                  </a:lnTo>
                  <a:lnTo>
                    <a:pt x="65" y="18"/>
                  </a:lnTo>
                  <a:lnTo>
                    <a:pt x="74" y="11"/>
                  </a:lnTo>
                  <a:lnTo>
                    <a:pt x="87" y="3"/>
                  </a:lnTo>
                  <a:lnTo>
                    <a:pt x="100" y="1"/>
                  </a:lnTo>
                  <a:lnTo>
                    <a:pt x="115" y="0"/>
                  </a:lnTo>
                  <a:lnTo>
                    <a:pt x="156" y="0"/>
                  </a:lnTo>
                  <a:lnTo>
                    <a:pt x="156" y="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58" name="Group 247">
              <a:extLst>
                <a:ext uri="{FF2B5EF4-FFF2-40B4-BE49-F238E27FC236}">
                  <a16:creationId xmlns:a16="http://schemas.microsoft.com/office/drawing/2014/main" id="{A93E6AED-F03E-8559-37B3-8C3E5174A8CC}"/>
                </a:ext>
              </a:extLst>
            </p:cNvPr>
            <p:cNvGrpSpPr/>
            <p:nvPr/>
          </p:nvGrpSpPr>
          <p:grpSpPr>
            <a:xfrm>
              <a:off x="4095494" y="4627954"/>
              <a:ext cx="463836" cy="473301"/>
              <a:chOff x="3516328" y="2223158"/>
              <a:chExt cx="315988" cy="322436"/>
            </a:xfrm>
            <a:grpFill/>
          </p:grpSpPr>
          <p:sp>
            <p:nvSpPr>
              <p:cNvPr id="501" name="Freeform 8">
                <a:extLst>
                  <a:ext uri="{FF2B5EF4-FFF2-40B4-BE49-F238E27FC236}">
                    <a16:creationId xmlns:a16="http://schemas.microsoft.com/office/drawing/2014/main" id="{9D9042E2-FE7F-EF95-A403-8D5A5EC799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16328" y="2223158"/>
                <a:ext cx="210658" cy="322436"/>
              </a:xfrm>
              <a:custGeom>
                <a:avLst/>
                <a:gdLst/>
                <a:ahLst/>
                <a:cxnLst>
                  <a:cxn ang="0">
                    <a:pos x="141" y="161"/>
                  </a:cxn>
                  <a:cxn ang="0">
                    <a:pos x="132" y="144"/>
                  </a:cxn>
                  <a:cxn ang="0">
                    <a:pos x="135" y="133"/>
                  </a:cxn>
                  <a:cxn ang="0">
                    <a:pos x="154" y="115"/>
                  </a:cxn>
                  <a:cxn ang="0">
                    <a:pos x="173" y="89"/>
                  </a:cxn>
                  <a:cxn ang="0">
                    <a:pos x="174" y="70"/>
                  </a:cxn>
                  <a:cxn ang="0">
                    <a:pos x="169" y="43"/>
                  </a:cxn>
                  <a:cxn ang="0">
                    <a:pos x="147" y="17"/>
                  </a:cxn>
                  <a:cxn ang="0">
                    <a:pos x="121" y="0"/>
                  </a:cxn>
                  <a:cxn ang="0">
                    <a:pos x="84" y="6"/>
                  </a:cxn>
                  <a:cxn ang="0">
                    <a:pos x="45" y="24"/>
                  </a:cxn>
                  <a:cxn ang="0">
                    <a:pos x="26" y="50"/>
                  </a:cxn>
                  <a:cxn ang="0">
                    <a:pos x="21" y="78"/>
                  </a:cxn>
                  <a:cxn ang="0">
                    <a:pos x="30" y="109"/>
                  </a:cxn>
                  <a:cxn ang="0">
                    <a:pos x="58" y="133"/>
                  </a:cxn>
                  <a:cxn ang="0">
                    <a:pos x="86" y="139"/>
                  </a:cxn>
                  <a:cxn ang="0">
                    <a:pos x="95" y="144"/>
                  </a:cxn>
                  <a:cxn ang="0">
                    <a:pos x="95" y="161"/>
                  </a:cxn>
                  <a:cxn ang="0">
                    <a:pos x="106" y="180"/>
                  </a:cxn>
                  <a:cxn ang="0">
                    <a:pos x="50" y="189"/>
                  </a:cxn>
                  <a:cxn ang="0">
                    <a:pos x="32" y="198"/>
                  </a:cxn>
                  <a:cxn ang="0">
                    <a:pos x="8" y="222"/>
                  </a:cxn>
                  <a:cxn ang="0">
                    <a:pos x="0" y="246"/>
                  </a:cxn>
                  <a:cxn ang="0">
                    <a:pos x="13" y="278"/>
                  </a:cxn>
                  <a:cxn ang="0">
                    <a:pos x="48" y="298"/>
                  </a:cxn>
                  <a:cxn ang="0">
                    <a:pos x="86" y="302"/>
                  </a:cxn>
                  <a:cxn ang="0">
                    <a:pos x="148" y="289"/>
                  </a:cxn>
                  <a:cxn ang="0">
                    <a:pos x="182" y="256"/>
                  </a:cxn>
                  <a:cxn ang="0">
                    <a:pos x="189" y="228"/>
                  </a:cxn>
                  <a:cxn ang="0">
                    <a:pos x="182" y="202"/>
                  </a:cxn>
                  <a:cxn ang="0">
                    <a:pos x="156" y="172"/>
                  </a:cxn>
                  <a:cxn ang="0">
                    <a:pos x="104" y="128"/>
                  </a:cxn>
                  <a:cxn ang="0">
                    <a:pos x="74" y="113"/>
                  </a:cxn>
                  <a:cxn ang="0">
                    <a:pos x="58" y="80"/>
                  </a:cxn>
                  <a:cxn ang="0">
                    <a:pos x="56" y="57"/>
                  </a:cxn>
                  <a:cxn ang="0">
                    <a:pos x="63" y="28"/>
                  </a:cxn>
                  <a:cxn ang="0">
                    <a:pos x="76" y="19"/>
                  </a:cxn>
                  <a:cxn ang="0">
                    <a:pos x="91" y="15"/>
                  </a:cxn>
                  <a:cxn ang="0">
                    <a:pos x="121" y="32"/>
                  </a:cxn>
                  <a:cxn ang="0">
                    <a:pos x="137" y="65"/>
                  </a:cxn>
                  <a:cxn ang="0">
                    <a:pos x="141" y="87"/>
                  </a:cxn>
                  <a:cxn ang="0">
                    <a:pos x="135" y="109"/>
                  </a:cxn>
                  <a:cxn ang="0">
                    <a:pos x="126" y="120"/>
                  </a:cxn>
                  <a:cxn ang="0">
                    <a:pos x="104" y="128"/>
                  </a:cxn>
                  <a:cxn ang="0">
                    <a:pos x="104" y="285"/>
                  </a:cxn>
                  <a:cxn ang="0">
                    <a:pos x="63" y="278"/>
                  </a:cxn>
                  <a:cxn ang="0">
                    <a:pos x="41" y="257"/>
                  </a:cxn>
                  <a:cxn ang="0">
                    <a:pos x="36" y="239"/>
                  </a:cxn>
                  <a:cxn ang="0">
                    <a:pos x="43" y="213"/>
                  </a:cxn>
                  <a:cxn ang="0">
                    <a:pos x="69" y="198"/>
                  </a:cxn>
                  <a:cxn ang="0">
                    <a:pos x="95" y="193"/>
                  </a:cxn>
                  <a:cxn ang="0">
                    <a:pos x="119" y="191"/>
                  </a:cxn>
                  <a:cxn ang="0">
                    <a:pos x="152" y="218"/>
                  </a:cxn>
                  <a:cxn ang="0">
                    <a:pos x="161" y="237"/>
                  </a:cxn>
                  <a:cxn ang="0">
                    <a:pos x="161" y="252"/>
                  </a:cxn>
                  <a:cxn ang="0">
                    <a:pos x="148" y="274"/>
                  </a:cxn>
                  <a:cxn ang="0">
                    <a:pos x="117" y="285"/>
                  </a:cxn>
                </a:cxnLst>
                <a:rect l="0" t="0" r="r" b="b"/>
                <a:pathLst>
                  <a:path w="197" h="302">
                    <a:moveTo>
                      <a:pt x="156" y="172"/>
                    </a:moveTo>
                    <a:lnTo>
                      <a:pt x="141" y="161"/>
                    </a:lnTo>
                    <a:lnTo>
                      <a:pt x="141" y="161"/>
                    </a:lnTo>
                    <a:lnTo>
                      <a:pt x="135" y="156"/>
                    </a:lnTo>
                    <a:lnTo>
                      <a:pt x="132" y="150"/>
                    </a:lnTo>
                    <a:lnTo>
                      <a:pt x="132" y="144"/>
                    </a:lnTo>
                    <a:lnTo>
                      <a:pt x="132" y="144"/>
                    </a:lnTo>
                    <a:lnTo>
                      <a:pt x="132" y="139"/>
                    </a:lnTo>
                    <a:lnTo>
                      <a:pt x="135" y="133"/>
                    </a:lnTo>
                    <a:lnTo>
                      <a:pt x="143" y="126"/>
                    </a:lnTo>
                    <a:lnTo>
                      <a:pt x="143" y="126"/>
                    </a:lnTo>
                    <a:lnTo>
                      <a:pt x="154" y="115"/>
                    </a:lnTo>
                    <a:lnTo>
                      <a:pt x="165" y="104"/>
                    </a:lnTo>
                    <a:lnTo>
                      <a:pt x="169" y="96"/>
                    </a:lnTo>
                    <a:lnTo>
                      <a:pt x="173" y="89"/>
                    </a:lnTo>
                    <a:lnTo>
                      <a:pt x="174" y="80"/>
                    </a:lnTo>
                    <a:lnTo>
                      <a:pt x="174" y="70"/>
                    </a:lnTo>
                    <a:lnTo>
                      <a:pt x="174" y="70"/>
                    </a:lnTo>
                    <a:lnTo>
                      <a:pt x="174" y="59"/>
                    </a:lnTo>
                    <a:lnTo>
                      <a:pt x="173" y="50"/>
                    </a:lnTo>
                    <a:lnTo>
                      <a:pt x="169" y="43"/>
                    </a:lnTo>
                    <a:lnTo>
                      <a:pt x="165" y="35"/>
                    </a:lnTo>
                    <a:lnTo>
                      <a:pt x="156" y="24"/>
                    </a:lnTo>
                    <a:lnTo>
                      <a:pt x="147" y="17"/>
                    </a:lnTo>
                    <a:lnTo>
                      <a:pt x="173" y="17"/>
                    </a:lnTo>
                    <a:lnTo>
                      <a:pt x="197" y="0"/>
                    </a:lnTo>
                    <a:lnTo>
                      <a:pt x="121" y="0"/>
                    </a:lnTo>
                    <a:lnTo>
                      <a:pt x="121" y="0"/>
                    </a:lnTo>
                    <a:lnTo>
                      <a:pt x="102" y="2"/>
                    </a:lnTo>
                    <a:lnTo>
                      <a:pt x="84" y="6"/>
                    </a:lnTo>
                    <a:lnTo>
                      <a:pt x="63" y="13"/>
                    </a:lnTo>
                    <a:lnTo>
                      <a:pt x="54" y="19"/>
                    </a:lnTo>
                    <a:lnTo>
                      <a:pt x="45" y="24"/>
                    </a:lnTo>
                    <a:lnTo>
                      <a:pt x="45" y="24"/>
                    </a:lnTo>
                    <a:lnTo>
                      <a:pt x="34" y="35"/>
                    </a:lnTo>
                    <a:lnTo>
                      <a:pt x="26" y="50"/>
                    </a:lnTo>
                    <a:lnTo>
                      <a:pt x="23" y="63"/>
                    </a:lnTo>
                    <a:lnTo>
                      <a:pt x="21" y="78"/>
                    </a:lnTo>
                    <a:lnTo>
                      <a:pt x="21" y="78"/>
                    </a:lnTo>
                    <a:lnTo>
                      <a:pt x="21" y="89"/>
                    </a:lnTo>
                    <a:lnTo>
                      <a:pt x="24" y="100"/>
                    </a:lnTo>
                    <a:lnTo>
                      <a:pt x="30" y="109"/>
                    </a:lnTo>
                    <a:lnTo>
                      <a:pt x="37" y="119"/>
                    </a:lnTo>
                    <a:lnTo>
                      <a:pt x="47" y="128"/>
                    </a:lnTo>
                    <a:lnTo>
                      <a:pt x="58" y="133"/>
                    </a:lnTo>
                    <a:lnTo>
                      <a:pt x="71" y="137"/>
                    </a:lnTo>
                    <a:lnTo>
                      <a:pt x="86" y="139"/>
                    </a:lnTo>
                    <a:lnTo>
                      <a:pt x="86" y="139"/>
                    </a:lnTo>
                    <a:lnTo>
                      <a:pt x="98" y="139"/>
                    </a:lnTo>
                    <a:lnTo>
                      <a:pt x="98" y="139"/>
                    </a:lnTo>
                    <a:lnTo>
                      <a:pt x="95" y="144"/>
                    </a:lnTo>
                    <a:lnTo>
                      <a:pt x="95" y="154"/>
                    </a:lnTo>
                    <a:lnTo>
                      <a:pt x="95" y="154"/>
                    </a:lnTo>
                    <a:lnTo>
                      <a:pt x="95" y="161"/>
                    </a:lnTo>
                    <a:lnTo>
                      <a:pt x="98" y="169"/>
                    </a:lnTo>
                    <a:lnTo>
                      <a:pt x="106" y="180"/>
                    </a:lnTo>
                    <a:lnTo>
                      <a:pt x="106" y="180"/>
                    </a:lnTo>
                    <a:lnTo>
                      <a:pt x="91" y="181"/>
                    </a:lnTo>
                    <a:lnTo>
                      <a:pt x="71" y="183"/>
                    </a:lnTo>
                    <a:lnTo>
                      <a:pt x="50" y="189"/>
                    </a:lnTo>
                    <a:lnTo>
                      <a:pt x="41" y="193"/>
                    </a:lnTo>
                    <a:lnTo>
                      <a:pt x="32" y="198"/>
                    </a:lnTo>
                    <a:lnTo>
                      <a:pt x="32" y="198"/>
                    </a:lnTo>
                    <a:lnTo>
                      <a:pt x="23" y="204"/>
                    </a:lnTo>
                    <a:lnTo>
                      <a:pt x="17" y="209"/>
                    </a:lnTo>
                    <a:lnTo>
                      <a:pt x="8" y="222"/>
                    </a:lnTo>
                    <a:lnTo>
                      <a:pt x="2" y="235"/>
                    </a:lnTo>
                    <a:lnTo>
                      <a:pt x="0" y="246"/>
                    </a:lnTo>
                    <a:lnTo>
                      <a:pt x="0" y="246"/>
                    </a:lnTo>
                    <a:lnTo>
                      <a:pt x="2" y="257"/>
                    </a:lnTo>
                    <a:lnTo>
                      <a:pt x="6" y="267"/>
                    </a:lnTo>
                    <a:lnTo>
                      <a:pt x="13" y="278"/>
                    </a:lnTo>
                    <a:lnTo>
                      <a:pt x="23" y="285"/>
                    </a:lnTo>
                    <a:lnTo>
                      <a:pt x="34" y="293"/>
                    </a:lnTo>
                    <a:lnTo>
                      <a:pt x="48" y="298"/>
                    </a:lnTo>
                    <a:lnTo>
                      <a:pt x="65" y="302"/>
                    </a:lnTo>
                    <a:lnTo>
                      <a:pt x="86" y="302"/>
                    </a:lnTo>
                    <a:lnTo>
                      <a:pt x="86" y="302"/>
                    </a:lnTo>
                    <a:lnTo>
                      <a:pt x="110" y="300"/>
                    </a:lnTo>
                    <a:lnTo>
                      <a:pt x="130" y="296"/>
                    </a:lnTo>
                    <a:lnTo>
                      <a:pt x="148" y="289"/>
                    </a:lnTo>
                    <a:lnTo>
                      <a:pt x="161" y="280"/>
                    </a:lnTo>
                    <a:lnTo>
                      <a:pt x="174" y="268"/>
                    </a:lnTo>
                    <a:lnTo>
                      <a:pt x="182" y="256"/>
                    </a:lnTo>
                    <a:lnTo>
                      <a:pt x="187" y="243"/>
                    </a:lnTo>
                    <a:lnTo>
                      <a:pt x="189" y="228"/>
                    </a:lnTo>
                    <a:lnTo>
                      <a:pt x="189" y="228"/>
                    </a:lnTo>
                    <a:lnTo>
                      <a:pt x="187" y="218"/>
                    </a:lnTo>
                    <a:lnTo>
                      <a:pt x="185" y="209"/>
                    </a:lnTo>
                    <a:lnTo>
                      <a:pt x="182" y="202"/>
                    </a:lnTo>
                    <a:lnTo>
                      <a:pt x="178" y="196"/>
                    </a:lnTo>
                    <a:lnTo>
                      <a:pt x="169" y="183"/>
                    </a:lnTo>
                    <a:lnTo>
                      <a:pt x="156" y="172"/>
                    </a:lnTo>
                    <a:lnTo>
                      <a:pt x="156" y="172"/>
                    </a:lnTo>
                    <a:close/>
                    <a:moveTo>
                      <a:pt x="104" y="128"/>
                    </a:moveTo>
                    <a:lnTo>
                      <a:pt x="104" y="128"/>
                    </a:lnTo>
                    <a:lnTo>
                      <a:pt x="93" y="126"/>
                    </a:lnTo>
                    <a:lnTo>
                      <a:pt x="82" y="120"/>
                    </a:lnTo>
                    <a:lnTo>
                      <a:pt x="74" y="113"/>
                    </a:lnTo>
                    <a:lnTo>
                      <a:pt x="67" y="102"/>
                    </a:lnTo>
                    <a:lnTo>
                      <a:pt x="61" y="91"/>
                    </a:lnTo>
                    <a:lnTo>
                      <a:pt x="58" y="80"/>
                    </a:lnTo>
                    <a:lnTo>
                      <a:pt x="56" y="69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8" y="43"/>
                    </a:lnTo>
                    <a:lnTo>
                      <a:pt x="60" y="35"/>
                    </a:lnTo>
                    <a:lnTo>
                      <a:pt x="63" y="28"/>
                    </a:lnTo>
                    <a:lnTo>
                      <a:pt x="63" y="28"/>
                    </a:lnTo>
                    <a:lnTo>
                      <a:pt x="69" y="22"/>
                    </a:lnTo>
                    <a:lnTo>
                      <a:pt x="76" y="19"/>
                    </a:lnTo>
                    <a:lnTo>
                      <a:pt x="84" y="17"/>
                    </a:lnTo>
                    <a:lnTo>
                      <a:pt x="91" y="15"/>
                    </a:lnTo>
                    <a:lnTo>
                      <a:pt x="91" y="15"/>
                    </a:lnTo>
                    <a:lnTo>
                      <a:pt x="102" y="17"/>
                    </a:lnTo>
                    <a:lnTo>
                      <a:pt x="113" y="22"/>
                    </a:lnTo>
                    <a:lnTo>
                      <a:pt x="121" y="32"/>
                    </a:lnTo>
                    <a:lnTo>
                      <a:pt x="128" y="41"/>
                    </a:lnTo>
                    <a:lnTo>
                      <a:pt x="134" y="52"/>
                    </a:lnTo>
                    <a:lnTo>
                      <a:pt x="137" y="65"/>
                    </a:lnTo>
                    <a:lnTo>
                      <a:pt x="139" y="76"/>
                    </a:lnTo>
                    <a:lnTo>
                      <a:pt x="141" y="87"/>
                    </a:lnTo>
                    <a:lnTo>
                      <a:pt x="141" y="87"/>
                    </a:lnTo>
                    <a:lnTo>
                      <a:pt x="141" y="94"/>
                    </a:lnTo>
                    <a:lnTo>
                      <a:pt x="139" y="102"/>
                    </a:lnTo>
                    <a:lnTo>
                      <a:pt x="135" y="109"/>
                    </a:lnTo>
                    <a:lnTo>
                      <a:pt x="130" y="117"/>
                    </a:lnTo>
                    <a:lnTo>
                      <a:pt x="130" y="117"/>
                    </a:lnTo>
                    <a:lnTo>
                      <a:pt x="126" y="120"/>
                    </a:lnTo>
                    <a:lnTo>
                      <a:pt x="119" y="124"/>
                    </a:lnTo>
                    <a:lnTo>
                      <a:pt x="111" y="128"/>
                    </a:lnTo>
                    <a:lnTo>
                      <a:pt x="104" y="128"/>
                    </a:lnTo>
                    <a:lnTo>
                      <a:pt x="104" y="128"/>
                    </a:lnTo>
                    <a:close/>
                    <a:moveTo>
                      <a:pt x="104" y="285"/>
                    </a:moveTo>
                    <a:lnTo>
                      <a:pt x="104" y="285"/>
                    </a:lnTo>
                    <a:lnTo>
                      <a:pt x="89" y="285"/>
                    </a:lnTo>
                    <a:lnTo>
                      <a:pt x="76" y="283"/>
                    </a:lnTo>
                    <a:lnTo>
                      <a:pt x="63" y="278"/>
                    </a:lnTo>
                    <a:lnTo>
                      <a:pt x="54" y="272"/>
                    </a:lnTo>
                    <a:lnTo>
                      <a:pt x="47" y="265"/>
                    </a:lnTo>
                    <a:lnTo>
                      <a:pt x="41" y="257"/>
                    </a:lnTo>
                    <a:lnTo>
                      <a:pt x="37" y="248"/>
                    </a:lnTo>
                    <a:lnTo>
                      <a:pt x="36" y="239"/>
                    </a:lnTo>
                    <a:lnTo>
                      <a:pt x="36" y="239"/>
                    </a:lnTo>
                    <a:lnTo>
                      <a:pt x="37" y="228"/>
                    </a:lnTo>
                    <a:lnTo>
                      <a:pt x="39" y="220"/>
                    </a:lnTo>
                    <a:lnTo>
                      <a:pt x="43" y="213"/>
                    </a:lnTo>
                    <a:lnTo>
                      <a:pt x="48" y="209"/>
                    </a:lnTo>
                    <a:lnTo>
                      <a:pt x="60" y="202"/>
                    </a:lnTo>
                    <a:lnTo>
                      <a:pt x="69" y="198"/>
                    </a:lnTo>
                    <a:lnTo>
                      <a:pt x="69" y="198"/>
                    </a:lnTo>
                    <a:lnTo>
                      <a:pt x="82" y="194"/>
                    </a:lnTo>
                    <a:lnTo>
                      <a:pt x="95" y="193"/>
                    </a:lnTo>
                    <a:lnTo>
                      <a:pt x="110" y="191"/>
                    </a:lnTo>
                    <a:lnTo>
                      <a:pt x="110" y="191"/>
                    </a:lnTo>
                    <a:lnTo>
                      <a:pt x="119" y="191"/>
                    </a:lnTo>
                    <a:lnTo>
                      <a:pt x="119" y="191"/>
                    </a:lnTo>
                    <a:lnTo>
                      <a:pt x="139" y="206"/>
                    </a:lnTo>
                    <a:lnTo>
                      <a:pt x="152" y="218"/>
                    </a:lnTo>
                    <a:lnTo>
                      <a:pt x="156" y="224"/>
                    </a:lnTo>
                    <a:lnTo>
                      <a:pt x="160" y="230"/>
                    </a:lnTo>
                    <a:lnTo>
                      <a:pt x="161" y="237"/>
                    </a:lnTo>
                    <a:lnTo>
                      <a:pt x="161" y="243"/>
                    </a:lnTo>
                    <a:lnTo>
                      <a:pt x="161" y="243"/>
                    </a:lnTo>
                    <a:lnTo>
                      <a:pt x="161" y="252"/>
                    </a:lnTo>
                    <a:lnTo>
                      <a:pt x="158" y="261"/>
                    </a:lnTo>
                    <a:lnTo>
                      <a:pt x="154" y="268"/>
                    </a:lnTo>
                    <a:lnTo>
                      <a:pt x="148" y="274"/>
                    </a:lnTo>
                    <a:lnTo>
                      <a:pt x="139" y="280"/>
                    </a:lnTo>
                    <a:lnTo>
                      <a:pt x="130" y="283"/>
                    </a:lnTo>
                    <a:lnTo>
                      <a:pt x="117" y="285"/>
                    </a:lnTo>
                    <a:lnTo>
                      <a:pt x="104" y="285"/>
                    </a:lnTo>
                    <a:lnTo>
                      <a:pt x="104" y="28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2" name="Freeform 9">
                <a:extLst>
                  <a:ext uri="{FF2B5EF4-FFF2-40B4-BE49-F238E27FC236}">
                    <a16:creationId xmlns:a16="http://schemas.microsoft.com/office/drawing/2014/main" id="{451977E0-7B42-BC16-1D44-51505C1CF4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6986" y="2315589"/>
                <a:ext cx="105330" cy="107479"/>
              </a:xfrm>
              <a:custGeom>
                <a:avLst/>
                <a:gdLst/>
                <a:ahLst/>
                <a:cxnLst>
                  <a:cxn ang="0">
                    <a:pos x="57" y="41"/>
                  </a:cxn>
                  <a:cxn ang="0">
                    <a:pos x="57" y="0"/>
                  </a:cxn>
                  <a:cxn ang="0">
                    <a:pos x="38" y="0"/>
                  </a:cxn>
                  <a:cxn ang="0">
                    <a:pos x="38" y="41"/>
                  </a:cxn>
                  <a:cxn ang="0">
                    <a:pos x="0" y="41"/>
                  </a:cxn>
                  <a:cxn ang="0">
                    <a:pos x="0" y="59"/>
                  </a:cxn>
                  <a:cxn ang="0">
                    <a:pos x="38" y="59"/>
                  </a:cxn>
                  <a:cxn ang="0">
                    <a:pos x="38" y="100"/>
                  </a:cxn>
                  <a:cxn ang="0">
                    <a:pos x="57" y="100"/>
                  </a:cxn>
                  <a:cxn ang="0">
                    <a:pos x="57" y="59"/>
                  </a:cxn>
                  <a:cxn ang="0">
                    <a:pos x="98" y="59"/>
                  </a:cxn>
                  <a:cxn ang="0">
                    <a:pos x="98" y="41"/>
                  </a:cxn>
                  <a:cxn ang="0">
                    <a:pos x="57" y="41"/>
                  </a:cxn>
                </a:cxnLst>
                <a:rect l="0" t="0" r="r" b="b"/>
                <a:pathLst>
                  <a:path w="98" h="100">
                    <a:moveTo>
                      <a:pt x="57" y="41"/>
                    </a:moveTo>
                    <a:lnTo>
                      <a:pt x="57" y="0"/>
                    </a:lnTo>
                    <a:lnTo>
                      <a:pt x="38" y="0"/>
                    </a:lnTo>
                    <a:lnTo>
                      <a:pt x="38" y="41"/>
                    </a:lnTo>
                    <a:lnTo>
                      <a:pt x="0" y="41"/>
                    </a:lnTo>
                    <a:lnTo>
                      <a:pt x="0" y="59"/>
                    </a:lnTo>
                    <a:lnTo>
                      <a:pt x="38" y="59"/>
                    </a:lnTo>
                    <a:lnTo>
                      <a:pt x="38" y="100"/>
                    </a:lnTo>
                    <a:lnTo>
                      <a:pt x="57" y="100"/>
                    </a:lnTo>
                    <a:lnTo>
                      <a:pt x="57" y="59"/>
                    </a:lnTo>
                    <a:lnTo>
                      <a:pt x="98" y="59"/>
                    </a:lnTo>
                    <a:lnTo>
                      <a:pt x="98" y="41"/>
                    </a:lnTo>
                    <a:lnTo>
                      <a:pt x="57" y="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59" name="Freeform 10">
              <a:extLst>
                <a:ext uri="{FF2B5EF4-FFF2-40B4-BE49-F238E27FC236}">
                  <a16:creationId xmlns:a16="http://schemas.microsoft.com/office/drawing/2014/main" id="{78384E7D-BB4C-157F-413E-7B958F754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444" y="4651890"/>
              <a:ext cx="299757" cy="413352"/>
            </a:xfrm>
            <a:custGeom>
              <a:avLst/>
              <a:gdLst/>
              <a:ahLst/>
              <a:cxnLst>
                <a:cxn ang="0">
                  <a:pos x="74" y="189"/>
                </a:cxn>
                <a:cxn ang="0">
                  <a:pos x="83" y="194"/>
                </a:cxn>
                <a:cxn ang="0">
                  <a:pos x="96" y="198"/>
                </a:cxn>
                <a:cxn ang="0">
                  <a:pos x="159" y="198"/>
                </a:cxn>
                <a:cxn ang="0">
                  <a:pos x="170" y="200"/>
                </a:cxn>
                <a:cxn ang="0">
                  <a:pos x="182" y="207"/>
                </a:cxn>
                <a:cxn ang="0">
                  <a:pos x="185" y="213"/>
                </a:cxn>
                <a:cxn ang="0">
                  <a:pos x="191" y="224"/>
                </a:cxn>
                <a:cxn ang="0">
                  <a:pos x="191" y="229"/>
                </a:cxn>
                <a:cxn ang="0">
                  <a:pos x="189" y="242"/>
                </a:cxn>
                <a:cxn ang="0">
                  <a:pos x="182" y="253"/>
                </a:cxn>
                <a:cxn ang="0">
                  <a:pos x="176" y="257"/>
                </a:cxn>
                <a:cxn ang="0">
                  <a:pos x="165" y="263"/>
                </a:cxn>
                <a:cxn ang="0">
                  <a:pos x="96" y="263"/>
                </a:cxn>
                <a:cxn ang="0">
                  <a:pos x="76" y="261"/>
                </a:cxn>
                <a:cxn ang="0">
                  <a:pos x="43" y="246"/>
                </a:cxn>
                <a:cxn ang="0">
                  <a:pos x="28" y="235"/>
                </a:cxn>
                <a:cxn ang="0">
                  <a:pos x="8" y="202"/>
                </a:cxn>
                <a:cxn ang="0">
                  <a:pos x="0" y="165"/>
                </a:cxn>
                <a:cxn ang="0">
                  <a:pos x="0" y="33"/>
                </a:cxn>
                <a:cxn ang="0">
                  <a:pos x="2" y="20"/>
                </a:cxn>
                <a:cxn ang="0">
                  <a:pos x="9" y="9"/>
                </a:cxn>
                <a:cxn ang="0">
                  <a:pos x="15" y="5"/>
                </a:cxn>
                <a:cxn ang="0">
                  <a:pos x="26" y="2"/>
                </a:cxn>
                <a:cxn ang="0">
                  <a:pos x="32" y="0"/>
                </a:cxn>
                <a:cxn ang="0">
                  <a:pos x="45" y="4"/>
                </a:cxn>
                <a:cxn ang="0">
                  <a:pos x="56" y="9"/>
                </a:cxn>
                <a:cxn ang="0">
                  <a:pos x="59" y="15"/>
                </a:cxn>
                <a:cxn ang="0">
                  <a:pos x="63" y="26"/>
                </a:cxn>
                <a:cxn ang="0">
                  <a:pos x="65" y="66"/>
                </a:cxn>
                <a:cxn ang="0">
                  <a:pos x="159" y="66"/>
                </a:cxn>
                <a:cxn ang="0">
                  <a:pos x="170" y="68"/>
                </a:cxn>
                <a:cxn ang="0">
                  <a:pos x="182" y="76"/>
                </a:cxn>
                <a:cxn ang="0">
                  <a:pos x="185" y="81"/>
                </a:cxn>
                <a:cxn ang="0">
                  <a:pos x="191" y="92"/>
                </a:cxn>
                <a:cxn ang="0">
                  <a:pos x="191" y="100"/>
                </a:cxn>
                <a:cxn ang="0">
                  <a:pos x="189" y="111"/>
                </a:cxn>
                <a:cxn ang="0">
                  <a:pos x="182" y="122"/>
                </a:cxn>
                <a:cxn ang="0">
                  <a:pos x="176" y="126"/>
                </a:cxn>
                <a:cxn ang="0">
                  <a:pos x="165" y="131"/>
                </a:cxn>
                <a:cxn ang="0">
                  <a:pos x="65" y="131"/>
                </a:cxn>
                <a:cxn ang="0">
                  <a:pos x="65" y="165"/>
                </a:cxn>
                <a:cxn ang="0">
                  <a:pos x="67" y="178"/>
                </a:cxn>
                <a:cxn ang="0">
                  <a:pos x="74" y="189"/>
                </a:cxn>
              </a:cxnLst>
              <a:rect l="0" t="0" r="r" b="b"/>
              <a:pathLst>
                <a:path w="191" h="263">
                  <a:moveTo>
                    <a:pt x="74" y="189"/>
                  </a:moveTo>
                  <a:lnTo>
                    <a:pt x="74" y="189"/>
                  </a:lnTo>
                  <a:lnTo>
                    <a:pt x="78" y="192"/>
                  </a:lnTo>
                  <a:lnTo>
                    <a:pt x="83" y="194"/>
                  </a:lnTo>
                  <a:lnTo>
                    <a:pt x="89" y="196"/>
                  </a:lnTo>
                  <a:lnTo>
                    <a:pt x="96" y="198"/>
                  </a:lnTo>
                  <a:lnTo>
                    <a:pt x="159" y="198"/>
                  </a:lnTo>
                  <a:lnTo>
                    <a:pt x="159" y="198"/>
                  </a:lnTo>
                  <a:lnTo>
                    <a:pt x="165" y="198"/>
                  </a:lnTo>
                  <a:lnTo>
                    <a:pt x="170" y="200"/>
                  </a:lnTo>
                  <a:lnTo>
                    <a:pt x="176" y="203"/>
                  </a:lnTo>
                  <a:lnTo>
                    <a:pt x="182" y="207"/>
                  </a:lnTo>
                  <a:lnTo>
                    <a:pt x="182" y="207"/>
                  </a:lnTo>
                  <a:lnTo>
                    <a:pt x="185" y="213"/>
                  </a:lnTo>
                  <a:lnTo>
                    <a:pt x="189" y="218"/>
                  </a:lnTo>
                  <a:lnTo>
                    <a:pt x="191" y="224"/>
                  </a:lnTo>
                  <a:lnTo>
                    <a:pt x="191" y="229"/>
                  </a:lnTo>
                  <a:lnTo>
                    <a:pt x="191" y="229"/>
                  </a:lnTo>
                  <a:lnTo>
                    <a:pt x="191" y="237"/>
                  </a:lnTo>
                  <a:lnTo>
                    <a:pt x="189" y="242"/>
                  </a:lnTo>
                  <a:lnTo>
                    <a:pt x="185" y="248"/>
                  </a:lnTo>
                  <a:lnTo>
                    <a:pt x="182" y="253"/>
                  </a:lnTo>
                  <a:lnTo>
                    <a:pt x="182" y="253"/>
                  </a:lnTo>
                  <a:lnTo>
                    <a:pt x="176" y="257"/>
                  </a:lnTo>
                  <a:lnTo>
                    <a:pt x="170" y="261"/>
                  </a:lnTo>
                  <a:lnTo>
                    <a:pt x="165" y="263"/>
                  </a:lnTo>
                  <a:lnTo>
                    <a:pt x="159" y="263"/>
                  </a:lnTo>
                  <a:lnTo>
                    <a:pt x="96" y="263"/>
                  </a:lnTo>
                  <a:lnTo>
                    <a:pt x="96" y="263"/>
                  </a:lnTo>
                  <a:lnTo>
                    <a:pt x="76" y="261"/>
                  </a:lnTo>
                  <a:lnTo>
                    <a:pt x="59" y="255"/>
                  </a:lnTo>
                  <a:lnTo>
                    <a:pt x="43" y="246"/>
                  </a:lnTo>
                  <a:lnTo>
                    <a:pt x="28" y="235"/>
                  </a:lnTo>
                  <a:lnTo>
                    <a:pt x="28" y="235"/>
                  </a:lnTo>
                  <a:lnTo>
                    <a:pt x="17" y="218"/>
                  </a:lnTo>
                  <a:lnTo>
                    <a:pt x="8" y="202"/>
                  </a:lnTo>
                  <a:lnTo>
                    <a:pt x="2" y="185"/>
                  </a:lnTo>
                  <a:lnTo>
                    <a:pt x="0" y="165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2" y="20"/>
                  </a:lnTo>
                  <a:lnTo>
                    <a:pt x="6" y="15"/>
                  </a:lnTo>
                  <a:lnTo>
                    <a:pt x="9" y="9"/>
                  </a:lnTo>
                  <a:lnTo>
                    <a:pt x="9" y="9"/>
                  </a:lnTo>
                  <a:lnTo>
                    <a:pt x="15" y="5"/>
                  </a:lnTo>
                  <a:lnTo>
                    <a:pt x="20" y="4"/>
                  </a:lnTo>
                  <a:lnTo>
                    <a:pt x="26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9" y="2"/>
                  </a:lnTo>
                  <a:lnTo>
                    <a:pt x="45" y="4"/>
                  </a:lnTo>
                  <a:lnTo>
                    <a:pt x="50" y="5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9" y="15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5" y="33"/>
                  </a:lnTo>
                  <a:lnTo>
                    <a:pt x="65" y="66"/>
                  </a:lnTo>
                  <a:lnTo>
                    <a:pt x="159" y="66"/>
                  </a:lnTo>
                  <a:lnTo>
                    <a:pt x="159" y="66"/>
                  </a:lnTo>
                  <a:lnTo>
                    <a:pt x="165" y="66"/>
                  </a:lnTo>
                  <a:lnTo>
                    <a:pt x="170" y="68"/>
                  </a:lnTo>
                  <a:lnTo>
                    <a:pt x="176" y="72"/>
                  </a:lnTo>
                  <a:lnTo>
                    <a:pt x="182" y="76"/>
                  </a:lnTo>
                  <a:lnTo>
                    <a:pt x="182" y="76"/>
                  </a:lnTo>
                  <a:lnTo>
                    <a:pt x="185" y="81"/>
                  </a:lnTo>
                  <a:lnTo>
                    <a:pt x="189" y="87"/>
                  </a:lnTo>
                  <a:lnTo>
                    <a:pt x="191" y="92"/>
                  </a:lnTo>
                  <a:lnTo>
                    <a:pt x="191" y="100"/>
                  </a:lnTo>
                  <a:lnTo>
                    <a:pt x="191" y="100"/>
                  </a:lnTo>
                  <a:lnTo>
                    <a:pt x="191" y="105"/>
                  </a:lnTo>
                  <a:lnTo>
                    <a:pt x="189" y="111"/>
                  </a:lnTo>
                  <a:lnTo>
                    <a:pt x="185" y="116"/>
                  </a:lnTo>
                  <a:lnTo>
                    <a:pt x="182" y="122"/>
                  </a:lnTo>
                  <a:lnTo>
                    <a:pt x="182" y="122"/>
                  </a:lnTo>
                  <a:lnTo>
                    <a:pt x="176" y="126"/>
                  </a:lnTo>
                  <a:lnTo>
                    <a:pt x="170" y="129"/>
                  </a:lnTo>
                  <a:lnTo>
                    <a:pt x="165" y="131"/>
                  </a:lnTo>
                  <a:lnTo>
                    <a:pt x="159" y="131"/>
                  </a:lnTo>
                  <a:lnTo>
                    <a:pt x="65" y="131"/>
                  </a:lnTo>
                  <a:lnTo>
                    <a:pt x="65" y="165"/>
                  </a:lnTo>
                  <a:lnTo>
                    <a:pt x="65" y="165"/>
                  </a:lnTo>
                  <a:lnTo>
                    <a:pt x="65" y="172"/>
                  </a:lnTo>
                  <a:lnTo>
                    <a:pt x="67" y="178"/>
                  </a:lnTo>
                  <a:lnTo>
                    <a:pt x="69" y="183"/>
                  </a:lnTo>
                  <a:lnTo>
                    <a:pt x="74" y="189"/>
                  </a:lnTo>
                  <a:lnTo>
                    <a:pt x="74" y="18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" name="Freeform 11">
              <a:extLst>
                <a:ext uri="{FF2B5EF4-FFF2-40B4-BE49-F238E27FC236}">
                  <a16:creationId xmlns:a16="http://schemas.microsoft.com/office/drawing/2014/main" id="{2BF925DA-DC9D-1CC1-0AAD-32747A5CA7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89890" y="5414968"/>
              <a:ext cx="394419" cy="444905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214" y="13"/>
                </a:cxn>
                <a:cxn ang="0">
                  <a:pos x="227" y="35"/>
                </a:cxn>
                <a:cxn ang="0">
                  <a:pos x="227" y="53"/>
                </a:cxn>
                <a:cxn ang="0">
                  <a:pos x="214" y="77"/>
                </a:cxn>
                <a:cxn ang="0">
                  <a:pos x="192" y="88"/>
                </a:cxn>
                <a:cxn ang="0">
                  <a:pos x="174" y="88"/>
                </a:cxn>
                <a:cxn ang="0">
                  <a:pos x="152" y="77"/>
                </a:cxn>
                <a:cxn ang="0">
                  <a:pos x="139" y="53"/>
                </a:cxn>
                <a:cxn ang="0">
                  <a:pos x="139" y="35"/>
                </a:cxn>
                <a:cxn ang="0">
                  <a:pos x="152" y="13"/>
                </a:cxn>
                <a:cxn ang="0">
                  <a:pos x="174" y="0"/>
                </a:cxn>
                <a:cxn ang="0">
                  <a:pos x="98" y="13"/>
                </a:cxn>
                <a:cxn ang="0">
                  <a:pos x="111" y="14"/>
                </a:cxn>
                <a:cxn ang="0">
                  <a:pos x="126" y="27"/>
                </a:cxn>
                <a:cxn ang="0">
                  <a:pos x="131" y="46"/>
                </a:cxn>
                <a:cxn ang="0">
                  <a:pos x="127" y="59"/>
                </a:cxn>
                <a:cxn ang="0">
                  <a:pos x="116" y="74"/>
                </a:cxn>
                <a:cxn ang="0">
                  <a:pos x="98" y="79"/>
                </a:cxn>
                <a:cxn ang="0">
                  <a:pos x="85" y="77"/>
                </a:cxn>
                <a:cxn ang="0">
                  <a:pos x="70" y="64"/>
                </a:cxn>
                <a:cxn ang="0">
                  <a:pos x="65" y="46"/>
                </a:cxn>
                <a:cxn ang="0">
                  <a:pos x="66" y="33"/>
                </a:cxn>
                <a:cxn ang="0">
                  <a:pos x="79" y="18"/>
                </a:cxn>
                <a:cxn ang="0">
                  <a:pos x="98" y="13"/>
                </a:cxn>
                <a:cxn ang="0">
                  <a:pos x="33" y="22"/>
                </a:cxn>
                <a:cxn ang="0">
                  <a:pos x="55" y="37"/>
                </a:cxn>
                <a:cxn ang="0">
                  <a:pos x="55" y="55"/>
                </a:cxn>
                <a:cxn ang="0">
                  <a:pos x="33" y="70"/>
                </a:cxn>
                <a:cxn ang="0">
                  <a:pos x="15" y="63"/>
                </a:cxn>
                <a:cxn ang="0">
                  <a:pos x="9" y="46"/>
                </a:cxn>
                <a:cxn ang="0">
                  <a:pos x="24" y="24"/>
                </a:cxn>
                <a:cxn ang="0">
                  <a:pos x="250" y="281"/>
                </a:cxn>
                <a:cxn ang="0">
                  <a:pos x="50" y="222"/>
                </a:cxn>
                <a:cxn ang="0">
                  <a:pos x="0" y="107"/>
                </a:cxn>
                <a:cxn ang="0">
                  <a:pos x="0" y="100"/>
                </a:cxn>
                <a:cxn ang="0">
                  <a:pos x="9" y="83"/>
                </a:cxn>
                <a:cxn ang="0">
                  <a:pos x="26" y="74"/>
                </a:cxn>
                <a:cxn ang="0">
                  <a:pos x="44" y="75"/>
                </a:cxn>
                <a:cxn ang="0">
                  <a:pos x="66" y="98"/>
                </a:cxn>
                <a:cxn ang="0">
                  <a:pos x="81" y="88"/>
                </a:cxn>
                <a:cxn ang="0">
                  <a:pos x="98" y="85"/>
                </a:cxn>
                <a:cxn ang="0">
                  <a:pos x="135" y="103"/>
                </a:cxn>
                <a:cxn ang="0">
                  <a:pos x="152" y="107"/>
                </a:cxn>
                <a:cxn ang="0">
                  <a:pos x="185" y="98"/>
                </a:cxn>
                <a:cxn ang="0">
                  <a:pos x="209" y="103"/>
                </a:cxn>
                <a:cxn ang="0">
                  <a:pos x="237" y="125"/>
                </a:cxn>
                <a:cxn ang="0">
                  <a:pos x="250" y="161"/>
                </a:cxn>
              </a:cxnLst>
              <a:rect l="0" t="0" r="r" b="b"/>
              <a:pathLst>
                <a:path w="250" h="281">
                  <a:moveTo>
                    <a:pt x="183" y="0"/>
                  </a:moveTo>
                  <a:lnTo>
                    <a:pt x="183" y="0"/>
                  </a:lnTo>
                  <a:lnTo>
                    <a:pt x="192" y="0"/>
                  </a:lnTo>
                  <a:lnTo>
                    <a:pt x="202" y="3"/>
                  </a:lnTo>
                  <a:lnTo>
                    <a:pt x="209" y="7"/>
                  </a:lnTo>
                  <a:lnTo>
                    <a:pt x="214" y="13"/>
                  </a:lnTo>
                  <a:lnTo>
                    <a:pt x="220" y="20"/>
                  </a:lnTo>
                  <a:lnTo>
                    <a:pt x="226" y="27"/>
                  </a:lnTo>
                  <a:lnTo>
                    <a:pt x="227" y="35"/>
                  </a:lnTo>
                  <a:lnTo>
                    <a:pt x="229" y="44"/>
                  </a:lnTo>
                  <a:lnTo>
                    <a:pt x="229" y="44"/>
                  </a:lnTo>
                  <a:lnTo>
                    <a:pt x="227" y="53"/>
                  </a:lnTo>
                  <a:lnTo>
                    <a:pt x="226" y="63"/>
                  </a:lnTo>
                  <a:lnTo>
                    <a:pt x="220" y="70"/>
                  </a:lnTo>
                  <a:lnTo>
                    <a:pt x="214" y="77"/>
                  </a:lnTo>
                  <a:lnTo>
                    <a:pt x="209" y="83"/>
                  </a:lnTo>
                  <a:lnTo>
                    <a:pt x="202" y="87"/>
                  </a:lnTo>
                  <a:lnTo>
                    <a:pt x="192" y="88"/>
                  </a:lnTo>
                  <a:lnTo>
                    <a:pt x="183" y="90"/>
                  </a:lnTo>
                  <a:lnTo>
                    <a:pt x="183" y="90"/>
                  </a:lnTo>
                  <a:lnTo>
                    <a:pt x="174" y="88"/>
                  </a:lnTo>
                  <a:lnTo>
                    <a:pt x="166" y="87"/>
                  </a:lnTo>
                  <a:lnTo>
                    <a:pt x="157" y="83"/>
                  </a:lnTo>
                  <a:lnTo>
                    <a:pt x="152" y="77"/>
                  </a:lnTo>
                  <a:lnTo>
                    <a:pt x="146" y="70"/>
                  </a:lnTo>
                  <a:lnTo>
                    <a:pt x="140" y="63"/>
                  </a:lnTo>
                  <a:lnTo>
                    <a:pt x="139" y="53"/>
                  </a:lnTo>
                  <a:lnTo>
                    <a:pt x="139" y="44"/>
                  </a:lnTo>
                  <a:lnTo>
                    <a:pt x="139" y="44"/>
                  </a:lnTo>
                  <a:lnTo>
                    <a:pt x="139" y="35"/>
                  </a:lnTo>
                  <a:lnTo>
                    <a:pt x="140" y="27"/>
                  </a:lnTo>
                  <a:lnTo>
                    <a:pt x="146" y="20"/>
                  </a:lnTo>
                  <a:lnTo>
                    <a:pt x="152" y="13"/>
                  </a:lnTo>
                  <a:lnTo>
                    <a:pt x="157" y="7"/>
                  </a:lnTo>
                  <a:lnTo>
                    <a:pt x="166" y="3"/>
                  </a:lnTo>
                  <a:lnTo>
                    <a:pt x="174" y="0"/>
                  </a:lnTo>
                  <a:lnTo>
                    <a:pt x="183" y="0"/>
                  </a:lnTo>
                  <a:lnTo>
                    <a:pt x="183" y="0"/>
                  </a:lnTo>
                  <a:close/>
                  <a:moveTo>
                    <a:pt x="98" y="13"/>
                  </a:moveTo>
                  <a:lnTo>
                    <a:pt x="98" y="13"/>
                  </a:lnTo>
                  <a:lnTo>
                    <a:pt x="103" y="13"/>
                  </a:lnTo>
                  <a:lnTo>
                    <a:pt x="111" y="14"/>
                  </a:lnTo>
                  <a:lnTo>
                    <a:pt x="116" y="18"/>
                  </a:lnTo>
                  <a:lnTo>
                    <a:pt x="120" y="22"/>
                  </a:lnTo>
                  <a:lnTo>
                    <a:pt x="126" y="27"/>
                  </a:lnTo>
                  <a:lnTo>
                    <a:pt x="127" y="33"/>
                  </a:lnTo>
                  <a:lnTo>
                    <a:pt x="129" y="38"/>
                  </a:lnTo>
                  <a:lnTo>
                    <a:pt x="131" y="46"/>
                  </a:lnTo>
                  <a:lnTo>
                    <a:pt x="131" y="46"/>
                  </a:lnTo>
                  <a:lnTo>
                    <a:pt x="129" y="53"/>
                  </a:lnTo>
                  <a:lnTo>
                    <a:pt x="127" y="59"/>
                  </a:lnTo>
                  <a:lnTo>
                    <a:pt x="126" y="64"/>
                  </a:lnTo>
                  <a:lnTo>
                    <a:pt x="120" y="70"/>
                  </a:lnTo>
                  <a:lnTo>
                    <a:pt x="116" y="74"/>
                  </a:lnTo>
                  <a:lnTo>
                    <a:pt x="111" y="77"/>
                  </a:lnTo>
                  <a:lnTo>
                    <a:pt x="103" y="79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0" y="79"/>
                  </a:lnTo>
                  <a:lnTo>
                    <a:pt x="85" y="77"/>
                  </a:lnTo>
                  <a:lnTo>
                    <a:pt x="79" y="74"/>
                  </a:lnTo>
                  <a:lnTo>
                    <a:pt x="74" y="70"/>
                  </a:lnTo>
                  <a:lnTo>
                    <a:pt x="70" y="64"/>
                  </a:lnTo>
                  <a:lnTo>
                    <a:pt x="66" y="59"/>
                  </a:lnTo>
                  <a:lnTo>
                    <a:pt x="65" y="53"/>
                  </a:lnTo>
                  <a:lnTo>
                    <a:pt x="65" y="46"/>
                  </a:lnTo>
                  <a:lnTo>
                    <a:pt x="65" y="46"/>
                  </a:lnTo>
                  <a:lnTo>
                    <a:pt x="65" y="38"/>
                  </a:lnTo>
                  <a:lnTo>
                    <a:pt x="66" y="33"/>
                  </a:lnTo>
                  <a:lnTo>
                    <a:pt x="70" y="27"/>
                  </a:lnTo>
                  <a:lnTo>
                    <a:pt x="74" y="22"/>
                  </a:lnTo>
                  <a:lnTo>
                    <a:pt x="79" y="18"/>
                  </a:lnTo>
                  <a:lnTo>
                    <a:pt x="85" y="14"/>
                  </a:lnTo>
                  <a:lnTo>
                    <a:pt x="90" y="13"/>
                  </a:lnTo>
                  <a:lnTo>
                    <a:pt x="98" y="13"/>
                  </a:lnTo>
                  <a:lnTo>
                    <a:pt x="98" y="13"/>
                  </a:lnTo>
                  <a:close/>
                  <a:moveTo>
                    <a:pt x="33" y="22"/>
                  </a:moveTo>
                  <a:lnTo>
                    <a:pt x="33" y="22"/>
                  </a:lnTo>
                  <a:lnTo>
                    <a:pt x="42" y="24"/>
                  </a:lnTo>
                  <a:lnTo>
                    <a:pt x="50" y="27"/>
                  </a:lnTo>
                  <a:lnTo>
                    <a:pt x="55" y="37"/>
                  </a:lnTo>
                  <a:lnTo>
                    <a:pt x="57" y="46"/>
                  </a:lnTo>
                  <a:lnTo>
                    <a:pt x="57" y="46"/>
                  </a:lnTo>
                  <a:lnTo>
                    <a:pt x="55" y="55"/>
                  </a:lnTo>
                  <a:lnTo>
                    <a:pt x="50" y="63"/>
                  </a:lnTo>
                  <a:lnTo>
                    <a:pt x="42" y="68"/>
                  </a:lnTo>
                  <a:lnTo>
                    <a:pt x="33" y="70"/>
                  </a:lnTo>
                  <a:lnTo>
                    <a:pt x="33" y="70"/>
                  </a:lnTo>
                  <a:lnTo>
                    <a:pt x="24" y="68"/>
                  </a:lnTo>
                  <a:lnTo>
                    <a:pt x="15" y="63"/>
                  </a:lnTo>
                  <a:lnTo>
                    <a:pt x="11" y="55"/>
                  </a:lnTo>
                  <a:lnTo>
                    <a:pt x="9" y="46"/>
                  </a:lnTo>
                  <a:lnTo>
                    <a:pt x="9" y="46"/>
                  </a:lnTo>
                  <a:lnTo>
                    <a:pt x="11" y="37"/>
                  </a:lnTo>
                  <a:lnTo>
                    <a:pt x="15" y="27"/>
                  </a:lnTo>
                  <a:lnTo>
                    <a:pt x="24" y="24"/>
                  </a:lnTo>
                  <a:lnTo>
                    <a:pt x="33" y="22"/>
                  </a:lnTo>
                  <a:lnTo>
                    <a:pt x="33" y="22"/>
                  </a:lnTo>
                  <a:close/>
                  <a:moveTo>
                    <a:pt x="250" y="281"/>
                  </a:moveTo>
                  <a:lnTo>
                    <a:pt x="120" y="281"/>
                  </a:lnTo>
                  <a:lnTo>
                    <a:pt x="120" y="222"/>
                  </a:lnTo>
                  <a:lnTo>
                    <a:pt x="50" y="222"/>
                  </a:lnTo>
                  <a:lnTo>
                    <a:pt x="50" y="172"/>
                  </a:lnTo>
                  <a:lnTo>
                    <a:pt x="0" y="172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0" y="100"/>
                  </a:lnTo>
                  <a:lnTo>
                    <a:pt x="2" y="94"/>
                  </a:lnTo>
                  <a:lnTo>
                    <a:pt x="5" y="88"/>
                  </a:lnTo>
                  <a:lnTo>
                    <a:pt x="9" y="83"/>
                  </a:lnTo>
                  <a:lnTo>
                    <a:pt x="15" y="79"/>
                  </a:lnTo>
                  <a:lnTo>
                    <a:pt x="20" y="75"/>
                  </a:lnTo>
                  <a:lnTo>
                    <a:pt x="26" y="74"/>
                  </a:lnTo>
                  <a:lnTo>
                    <a:pt x="33" y="74"/>
                  </a:lnTo>
                  <a:lnTo>
                    <a:pt x="33" y="74"/>
                  </a:lnTo>
                  <a:lnTo>
                    <a:pt x="44" y="75"/>
                  </a:lnTo>
                  <a:lnTo>
                    <a:pt x="53" y="81"/>
                  </a:lnTo>
                  <a:lnTo>
                    <a:pt x="61" y="88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72" y="92"/>
                  </a:lnTo>
                  <a:lnTo>
                    <a:pt x="81" y="88"/>
                  </a:lnTo>
                  <a:lnTo>
                    <a:pt x="89" y="87"/>
                  </a:lnTo>
                  <a:lnTo>
                    <a:pt x="98" y="85"/>
                  </a:lnTo>
                  <a:lnTo>
                    <a:pt x="98" y="85"/>
                  </a:lnTo>
                  <a:lnTo>
                    <a:pt x="113" y="88"/>
                  </a:lnTo>
                  <a:lnTo>
                    <a:pt x="124" y="94"/>
                  </a:lnTo>
                  <a:lnTo>
                    <a:pt x="135" y="103"/>
                  </a:lnTo>
                  <a:lnTo>
                    <a:pt x="142" y="114"/>
                  </a:lnTo>
                  <a:lnTo>
                    <a:pt x="142" y="114"/>
                  </a:lnTo>
                  <a:lnTo>
                    <a:pt x="152" y="107"/>
                  </a:lnTo>
                  <a:lnTo>
                    <a:pt x="161" y="101"/>
                  </a:lnTo>
                  <a:lnTo>
                    <a:pt x="172" y="100"/>
                  </a:lnTo>
                  <a:lnTo>
                    <a:pt x="185" y="98"/>
                  </a:lnTo>
                  <a:lnTo>
                    <a:pt x="185" y="98"/>
                  </a:lnTo>
                  <a:lnTo>
                    <a:pt x="198" y="100"/>
                  </a:lnTo>
                  <a:lnTo>
                    <a:pt x="209" y="103"/>
                  </a:lnTo>
                  <a:lnTo>
                    <a:pt x="220" y="109"/>
                  </a:lnTo>
                  <a:lnTo>
                    <a:pt x="229" y="116"/>
                  </a:lnTo>
                  <a:lnTo>
                    <a:pt x="237" y="125"/>
                  </a:lnTo>
                  <a:lnTo>
                    <a:pt x="244" y="137"/>
                  </a:lnTo>
                  <a:lnTo>
                    <a:pt x="248" y="148"/>
                  </a:lnTo>
                  <a:lnTo>
                    <a:pt x="250" y="161"/>
                  </a:lnTo>
                  <a:lnTo>
                    <a:pt x="250" y="161"/>
                  </a:lnTo>
                  <a:lnTo>
                    <a:pt x="250" y="28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" name="Freeform 12">
              <a:extLst>
                <a:ext uri="{FF2B5EF4-FFF2-40B4-BE49-F238E27FC236}">
                  <a16:creationId xmlns:a16="http://schemas.microsoft.com/office/drawing/2014/main" id="{68A3B421-A2C6-AF01-28E1-A1425526F7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5516" y="5409595"/>
              <a:ext cx="429126" cy="435438"/>
            </a:xfrm>
            <a:custGeom>
              <a:avLst/>
              <a:gdLst/>
              <a:ahLst/>
              <a:cxnLst>
                <a:cxn ang="0">
                  <a:pos x="135" y="0"/>
                </a:cxn>
                <a:cxn ang="0">
                  <a:pos x="109" y="4"/>
                </a:cxn>
                <a:cxn ang="0">
                  <a:pos x="83" y="11"/>
                </a:cxn>
                <a:cxn ang="0">
                  <a:pos x="61" y="24"/>
                </a:cxn>
                <a:cxn ang="0">
                  <a:pos x="40" y="41"/>
                </a:cxn>
                <a:cxn ang="0">
                  <a:pos x="24" y="61"/>
                </a:cxn>
                <a:cxn ang="0">
                  <a:pos x="11" y="85"/>
                </a:cxn>
                <a:cxn ang="0">
                  <a:pos x="3" y="111"/>
                </a:cxn>
                <a:cxn ang="0">
                  <a:pos x="0" y="139"/>
                </a:cxn>
                <a:cxn ang="0">
                  <a:pos x="2" y="154"/>
                </a:cxn>
                <a:cxn ang="0">
                  <a:pos x="7" y="180"/>
                </a:cxn>
                <a:cxn ang="0">
                  <a:pos x="16" y="206"/>
                </a:cxn>
                <a:cxn ang="0">
                  <a:pos x="31" y="228"/>
                </a:cxn>
                <a:cxn ang="0">
                  <a:pos x="50" y="246"/>
                </a:cxn>
                <a:cxn ang="0">
                  <a:pos x="72" y="261"/>
                </a:cxn>
                <a:cxn ang="0">
                  <a:pos x="96" y="272"/>
                </a:cxn>
                <a:cxn ang="0">
                  <a:pos x="122" y="278"/>
                </a:cxn>
                <a:cxn ang="0">
                  <a:pos x="135" y="278"/>
                </a:cxn>
                <a:cxn ang="0">
                  <a:pos x="163" y="276"/>
                </a:cxn>
                <a:cxn ang="0">
                  <a:pos x="189" y="267"/>
                </a:cxn>
                <a:cxn ang="0">
                  <a:pos x="211" y="254"/>
                </a:cxn>
                <a:cxn ang="0">
                  <a:pos x="231" y="237"/>
                </a:cxn>
                <a:cxn ang="0">
                  <a:pos x="248" y="217"/>
                </a:cxn>
                <a:cxn ang="0">
                  <a:pos x="261" y="193"/>
                </a:cxn>
                <a:cxn ang="0">
                  <a:pos x="268" y="167"/>
                </a:cxn>
                <a:cxn ang="0">
                  <a:pos x="272" y="139"/>
                </a:cxn>
                <a:cxn ang="0">
                  <a:pos x="270" y="124"/>
                </a:cxn>
                <a:cxn ang="0">
                  <a:pos x="264" y="98"/>
                </a:cxn>
                <a:cxn ang="0">
                  <a:pos x="255" y="72"/>
                </a:cxn>
                <a:cxn ang="0">
                  <a:pos x="240" y="50"/>
                </a:cxn>
                <a:cxn ang="0">
                  <a:pos x="222" y="32"/>
                </a:cxn>
                <a:cxn ang="0">
                  <a:pos x="200" y="17"/>
                </a:cxn>
                <a:cxn ang="0">
                  <a:pos x="176" y="6"/>
                </a:cxn>
                <a:cxn ang="0">
                  <a:pos x="150" y="0"/>
                </a:cxn>
                <a:cxn ang="0">
                  <a:pos x="135" y="0"/>
                </a:cxn>
                <a:cxn ang="0">
                  <a:pos x="135" y="215"/>
                </a:cxn>
                <a:cxn ang="0">
                  <a:pos x="107" y="209"/>
                </a:cxn>
                <a:cxn ang="0">
                  <a:pos x="85" y="193"/>
                </a:cxn>
                <a:cxn ang="0">
                  <a:pos x="70" y="169"/>
                </a:cxn>
                <a:cxn ang="0">
                  <a:pos x="64" y="139"/>
                </a:cxn>
                <a:cxn ang="0">
                  <a:pos x="64" y="124"/>
                </a:cxn>
                <a:cxn ang="0">
                  <a:pos x="76" y="96"/>
                </a:cxn>
                <a:cxn ang="0">
                  <a:pos x="96" y="76"/>
                </a:cxn>
                <a:cxn ang="0">
                  <a:pos x="122" y="65"/>
                </a:cxn>
                <a:cxn ang="0">
                  <a:pos x="135" y="63"/>
                </a:cxn>
                <a:cxn ang="0">
                  <a:pos x="163" y="70"/>
                </a:cxn>
                <a:cxn ang="0">
                  <a:pos x="187" y="85"/>
                </a:cxn>
                <a:cxn ang="0">
                  <a:pos x="201" y="109"/>
                </a:cxn>
                <a:cxn ang="0">
                  <a:pos x="207" y="139"/>
                </a:cxn>
                <a:cxn ang="0">
                  <a:pos x="205" y="154"/>
                </a:cxn>
                <a:cxn ang="0">
                  <a:pos x="196" y="182"/>
                </a:cxn>
                <a:cxn ang="0">
                  <a:pos x="176" y="202"/>
                </a:cxn>
                <a:cxn ang="0">
                  <a:pos x="150" y="213"/>
                </a:cxn>
                <a:cxn ang="0">
                  <a:pos x="135" y="215"/>
                </a:cxn>
              </a:cxnLst>
              <a:rect l="0" t="0" r="r" b="b"/>
              <a:pathLst>
                <a:path w="272" h="278">
                  <a:moveTo>
                    <a:pt x="135" y="0"/>
                  </a:moveTo>
                  <a:lnTo>
                    <a:pt x="135" y="0"/>
                  </a:lnTo>
                  <a:lnTo>
                    <a:pt x="122" y="0"/>
                  </a:lnTo>
                  <a:lnTo>
                    <a:pt x="109" y="4"/>
                  </a:lnTo>
                  <a:lnTo>
                    <a:pt x="96" y="6"/>
                  </a:lnTo>
                  <a:lnTo>
                    <a:pt x="83" y="11"/>
                  </a:lnTo>
                  <a:lnTo>
                    <a:pt x="72" y="17"/>
                  </a:lnTo>
                  <a:lnTo>
                    <a:pt x="61" y="24"/>
                  </a:lnTo>
                  <a:lnTo>
                    <a:pt x="50" y="32"/>
                  </a:lnTo>
                  <a:lnTo>
                    <a:pt x="40" y="41"/>
                  </a:lnTo>
                  <a:lnTo>
                    <a:pt x="31" y="50"/>
                  </a:lnTo>
                  <a:lnTo>
                    <a:pt x="24" y="61"/>
                  </a:lnTo>
                  <a:lnTo>
                    <a:pt x="16" y="72"/>
                  </a:lnTo>
                  <a:lnTo>
                    <a:pt x="11" y="85"/>
                  </a:lnTo>
                  <a:lnTo>
                    <a:pt x="7" y="98"/>
                  </a:lnTo>
                  <a:lnTo>
                    <a:pt x="3" y="111"/>
                  </a:lnTo>
                  <a:lnTo>
                    <a:pt x="2" y="124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2" y="154"/>
                  </a:lnTo>
                  <a:lnTo>
                    <a:pt x="3" y="167"/>
                  </a:lnTo>
                  <a:lnTo>
                    <a:pt x="7" y="180"/>
                  </a:lnTo>
                  <a:lnTo>
                    <a:pt x="11" y="193"/>
                  </a:lnTo>
                  <a:lnTo>
                    <a:pt x="16" y="206"/>
                  </a:lnTo>
                  <a:lnTo>
                    <a:pt x="24" y="217"/>
                  </a:lnTo>
                  <a:lnTo>
                    <a:pt x="31" y="228"/>
                  </a:lnTo>
                  <a:lnTo>
                    <a:pt x="40" y="237"/>
                  </a:lnTo>
                  <a:lnTo>
                    <a:pt x="50" y="246"/>
                  </a:lnTo>
                  <a:lnTo>
                    <a:pt x="61" y="254"/>
                  </a:lnTo>
                  <a:lnTo>
                    <a:pt x="72" y="261"/>
                  </a:lnTo>
                  <a:lnTo>
                    <a:pt x="83" y="267"/>
                  </a:lnTo>
                  <a:lnTo>
                    <a:pt x="96" y="272"/>
                  </a:lnTo>
                  <a:lnTo>
                    <a:pt x="109" y="276"/>
                  </a:lnTo>
                  <a:lnTo>
                    <a:pt x="122" y="278"/>
                  </a:lnTo>
                  <a:lnTo>
                    <a:pt x="135" y="278"/>
                  </a:lnTo>
                  <a:lnTo>
                    <a:pt x="135" y="278"/>
                  </a:lnTo>
                  <a:lnTo>
                    <a:pt x="150" y="278"/>
                  </a:lnTo>
                  <a:lnTo>
                    <a:pt x="163" y="276"/>
                  </a:lnTo>
                  <a:lnTo>
                    <a:pt x="176" y="272"/>
                  </a:lnTo>
                  <a:lnTo>
                    <a:pt x="189" y="267"/>
                  </a:lnTo>
                  <a:lnTo>
                    <a:pt x="200" y="261"/>
                  </a:lnTo>
                  <a:lnTo>
                    <a:pt x="211" y="254"/>
                  </a:lnTo>
                  <a:lnTo>
                    <a:pt x="222" y="246"/>
                  </a:lnTo>
                  <a:lnTo>
                    <a:pt x="231" y="237"/>
                  </a:lnTo>
                  <a:lnTo>
                    <a:pt x="240" y="228"/>
                  </a:lnTo>
                  <a:lnTo>
                    <a:pt x="248" y="217"/>
                  </a:lnTo>
                  <a:lnTo>
                    <a:pt x="255" y="206"/>
                  </a:lnTo>
                  <a:lnTo>
                    <a:pt x="261" y="193"/>
                  </a:lnTo>
                  <a:lnTo>
                    <a:pt x="264" y="180"/>
                  </a:lnTo>
                  <a:lnTo>
                    <a:pt x="268" y="167"/>
                  </a:lnTo>
                  <a:lnTo>
                    <a:pt x="270" y="154"/>
                  </a:lnTo>
                  <a:lnTo>
                    <a:pt x="272" y="139"/>
                  </a:lnTo>
                  <a:lnTo>
                    <a:pt x="272" y="139"/>
                  </a:lnTo>
                  <a:lnTo>
                    <a:pt x="270" y="124"/>
                  </a:lnTo>
                  <a:lnTo>
                    <a:pt x="268" y="111"/>
                  </a:lnTo>
                  <a:lnTo>
                    <a:pt x="264" y="98"/>
                  </a:lnTo>
                  <a:lnTo>
                    <a:pt x="261" y="85"/>
                  </a:lnTo>
                  <a:lnTo>
                    <a:pt x="255" y="72"/>
                  </a:lnTo>
                  <a:lnTo>
                    <a:pt x="248" y="61"/>
                  </a:lnTo>
                  <a:lnTo>
                    <a:pt x="240" y="50"/>
                  </a:lnTo>
                  <a:lnTo>
                    <a:pt x="231" y="41"/>
                  </a:lnTo>
                  <a:lnTo>
                    <a:pt x="222" y="32"/>
                  </a:lnTo>
                  <a:lnTo>
                    <a:pt x="211" y="24"/>
                  </a:lnTo>
                  <a:lnTo>
                    <a:pt x="200" y="17"/>
                  </a:lnTo>
                  <a:lnTo>
                    <a:pt x="189" y="11"/>
                  </a:lnTo>
                  <a:lnTo>
                    <a:pt x="176" y="6"/>
                  </a:lnTo>
                  <a:lnTo>
                    <a:pt x="163" y="4"/>
                  </a:lnTo>
                  <a:lnTo>
                    <a:pt x="150" y="0"/>
                  </a:lnTo>
                  <a:lnTo>
                    <a:pt x="135" y="0"/>
                  </a:lnTo>
                  <a:lnTo>
                    <a:pt x="135" y="0"/>
                  </a:lnTo>
                  <a:close/>
                  <a:moveTo>
                    <a:pt x="135" y="215"/>
                  </a:moveTo>
                  <a:lnTo>
                    <a:pt x="135" y="215"/>
                  </a:lnTo>
                  <a:lnTo>
                    <a:pt x="122" y="213"/>
                  </a:lnTo>
                  <a:lnTo>
                    <a:pt x="107" y="209"/>
                  </a:lnTo>
                  <a:lnTo>
                    <a:pt x="96" y="202"/>
                  </a:lnTo>
                  <a:lnTo>
                    <a:pt x="85" y="193"/>
                  </a:lnTo>
                  <a:lnTo>
                    <a:pt x="76" y="182"/>
                  </a:lnTo>
                  <a:lnTo>
                    <a:pt x="70" y="169"/>
                  </a:lnTo>
                  <a:lnTo>
                    <a:pt x="64" y="154"/>
                  </a:lnTo>
                  <a:lnTo>
                    <a:pt x="64" y="139"/>
                  </a:lnTo>
                  <a:lnTo>
                    <a:pt x="64" y="139"/>
                  </a:lnTo>
                  <a:lnTo>
                    <a:pt x="64" y="124"/>
                  </a:lnTo>
                  <a:lnTo>
                    <a:pt x="70" y="109"/>
                  </a:lnTo>
                  <a:lnTo>
                    <a:pt x="76" y="96"/>
                  </a:lnTo>
                  <a:lnTo>
                    <a:pt x="85" y="85"/>
                  </a:lnTo>
                  <a:lnTo>
                    <a:pt x="96" y="76"/>
                  </a:lnTo>
                  <a:lnTo>
                    <a:pt x="107" y="70"/>
                  </a:lnTo>
                  <a:lnTo>
                    <a:pt x="122" y="65"/>
                  </a:lnTo>
                  <a:lnTo>
                    <a:pt x="135" y="63"/>
                  </a:lnTo>
                  <a:lnTo>
                    <a:pt x="135" y="63"/>
                  </a:lnTo>
                  <a:lnTo>
                    <a:pt x="150" y="65"/>
                  </a:lnTo>
                  <a:lnTo>
                    <a:pt x="163" y="70"/>
                  </a:lnTo>
                  <a:lnTo>
                    <a:pt x="176" y="76"/>
                  </a:lnTo>
                  <a:lnTo>
                    <a:pt x="187" y="85"/>
                  </a:lnTo>
                  <a:lnTo>
                    <a:pt x="196" y="96"/>
                  </a:lnTo>
                  <a:lnTo>
                    <a:pt x="201" y="109"/>
                  </a:lnTo>
                  <a:lnTo>
                    <a:pt x="205" y="124"/>
                  </a:lnTo>
                  <a:lnTo>
                    <a:pt x="207" y="139"/>
                  </a:lnTo>
                  <a:lnTo>
                    <a:pt x="207" y="139"/>
                  </a:lnTo>
                  <a:lnTo>
                    <a:pt x="205" y="154"/>
                  </a:lnTo>
                  <a:lnTo>
                    <a:pt x="201" y="169"/>
                  </a:lnTo>
                  <a:lnTo>
                    <a:pt x="196" y="182"/>
                  </a:lnTo>
                  <a:lnTo>
                    <a:pt x="187" y="193"/>
                  </a:lnTo>
                  <a:lnTo>
                    <a:pt x="176" y="202"/>
                  </a:lnTo>
                  <a:lnTo>
                    <a:pt x="163" y="209"/>
                  </a:lnTo>
                  <a:lnTo>
                    <a:pt x="150" y="213"/>
                  </a:lnTo>
                  <a:lnTo>
                    <a:pt x="135" y="215"/>
                  </a:lnTo>
                  <a:lnTo>
                    <a:pt x="135" y="21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2" name="Group 256">
              <a:extLst>
                <a:ext uri="{FF2B5EF4-FFF2-40B4-BE49-F238E27FC236}">
                  <a16:creationId xmlns:a16="http://schemas.microsoft.com/office/drawing/2014/main" id="{A49ED065-059A-05CC-75D6-4E5BDE88542F}"/>
                </a:ext>
              </a:extLst>
            </p:cNvPr>
            <p:cNvGrpSpPr/>
            <p:nvPr/>
          </p:nvGrpSpPr>
          <p:grpSpPr>
            <a:xfrm>
              <a:off x="2503232" y="5395667"/>
              <a:ext cx="444905" cy="451215"/>
              <a:chOff x="2374902" y="2719710"/>
              <a:chExt cx="303091" cy="307390"/>
            </a:xfrm>
            <a:grpFill/>
          </p:grpSpPr>
          <p:sp>
            <p:nvSpPr>
              <p:cNvPr id="499" name="Freeform 13">
                <a:extLst>
                  <a:ext uri="{FF2B5EF4-FFF2-40B4-BE49-F238E27FC236}">
                    <a16:creationId xmlns:a16="http://schemas.microsoft.com/office/drawing/2014/main" id="{96E1EA28-B98B-AB64-8BCD-91AFE753B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902" y="2794946"/>
                <a:ext cx="148321" cy="191313"/>
              </a:xfrm>
              <a:custGeom>
                <a:avLst/>
                <a:gdLst/>
                <a:ahLst/>
                <a:cxnLst>
                  <a:cxn ang="0">
                    <a:pos x="135" y="102"/>
                  </a:cxn>
                  <a:cxn ang="0">
                    <a:pos x="126" y="91"/>
                  </a:cxn>
                  <a:cxn ang="0">
                    <a:pos x="114" y="84"/>
                  </a:cxn>
                  <a:cxn ang="0">
                    <a:pos x="103" y="80"/>
                  </a:cxn>
                  <a:cxn ang="0">
                    <a:pos x="57" y="67"/>
                  </a:cxn>
                  <a:cxn ang="0">
                    <a:pos x="50" y="63"/>
                  </a:cxn>
                  <a:cxn ang="0">
                    <a:pos x="42" y="59"/>
                  </a:cxn>
                  <a:cxn ang="0">
                    <a:pos x="37" y="48"/>
                  </a:cxn>
                  <a:cxn ang="0">
                    <a:pos x="39" y="43"/>
                  </a:cxn>
                  <a:cxn ang="0">
                    <a:pos x="46" y="34"/>
                  </a:cxn>
                  <a:cxn ang="0">
                    <a:pos x="52" y="30"/>
                  </a:cxn>
                  <a:cxn ang="0">
                    <a:pos x="76" y="30"/>
                  </a:cxn>
                  <a:cxn ang="0">
                    <a:pos x="83" y="32"/>
                  </a:cxn>
                  <a:cxn ang="0">
                    <a:pos x="94" y="39"/>
                  </a:cxn>
                  <a:cxn ang="0">
                    <a:pos x="98" y="45"/>
                  </a:cxn>
                  <a:cxn ang="0">
                    <a:pos x="100" y="54"/>
                  </a:cxn>
                  <a:cxn ang="0">
                    <a:pos x="133" y="52"/>
                  </a:cxn>
                  <a:cxn ang="0">
                    <a:pos x="131" y="43"/>
                  </a:cxn>
                  <a:cxn ang="0">
                    <a:pos x="127" y="30"/>
                  </a:cxn>
                  <a:cxn ang="0">
                    <a:pos x="111" y="11"/>
                  </a:cxn>
                  <a:cxn ang="0">
                    <a:pos x="98" y="4"/>
                  </a:cxn>
                  <a:cxn ang="0">
                    <a:pos x="79" y="0"/>
                  </a:cxn>
                  <a:cxn ang="0">
                    <a:pos x="61" y="0"/>
                  </a:cxn>
                  <a:cxn ang="0">
                    <a:pos x="35" y="6"/>
                  </a:cxn>
                  <a:cxn ang="0">
                    <a:pos x="26" y="9"/>
                  </a:cxn>
                  <a:cxn ang="0">
                    <a:pos x="13" y="21"/>
                  </a:cxn>
                  <a:cxn ang="0">
                    <a:pos x="7" y="28"/>
                  </a:cxn>
                  <a:cxn ang="0">
                    <a:pos x="3" y="54"/>
                  </a:cxn>
                  <a:cxn ang="0">
                    <a:pos x="5" y="67"/>
                  </a:cxn>
                  <a:cxn ang="0">
                    <a:pos x="9" y="76"/>
                  </a:cxn>
                  <a:cxn ang="0">
                    <a:pos x="18" y="87"/>
                  </a:cxn>
                  <a:cxn ang="0">
                    <a:pos x="29" y="93"/>
                  </a:cxn>
                  <a:cxn ang="0">
                    <a:pos x="61" y="102"/>
                  </a:cxn>
                  <a:cxn ang="0">
                    <a:pos x="83" y="109"/>
                  </a:cxn>
                  <a:cxn ang="0">
                    <a:pos x="90" y="113"/>
                  </a:cxn>
                  <a:cxn ang="0">
                    <a:pos x="98" y="117"/>
                  </a:cxn>
                  <a:cxn ang="0">
                    <a:pos x="103" y="124"/>
                  </a:cxn>
                  <a:cxn ang="0">
                    <a:pos x="103" y="133"/>
                  </a:cxn>
                  <a:cxn ang="0">
                    <a:pos x="101" y="137"/>
                  </a:cxn>
                  <a:cxn ang="0">
                    <a:pos x="94" y="145"/>
                  </a:cxn>
                  <a:cxn ang="0">
                    <a:pos x="90" y="146"/>
                  </a:cxn>
                  <a:cxn ang="0">
                    <a:pos x="70" y="148"/>
                  </a:cxn>
                  <a:cxn ang="0">
                    <a:pos x="52" y="145"/>
                  </a:cxn>
                  <a:cxn ang="0">
                    <a:pos x="44" y="141"/>
                  </a:cxn>
                  <a:cxn ang="0">
                    <a:pos x="39" y="133"/>
                  </a:cxn>
                  <a:cxn ang="0">
                    <a:pos x="35" y="124"/>
                  </a:cxn>
                  <a:cxn ang="0">
                    <a:pos x="35" y="121"/>
                  </a:cxn>
                  <a:cxn ang="0">
                    <a:pos x="18" y="121"/>
                  </a:cxn>
                  <a:cxn ang="0">
                    <a:pos x="0" y="122"/>
                  </a:cxn>
                  <a:cxn ang="0">
                    <a:pos x="2" y="135"/>
                  </a:cxn>
                  <a:cxn ang="0">
                    <a:pos x="7" y="148"/>
                  </a:cxn>
                  <a:cxn ang="0">
                    <a:pos x="22" y="165"/>
                  </a:cxn>
                  <a:cxn ang="0">
                    <a:pos x="42" y="174"/>
                  </a:cxn>
                  <a:cxn ang="0">
                    <a:pos x="59" y="176"/>
                  </a:cxn>
                  <a:cxn ang="0">
                    <a:pos x="76" y="178"/>
                  </a:cxn>
                  <a:cxn ang="0">
                    <a:pos x="101" y="172"/>
                  </a:cxn>
                  <a:cxn ang="0">
                    <a:pos x="111" y="171"/>
                  </a:cxn>
                  <a:cxn ang="0">
                    <a:pos x="124" y="161"/>
                  </a:cxn>
                  <a:cxn ang="0">
                    <a:pos x="129" y="156"/>
                  </a:cxn>
                  <a:cxn ang="0">
                    <a:pos x="139" y="130"/>
                  </a:cxn>
                  <a:cxn ang="0">
                    <a:pos x="139" y="117"/>
                  </a:cxn>
                  <a:cxn ang="0">
                    <a:pos x="135" y="102"/>
                  </a:cxn>
                </a:cxnLst>
                <a:rect l="0" t="0" r="r" b="b"/>
                <a:pathLst>
                  <a:path w="139" h="178">
                    <a:moveTo>
                      <a:pt x="135" y="102"/>
                    </a:moveTo>
                    <a:lnTo>
                      <a:pt x="135" y="102"/>
                    </a:lnTo>
                    <a:lnTo>
                      <a:pt x="131" y="96"/>
                    </a:lnTo>
                    <a:lnTo>
                      <a:pt x="126" y="91"/>
                    </a:lnTo>
                    <a:lnTo>
                      <a:pt x="120" y="87"/>
                    </a:lnTo>
                    <a:lnTo>
                      <a:pt x="114" y="84"/>
                    </a:lnTo>
                    <a:lnTo>
                      <a:pt x="114" y="84"/>
                    </a:lnTo>
                    <a:lnTo>
                      <a:pt x="103" y="80"/>
                    </a:lnTo>
                    <a:lnTo>
                      <a:pt x="92" y="76"/>
                    </a:lnTo>
                    <a:lnTo>
                      <a:pt x="57" y="67"/>
                    </a:lnTo>
                    <a:lnTo>
                      <a:pt x="57" y="67"/>
                    </a:lnTo>
                    <a:lnTo>
                      <a:pt x="50" y="63"/>
                    </a:lnTo>
                    <a:lnTo>
                      <a:pt x="42" y="59"/>
                    </a:lnTo>
                    <a:lnTo>
                      <a:pt x="42" y="59"/>
                    </a:lnTo>
                    <a:lnTo>
                      <a:pt x="39" y="54"/>
                    </a:lnTo>
                    <a:lnTo>
                      <a:pt x="37" y="48"/>
                    </a:lnTo>
                    <a:lnTo>
                      <a:pt x="37" y="48"/>
                    </a:lnTo>
                    <a:lnTo>
                      <a:pt x="39" y="43"/>
                    </a:lnTo>
                    <a:lnTo>
                      <a:pt x="40" y="37"/>
                    </a:lnTo>
                    <a:lnTo>
                      <a:pt x="46" y="34"/>
                    </a:lnTo>
                    <a:lnTo>
                      <a:pt x="52" y="30"/>
                    </a:lnTo>
                    <a:lnTo>
                      <a:pt x="52" y="30"/>
                    </a:lnTo>
                    <a:lnTo>
                      <a:pt x="64" y="28"/>
                    </a:lnTo>
                    <a:lnTo>
                      <a:pt x="76" y="30"/>
                    </a:lnTo>
                    <a:lnTo>
                      <a:pt x="76" y="30"/>
                    </a:lnTo>
                    <a:lnTo>
                      <a:pt x="83" y="32"/>
                    </a:lnTo>
                    <a:lnTo>
                      <a:pt x="89" y="35"/>
                    </a:lnTo>
                    <a:lnTo>
                      <a:pt x="94" y="39"/>
                    </a:lnTo>
                    <a:lnTo>
                      <a:pt x="98" y="45"/>
                    </a:lnTo>
                    <a:lnTo>
                      <a:pt x="98" y="45"/>
                    </a:lnTo>
                    <a:lnTo>
                      <a:pt x="100" y="52"/>
                    </a:lnTo>
                    <a:lnTo>
                      <a:pt x="100" y="54"/>
                    </a:lnTo>
                    <a:lnTo>
                      <a:pt x="133" y="54"/>
                    </a:lnTo>
                    <a:lnTo>
                      <a:pt x="133" y="52"/>
                    </a:lnTo>
                    <a:lnTo>
                      <a:pt x="133" y="52"/>
                    </a:lnTo>
                    <a:lnTo>
                      <a:pt x="131" y="43"/>
                    </a:lnTo>
                    <a:lnTo>
                      <a:pt x="131" y="43"/>
                    </a:lnTo>
                    <a:lnTo>
                      <a:pt x="127" y="30"/>
                    </a:lnTo>
                    <a:lnTo>
                      <a:pt x="120" y="19"/>
                    </a:lnTo>
                    <a:lnTo>
                      <a:pt x="111" y="11"/>
                    </a:lnTo>
                    <a:lnTo>
                      <a:pt x="98" y="4"/>
                    </a:lnTo>
                    <a:lnTo>
                      <a:pt x="98" y="4"/>
                    </a:lnTo>
                    <a:lnTo>
                      <a:pt x="89" y="2"/>
                    </a:lnTo>
                    <a:lnTo>
                      <a:pt x="79" y="0"/>
                    </a:lnTo>
                    <a:lnTo>
                      <a:pt x="61" y="0"/>
                    </a:lnTo>
                    <a:lnTo>
                      <a:pt x="61" y="0"/>
                    </a:lnTo>
                    <a:lnTo>
                      <a:pt x="48" y="2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26" y="9"/>
                    </a:lnTo>
                    <a:lnTo>
                      <a:pt x="18" y="15"/>
                    </a:lnTo>
                    <a:lnTo>
                      <a:pt x="13" y="21"/>
                    </a:lnTo>
                    <a:lnTo>
                      <a:pt x="7" y="28"/>
                    </a:lnTo>
                    <a:lnTo>
                      <a:pt x="7" y="28"/>
                    </a:lnTo>
                    <a:lnTo>
                      <a:pt x="3" y="41"/>
                    </a:lnTo>
                    <a:lnTo>
                      <a:pt x="3" y="54"/>
                    </a:lnTo>
                    <a:lnTo>
                      <a:pt x="3" y="54"/>
                    </a:lnTo>
                    <a:lnTo>
                      <a:pt x="5" y="67"/>
                    </a:lnTo>
                    <a:lnTo>
                      <a:pt x="9" y="76"/>
                    </a:lnTo>
                    <a:lnTo>
                      <a:pt x="9" y="76"/>
                    </a:lnTo>
                    <a:lnTo>
                      <a:pt x="13" y="82"/>
                    </a:lnTo>
                    <a:lnTo>
                      <a:pt x="18" y="87"/>
                    </a:lnTo>
                    <a:lnTo>
                      <a:pt x="29" y="93"/>
                    </a:lnTo>
                    <a:lnTo>
                      <a:pt x="29" y="93"/>
                    </a:lnTo>
                    <a:lnTo>
                      <a:pt x="44" y="98"/>
                    </a:lnTo>
                    <a:lnTo>
                      <a:pt x="61" y="102"/>
                    </a:lnTo>
                    <a:lnTo>
                      <a:pt x="61" y="102"/>
                    </a:lnTo>
                    <a:lnTo>
                      <a:pt x="83" y="109"/>
                    </a:lnTo>
                    <a:lnTo>
                      <a:pt x="83" y="109"/>
                    </a:lnTo>
                    <a:lnTo>
                      <a:pt x="90" y="113"/>
                    </a:lnTo>
                    <a:lnTo>
                      <a:pt x="98" y="117"/>
                    </a:lnTo>
                    <a:lnTo>
                      <a:pt x="98" y="117"/>
                    </a:lnTo>
                    <a:lnTo>
                      <a:pt x="101" y="121"/>
                    </a:lnTo>
                    <a:lnTo>
                      <a:pt x="103" y="124"/>
                    </a:lnTo>
                    <a:lnTo>
                      <a:pt x="103" y="128"/>
                    </a:lnTo>
                    <a:lnTo>
                      <a:pt x="103" y="133"/>
                    </a:lnTo>
                    <a:lnTo>
                      <a:pt x="103" y="133"/>
                    </a:lnTo>
                    <a:lnTo>
                      <a:pt x="101" y="137"/>
                    </a:lnTo>
                    <a:lnTo>
                      <a:pt x="100" y="141"/>
                    </a:lnTo>
                    <a:lnTo>
                      <a:pt x="94" y="145"/>
                    </a:lnTo>
                    <a:lnTo>
                      <a:pt x="90" y="146"/>
                    </a:lnTo>
                    <a:lnTo>
                      <a:pt x="90" y="146"/>
                    </a:lnTo>
                    <a:lnTo>
                      <a:pt x="81" y="148"/>
                    </a:lnTo>
                    <a:lnTo>
                      <a:pt x="70" y="148"/>
                    </a:lnTo>
                    <a:lnTo>
                      <a:pt x="61" y="146"/>
                    </a:lnTo>
                    <a:lnTo>
                      <a:pt x="52" y="145"/>
                    </a:lnTo>
                    <a:lnTo>
                      <a:pt x="52" y="145"/>
                    </a:lnTo>
                    <a:lnTo>
                      <a:pt x="44" y="141"/>
                    </a:lnTo>
                    <a:lnTo>
                      <a:pt x="39" y="133"/>
                    </a:lnTo>
                    <a:lnTo>
                      <a:pt x="39" y="133"/>
                    </a:lnTo>
                    <a:lnTo>
                      <a:pt x="35" y="124"/>
                    </a:lnTo>
                    <a:lnTo>
                      <a:pt x="35" y="124"/>
                    </a:lnTo>
                    <a:lnTo>
                      <a:pt x="35" y="121"/>
                    </a:lnTo>
                    <a:lnTo>
                      <a:pt x="35" y="121"/>
                    </a:lnTo>
                    <a:lnTo>
                      <a:pt x="18" y="121"/>
                    </a:lnTo>
                    <a:lnTo>
                      <a:pt x="18" y="121"/>
                    </a:lnTo>
                    <a:lnTo>
                      <a:pt x="0" y="121"/>
                    </a:lnTo>
                    <a:lnTo>
                      <a:pt x="0" y="122"/>
                    </a:lnTo>
                    <a:lnTo>
                      <a:pt x="0" y="122"/>
                    </a:lnTo>
                    <a:lnTo>
                      <a:pt x="2" y="135"/>
                    </a:lnTo>
                    <a:lnTo>
                      <a:pt x="7" y="148"/>
                    </a:lnTo>
                    <a:lnTo>
                      <a:pt x="7" y="148"/>
                    </a:lnTo>
                    <a:lnTo>
                      <a:pt x="14" y="158"/>
                    </a:lnTo>
                    <a:lnTo>
                      <a:pt x="22" y="165"/>
                    </a:lnTo>
                    <a:lnTo>
                      <a:pt x="31" y="171"/>
                    </a:lnTo>
                    <a:lnTo>
                      <a:pt x="42" y="174"/>
                    </a:lnTo>
                    <a:lnTo>
                      <a:pt x="42" y="174"/>
                    </a:lnTo>
                    <a:lnTo>
                      <a:pt x="59" y="176"/>
                    </a:lnTo>
                    <a:lnTo>
                      <a:pt x="76" y="178"/>
                    </a:lnTo>
                    <a:lnTo>
                      <a:pt x="76" y="178"/>
                    </a:lnTo>
                    <a:lnTo>
                      <a:pt x="89" y="176"/>
                    </a:lnTo>
                    <a:lnTo>
                      <a:pt x="101" y="172"/>
                    </a:lnTo>
                    <a:lnTo>
                      <a:pt x="101" y="172"/>
                    </a:lnTo>
                    <a:lnTo>
                      <a:pt x="111" y="171"/>
                    </a:lnTo>
                    <a:lnTo>
                      <a:pt x="116" y="167"/>
                    </a:lnTo>
                    <a:lnTo>
                      <a:pt x="124" y="161"/>
                    </a:lnTo>
                    <a:lnTo>
                      <a:pt x="129" y="156"/>
                    </a:lnTo>
                    <a:lnTo>
                      <a:pt x="129" y="156"/>
                    </a:lnTo>
                    <a:lnTo>
                      <a:pt x="135" y="143"/>
                    </a:lnTo>
                    <a:lnTo>
                      <a:pt x="139" y="130"/>
                    </a:lnTo>
                    <a:lnTo>
                      <a:pt x="139" y="130"/>
                    </a:lnTo>
                    <a:lnTo>
                      <a:pt x="139" y="117"/>
                    </a:lnTo>
                    <a:lnTo>
                      <a:pt x="137" y="109"/>
                    </a:lnTo>
                    <a:lnTo>
                      <a:pt x="135" y="102"/>
                    </a:lnTo>
                    <a:lnTo>
                      <a:pt x="135" y="1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0" name="Freeform 14">
                <a:extLst>
                  <a:ext uri="{FF2B5EF4-FFF2-40B4-BE49-F238E27FC236}">
                    <a16:creationId xmlns:a16="http://schemas.microsoft.com/office/drawing/2014/main" id="{B97A4503-AD4D-14D6-DCE1-2FF768F1C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979" y="2719710"/>
                <a:ext cx="187014" cy="307390"/>
              </a:xfrm>
              <a:custGeom>
                <a:avLst/>
                <a:gdLst/>
                <a:ahLst/>
                <a:cxnLst>
                  <a:cxn ang="0">
                    <a:pos x="80" y="178"/>
                  </a:cxn>
                  <a:cxn ang="0">
                    <a:pos x="172" y="111"/>
                  </a:cxn>
                  <a:cxn ang="0">
                    <a:pos x="57" y="111"/>
                  </a:cxn>
                  <a:cxn ang="0">
                    <a:pos x="20" y="0"/>
                  </a:cxn>
                  <a:cxn ang="0">
                    <a:pos x="0" y="63"/>
                  </a:cxn>
                  <a:cxn ang="0">
                    <a:pos x="2" y="63"/>
                  </a:cxn>
                  <a:cxn ang="0">
                    <a:pos x="2" y="63"/>
                  </a:cxn>
                  <a:cxn ang="0">
                    <a:pos x="13" y="70"/>
                  </a:cxn>
                  <a:cxn ang="0">
                    <a:pos x="22" y="78"/>
                  </a:cxn>
                  <a:cxn ang="0">
                    <a:pos x="22" y="78"/>
                  </a:cxn>
                  <a:cxn ang="0">
                    <a:pos x="28" y="87"/>
                  </a:cxn>
                  <a:cxn ang="0">
                    <a:pos x="33" y="94"/>
                  </a:cxn>
                  <a:cxn ang="0">
                    <a:pos x="37" y="104"/>
                  </a:cxn>
                  <a:cxn ang="0">
                    <a:pos x="39" y="115"/>
                  </a:cxn>
                  <a:cxn ang="0">
                    <a:pos x="39" y="115"/>
                  </a:cxn>
                  <a:cxn ang="0">
                    <a:pos x="39" y="131"/>
                  </a:cxn>
                  <a:cxn ang="0">
                    <a:pos x="39" y="133"/>
                  </a:cxn>
                  <a:cxn ang="0">
                    <a:pos x="39" y="133"/>
                  </a:cxn>
                  <a:cxn ang="0">
                    <a:pos x="100" y="133"/>
                  </a:cxn>
                  <a:cxn ang="0">
                    <a:pos x="52" y="168"/>
                  </a:cxn>
                  <a:cxn ang="0">
                    <a:pos x="68" y="220"/>
                  </a:cxn>
                  <a:cxn ang="0">
                    <a:pos x="68" y="220"/>
                  </a:cxn>
                  <a:cxn ang="0">
                    <a:pos x="70" y="226"/>
                  </a:cxn>
                  <a:cxn ang="0">
                    <a:pos x="70" y="226"/>
                  </a:cxn>
                  <a:cxn ang="0">
                    <a:pos x="44" y="207"/>
                  </a:cxn>
                  <a:cxn ang="0">
                    <a:pos x="44" y="207"/>
                  </a:cxn>
                  <a:cxn ang="0">
                    <a:pos x="41" y="218"/>
                  </a:cxn>
                  <a:cxn ang="0">
                    <a:pos x="35" y="229"/>
                  </a:cxn>
                  <a:cxn ang="0">
                    <a:pos x="35" y="229"/>
                  </a:cxn>
                  <a:cxn ang="0">
                    <a:pos x="35" y="229"/>
                  </a:cxn>
                  <a:cxn ang="0">
                    <a:pos x="105" y="279"/>
                  </a:cxn>
                  <a:cxn ang="0">
                    <a:pos x="105" y="279"/>
                  </a:cxn>
                  <a:cxn ang="0">
                    <a:pos x="115" y="287"/>
                  </a:cxn>
                  <a:cxn ang="0">
                    <a:pos x="96" y="233"/>
                  </a:cxn>
                  <a:cxn ang="0">
                    <a:pos x="80" y="178"/>
                  </a:cxn>
                </a:cxnLst>
                <a:rect l="0" t="0" r="r" b="b"/>
                <a:pathLst>
                  <a:path w="172" h="287">
                    <a:moveTo>
                      <a:pt x="80" y="178"/>
                    </a:moveTo>
                    <a:lnTo>
                      <a:pt x="172" y="111"/>
                    </a:lnTo>
                    <a:lnTo>
                      <a:pt x="57" y="111"/>
                    </a:lnTo>
                    <a:lnTo>
                      <a:pt x="20" y="0"/>
                    </a:lnTo>
                    <a:lnTo>
                      <a:pt x="0" y="63"/>
                    </a:lnTo>
                    <a:lnTo>
                      <a:pt x="2" y="63"/>
                    </a:lnTo>
                    <a:lnTo>
                      <a:pt x="2" y="63"/>
                    </a:lnTo>
                    <a:lnTo>
                      <a:pt x="13" y="70"/>
                    </a:lnTo>
                    <a:lnTo>
                      <a:pt x="22" y="78"/>
                    </a:lnTo>
                    <a:lnTo>
                      <a:pt x="22" y="78"/>
                    </a:lnTo>
                    <a:lnTo>
                      <a:pt x="28" y="87"/>
                    </a:lnTo>
                    <a:lnTo>
                      <a:pt x="33" y="94"/>
                    </a:lnTo>
                    <a:lnTo>
                      <a:pt x="37" y="104"/>
                    </a:lnTo>
                    <a:lnTo>
                      <a:pt x="39" y="115"/>
                    </a:lnTo>
                    <a:lnTo>
                      <a:pt x="39" y="115"/>
                    </a:lnTo>
                    <a:lnTo>
                      <a:pt x="39" y="131"/>
                    </a:lnTo>
                    <a:lnTo>
                      <a:pt x="39" y="133"/>
                    </a:lnTo>
                    <a:lnTo>
                      <a:pt x="39" y="133"/>
                    </a:lnTo>
                    <a:lnTo>
                      <a:pt x="100" y="133"/>
                    </a:lnTo>
                    <a:lnTo>
                      <a:pt x="52" y="168"/>
                    </a:lnTo>
                    <a:lnTo>
                      <a:pt x="68" y="220"/>
                    </a:lnTo>
                    <a:lnTo>
                      <a:pt x="68" y="220"/>
                    </a:lnTo>
                    <a:lnTo>
                      <a:pt x="70" y="226"/>
                    </a:lnTo>
                    <a:lnTo>
                      <a:pt x="70" y="226"/>
                    </a:lnTo>
                    <a:lnTo>
                      <a:pt x="44" y="207"/>
                    </a:lnTo>
                    <a:lnTo>
                      <a:pt x="44" y="207"/>
                    </a:lnTo>
                    <a:lnTo>
                      <a:pt x="41" y="218"/>
                    </a:lnTo>
                    <a:lnTo>
                      <a:pt x="35" y="229"/>
                    </a:lnTo>
                    <a:lnTo>
                      <a:pt x="35" y="229"/>
                    </a:lnTo>
                    <a:lnTo>
                      <a:pt x="35" y="229"/>
                    </a:lnTo>
                    <a:lnTo>
                      <a:pt x="105" y="279"/>
                    </a:lnTo>
                    <a:lnTo>
                      <a:pt x="105" y="279"/>
                    </a:lnTo>
                    <a:lnTo>
                      <a:pt x="115" y="287"/>
                    </a:lnTo>
                    <a:lnTo>
                      <a:pt x="96" y="233"/>
                    </a:lnTo>
                    <a:lnTo>
                      <a:pt x="80" y="17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63" name="Group 253">
              <a:extLst>
                <a:ext uri="{FF2B5EF4-FFF2-40B4-BE49-F238E27FC236}">
                  <a16:creationId xmlns:a16="http://schemas.microsoft.com/office/drawing/2014/main" id="{88C31ECD-1974-C03D-083B-24D698630511}"/>
                </a:ext>
              </a:extLst>
            </p:cNvPr>
            <p:cNvGrpSpPr/>
            <p:nvPr/>
          </p:nvGrpSpPr>
          <p:grpSpPr>
            <a:xfrm>
              <a:off x="4081761" y="5437253"/>
              <a:ext cx="498547" cy="384952"/>
              <a:chOff x="3507729" y="2749804"/>
              <a:chExt cx="339634" cy="262248"/>
            </a:xfrm>
            <a:grpFill/>
          </p:grpSpPr>
          <p:sp>
            <p:nvSpPr>
              <p:cNvPr id="497" name="Freeform 17">
                <a:extLst>
                  <a:ext uri="{FF2B5EF4-FFF2-40B4-BE49-F238E27FC236}">
                    <a16:creationId xmlns:a16="http://schemas.microsoft.com/office/drawing/2014/main" id="{197241BB-5320-AFF4-3380-CF004C704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7729" y="2749804"/>
                <a:ext cx="245052" cy="262248"/>
              </a:xfrm>
              <a:custGeom>
                <a:avLst/>
                <a:gdLst/>
                <a:ahLst/>
                <a:cxnLst>
                  <a:cxn ang="0">
                    <a:pos x="198" y="101"/>
                  </a:cxn>
                  <a:cxn ang="0">
                    <a:pos x="228" y="70"/>
                  </a:cxn>
                  <a:cxn ang="0">
                    <a:pos x="226" y="57"/>
                  </a:cxn>
                  <a:cxn ang="0">
                    <a:pos x="215" y="31"/>
                  </a:cxn>
                  <a:cxn ang="0">
                    <a:pos x="196" y="13"/>
                  </a:cxn>
                  <a:cxn ang="0">
                    <a:pos x="170" y="1"/>
                  </a:cxn>
                  <a:cxn ang="0">
                    <a:pos x="157" y="0"/>
                  </a:cxn>
                  <a:cxn ang="0">
                    <a:pos x="130" y="5"/>
                  </a:cxn>
                  <a:cxn ang="0">
                    <a:pos x="107" y="20"/>
                  </a:cxn>
                  <a:cxn ang="0">
                    <a:pos x="93" y="42"/>
                  </a:cxn>
                  <a:cxn ang="0">
                    <a:pos x="87" y="70"/>
                  </a:cxn>
                  <a:cxn ang="0">
                    <a:pos x="87" y="170"/>
                  </a:cxn>
                  <a:cxn ang="0">
                    <a:pos x="81" y="183"/>
                  </a:cxn>
                  <a:cxn ang="0">
                    <a:pos x="70" y="187"/>
                  </a:cxn>
                  <a:cxn ang="0">
                    <a:pos x="63" y="187"/>
                  </a:cxn>
                  <a:cxn ang="0">
                    <a:pos x="54" y="177"/>
                  </a:cxn>
                  <a:cxn ang="0">
                    <a:pos x="54" y="126"/>
                  </a:cxn>
                  <a:cxn ang="0">
                    <a:pos x="0" y="172"/>
                  </a:cxn>
                  <a:cxn ang="0">
                    <a:pos x="0" y="187"/>
                  </a:cxn>
                  <a:cxn ang="0">
                    <a:pos x="11" y="213"/>
                  </a:cxn>
                  <a:cxn ang="0">
                    <a:pos x="30" y="231"/>
                  </a:cxn>
                  <a:cxn ang="0">
                    <a:pos x="55" y="242"/>
                  </a:cxn>
                  <a:cxn ang="0">
                    <a:pos x="70" y="244"/>
                  </a:cxn>
                  <a:cxn ang="0">
                    <a:pos x="96" y="238"/>
                  </a:cxn>
                  <a:cxn ang="0">
                    <a:pos x="120" y="222"/>
                  </a:cxn>
                  <a:cxn ang="0">
                    <a:pos x="135" y="200"/>
                  </a:cxn>
                  <a:cxn ang="0">
                    <a:pos x="141" y="172"/>
                  </a:cxn>
                  <a:cxn ang="0">
                    <a:pos x="141" y="70"/>
                  </a:cxn>
                  <a:cxn ang="0">
                    <a:pos x="144" y="59"/>
                  </a:cxn>
                  <a:cxn ang="0">
                    <a:pos x="157" y="53"/>
                  </a:cxn>
                  <a:cxn ang="0">
                    <a:pos x="163" y="55"/>
                  </a:cxn>
                  <a:cxn ang="0">
                    <a:pos x="172" y="64"/>
                  </a:cxn>
                  <a:cxn ang="0">
                    <a:pos x="174" y="90"/>
                  </a:cxn>
                </a:cxnLst>
                <a:rect l="0" t="0" r="r" b="b"/>
                <a:pathLst>
                  <a:path w="228" h="244">
                    <a:moveTo>
                      <a:pt x="174" y="90"/>
                    </a:moveTo>
                    <a:lnTo>
                      <a:pt x="198" y="101"/>
                    </a:lnTo>
                    <a:lnTo>
                      <a:pt x="228" y="90"/>
                    </a:lnTo>
                    <a:lnTo>
                      <a:pt x="228" y="70"/>
                    </a:lnTo>
                    <a:lnTo>
                      <a:pt x="228" y="70"/>
                    </a:lnTo>
                    <a:lnTo>
                      <a:pt x="226" y="57"/>
                    </a:lnTo>
                    <a:lnTo>
                      <a:pt x="222" y="42"/>
                    </a:lnTo>
                    <a:lnTo>
                      <a:pt x="215" y="31"/>
                    </a:lnTo>
                    <a:lnTo>
                      <a:pt x="207" y="20"/>
                    </a:lnTo>
                    <a:lnTo>
                      <a:pt x="196" y="13"/>
                    </a:lnTo>
                    <a:lnTo>
                      <a:pt x="185" y="5"/>
                    </a:lnTo>
                    <a:lnTo>
                      <a:pt x="170" y="1"/>
                    </a:lnTo>
                    <a:lnTo>
                      <a:pt x="157" y="0"/>
                    </a:lnTo>
                    <a:lnTo>
                      <a:pt x="157" y="0"/>
                    </a:lnTo>
                    <a:lnTo>
                      <a:pt x="142" y="1"/>
                    </a:lnTo>
                    <a:lnTo>
                      <a:pt x="130" y="5"/>
                    </a:lnTo>
                    <a:lnTo>
                      <a:pt x="117" y="13"/>
                    </a:lnTo>
                    <a:lnTo>
                      <a:pt x="107" y="20"/>
                    </a:lnTo>
                    <a:lnTo>
                      <a:pt x="98" y="31"/>
                    </a:lnTo>
                    <a:lnTo>
                      <a:pt x="93" y="42"/>
                    </a:lnTo>
                    <a:lnTo>
                      <a:pt x="87" y="57"/>
                    </a:lnTo>
                    <a:lnTo>
                      <a:pt x="87" y="70"/>
                    </a:lnTo>
                    <a:lnTo>
                      <a:pt x="87" y="170"/>
                    </a:lnTo>
                    <a:lnTo>
                      <a:pt x="87" y="170"/>
                    </a:lnTo>
                    <a:lnTo>
                      <a:pt x="85" y="177"/>
                    </a:lnTo>
                    <a:lnTo>
                      <a:pt x="81" y="183"/>
                    </a:lnTo>
                    <a:lnTo>
                      <a:pt x="76" y="187"/>
                    </a:lnTo>
                    <a:lnTo>
                      <a:pt x="70" y="187"/>
                    </a:lnTo>
                    <a:lnTo>
                      <a:pt x="70" y="187"/>
                    </a:lnTo>
                    <a:lnTo>
                      <a:pt x="63" y="187"/>
                    </a:lnTo>
                    <a:lnTo>
                      <a:pt x="57" y="183"/>
                    </a:lnTo>
                    <a:lnTo>
                      <a:pt x="54" y="177"/>
                    </a:lnTo>
                    <a:lnTo>
                      <a:pt x="54" y="170"/>
                    </a:lnTo>
                    <a:lnTo>
                      <a:pt x="54" y="126"/>
                    </a:lnTo>
                    <a:lnTo>
                      <a:pt x="0" y="126"/>
                    </a:lnTo>
                    <a:lnTo>
                      <a:pt x="0" y="172"/>
                    </a:lnTo>
                    <a:lnTo>
                      <a:pt x="0" y="172"/>
                    </a:lnTo>
                    <a:lnTo>
                      <a:pt x="0" y="187"/>
                    </a:lnTo>
                    <a:lnTo>
                      <a:pt x="5" y="200"/>
                    </a:lnTo>
                    <a:lnTo>
                      <a:pt x="11" y="213"/>
                    </a:lnTo>
                    <a:lnTo>
                      <a:pt x="20" y="222"/>
                    </a:lnTo>
                    <a:lnTo>
                      <a:pt x="30" y="231"/>
                    </a:lnTo>
                    <a:lnTo>
                      <a:pt x="43" y="238"/>
                    </a:lnTo>
                    <a:lnTo>
                      <a:pt x="55" y="242"/>
                    </a:lnTo>
                    <a:lnTo>
                      <a:pt x="70" y="244"/>
                    </a:lnTo>
                    <a:lnTo>
                      <a:pt x="70" y="244"/>
                    </a:lnTo>
                    <a:lnTo>
                      <a:pt x="83" y="242"/>
                    </a:lnTo>
                    <a:lnTo>
                      <a:pt x="96" y="238"/>
                    </a:lnTo>
                    <a:lnTo>
                      <a:pt x="109" y="231"/>
                    </a:lnTo>
                    <a:lnTo>
                      <a:pt x="120" y="222"/>
                    </a:lnTo>
                    <a:lnTo>
                      <a:pt x="128" y="213"/>
                    </a:lnTo>
                    <a:lnTo>
                      <a:pt x="135" y="200"/>
                    </a:lnTo>
                    <a:lnTo>
                      <a:pt x="139" y="187"/>
                    </a:lnTo>
                    <a:lnTo>
                      <a:pt x="141" y="172"/>
                    </a:lnTo>
                    <a:lnTo>
                      <a:pt x="141" y="70"/>
                    </a:lnTo>
                    <a:lnTo>
                      <a:pt x="141" y="70"/>
                    </a:lnTo>
                    <a:lnTo>
                      <a:pt x="141" y="64"/>
                    </a:lnTo>
                    <a:lnTo>
                      <a:pt x="144" y="59"/>
                    </a:lnTo>
                    <a:lnTo>
                      <a:pt x="150" y="55"/>
                    </a:lnTo>
                    <a:lnTo>
                      <a:pt x="157" y="53"/>
                    </a:lnTo>
                    <a:lnTo>
                      <a:pt x="157" y="53"/>
                    </a:lnTo>
                    <a:lnTo>
                      <a:pt x="163" y="55"/>
                    </a:lnTo>
                    <a:lnTo>
                      <a:pt x="168" y="59"/>
                    </a:lnTo>
                    <a:lnTo>
                      <a:pt x="172" y="64"/>
                    </a:lnTo>
                    <a:lnTo>
                      <a:pt x="174" y="70"/>
                    </a:lnTo>
                    <a:lnTo>
                      <a:pt x="174" y="9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8" name="Freeform 18">
                <a:extLst>
                  <a:ext uri="{FF2B5EF4-FFF2-40B4-BE49-F238E27FC236}">
                    <a16:creationId xmlns:a16="http://schemas.microsoft.com/office/drawing/2014/main" id="{F3CCEEB6-4079-1914-DC6F-36180A637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4742" y="2887377"/>
                <a:ext cx="152621" cy="124675"/>
              </a:xfrm>
              <a:custGeom>
                <a:avLst/>
                <a:gdLst/>
                <a:ahLst/>
                <a:cxnLst>
                  <a:cxn ang="0">
                    <a:pos x="87" y="0"/>
                  </a:cxn>
                  <a:cxn ang="0">
                    <a:pos x="87" y="45"/>
                  </a:cxn>
                  <a:cxn ang="0">
                    <a:pos x="87" y="45"/>
                  </a:cxn>
                  <a:cxn ang="0">
                    <a:pos x="85" y="52"/>
                  </a:cxn>
                  <a:cxn ang="0">
                    <a:pos x="81" y="58"/>
                  </a:cxn>
                  <a:cxn ang="0">
                    <a:pos x="76" y="61"/>
                  </a:cxn>
                  <a:cxn ang="0">
                    <a:pos x="70" y="61"/>
                  </a:cxn>
                  <a:cxn ang="0">
                    <a:pos x="70" y="61"/>
                  </a:cxn>
                  <a:cxn ang="0">
                    <a:pos x="63" y="61"/>
                  </a:cxn>
                  <a:cxn ang="0">
                    <a:pos x="59" y="58"/>
                  </a:cxn>
                  <a:cxn ang="0">
                    <a:pos x="56" y="52"/>
                  </a:cxn>
                  <a:cxn ang="0">
                    <a:pos x="54" y="45"/>
                  </a:cxn>
                  <a:cxn ang="0">
                    <a:pos x="54" y="0"/>
                  </a:cxn>
                  <a:cxn ang="0">
                    <a:pos x="24" y="10"/>
                  </a:cxn>
                  <a:cxn ang="0">
                    <a:pos x="0" y="0"/>
                  </a:cxn>
                  <a:cxn ang="0">
                    <a:pos x="0" y="45"/>
                  </a:cxn>
                  <a:cxn ang="0">
                    <a:pos x="0" y="45"/>
                  </a:cxn>
                  <a:cxn ang="0">
                    <a:pos x="2" y="60"/>
                  </a:cxn>
                  <a:cxn ang="0">
                    <a:pos x="6" y="73"/>
                  </a:cxn>
                  <a:cxn ang="0">
                    <a:pos x="11" y="86"/>
                  </a:cxn>
                  <a:cxn ang="0">
                    <a:pos x="20" y="95"/>
                  </a:cxn>
                  <a:cxn ang="0">
                    <a:pos x="31" y="104"/>
                  </a:cxn>
                  <a:cxn ang="0">
                    <a:pos x="43" y="111"/>
                  </a:cxn>
                  <a:cxn ang="0">
                    <a:pos x="56" y="115"/>
                  </a:cxn>
                  <a:cxn ang="0">
                    <a:pos x="70" y="117"/>
                  </a:cxn>
                  <a:cxn ang="0">
                    <a:pos x="70" y="117"/>
                  </a:cxn>
                  <a:cxn ang="0">
                    <a:pos x="85" y="115"/>
                  </a:cxn>
                  <a:cxn ang="0">
                    <a:pos x="98" y="111"/>
                  </a:cxn>
                  <a:cxn ang="0">
                    <a:pos x="109" y="104"/>
                  </a:cxn>
                  <a:cxn ang="0">
                    <a:pos x="120" y="95"/>
                  </a:cxn>
                  <a:cxn ang="0">
                    <a:pos x="130" y="86"/>
                  </a:cxn>
                  <a:cxn ang="0">
                    <a:pos x="135" y="73"/>
                  </a:cxn>
                  <a:cxn ang="0">
                    <a:pos x="139" y="60"/>
                  </a:cxn>
                  <a:cxn ang="0">
                    <a:pos x="141" y="45"/>
                  </a:cxn>
                  <a:cxn ang="0">
                    <a:pos x="141" y="0"/>
                  </a:cxn>
                  <a:cxn ang="0">
                    <a:pos x="87" y="0"/>
                  </a:cxn>
                </a:cxnLst>
                <a:rect l="0" t="0" r="r" b="b"/>
                <a:pathLst>
                  <a:path w="141" h="117">
                    <a:moveTo>
                      <a:pt x="87" y="0"/>
                    </a:moveTo>
                    <a:lnTo>
                      <a:pt x="87" y="45"/>
                    </a:lnTo>
                    <a:lnTo>
                      <a:pt x="87" y="45"/>
                    </a:lnTo>
                    <a:lnTo>
                      <a:pt x="85" y="52"/>
                    </a:lnTo>
                    <a:lnTo>
                      <a:pt x="81" y="58"/>
                    </a:lnTo>
                    <a:lnTo>
                      <a:pt x="76" y="61"/>
                    </a:lnTo>
                    <a:lnTo>
                      <a:pt x="70" y="61"/>
                    </a:lnTo>
                    <a:lnTo>
                      <a:pt x="70" y="61"/>
                    </a:lnTo>
                    <a:lnTo>
                      <a:pt x="63" y="61"/>
                    </a:lnTo>
                    <a:lnTo>
                      <a:pt x="59" y="58"/>
                    </a:lnTo>
                    <a:lnTo>
                      <a:pt x="56" y="52"/>
                    </a:lnTo>
                    <a:lnTo>
                      <a:pt x="54" y="45"/>
                    </a:lnTo>
                    <a:lnTo>
                      <a:pt x="54" y="0"/>
                    </a:lnTo>
                    <a:lnTo>
                      <a:pt x="24" y="10"/>
                    </a:lnTo>
                    <a:lnTo>
                      <a:pt x="0" y="0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2" y="60"/>
                    </a:lnTo>
                    <a:lnTo>
                      <a:pt x="6" y="73"/>
                    </a:lnTo>
                    <a:lnTo>
                      <a:pt x="11" y="86"/>
                    </a:lnTo>
                    <a:lnTo>
                      <a:pt x="20" y="95"/>
                    </a:lnTo>
                    <a:lnTo>
                      <a:pt x="31" y="104"/>
                    </a:lnTo>
                    <a:lnTo>
                      <a:pt x="43" y="111"/>
                    </a:lnTo>
                    <a:lnTo>
                      <a:pt x="56" y="115"/>
                    </a:lnTo>
                    <a:lnTo>
                      <a:pt x="70" y="117"/>
                    </a:lnTo>
                    <a:lnTo>
                      <a:pt x="70" y="117"/>
                    </a:lnTo>
                    <a:lnTo>
                      <a:pt x="85" y="115"/>
                    </a:lnTo>
                    <a:lnTo>
                      <a:pt x="98" y="111"/>
                    </a:lnTo>
                    <a:lnTo>
                      <a:pt x="109" y="104"/>
                    </a:lnTo>
                    <a:lnTo>
                      <a:pt x="120" y="95"/>
                    </a:lnTo>
                    <a:lnTo>
                      <a:pt x="130" y="86"/>
                    </a:lnTo>
                    <a:lnTo>
                      <a:pt x="135" y="73"/>
                    </a:lnTo>
                    <a:lnTo>
                      <a:pt x="139" y="60"/>
                    </a:lnTo>
                    <a:lnTo>
                      <a:pt x="141" y="45"/>
                    </a:lnTo>
                    <a:lnTo>
                      <a:pt x="141" y="0"/>
                    </a:lnTo>
                    <a:lnTo>
                      <a:pt x="8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64" name="Freeform 19">
              <a:extLst>
                <a:ext uri="{FF2B5EF4-FFF2-40B4-BE49-F238E27FC236}">
                  <a16:creationId xmlns:a16="http://schemas.microsoft.com/office/drawing/2014/main" id="{C399925F-314F-4AB8-084A-6817FA9B9D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0566" y="5414968"/>
              <a:ext cx="410196" cy="410196"/>
            </a:xfrm>
            <a:custGeom>
              <a:avLst/>
              <a:gdLst/>
              <a:ahLst/>
              <a:cxnLst>
                <a:cxn ang="0">
                  <a:pos x="129" y="0"/>
                </a:cxn>
                <a:cxn ang="0">
                  <a:pos x="129" y="0"/>
                </a:cxn>
                <a:cxn ang="0">
                  <a:pos x="0" y="0"/>
                </a:cxn>
                <a:cxn ang="0">
                  <a:pos x="0" y="129"/>
                </a:cxn>
                <a:cxn ang="0">
                  <a:pos x="0" y="129"/>
                </a:cxn>
                <a:cxn ang="0">
                  <a:pos x="0" y="259"/>
                </a:cxn>
                <a:cxn ang="0">
                  <a:pos x="129" y="259"/>
                </a:cxn>
                <a:cxn ang="0">
                  <a:pos x="259" y="259"/>
                </a:cxn>
                <a:cxn ang="0">
                  <a:pos x="259" y="129"/>
                </a:cxn>
                <a:cxn ang="0">
                  <a:pos x="259" y="0"/>
                </a:cxn>
                <a:cxn ang="0">
                  <a:pos x="129" y="0"/>
                </a:cxn>
                <a:cxn ang="0">
                  <a:pos x="13" y="13"/>
                </a:cxn>
                <a:cxn ang="0">
                  <a:pos x="116" y="13"/>
                </a:cxn>
                <a:cxn ang="0">
                  <a:pos x="116" y="116"/>
                </a:cxn>
                <a:cxn ang="0">
                  <a:pos x="13" y="116"/>
                </a:cxn>
                <a:cxn ang="0">
                  <a:pos x="13" y="13"/>
                </a:cxn>
                <a:cxn ang="0">
                  <a:pos x="246" y="246"/>
                </a:cxn>
                <a:cxn ang="0">
                  <a:pos x="142" y="246"/>
                </a:cxn>
                <a:cxn ang="0">
                  <a:pos x="142" y="142"/>
                </a:cxn>
                <a:cxn ang="0">
                  <a:pos x="246" y="142"/>
                </a:cxn>
                <a:cxn ang="0">
                  <a:pos x="246" y="246"/>
                </a:cxn>
              </a:cxnLst>
              <a:rect l="0" t="0" r="r" b="b"/>
              <a:pathLst>
                <a:path w="259" h="259">
                  <a:moveTo>
                    <a:pt x="129" y="0"/>
                  </a:moveTo>
                  <a:lnTo>
                    <a:pt x="129" y="0"/>
                  </a:lnTo>
                  <a:lnTo>
                    <a:pt x="0" y="0"/>
                  </a:lnTo>
                  <a:lnTo>
                    <a:pt x="0" y="129"/>
                  </a:lnTo>
                  <a:lnTo>
                    <a:pt x="0" y="129"/>
                  </a:lnTo>
                  <a:lnTo>
                    <a:pt x="0" y="259"/>
                  </a:lnTo>
                  <a:lnTo>
                    <a:pt x="129" y="259"/>
                  </a:lnTo>
                  <a:lnTo>
                    <a:pt x="259" y="259"/>
                  </a:lnTo>
                  <a:lnTo>
                    <a:pt x="259" y="129"/>
                  </a:lnTo>
                  <a:lnTo>
                    <a:pt x="259" y="0"/>
                  </a:lnTo>
                  <a:lnTo>
                    <a:pt x="129" y="0"/>
                  </a:lnTo>
                  <a:close/>
                  <a:moveTo>
                    <a:pt x="13" y="13"/>
                  </a:moveTo>
                  <a:lnTo>
                    <a:pt x="116" y="13"/>
                  </a:lnTo>
                  <a:lnTo>
                    <a:pt x="116" y="116"/>
                  </a:lnTo>
                  <a:lnTo>
                    <a:pt x="13" y="116"/>
                  </a:lnTo>
                  <a:lnTo>
                    <a:pt x="13" y="13"/>
                  </a:lnTo>
                  <a:close/>
                  <a:moveTo>
                    <a:pt x="246" y="246"/>
                  </a:moveTo>
                  <a:lnTo>
                    <a:pt x="142" y="246"/>
                  </a:lnTo>
                  <a:lnTo>
                    <a:pt x="142" y="142"/>
                  </a:lnTo>
                  <a:lnTo>
                    <a:pt x="246" y="142"/>
                  </a:lnTo>
                  <a:lnTo>
                    <a:pt x="246" y="246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" name="Freeform 26">
              <a:extLst>
                <a:ext uri="{FF2B5EF4-FFF2-40B4-BE49-F238E27FC236}">
                  <a16:creationId xmlns:a16="http://schemas.microsoft.com/office/drawing/2014/main" id="{CA1F04D0-B683-A117-6505-4E35D764C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495" y="5486611"/>
              <a:ext cx="495391" cy="268207"/>
            </a:xfrm>
            <a:custGeom>
              <a:avLst/>
              <a:gdLst/>
              <a:ahLst/>
              <a:cxnLst>
                <a:cxn ang="0">
                  <a:pos x="223" y="2"/>
                </a:cxn>
                <a:cxn ang="0">
                  <a:pos x="193" y="13"/>
                </a:cxn>
                <a:cxn ang="0">
                  <a:pos x="169" y="35"/>
                </a:cxn>
                <a:cxn ang="0">
                  <a:pos x="206" y="89"/>
                </a:cxn>
                <a:cxn ang="0">
                  <a:pos x="206" y="80"/>
                </a:cxn>
                <a:cxn ang="0">
                  <a:pos x="219" y="61"/>
                </a:cxn>
                <a:cxn ang="0">
                  <a:pos x="234" y="56"/>
                </a:cxn>
                <a:cxn ang="0">
                  <a:pos x="245" y="57"/>
                </a:cxn>
                <a:cxn ang="0">
                  <a:pos x="261" y="74"/>
                </a:cxn>
                <a:cxn ang="0">
                  <a:pos x="263" y="85"/>
                </a:cxn>
                <a:cxn ang="0">
                  <a:pos x="254" y="107"/>
                </a:cxn>
                <a:cxn ang="0">
                  <a:pos x="239" y="115"/>
                </a:cxn>
                <a:cxn ang="0">
                  <a:pos x="224" y="115"/>
                </a:cxn>
                <a:cxn ang="0">
                  <a:pos x="137" y="26"/>
                </a:cxn>
                <a:cxn ang="0">
                  <a:pos x="97" y="2"/>
                </a:cxn>
                <a:cxn ang="0">
                  <a:pos x="65" y="2"/>
                </a:cxn>
                <a:cxn ang="0">
                  <a:pos x="25" y="26"/>
                </a:cxn>
                <a:cxn ang="0">
                  <a:pos x="2" y="69"/>
                </a:cxn>
                <a:cxn ang="0">
                  <a:pos x="2" y="104"/>
                </a:cxn>
                <a:cxn ang="0">
                  <a:pos x="25" y="146"/>
                </a:cxn>
                <a:cxn ang="0">
                  <a:pos x="65" y="169"/>
                </a:cxn>
                <a:cxn ang="0">
                  <a:pos x="91" y="170"/>
                </a:cxn>
                <a:cxn ang="0">
                  <a:pos x="123" y="159"/>
                </a:cxn>
                <a:cxn ang="0">
                  <a:pos x="147" y="135"/>
                </a:cxn>
                <a:cxn ang="0">
                  <a:pos x="110" y="83"/>
                </a:cxn>
                <a:cxn ang="0">
                  <a:pos x="110" y="93"/>
                </a:cxn>
                <a:cxn ang="0">
                  <a:pos x="97" y="111"/>
                </a:cxn>
                <a:cxn ang="0">
                  <a:pos x="82" y="117"/>
                </a:cxn>
                <a:cxn ang="0">
                  <a:pos x="71" y="115"/>
                </a:cxn>
                <a:cxn ang="0">
                  <a:pos x="54" y="98"/>
                </a:cxn>
                <a:cxn ang="0">
                  <a:pos x="52" y="85"/>
                </a:cxn>
                <a:cxn ang="0">
                  <a:pos x="62" y="65"/>
                </a:cxn>
                <a:cxn ang="0">
                  <a:pos x="76" y="56"/>
                </a:cxn>
                <a:cxn ang="0">
                  <a:pos x="91" y="57"/>
                </a:cxn>
                <a:cxn ang="0">
                  <a:pos x="178" y="146"/>
                </a:cxn>
                <a:cxn ang="0">
                  <a:pos x="219" y="169"/>
                </a:cxn>
                <a:cxn ang="0">
                  <a:pos x="250" y="169"/>
                </a:cxn>
                <a:cxn ang="0">
                  <a:pos x="291" y="146"/>
                </a:cxn>
                <a:cxn ang="0">
                  <a:pos x="313" y="104"/>
                </a:cxn>
                <a:cxn ang="0">
                  <a:pos x="313" y="69"/>
                </a:cxn>
                <a:cxn ang="0">
                  <a:pos x="291" y="26"/>
                </a:cxn>
                <a:cxn ang="0">
                  <a:pos x="250" y="2"/>
                </a:cxn>
              </a:cxnLst>
              <a:rect l="0" t="0" r="r" b="b"/>
              <a:pathLst>
                <a:path w="315" h="170">
                  <a:moveTo>
                    <a:pt x="234" y="0"/>
                  </a:moveTo>
                  <a:lnTo>
                    <a:pt x="234" y="0"/>
                  </a:lnTo>
                  <a:lnTo>
                    <a:pt x="223" y="2"/>
                  </a:lnTo>
                  <a:lnTo>
                    <a:pt x="212" y="4"/>
                  </a:lnTo>
                  <a:lnTo>
                    <a:pt x="202" y="7"/>
                  </a:lnTo>
                  <a:lnTo>
                    <a:pt x="193" y="13"/>
                  </a:lnTo>
                  <a:lnTo>
                    <a:pt x="184" y="19"/>
                  </a:lnTo>
                  <a:lnTo>
                    <a:pt x="176" y="28"/>
                  </a:lnTo>
                  <a:lnTo>
                    <a:pt x="169" y="35"/>
                  </a:lnTo>
                  <a:lnTo>
                    <a:pt x="163" y="45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6" y="85"/>
                  </a:lnTo>
                  <a:lnTo>
                    <a:pt x="206" y="85"/>
                  </a:lnTo>
                  <a:lnTo>
                    <a:pt x="206" y="80"/>
                  </a:lnTo>
                  <a:lnTo>
                    <a:pt x="208" y="74"/>
                  </a:lnTo>
                  <a:lnTo>
                    <a:pt x="213" y="65"/>
                  </a:lnTo>
                  <a:lnTo>
                    <a:pt x="219" y="61"/>
                  </a:lnTo>
                  <a:lnTo>
                    <a:pt x="223" y="57"/>
                  </a:lnTo>
                  <a:lnTo>
                    <a:pt x="228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9" y="56"/>
                  </a:lnTo>
                  <a:lnTo>
                    <a:pt x="245" y="57"/>
                  </a:lnTo>
                  <a:lnTo>
                    <a:pt x="250" y="61"/>
                  </a:lnTo>
                  <a:lnTo>
                    <a:pt x="254" y="65"/>
                  </a:lnTo>
                  <a:lnTo>
                    <a:pt x="261" y="74"/>
                  </a:lnTo>
                  <a:lnTo>
                    <a:pt x="261" y="80"/>
                  </a:lnTo>
                  <a:lnTo>
                    <a:pt x="263" y="85"/>
                  </a:lnTo>
                  <a:lnTo>
                    <a:pt x="263" y="85"/>
                  </a:lnTo>
                  <a:lnTo>
                    <a:pt x="261" y="93"/>
                  </a:lnTo>
                  <a:lnTo>
                    <a:pt x="261" y="98"/>
                  </a:lnTo>
                  <a:lnTo>
                    <a:pt x="254" y="107"/>
                  </a:lnTo>
                  <a:lnTo>
                    <a:pt x="250" y="111"/>
                  </a:lnTo>
                  <a:lnTo>
                    <a:pt x="245" y="113"/>
                  </a:lnTo>
                  <a:lnTo>
                    <a:pt x="239" y="115"/>
                  </a:lnTo>
                  <a:lnTo>
                    <a:pt x="234" y="117"/>
                  </a:lnTo>
                  <a:lnTo>
                    <a:pt x="234" y="117"/>
                  </a:lnTo>
                  <a:lnTo>
                    <a:pt x="224" y="115"/>
                  </a:lnTo>
                  <a:lnTo>
                    <a:pt x="215" y="109"/>
                  </a:lnTo>
                  <a:lnTo>
                    <a:pt x="137" y="26"/>
                  </a:lnTo>
                  <a:lnTo>
                    <a:pt x="137" y="26"/>
                  </a:lnTo>
                  <a:lnTo>
                    <a:pt x="126" y="15"/>
                  </a:lnTo>
                  <a:lnTo>
                    <a:pt x="112" y="7"/>
                  </a:lnTo>
                  <a:lnTo>
                    <a:pt x="97" y="2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65" y="2"/>
                  </a:lnTo>
                  <a:lnTo>
                    <a:pt x="49" y="7"/>
                  </a:lnTo>
                  <a:lnTo>
                    <a:pt x="36" y="15"/>
                  </a:lnTo>
                  <a:lnTo>
                    <a:pt x="25" y="26"/>
                  </a:lnTo>
                  <a:lnTo>
                    <a:pt x="13" y="39"/>
                  </a:lnTo>
                  <a:lnTo>
                    <a:pt x="6" y="52"/>
                  </a:lnTo>
                  <a:lnTo>
                    <a:pt x="2" y="69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2" y="104"/>
                  </a:lnTo>
                  <a:lnTo>
                    <a:pt x="6" y="119"/>
                  </a:lnTo>
                  <a:lnTo>
                    <a:pt x="13" y="133"/>
                  </a:lnTo>
                  <a:lnTo>
                    <a:pt x="25" y="146"/>
                  </a:lnTo>
                  <a:lnTo>
                    <a:pt x="36" y="157"/>
                  </a:lnTo>
                  <a:lnTo>
                    <a:pt x="49" y="165"/>
                  </a:lnTo>
                  <a:lnTo>
                    <a:pt x="65" y="169"/>
                  </a:lnTo>
                  <a:lnTo>
                    <a:pt x="80" y="170"/>
                  </a:lnTo>
                  <a:lnTo>
                    <a:pt x="80" y="170"/>
                  </a:lnTo>
                  <a:lnTo>
                    <a:pt x="91" y="170"/>
                  </a:lnTo>
                  <a:lnTo>
                    <a:pt x="102" y="169"/>
                  </a:lnTo>
                  <a:lnTo>
                    <a:pt x="113" y="165"/>
                  </a:lnTo>
                  <a:lnTo>
                    <a:pt x="123" y="159"/>
                  </a:lnTo>
                  <a:lnTo>
                    <a:pt x="132" y="152"/>
                  </a:lnTo>
                  <a:lnTo>
                    <a:pt x="139" y="144"/>
                  </a:lnTo>
                  <a:lnTo>
                    <a:pt x="147" y="135"/>
                  </a:lnTo>
                  <a:lnTo>
                    <a:pt x="152" y="126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10" y="85"/>
                  </a:lnTo>
                  <a:lnTo>
                    <a:pt x="110" y="85"/>
                  </a:lnTo>
                  <a:lnTo>
                    <a:pt x="110" y="93"/>
                  </a:lnTo>
                  <a:lnTo>
                    <a:pt x="108" y="98"/>
                  </a:lnTo>
                  <a:lnTo>
                    <a:pt x="102" y="107"/>
                  </a:lnTo>
                  <a:lnTo>
                    <a:pt x="97" y="111"/>
                  </a:lnTo>
                  <a:lnTo>
                    <a:pt x="93" y="115"/>
                  </a:lnTo>
                  <a:lnTo>
                    <a:pt x="87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76" y="117"/>
                  </a:lnTo>
                  <a:lnTo>
                    <a:pt x="71" y="115"/>
                  </a:lnTo>
                  <a:lnTo>
                    <a:pt x="65" y="111"/>
                  </a:lnTo>
                  <a:lnTo>
                    <a:pt x="62" y="107"/>
                  </a:lnTo>
                  <a:lnTo>
                    <a:pt x="54" y="98"/>
                  </a:lnTo>
                  <a:lnTo>
                    <a:pt x="52" y="93"/>
                  </a:lnTo>
                  <a:lnTo>
                    <a:pt x="52" y="85"/>
                  </a:lnTo>
                  <a:lnTo>
                    <a:pt x="52" y="85"/>
                  </a:lnTo>
                  <a:lnTo>
                    <a:pt x="52" y="80"/>
                  </a:lnTo>
                  <a:lnTo>
                    <a:pt x="54" y="74"/>
                  </a:lnTo>
                  <a:lnTo>
                    <a:pt x="62" y="65"/>
                  </a:lnTo>
                  <a:lnTo>
                    <a:pt x="65" y="61"/>
                  </a:lnTo>
                  <a:lnTo>
                    <a:pt x="71" y="57"/>
                  </a:lnTo>
                  <a:lnTo>
                    <a:pt x="76" y="56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91" y="57"/>
                  </a:lnTo>
                  <a:lnTo>
                    <a:pt x="100" y="63"/>
                  </a:lnTo>
                  <a:lnTo>
                    <a:pt x="178" y="146"/>
                  </a:lnTo>
                  <a:lnTo>
                    <a:pt x="178" y="146"/>
                  </a:lnTo>
                  <a:lnTo>
                    <a:pt x="189" y="157"/>
                  </a:lnTo>
                  <a:lnTo>
                    <a:pt x="202" y="165"/>
                  </a:lnTo>
                  <a:lnTo>
                    <a:pt x="219" y="169"/>
                  </a:lnTo>
                  <a:lnTo>
                    <a:pt x="234" y="170"/>
                  </a:lnTo>
                  <a:lnTo>
                    <a:pt x="234" y="170"/>
                  </a:lnTo>
                  <a:lnTo>
                    <a:pt x="250" y="169"/>
                  </a:lnTo>
                  <a:lnTo>
                    <a:pt x="265" y="165"/>
                  </a:lnTo>
                  <a:lnTo>
                    <a:pt x="280" y="157"/>
                  </a:lnTo>
                  <a:lnTo>
                    <a:pt x="291" y="146"/>
                  </a:lnTo>
                  <a:lnTo>
                    <a:pt x="300" y="133"/>
                  </a:lnTo>
                  <a:lnTo>
                    <a:pt x="308" y="119"/>
                  </a:lnTo>
                  <a:lnTo>
                    <a:pt x="313" y="104"/>
                  </a:lnTo>
                  <a:lnTo>
                    <a:pt x="315" y="85"/>
                  </a:lnTo>
                  <a:lnTo>
                    <a:pt x="315" y="85"/>
                  </a:lnTo>
                  <a:lnTo>
                    <a:pt x="313" y="69"/>
                  </a:lnTo>
                  <a:lnTo>
                    <a:pt x="308" y="52"/>
                  </a:lnTo>
                  <a:lnTo>
                    <a:pt x="300" y="39"/>
                  </a:lnTo>
                  <a:lnTo>
                    <a:pt x="291" y="26"/>
                  </a:lnTo>
                  <a:lnTo>
                    <a:pt x="280" y="15"/>
                  </a:lnTo>
                  <a:lnTo>
                    <a:pt x="265" y="7"/>
                  </a:lnTo>
                  <a:lnTo>
                    <a:pt x="250" y="2"/>
                  </a:lnTo>
                  <a:lnTo>
                    <a:pt x="234" y="0"/>
                  </a:lnTo>
                  <a:lnTo>
                    <a:pt x="234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" name="Freeform 27">
              <a:extLst>
                <a:ext uri="{FF2B5EF4-FFF2-40B4-BE49-F238E27FC236}">
                  <a16:creationId xmlns:a16="http://schemas.microsoft.com/office/drawing/2014/main" id="{7EE93051-33D7-6B03-8989-A74B3C839C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70992" y="5432471"/>
              <a:ext cx="508010" cy="347089"/>
            </a:xfrm>
            <a:custGeom>
              <a:avLst/>
              <a:gdLst/>
              <a:ahLst/>
              <a:cxnLst>
                <a:cxn ang="0">
                  <a:pos x="263" y="80"/>
                </a:cxn>
                <a:cxn ang="0">
                  <a:pos x="270" y="63"/>
                </a:cxn>
                <a:cxn ang="0">
                  <a:pos x="244" y="37"/>
                </a:cxn>
                <a:cxn ang="0">
                  <a:pos x="229" y="43"/>
                </a:cxn>
                <a:cxn ang="0">
                  <a:pos x="150" y="23"/>
                </a:cxn>
                <a:cxn ang="0">
                  <a:pos x="135" y="2"/>
                </a:cxn>
                <a:cxn ang="0">
                  <a:pos x="109" y="6"/>
                </a:cxn>
                <a:cxn ang="0">
                  <a:pos x="103" y="28"/>
                </a:cxn>
                <a:cxn ang="0">
                  <a:pos x="46" y="39"/>
                </a:cxn>
                <a:cxn ang="0">
                  <a:pos x="24" y="36"/>
                </a:cxn>
                <a:cxn ang="0">
                  <a:pos x="5" y="47"/>
                </a:cxn>
                <a:cxn ang="0">
                  <a:pos x="0" y="63"/>
                </a:cxn>
                <a:cxn ang="0">
                  <a:pos x="9" y="86"/>
                </a:cxn>
                <a:cxn ang="0">
                  <a:pos x="29" y="95"/>
                </a:cxn>
                <a:cxn ang="0">
                  <a:pos x="92" y="154"/>
                </a:cxn>
                <a:cxn ang="0">
                  <a:pos x="90" y="171"/>
                </a:cxn>
                <a:cxn ang="0">
                  <a:pos x="103" y="206"/>
                </a:cxn>
                <a:cxn ang="0">
                  <a:pos x="139" y="221"/>
                </a:cxn>
                <a:cxn ang="0">
                  <a:pos x="164" y="213"/>
                </a:cxn>
                <a:cxn ang="0">
                  <a:pos x="185" y="187"/>
                </a:cxn>
                <a:cxn ang="0">
                  <a:pos x="270" y="160"/>
                </a:cxn>
                <a:cxn ang="0">
                  <a:pos x="290" y="167"/>
                </a:cxn>
                <a:cxn ang="0">
                  <a:pos x="311" y="158"/>
                </a:cxn>
                <a:cxn ang="0">
                  <a:pos x="320" y="137"/>
                </a:cxn>
                <a:cxn ang="0">
                  <a:pos x="314" y="121"/>
                </a:cxn>
                <a:cxn ang="0">
                  <a:pos x="296" y="108"/>
                </a:cxn>
                <a:cxn ang="0">
                  <a:pos x="59" y="71"/>
                </a:cxn>
                <a:cxn ang="0">
                  <a:pos x="113" y="43"/>
                </a:cxn>
                <a:cxn ang="0">
                  <a:pos x="131" y="47"/>
                </a:cxn>
                <a:cxn ang="0">
                  <a:pos x="153" y="41"/>
                </a:cxn>
                <a:cxn ang="0">
                  <a:pos x="116" y="62"/>
                </a:cxn>
                <a:cxn ang="0">
                  <a:pos x="102" y="100"/>
                </a:cxn>
                <a:cxn ang="0">
                  <a:pos x="109" y="128"/>
                </a:cxn>
                <a:cxn ang="0">
                  <a:pos x="157" y="126"/>
                </a:cxn>
                <a:cxn ang="0">
                  <a:pos x="131" y="123"/>
                </a:cxn>
                <a:cxn ang="0">
                  <a:pos x="124" y="100"/>
                </a:cxn>
                <a:cxn ang="0">
                  <a:pos x="135" y="74"/>
                </a:cxn>
                <a:cxn ang="0">
                  <a:pos x="161" y="63"/>
                </a:cxn>
                <a:cxn ang="0">
                  <a:pos x="181" y="71"/>
                </a:cxn>
                <a:cxn ang="0">
                  <a:pos x="198" y="93"/>
                </a:cxn>
                <a:cxn ang="0">
                  <a:pos x="190" y="123"/>
                </a:cxn>
                <a:cxn ang="0">
                  <a:pos x="261" y="132"/>
                </a:cxn>
                <a:cxn ang="0">
                  <a:pos x="213" y="130"/>
                </a:cxn>
                <a:cxn ang="0">
                  <a:pos x="220" y="87"/>
                </a:cxn>
                <a:cxn ang="0">
                  <a:pos x="220" y="62"/>
                </a:cxn>
                <a:cxn ang="0">
                  <a:pos x="222" y="73"/>
                </a:cxn>
                <a:cxn ang="0">
                  <a:pos x="244" y="87"/>
                </a:cxn>
                <a:cxn ang="0">
                  <a:pos x="263" y="124"/>
                </a:cxn>
              </a:cxnLst>
              <a:rect l="0" t="0" r="r" b="b"/>
              <a:pathLst>
                <a:path w="320" h="221">
                  <a:moveTo>
                    <a:pt x="290" y="106"/>
                  </a:moveTo>
                  <a:lnTo>
                    <a:pt x="290" y="106"/>
                  </a:lnTo>
                  <a:lnTo>
                    <a:pt x="279" y="108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68" y="73"/>
                  </a:lnTo>
                  <a:lnTo>
                    <a:pt x="270" y="63"/>
                  </a:lnTo>
                  <a:lnTo>
                    <a:pt x="270" y="63"/>
                  </a:lnTo>
                  <a:lnTo>
                    <a:pt x="268" y="52"/>
                  </a:lnTo>
                  <a:lnTo>
                    <a:pt x="263" y="45"/>
                  </a:lnTo>
                  <a:lnTo>
                    <a:pt x="255" y="39"/>
                  </a:lnTo>
                  <a:lnTo>
                    <a:pt x="244" y="37"/>
                  </a:lnTo>
                  <a:lnTo>
                    <a:pt x="244" y="37"/>
                  </a:lnTo>
                  <a:lnTo>
                    <a:pt x="239" y="37"/>
                  </a:lnTo>
                  <a:lnTo>
                    <a:pt x="233" y="39"/>
                  </a:lnTo>
                  <a:lnTo>
                    <a:pt x="229" y="43"/>
                  </a:lnTo>
                  <a:lnTo>
                    <a:pt x="224" y="47"/>
                  </a:lnTo>
                  <a:lnTo>
                    <a:pt x="150" y="26"/>
                  </a:lnTo>
                  <a:lnTo>
                    <a:pt x="150" y="26"/>
                  </a:lnTo>
                  <a:lnTo>
                    <a:pt x="150" y="23"/>
                  </a:lnTo>
                  <a:lnTo>
                    <a:pt x="150" y="23"/>
                  </a:lnTo>
                  <a:lnTo>
                    <a:pt x="148" y="15"/>
                  </a:lnTo>
                  <a:lnTo>
                    <a:pt x="142" y="6"/>
                  </a:lnTo>
                  <a:lnTo>
                    <a:pt x="135" y="2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16" y="2"/>
                  </a:lnTo>
                  <a:lnTo>
                    <a:pt x="109" y="6"/>
                  </a:lnTo>
                  <a:lnTo>
                    <a:pt x="105" y="15"/>
                  </a:lnTo>
                  <a:lnTo>
                    <a:pt x="103" y="23"/>
                  </a:lnTo>
                  <a:lnTo>
                    <a:pt x="103" y="23"/>
                  </a:lnTo>
                  <a:lnTo>
                    <a:pt x="103" y="28"/>
                  </a:lnTo>
                  <a:lnTo>
                    <a:pt x="57" y="50"/>
                  </a:lnTo>
                  <a:lnTo>
                    <a:pt x="57" y="50"/>
                  </a:lnTo>
                  <a:lnTo>
                    <a:pt x="52" y="45"/>
                  </a:lnTo>
                  <a:lnTo>
                    <a:pt x="46" y="39"/>
                  </a:lnTo>
                  <a:lnTo>
                    <a:pt x="39" y="36"/>
                  </a:lnTo>
                  <a:lnTo>
                    <a:pt x="29" y="34"/>
                  </a:lnTo>
                  <a:lnTo>
                    <a:pt x="29" y="34"/>
                  </a:lnTo>
                  <a:lnTo>
                    <a:pt x="24" y="36"/>
                  </a:lnTo>
                  <a:lnTo>
                    <a:pt x="18" y="36"/>
                  </a:lnTo>
                  <a:lnTo>
                    <a:pt x="13" y="39"/>
                  </a:lnTo>
                  <a:lnTo>
                    <a:pt x="9" y="43"/>
                  </a:lnTo>
                  <a:lnTo>
                    <a:pt x="5" y="47"/>
                  </a:lnTo>
                  <a:lnTo>
                    <a:pt x="2" y="52"/>
                  </a:lnTo>
                  <a:lnTo>
                    <a:pt x="0" y="58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0" y="71"/>
                  </a:lnTo>
                  <a:lnTo>
                    <a:pt x="2" y="76"/>
                  </a:lnTo>
                  <a:lnTo>
                    <a:pt x="5" y="80"/>
                  </a:lnTo>
                  <a:lnTo>
                    <a:pt x="9" y="86"/>
                  </a:lnTo>
                  <a:lnTo>
                    <a:pt x="13" y="89"/>
                  </a:lnTo>
                  <a:lnTo>
                    <a:pt x="18" y="91"/>
                  </a:lnTo>
                  <a:lnTo>
                    <a:pt x="24" y="93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7" y="93"/>
                  </a:lnTo>
                  <a:lnTo>
                    <a:pt x="44" y="91"/>
                  </a:lnTo>
                  <a:lnTo>
                    <a:pt x="92" y="154"/>
                  </a:lnTo>
                  <a:lnTo>
                    <a:pt x="92" y="154"/>
                  </a:lnTo>
                  <a:lnTo>
                    <a:pt x="90" y="161"/>
                  </a:lnTo>
                  <a:lnTo>
                    <a:pt x="90" y="171"/>
                  </a:lnTo>
                  <a:lnTo>
                    <a:pt x="90" y="171"/>
                  </a:lnTo>
                  <a:lnTo>
                    <a:pt x="90" y="182"/>
                  </a:lnTo>
                  <a:lnTo>
                    <a:pt x="94" y="191"/>
                  </a:lnTo>
                  <a:lnTo>
                    <a:pt x="98" y="199"/>
                  </a:lnTo>
                  <a:lnTo>
                    <a:pt x="103" y="206"/>
                  </a:lnTo>
                  <a:lnTo>
                    <a:pt x="111" y="211"/>
                  </a:lnTo>
                  <a:lnTo>
                    <a:pt x="120" y="217"/>
                  </a:lnTo>
                  <a:lnTo>
                    <a:pt x="129" y="219"/>
                  </a:lnTo>
                  <a:lnTo>
                    <a:pt x="139" y="221"/>
                  </a:lnTo>
                  <a:lnTo>
                    <a:pt x="139" y="221"/>
                  </a:lnTo>
                  <a:lnTo>
                    <a:pt x="148" y="219"/>
                  </a:lnTo>
                  <a:lnTo>
                    <a:pt x="155" y="217"/>
                  </a:lnTo>
                  <a:lnTo>
                    <a:pt x="164" y="213"/>
                  </a:lnTo>
                  <a:lnTo>
                    <a:pt x="170" y="208"/>
                  </a:lnTo>
                  <a:lnTo>
                    <a:pt x="177" y="202"/>
                  </a:lnTo>
                  <a:lnTo>
                    <a:pt x="181" y="195"/>
                  </a:lnTo>
                  <a:lnTo>
                    <a:pt x="185" y="187"/>
                  </a:lnTo>
                  <a:lnTo>
                    <a:pt x="187" y="178"/>
                  </a:lnTo>
                  <a:lnTo>
                    <a:pt x="264" y="152"/>
                  </a:lnTo>
                  <a:lnTo>
                    <a:pt x="264" y="152"/>
                  </a:lnTo>
                  <a:lnTo>
                    <a:pt x="270" y="160"/>
                  </a:lnTo>
                  <a:lnTo>
                    <a:pt x="276" y="163"/>
                  </a:lnTo>
                  <a:lnTo>
                    <a:pt x="283" y="165"/>
                  </a:lnTo>
                  <a:lnTo>
                    <a:pt x="290" y="167"/>
                  </a:lnTo>
                  <a:lnTo>
                    <a:pt x="290" y="167"/>
                  </a:lnTo>
                  <a:lnTo>
                    <a:pt x="296" y="167"/>
                  </a:lnTo>
                  <a:lnTo>
                    <a:pt x="301" y="165"/>
                  </a:lnTo>
                  <a:lnTo>
                    <a:pt x="307" y="161"/>
                  </a:lnTo>
                  <a:lnTo>
                    <a:pt x="311" y="158"/>
                  </a:lnTo>
                  <a:lnTo>
                    <a:pt x="314" y="154"/>
                  </a:lnTo>
                  <a:lnTo>
                    <a:pt x="318" y="149"/>
                  </a:lnTo>
                  <a:lnTo>
                    <a:pt x="320" y="143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0"/>
                  </a:lnTo>
                  <a:lnTo>
                    <a:pt x="318" y="124"/>
                  </a:lnTo>
                  <a:lnTo>
                    <a:pt x="314" y="121"/>
                  </a:lnTo>
                  <a:lnTo>
                    <a:pt x="311" y="115"/>
                  </a:lnTo>
                  <a:lnTo>
                    <a:pt x="307" y="112"/>
                  </a:lnTo>
                  <a:lnTo>
                    <a:pt x="301" y="110"/>
                  </a:lnTo>
                  <a:lnTo>
                    <a:pt x="296" y="108"/>
                  </a:lnTo>
                  <a:lnTo>
                    <a:pt x="290" y="106"/>
                  </a:lnTo>
                  <a:lnTo>
                    <a:pt x="290" y="106"/>
                  </a:lnTo>
                  <a:close/>
                  <a:moveTo>
                    <a:pt x="109" y="128"/>
                  </a:moveTo>
                  <a:lnTo>
                    <a:pt x="59" y="71"/>
                  </a:lnTo>
                  <a:lnTo>
                    <a:pt x="59" y="71"/>
                  </a:lnTo>
                  <a:lnTo>
                    <a:pt x="59" y="67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8" y="45"/>
                  </a:lnTo>
                  <a:lnTo>
                    <a:pt x="126" y="47"/>
                  </a:lnTo>
                  <a:lnTo>
                    <a:pt x="126" y="47"/>
                  </a:lnTo>
                  <a:lnTo>
                    <a:pt x="131" y="47"/>
                  </a:lnTo>
                  <a:lnTo>
                    <a:pt x="137" y="45"/>
                  </a:lnTo>
                  <a:lnTo>
                    <a:pt x="144" y="39"/>
                  </a:lnTo>
                  <a:lnTo>
                    <a:pt x="153" y="41"/>
                  </a:lnTo>
                  <a:lnTo>
                    <a:pt x="153" y="41"/>
                  </a:lnTo>
                  <a:lnTo>
                    <a:pt x="142" y="45"/>
                  </a:lnTo>
                  <a:lnTo>
                    <a:pt x="133" y="49"/>
                  </a:lnTo>
                  <a:lnTo>
                    <a:pt x="124" y="54"/>
                  </a:lnTo>
                  <a:lnTo>
                    <a:pt x="116" y="62"/>
                  </a:lnTo>
                  <a:lnTo>
                    <a:pt x="111" y="71"/>
                  </a:lnTo>
                  <a:lnTo>
                    <a:pt x="105" y="80"/>
                  </a:lnTo>
                  <a:lnTo>
                    <a:pt x="103" y="89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03" y="115"/>
                  </a:lnTo>
                  <a:lnTo>
                    <a:pt x="109" y="128"/>
                  </a:lnTo>
                  <a:lnTo>
                    <a:pt x="109" y="128"/>
                  </a:lnTo>
                  <a:close/>
                  <a:moveTo>
                    <a:pt x="172" y="136"/>
                  </a:moveTo>
                  <a:lnTo>
                    <a:pt x="172" y="136"/>
                  </a:lnTo>
                  <a:lnTo>
                    <a:pt x="164" y="130"/>
                  </a:lnTo>
                  <a:lnTo>
                    <a:pt x="157" y="126"/>
                  </a:lnTo>
                  <a:lnTo>
                    <a:pt x="148" y="123"/>
                  </a:lnTo>
                  <a:lnTo>
                    <a:pt x="139" y="123"/>
                  </a:lnTo>
                  <a:lnTo>
                    <a:pt x="139" y="123"/>
                  </a:lnTo>
                  <a:lnTo>
                    <a:pt x="131" y="123"/>
                  </a:lnTo>
                  <a:lnTo>
                    <a:pt x="131" y="123"/>
                  </a:lnTo>
                  <a:lnTo>
                    <a:pt x="126" y="113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6" y="93"/>
                  </a:lnTo>
                  <a:lnTo>
                    <a:pt x="127" y="86"/>
                  </a:lnTo>
                  <a:lnTo>
                    <a:pt x="131" y="80"/>
                  </a:lnTo>
                  <a:lnTo>
                    <a:pt x="135" y="74"/>
                  </a:lnTo>
                  <a:lnTo>
                    <a:pt x="140" y="71"/>
                  </a:lnTo>
                  <a:lnTo>
                    <a:pt x="148" y="67"/>
                  </a:lnTo>
                  <a:lnTo>
                    <a:pt x="153" y="65"/>
                  </a:lnTo>
                  <a:lnTo>
                    <a:pt x="161" y="63"/>
                  </a:lnTo>
                  <a:lnTo>
                    <a:pt x="161" y="63"/>
                  </a:lnTo>
                  <a:lnTo>
                    <a:pt x="168" y="65"/>
                  </a:lnTo>
                  <a:lnTo>
                    <a:pt x="176" y="67"/>
                  </a:lnTo>
                  <a:lnTo>
                    <a:pt x="181" y="71"/>
                  </a:lnTo>
                  <a:lnTo>
                    <a:pt x="187" y="74"/>
                  </a:lnTo>
                  <a:lnTo>
                    <a:pt x="192" y="80"/>
                  </a:lnTo>
                  <a:lnTo>
                    <a:pt x="196" y="86"/>
                  </a:lnTo>
                  <a:lnTo>
                    <a:pt x="198" y="93"/>
                  </a:lnTo>
                  <a:lnTo>
                    <a:pt x="198" y="100"/>
                  </a:lnTo>
                  <a:lnTo>
                    <a:pt x="198" y="100"/>
                  </a:lnTo>
                  <a:lnTo>
                    <a:pt x="196" y="113"/>
                  </a:lnTo>
                  <a:lnTo>
                    <a:pt x="190" y="123"/>
                  </a:lnTo>
                  <a:lnTo>
                    <a:pt x="183" y="130"/>
                  </a:lnTo>
                  <a:lnTo>
                    <a:pt x="172" y="136"/>
                  </a:lnTo>
                  <a:lnTo>
                    <a:pt x="172" y="136"/>
                  </a:lnTo>
                  <a:close/>
                  <a:moveTo>
                    <a:pt x="261" y="132"/>
                  </a:moveTo>
                  <a:lnTo>
                    <a:pt x="192" y="150"/>
                  </a:lnTo>
                  <a:lnTo>
                    <a:pt x="192" y="150"/>
                  </a:lnTo>
                  <a:lnTo>
                    <a:pt x="205" y="141"/>
                  </a:lnTo>
                  <a:lnTo>
                    <a:pt x="213" y="130"/>
                  </a:lnTo>
                  <a:lnTo>
                    <a:pt x="218" y="115"/>
                  </a:lnTo>
                  <a:lnTo>
                    <a:pt x="220" y="100"/>
                  </a:lnTo>
                  <a:lnTo>
                    <a:pt x="220" y="100"/>
                  </a:lnTo>
                  <a:lnTo>
                    <a:pt x="220" y="87"/>
                  </a:lnTo>
                  <a:lnTo>
                    <a:pt x="216" y="76"/>
                  </a:lnTo>
                  <a:lnTo>
                    <a:pt x="209" y="65"/>
                  </a:lnTo>
                  <a:lnTo>
                    <a:pt x="202" y="56"/>
                  </a:lnTo>
                  <a:lnTo>
                    <a:pt x="220" y="62"/>
                  </a:lnTo>
                  <a:lnTo>
                    <a:pt x="220" y="62"/>
                  </a:lnTo>
                  <a:lnTo>
                    <a:pt x="220" y="63"/>
                  </a:lnTo>
                  <a:lnTo>
                    <a:pt x="220" y="63"/>
                  </a:lnTo>
                  <a:lnTo>
                    <a:pt x="222" y="73"/>
                  </a:lnTo>
                  <a:lnTo>
                    <a:pt x="227" y="80"/>
                  </a:lnTo>
                  <a:lnTo>
                    <a:pt x="235" y="86"/>
                  </a:lnTo>
                  <a:lnTo>
                    <a:pt x="244" y="87"/>
                  </a:lnTo>
                  <a:lnTo>
                    <a:pt x="244" y="87"/>
                  </a:lnTo>
                  <a:lnTo>
                    <a:pt x="248" y="87"/>
                  </a:lnTo>
                  <a:lnTo>
                    <a:pt x="266" y="117"/>
                  </a:lnTo>
                  <a:lnTo>
                    <a:pt x="266" y="117"/>
                  </a:lnTo>
                  <a:lnTo>
                    <a:pt x="263" y="124"/>
                  </a:lnTo>
                  <a:lnTo>
                    <a:pt x="261" y="132"/>
                  </a:lnTo>
                  <a:lnTo>
                    <a:pt x="261" y="13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7" name="Group 255">
              <a:extLst>
                <a:ext uri="{FF2B5EF4-FFF2-40B4-BE49-F238E27FC236}">
                  <a16:creationId xmlns:a16="http://schemas.microsoft.com/office/drawing/2014/main" id="{FAD793A5-3E8F-99F8-4056-89D5C959D614}"/>
                </a:ext>
              </a:extLst>
            </p:cNvPr>
            <p:cNvGrpSpPr/>
            <p:nvPr/>
          </p:nvGrpSpPr>
          <p:grpSpPr>
            <a:xfrm>
              <a:off x="9680094" y="4722613"/>
              <a:ext cx="419661" cy="293449"/>
              <a:chOff x="2968185" y="3257104"/>
              <a:chExt cx="285894" cy="199911"/>
            </a:xfrm>
            <a:grpFill/>
          </p:grpSpPr>
          <p:sp>
            <p:nvSpPr>
              <p:cNvPr id="494" name="Freeform 30">
                <a:extLst>
                  <a:ext uri="{FF2B5EF4-FFF2-40B4-BE49-F238E27FC236}">
                    <a16:creationId xmlns:a16="http://schemas.microsoft.com/office/drawing/2014/main" id="{493C8953-2FE1-66C6-57B9-BE19708BA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185" y="3340938"/>
                <a:ext cx="285894" cy="116077"/>
              </a:xfrm>
              <a:custGeom>
                <a:avLst/>
                <a:gdLst/>
                <a:ahLst/>
                <a:cxnLst>
                  <a:cxn ang="0">
                    <a:pos x="265" y="49"/>
                  </a:cxn>
                  <a:cxn ang="0">
                    <a:pos x="265" y="49"/>
                  </a:cxn>
                  <a:cxn ang="0">
                    <a:pos x="260" y="43"/>
                  </a:cxn>
                  <a:cxn ang="0">
                    <a:pos x="254" y="41"/>
                  </a:cxn>
                  <a:cxn ang="0">
                    <a:pos x="248" y="41"/>
                  </a:cxn>
                  <a:cxn ang="0">
                    <a:pos x="241" y="45"/>
                  </a:cxn>
                  <a:cxn ang="0">
                    <a:pos x="241" y="45"/>
                  </a:cxn>
                  <a:cxn ang="0">
                    <a:pos x="219" y="58"/>
                  </a:cxn>
                  <a:cxn ang="0">
                    <a:pos x="197" y="67"/>
                  </a:cxn>
                  <a:cxn ang="0">
                    <a:pos x="176" y="73"/>
                  </a:cxn>
                  <a:cxn ang="0">
                    <a:pos x="158" y="74"/>
                  </a:cxn>
                  <a:cxn ang="0">
                    <a:pos x="139" y="74"/>
                  </a:cxn>
                  <a:cxn ang="0">
                    <a:pos x="121" y="73"/>
                  </a:cxn>
                  <a:cxn ang="0">
                    <a:pos x="106" y="67"/>
                  </a:cxn>
                  <a:cxn ang="0">
                    <a:pos x="91" y="60"/>
                  </a:cxn>
                  <a:cxn ang="0">
                    <a:pos x="78" y="52"/>
                  </a:cxn>
                  <a:cxn ang="0">
                    <a:pos x="67" y="45"/>
                  </a:cxn>
                  <a:cxn ang="0">
                    <a:pos x="49" y="28"/>
                  </a:cxn>
                  <a:cxn ang="0">
                    <a:pos x="36" y="15"/>
                  </a:cxn>
                  <a:cxn ang="0">
                    <a:pos x="30" y="8"/>
                  </a:cxn>
                  <a:cxn ang="0">
                    <a:pos x="30" y="8"/>
                  </a:cxn>
                  <a:cxn ang="0">
                    <a:pos x="26" y="4"/>
                  </a:cxn>
                  <a:cxn ang="0">
                    <a:pos x="21" y="0"/>
                  </a:cxn>
                  <a:cxn ang="0">
                    <a:pos x="13" y="0"/>
                  </a:cxn>
                  <a:cxn ang="0">
                    <a:pos x="8" y="4"/>
                  </a:cxn>
                  <a:cxn ang="0">
                    <a:pos x="8" y="4"/>
                  </a:cxn>
                  <a:cxn ang="0">
                    <a:pos x="2" y="8"/>
                  </a:cxn>
                  <a:cxn ang="0">
                    <a:pos x="0" y="15"/>
                  </a:cxn>
                  <a:cxn ang="0">
                    <a:pos x="0" y="21"/>
                  </a:cxn>
                  <a:cxn ang="0">
                    <a:pos x="2" y="28"/>
                  </a:cxn>
                  <a:cxn ang="0">
                    <a:pos x="2" y="28"/>
                  </a:cxn>
                  <a:cxn ang="0">
                    <a:pos x="11" y="39"/>
                  </a:cxn>
                  <a:cxn ang="0">
                    <a:pos x="23" y="50"/>
                  </a:cxn>
                  <a:cxn ang="0">
                    <a:pos x="36" y="63"/>
                  </a:cxn>
                  <a:cxn ang="0">
                    <a:pos x="54" y="76"/>
                  </a:cxn>
                  <a:cxn ang="0">
                    <a:pos x="74" y="89"/>
                  </a:cxn>
                  <a:cxn ang="0">
                    <a:pos x="98" y="100"/>
                  </a:cxn>
                  <a:cxn ang="0">
                    <a:pos x="111" y="104"/>
                  </a:cxn>
                  <a:cxn ang="0">
                    <a:pos x="124" y="108"/>
                  </a:cxn>
                  <a:cxn ang="0">
                    <a:pos x="124" y="108"/>
                  </a:cxn>
                  <a:cxn ang="0">
                    <a:pos x="137" y="110"/>
                  </a:cxn>
                  <a:cxn ang="0">
                    <a:pos x="152" y="110"/>
                  </a:cxn>
                  <a:cxn ang="0">
                    <a:pos x="152" y="110"/>
                  </a:cxn>
                  <a:cxn ang="0">
                    <a:pos x="165" y="110"/>
                  </a:cxn>
                  <a:cxn ang="0">
                    <a:pos x="180" y="108"/>
                  </a:cxn>
                  <a:cxn ang="0">
                    <a:pos x="193" y="104"/>
                  </a:cxn>
                  <a:cxn ang="0">
                    <a:pos x="206" y="100"/>
                  </a:cxn>
                  <a:cxn ang="0">
                    <a:pos x="234" y="87"/>
                  </a:cxn>
                  <a:cxn ang="0">
                    <a:pos x="261" y="73"/>
                  </a:cxn>
                  <a:cxn ang="0">
                    <a:pos x="261" y="73"/>
                  </a:cxn>
                  <a:cxn ang="0">
                    <a:pos x="265" y="67"/>
                  </a:cxn>
                  <a:cxn ang="0">
                    <a:pos x="267" y="62"/>
                  </a:cxn>
                  <a:cxn ang="0">
                    <a:pos x="267" y="54"/>
                  </a:cxn>
                  <a:cxn ang="0">
                    <a:pos x="265" y="49"/>
                  </a:cxn>
                  <a:cxn ang="0">
                    <a:pos x="265" y="49"/>
                  </a:cxn>
                </a:cxnLst>
                <a:rect l="0" t="0" r="r" b="b"/>
                <a:pathLst>
                  <a:path w="267" h="110">
                    <a:moveTo>
                      <a:pt x="265" y="49"/>
                    </a:moveTo>
                    <a:lnTo>
                      <a:pt x="265" y="49"/>
                    </a:lnTo>
                    <a:lnTo>
                      <a:pt x="260" y="43"/>
                    </a:lnTo>
                    <a:lnTo>
                      <a:pt x="254" y="41"/>
                    </a:lnTo>
                    <a:lnTo>
                      <a:pt x="248" y="41"/>
                    </a:lnTo>
                    <a:lnTo>
                      <a:pt x="241" y="45"/>
                    </a:lnTo>
                    <a:lnTo>
                      <a:pt x="241" y="45"/>
                    </a:lnTo>
                    <a:lnTo>
                      <a:pt x="219" y="58"/>
                    </a:lnTo>
                    <a:lnTo>
                      <a:pt x="197" y="67"/>
                    </a:lnTo>
                    <a:lnTo>
                      <a:pt x="176" y="73"/>
                    </a:lnTo>
                    <a:lnTo>
                      <a:pt x="158" y="74"/>
                    </a:lnTo>
                    <a:lnTo>
                      <a:pt x="139" y="74"/>
                    </a:lnTo>
                    <a:lnTo>
                      <a:pt x="121" y="73"/>
                    </a:lnTo>
                    <a:lnTo>
                      <a:pt x="106" y="67"/>
                    </a:lnTo>
                    <a:lnTo>
                      <a:pt x="91" y="60"/>
                    </a:lnTo>
                    <a:lnTo>
                      <a:pt x="78" y="52"/>
                    </a:lnTo>
                    <a:lnTo>
                      <a:pt x="67" y="45"/>
                    </a:lnTo>
                    <a:lnTo>
                      <a:pt x="49" y="28"/>
                    </a:lnTo>
                    <a:lnTo>
                      <a:pt x="36" y="15"/>
                    </a:lnTo>
                    <a:lnTo>
                      <a:pt x="30" y="8"/>
                    </a:lnTo>
                    <a:lnTo>
                      <a:pt x="30" y="8"/>
                    </a:lnTo>
                    <a:lnTo>
                      <a:pt x="26" y="4"/>
                    </a:lnTo>
                    <a:lnTo>
                      <a:pt x="21" y="0"/>
                    </a:lnTo>
                    <a:lnTo>
                      <a:pt x="13" y="0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2" y="8"/>
                    </a:lnTo>
                    <a:lnTo>
                      <a:pt x="0" y="15"/>
                    </a:lnTo>
                    <a:lnTo>
                      <a:pt x="0" y="21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11" y="39"/>
                    </a:lnTo>
                    <a:lnTo>
                      <a:pt x="23" y="50"/>
                    </a:lnTo>
                    <a:lnTo>
                      <a:pt x="36" y="63"/>
                    </a:lnTo>
                    <a:lnTo>
                      <a:pt x="54" y="76"/>
                    </a:lnTo>
                    <a:lnTo>
                      <a:pt x="74" y="89"/>
                    </a:lnTo>
                    <a:lnTo>
                      <a:pt x="98" y="100"/>
                    </a:lnTo>
                    <a:lnTo>
                      <a:pt x="111" y="104"/>
                    </a:lnTo>
                    <a:lnTo>
                      <a:pt x="124" y="108"/>
                    </a:lnTo>
                    <a:lnTo>
                      <a:pt x="124" y="108"/>
                    </a:lnTo>
                    <a:lnTo>
                      <a:pt x="137" y="110"/>
                    </a:lnTo>
                    <a:lnTo>
                      <a:pt x="152" y="110"/>
                    </a:lnTo>
                    <a:lnTo>
                      <a:pt x="152" y="110"/>
                    </a:lnTo>
                    <a:lnTo>
                      <a:pt x="165" y="110"/>
                    </a:lnTo>
                    <a:lnTo>
                      <a:pt x="180" y="108"/>
                    </a:lnTo>
                    <a:lnTo>
                      <a:pt x="193" y="104"/>
                    </a:lnTo>
                    <a:lnTo>
                      <a:pt x="206" y="100"/>
                    </a:lnTo>
                    <a:lnTo>
                      <a:pt x="234" y="87"/>
                    </a:lnTo>
                    <a:lnTo>
                      <a:pt x="261" y="73"/>
                    </a:lnTo>
                    <a:lnTo>
                      <a:pt x="261" y="73"/>
                    </a:lnTo>
                    <a:lnTo>
                      <a:pt x="265" y="67"/>
                    </a:lnTo>
                    <a:lnTo>
                      <a:pt x="267" y="62"/>
                    </a:lnTo>
                    <a:lnTo>
                      <a:pt x="267" y="54"/>
                    </a:lnTo>
                    <a:lnTo>
                      <a:pt x="265" y="49"/>
                    </a:lnTo>
                    <a:lnTo>
                      <a:pt x="265" y="4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5" name="Freeform 31">
                <a:extLst>
                  <a:ext uri="{FF2B5EF4-FFF2-40B4-BE49-F238E27FC236}">
                    <a16:creationId xmlns:a16="http://schemas.microsoft.com/office/drawing/2014/main" id="{F3739044-86BA-AE33-6674-C8DCD71FB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6601" y="3276451"/>
                <a:ext cx="58039" cy="58039"/>
              </a:xfrm>
              <a:custGeom>
                <a:avLst/>
                <a:gdLst/>
                <a:ahLst/>
                <a:cxnLst>
                  <a:cxn ang="0">
                    <a:pos x="26" y="54"/>
                  </a:cxn>
                  <a:cxn ang="0">
                    <a:pos x="26" y="54"/>
                  </a:cxn>
                  <a:cxn ang="0">
                    <a:pos x="37" y="52"/>
                  </a:cxn>
                  <a:cxn ang="0">
                    <a:pos x="44" y="46"/>
                  </a:cxn>
                  <a:cxn ang="0">
                    <a:pos x="52" y="37"/>
                  </a:cxn>
                  <a:cxn ang="0">
                    <a:pos x="54" y="28"/>
                  </a:cxn>
                  <a:cxn ang="0">
                    <a:pos x="54" y="28"/>
                  </a:cxn>
                  <a:cxn ang="0">
                    <a:pos x="52" y="17"/>
                  </a:cxn>
                  <a:cxn ang="0">
                    <a:pos x="44" y="8"/>
                  </a:cxn>
                  <a:cxn ang="0">
                    <a:pos x="37" y="2"/>
                  </a:cxn>
                  <a:cxn ang="0">
                    <a:pos x="26" y="0"/>
                  </a:cxn>
                  <a:cxn ang="0">
                    <a:pos x="26" y="0"/>
                  </a:cxn>
                  <a:cxn ang="0">
                    <a:pos x="17" y="2"/>
                  </a:cxn>
                  <a:cxn ang="0">
                    <a:pos x="7" y="8"/>
                  </a:cxn>
                  <a:cxn ang="0">
                    <a:pos x="2" y="17"/>
                  </a:cxn>
                  <a:cxn ang="0">
                    <a:pos x="0" y="28"/>
                  </a:cxn>
                  <a:cxn ang="0">
                    <a:pos x="0" y="28"/>
                  </a:cxn>
                  <a:cxn ang="0">
                    <a:pos x="2" y="37"/>
                  </a:cxn>
                  <a:cxn ang="0">
                    <a:pos x="7" y="46"/>
                  </a:cxn>
                  <a:cxn ang="0">
                    <a:pos x="17" y="52"/>
                  </a:cxn>
                  <a:cxn ang="0">
                    <a:pos x="26" y="54"/>
                  </a:cxn>
                  <a:cxn ang="0">
                    <a:pos x="26" y="54"/>
                  </a:cxn>
                </a:cxnLst>
                <a:rect l="0" t="0" r="r" b="b"/>
                <a:pathLst>
                  <a:path w="54" h="54">
                    <a:moveTo>
                      <a:pt x="26" y="54"/>
                    </a:moveTo>
                    <a:lnTo>
                      <a:pt x="26" y="54"/>
                    </a:lnTo>
                    <a:lnTo>
                      <a:pt x="37" y="52"/>
                    </a:lnTo>
                    <a:lnTo>
                      <a:pt x="44" y="46"/>
                    </a:lnTo>
                    <a:lnTo>
                      <a:pt x="52" y="37"/>
                    </a:lnTo>
                    <a:lnTo>
                      <a:pt x="54" y="28"/>
                    </a:lnTo>
                    <a:lnTo>
                      <a:pt x="54" y="28"/>
                    </a:lnTo>
                    <a:lnTo>
                      <a:pt x="52" y="17"/>
                    </a:lnTo>
                    <a:lnTo>
                      <a:pt x="44" y="8"/>
                    </a:lnTo>
                    <a:lnTo>
                      <a:pt x="37" y="2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17" y="2"/>
                    </a:lnTo>
                    <a:lnTo>
                      <a:pt x="7" y="8"/>
                    </a:lnTo>
                    <a:lnTo>
                      <a:pt x="2" y="17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2" y="37"/>
                    </a:lnTo>
                    <a:lnTo>
                      <a:pt x="7" y="46"/>
                    </a:lnTo>
                    <a:lnTo>
                      <a:pt x="17" y="52"/>
                    </a:lnTo>
                    <a:lnTo>
                      <a:pt x="26" y="54"/>
                    </a:lnTo>
                    <a:lnTo>
                      <a:pt x="26" y="5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6" name="Freeform 32">
                <a:extLst>
                  <a:ext uri="{FF2B5EF4-FFF2-40B4-BE49-F238E27FC236}">
                    <a16:creationId xmlns:a16="http://schemas.microsoft.com/office/drawing/2014/main" id="{4C155DC7-A2E7-6BC7-7245-5DBDF3F07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4823" y="3257104"/>
                <a:ext cx="58039" cy="58039"/>
              </a:xfrm>
              <a:custGeom>
                <a:avLst/>
                <a:gdLst/>
                <a:ahLst/>
                <a:cxnLst>
                  <a:cxn ang="0">
                    <a:pos x="28" y="53"/>
                  </a:cxn>
                  <a:cxn ang="0">
                    <a:pos x="28" y="53"/>
                  </a:cxn>
                  <a:cxn ang="0">
                    <a:pos x="39" y="52"/>
                  </a:cxn>
                  <a:cxn ang="0">
                    <a:pos x="47" y="46"/>
                  </a:cxn>
                  <a:cxn ang="0">
                    <a:pos x="52" y="37"/>
                  </a:cxn>
                  <a:cxn ang="0">
                    <a:pos x="54" y="27"/>
                  </a:cxn>
                  <a:cxn ang="0">
                    <a:pos x="54" y="27"/>
                  </a:cxn>
                  <a:cxn ang="0">
                    <a:pos x="52" y="16"/>
                  </a:cxn>
                  <a:cxn ang="0">
                    <a:pos x="47" y="7"/>
                  </a:cxn>
                  <a:cxn ang="0">
                    <a:pos x="39" y="2"/>
                  </a:cxn>
                  <a:cxn ang="0">
                    <a:pos x="28" y="0"/>
                  </a:cxn>
                  <a:cxn ang="0">
                    <a:pos x="28" y="0"/>
                  </a:cxn>
                  <a:cxn ang="0">
                    <a:pos x="17" y="2"/>
                  </a:cxn>
                  <a:cxn ang="0">
                    <a:pos x="10" y="7"/>
                  </a:cxn>
                  <a:cxn ang="0">
                    <a:pos x="2" y="16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2" y="37"/>
                  </a:cxn>
                  <a:cxn ang="0">
                    <a:pos x="10" y="46"/>
                  </a:cxn>
                  <a:cxn ang="0">
                    <a:pos x="17" y="52"/>
                  </a:cxn>
                  <a:cxn ang="0">
                    <a:pos x="28" y="53"/>
                  </a:cxn>
                  <a:cxn ang="0">
                    <a:pos x="28" y="53"/>
                  </a:cxn>
                </a:cxnLst>
                <a:rect l="0" t="0" r="r" b="b"/>
                <a:pathLst>
                  <a:path w="54" h="53">
                    <a:moveTo>
                      <a:pt x="28" y="53"/>
                    </a:moveTo>
                    <a:lnTo>
                      <a:pt x="28" y="53"/>
                    </a:lnTo>
                    <a:lnTo>
                      <a:pt x="39" y="52"/>
                    </a:lnTo>
                    <a:lnTo>
                      <a:pt x="47" y="46"/>
                    </a:lnTo>
                    <a:lnTo>
                      <a:pt x="52" y="37"/>
                    </a:lnTo>
                    <a:lnTo>
                      <a:pt x="54" y="27"/>
                    </a:lnTo>
                    <a:lnTo>
                      <a:pt x="54" y="27"/>
                    </a:lnTo>
                    <a:lnTo>
                      <a:pt x="52" y="16"/>
                    </a:lnTo>
                    <a:lnTo>
                      <a:pt x="47" y="7"/>
                    </a:lnTo>
                    <a:lnTo>
                      <a:pt x="39" y="2"/>
                    </a:lnTo>
                    <a:lnTo>
                      <a:pt x="28" y="0"/>
                    </a:lnTo>
                    <a:lnTo>
                      <a:pt x="28" y="0"/>
                    </a:lnTo>
                    <a:lnTo>
                      <a:pt x="17" y="2"/>
                    </a:lnTo>
                    <a:lnTo>
                      <a:pt x="10" y="7"/>
                    </a:lnTo>
                    <a:lnTo>
                      <a:pt x="2" y="16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2" y="37"/>
                    </a:lnTo>
                    <a:lnTo>
                      <a:pt x="10" y="46"/>
                    </a:lnTo>
                    <a:lnTo>
                      <a:pt x="17" y="52"/>
                    </a:lnTo>
                    <a:lnTo>
                      <a:pt x="28" y="53"/>
                    </a:lnTo>
                    <a:lnTo>
                      <a:pt x="28" y="5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68" name="Group 248">
              <a:extLst>
                <a:ext uri="{FF2B5EF4-FFF2-40B4-BE49-F238E27FC236}">
                  <a16:creationId xmlns:a16="http://schemas.microsoft.com/office/drawing/2014/main" id="{C462C344-5E24-8FA2-3787-4B4151DAD14B}"/>
                </a:ext>
              </a:extLst>
            </p:cNvPr>
            <p:cNvGrpSpPr/>
            <p:nvPr/>
          </p:nvGrpSpPr>
          <p:grpSpPr>
            <a:xfrm>
              <a:off x="7312528" y="4709993"/>
              <a:ext cx="489080" cy="309226"/>
              <a:chOff x="5844318" y="2279047"/>
              <a:chExt cx="333186" cy="210659"/>
            </a:xfrm>
            <a:grpFill/>
          </p:grpSpPr>
          <p:sp>
            <p:nvSpPr>
              <p:cNvPr id="491" name="Freeform 33">
                <a:extLst>
                  <a:ext uri="{FF2B5EF4-FFF2-40B4-BE49-F238E27FC236}">
                    <a16:creationId xmlns:a16="http://schemas.microsoft.com/office/drawing/2014/main" id="{2B7D20F8-E37A-E7A0-641B-EB8E31556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44318" y="2279047"/>
                <a:ext cx="174116" cy="206359"/>
              </a:xfrm>
              <a:custGeom>
                <a:avLst/>
                <a:gdLst/>
                <a:ahLst/>
                <a:cxnLst>
                  <a:cxn ang="0">
                    <a:pos x="124" y="87"/>
                  </a:cxn>
                  <a:cxn ang="0">
                    <a:pos x="139" y="81"/>
                  </a:cxn>
                  <a:cxn ang="0">
                    <a:pos x="150" y="70"/>
                  </a:cxn>
                  <a:cxn ang="0">
                    <a:pos x="154" y="50"/>
                  </a:cxn>
                  <a:cxn ang="0">
                    <a:pos x="152" y="39"/>
                  </a:cxn>
                  <a:cxn ang="0">
                    <a:pos x="145" y="18"/>
                  </a:cxn>
                  <a:cxn ang="0">
                    <a:pos x="130" y="5"/>
                  </a:cxn>
                  <a:cxn ang="0">
                    <a:pos x="112" y="0"/>
                  </a:cxn>
                  <a:cxn ang="0">
                    <a:pos x="45" y="0"/>
                  </a:cxn>
                  <a:cxn ang="0">
                    <a:pos x="0" y="0"/>
                  </a:cxn>
                  <a:cxn ang="0">
                    <a:pos x="43" y="190"/>
                  </a:cxn>
                  <a:cxn ang="0">
                    <a:pos x="100" y="190"/>
                  </a:cxn>
                  <a:cxn ang="0">
                    <a:pos x="110" y="190"/>
                  </a:cxn>
                  <a:cxn ang="0">
                    <a:pos x="130" y="185"/>
                  </a:cxn>
                  <a:cxn ang="0">
                    <a:pos x="147" y="174"/>
                  </a:cxn>
                  <a:cxn ang="0">
                    <a:pos x="156" y="161"/>
                  </a:cxn>
                  <a:cxn ang="0">
                    <a:pos x="160" y="144"/>
                  </a:cxn>
                  <a:cxn ang="0">
                    <a:pos x="161" y="135"/>
                  </a:cxn>
                  <a:cxn ang="0">
                    <a:pos x="160" y="120"/>
                  </a:cxn>
                  <a:cxn ang="0">
                    <a:pos x="154" y="102"/>
                  </a:cxn>
                  <a:cxn ang="0">
                    <a:pos x="137" y="89"/>
                  </a:cxn>
                  <a:cxn ang="0">
                    <a:pos x="124" y="87"/>
                  </a:cxn>
                  <a:cxn ang="0">
                    <a:pos x="45" y="33"/>
                  </a:cxn>
                  <a:cxn ang="0">
                    <a:pos x="100" y="33"/>
                  </a:cxn>
                  <a:cxn ang="0">
                    <a:pos x="102" y="33"/>
                  </a:cxn>
                  <a:cxn ang="0">
                    <a:pos x="112" y="42"/>
                  </a:cxn>
                  <a:cxn ang="0">
                    <a:pos x="113" y="53"/>
                  </a:cxn>
                  <a:cxn ang="0">
                    <a:pos x="112" y="65"/>
                  </a:cxn>
                  <a:cxn ang="0">
                    <a:pos x="102" y="76"/>
                  </a:cxn>
                  <a:cxn ang="0">
                    <a:pos x="45" y="76"/>
                  </a:cxn>
                  <a:cxn ang="0">
                    <a:pos x="97" y="157"/>
                  </a:cxn>
                  <a:cxn ang="0">
                    <a:pos x="45" y="105"/>
                  </a:cxn>
                  <a:cxn ang="0">
                    <a:pos x="100" y="105"/>
                  </a:cxn>
                  <a:cxn ang="0">
                    <a:pos x="110" y="109"/>
                  </a:cxn>
                  <a:cxn ang="0">
                    <a:pos x="117" y="116"/>
                  </a:cxn>
                  <a:cxn ang="0">
                    <a:pos x="121" y="131"/>
                  </a:cxn>
                  <a:cxn ang="0">
                    <a:pos x="119" y="139"/>
                  </a:cxn>
                  <a:cxn ang="0">
                    <a:pos x="115" y="150"/>
                  </a:cxn>
                  <a:cxn ang="0">
                    <a:pos x="104" y="155"/>
                  </a:cxn>
                  <a:cxn ang="0">
                    <a:pos x="97" y="157"/>
                  </a:cxn>
                </a:cxnLst>
                <a:rect l="0" t="0" r="r" b="b"/>
                <a:pathLst>
                  <a:path w="161" h="190">
                    <a:moveTo>
                      <a:pt x="124" y="87"/>
                    </a:moveTo>
                    <a:lnTo>
                      <a:pt x="124" y="87"/>
                    </a:lnTo>
                    <a:lnTo>
                      <a:pt x="130" y="85"/>
                    </a:lnTo>
                    <a:lnTo>
                      <a:pt x="139" y="81"/>
                    </a:lnTo>
                    <a:lnTo>
                      <a:pt x="145" y="77"/>
                    </a:lnTo>
                    <a:lnTo>
                      <a:pt x="150" y="70"/>
                    </a:lnTo>
                    <a:lnTo>
                      <a:pt x="152" y="61"/>
                    </a:lnTo>
                    <a:lnTo>
                      <a:pt x="154" y="50"/>
                    </a:lnTo>
                    <a:lnTo>
                      <a:pt x="154" y="50"/>
                    </a:lnTo>
                    <a:lnTo>
                      <a:pt x="152" y="39"/>
                    </a:lnTo>
                    <a:lnTo>
                      <a:pt x="150" y="27"/>
                    </a:lnTo>
                    <a:lnTo>
                      <a:pt x="145" y="18"/>
                    </a:lnTo>
                    <a:lnTo>
                      <a:pt x="139" y="11"/>
                    </a:lnTo>
                    <a:lnTo>
                      <a:pt x="130" y="5"/>
                    </a:lnTo>
                    <a:lnTo>
                      <a:pt x="121" y="2"/>
                    </a:lnTo>
                    <a:lnTo>
                      <a:pt x="112" y="0"/>
                    </a:lnTo>
                    <a:lnTo>
                      <a:pt x="100" y="0"/>
                    </a:lnTo>
                    <a:lnTo>
                      <a:pt x="45" y="0"/>
                    </a:lnTo>
                    <a:lnTo>
                      <a:pt x="43" y="0"/>
                    </a:lnTo>
                    <a:lnTo>
                      <a:pt x="0" y="0"/>
                    </a:lnTo>
                    <a:lnTo>
                      <a:pt x="0" y="190"/>
                    </a:lnTo>
                    <a:lnTo>
                      <a:pt x="43" y="190"/>
                    </a:lnTo>
                    <a:lnTo>
                      <a:pt x="45" y="190"/>
                    </a:lnTo>
                    <a:lnTo>
                      <a:pt x="100" y="190"/>
                    </a:lnTo>
                    <a:lnTo>
                      <a:pt x="100" y="190"/>
                    </a:lnTo>
                    <a:lnTo>
                      <a:pt x="110" y="190"/>
                    </a:lnTo>
                    <a:lnTo>
                      <a:pt x="119" y="189"/>
                    </a:lnTo>
                    <a:lnTo>
                      <a:pt x="130" y="185"/>
                    </a:lnTo>
                    <a:lnTo>
                      <a:pt x="141" y="177"/>
                    </a:lnTo>
                    <a:lnTo>
                      <a:pt x="147" y="174"/>
                    </a:lnTo>
                    <a:lnTo>
                      <a:pt x="152" y="168"/>
                    </a:lnTo>
                    <a:lnTo>
                      <a:pt x="156" y="161"/>
                    </a:lnTo>
                    <a:lnTo>
                      <a:pt x="158" y="153"/>
                    </a:lnTo>
                    <a:lnTo>
                      <a:pt x="160" y="144"/>
                    </a:lnTo>
                    <a:lnTo>
                      <a:pt x="161" y="135"/>
                    </a:lnTo>
                    <a:lnTo>
                      <a:pt x="161" y="135"/>
                    </a:lnTo>
                    <a:lnTo>
                      <a:pt x="161" y="127"/>
                    </a:lnTo>
                    <a:lnTo>
                      <a:pt x="160" y="120"/>
                    </a:lnTo>
                    <a:lnTo>
                      <a:pt x="158" y="111"/>
                    </a:lnTo>
                    <a:lnTo>
                      <a:pt x="154" y="102"/>
                    </a:lnTo>
                    <a:lnTo>
                      <a:pt x="147" y="94"/>
                    </a:lnTo>
                    <a:lnTo>
                      <a:pt x="137" y="89"/>
                    </a:lnTo>
                    <a:lnTo>
                      <a:pt x="132" y="87"/>
                    </a:lnTo>
                    <a:lnTo>
                      <a:pt x="124" y="87"/>
                    </a:lnTo>
                    <a:lnTo>
                      <a:pt x="124" y="87"/>
                    </a:lnTo>
                    <a:close/>
                    <a:moveTo>
                      <a:pt x="45" y="33"/>
                    </a:moveTo>
                    <a:lnTo>
                      <a:pt x="93" y="33"/>
                    </a:lnTo>
                    <a:lnTo>
                      <a:pt x="100" y="33"/>
                    </a:lnTo>
                    <a:lnTo>
                      <a:pt x="100" y="33"/>
                    </a:lnTo>
                    <a:lnTo>
                      <a:pt x="102" y="33"/>
                    </a:lnTo>
                    <a:lnTo>
                      <a:pt x="106" y="35"/>
                    </a:lnTo>
                    <a:lnTo>
                      <a:pt x="112" y="42"/>
                    </a:lnTo>
                    <a:lnTo>
                      <a:pt x="113" y="46"/>
                    </a:lnTo>
                    <a:lnTo>
                      <a:pt x="113" y="53"/>
                    </a:lnTo>
                    <a:lnTo>
                      <a:pt x="113" y="53"/>
                    </a:lnTo>
                    <a:lnTo>
                      <a:pt x="112" y="65"/>
                    </a:lnTo>
                    <a:lnTo>
                      <a:pt x="108" y="72"/>
                    </a:lnTo>
                    <a:lnTo>
                      <a:pt x="102" y="76"/>
                    </a:lnTo>
                    <a:lnTo>
                      <a:pt x="97" y="76"/>
                    </a:lnTo>
                    <a:lnTo>
                      <a:pt x="45" y="76"/>
                    </a:lnTo>
                    <a:lnTo>
                      <a:pt x="45" y="33"/>
                    </a:lnTo>
                    <a:close/>
                    <a:moveTo>
                      <a:pt x="97" y="157"/>
                    </a:moveTo>
                    <a:lnTo>
                      <a:pt x="45" y="157"/>
                    </a:lnTo>
                    <a:lnTo>
                      <a:pt x="45" y="105"/>
                    </a:lnTo>
                    <a:lnTo>
                      <a:pt x="100" y="105"/>
                    </a:lnTo>
                    <a:lnTo>
                      <a:pt x="100" y="105"/>
                    </a:lnTo>
                    <a:lnTo>
                      <a:pt x="102" y="105"/>
                    </a:lnTo>
                    <a:lnTo>
                      <a:pt x="110" y="109"/>
                    </a:lnTo>
                    <a:lnTo>
                      <a:pt x="113" y="113"/>
                    </a:lnTo>
                    <a:lnTo>
                      <a:pt x="117" y="116"/>
                    </a:lnTo>
                    <a:lnTo>
                      <a:pt x="119" y="124"/>
                    </a:lnTo>
                    <a:lnTo>
                      <a:pt x="121" y="131"/>
                    </a:lnTo>
                    <a:lnTo>
                      <a:pt x="121" y="131"/>
                    </a:lnTo>
                    <a:lnTo>
                      <a:pt x="119" y="139"/>
                    </a:lnTo>
                    <a:lnTo>
                      <a:pt x="117" y="146"/>
                    </a:lnTo>
                    <a:lnTo>
                      <a:pt x="115" y="150"/>
                    </a:lnTo>
                    <a:lnTo>
                      <a:pt x="112" y="153"/>
                    </a:lnTo>
                    <a:lnTo>
                      <a:pt x="104" y="155"/>
                    </a:lnTo>
                    <a:lnTo>
                      <a:pt x="97" y="157"/>
                    </a:lnTo>
                    <a:lnTo>
                      <a:pt x="97" y="15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2" name="Rectangle 34">
                <a:extLst>
                  <a:ext uri="{FF2B5EF4-FFF2-40B4-BE49-F238E27FC236}">
                    <a16:creationId xmlns:a16="http://schemas.microsoft.com/office/drawing/2014/main" id="{1CCD7AAF-6421-F08F-9285-BC12A74BEB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59276" y="2291945"/>
                <a:ext cx="85983" cy="2579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3" name="Freeform 35">
                <a:extLst>
                  <a:ext uri="{FF2B5EF4-FFF2-40B4-BE49-F238E27FC236}">
                    <a16:creationId xmlns:a16="http://schemas.microsoft.com/office/drawing/2014/main" id="{4DA0075B-918E-6D80-CED4-01BC6126AA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24883" y="2330637"/>
                <a:ext cx="152621" cy="159069"/>
              </a:xfrm>
              <a:custGeom>
                <a:avLst/>
                <a:gdLst/>
                <a:ahLst/>
                <a:cxnLst>
                  <a:cxn ang="0">
                    <a:pos x="74" y="0"/>
                  </a:cxn>
                  <a:cxn ang="0">
                    <a:pos x="48" y="4"/>
                  </a:cxn>
                  <a:cxn ang="0">
                    <a:pos x="31" y="11"/>
                  </a:cxn>
                  <a:cxn ang="0">
                    <a:pos x="17" y="24"/>
                  </a:cxn>
                  <a:cxn ang="0">
                    <a:pos x="4" y="50"/>
                  </a:cxn>
                  <a:cxn ang="0">
                    <a:pos x="0" y="74"/>
                  </a:cxn>
                  <a:cxn ang="0">
                    <a:pos x="0" y="85"/>
                  </a:cxn>
                  <a:cxn ang="0">
                    <a:pos x="7" y="111"/>
                  </a:cxn>
                  <a:cxn ang="0">
                    <a:pos x="20" y="129"/>
                  </a:cxn>
                  <a:cxn ang="0">
                    <a:pos x="37" y="141"/>
                  </a:cxn>
                  <a:cxn ang="0">
                    <a:pos x="59" y="146"/>
                  </a:cxn>
                  <a:cxn ang="0">
                    <a:pos x="74" y="146"/>
                  </a:cxn>
                  <a:cxn ang="0">
                    <a:pos x="94" y="146"/>
                  </a:cxn>
                  <a:cxn ang="0">
                    <a:pos x="118" y="137"/>
                  </a:cxn>
                  <a:cxn ang="0">
                    <a:pos x="128" y="128"/>
                  </a:cxn>
                  <a:cxn ang="0">
                    <a:pos x="137" y="115"/>
                  </a:cxn>
                  <a:cxn ang="0">
                    <a:pos x="139" y="96"/>
                  </a:cxn>
                  <a:cxn ang="0">
                    <a:pos x="105" y="96"/>
                  </a:cxn>
                  <a:cxn ang="0">
                    <a:pos x="102" y="105"/>
                  </a:cxn>
                  <a:cxn ang="0">
                    <a:pos x="92" y="113"/>
                  </a:cxn>
                  <a:cxn ang="0">
                    <a:pos x="74" y="116"/>
                  </a:cxn>
                  <a:cxn ang="0">
                    <a:pos x="68" y="116"/>
                  </a:cxn>
                  <a:cxn ang="0">
                    <a:pos x="57" y="113"/>
                  </a:cxn>
                  <a:cxn ang="0">
                    <a:pos x="46" y="104"/>
                  </a:cxn>
                  <a:cxn ang="0">
                    <a:pos x="41" y="83"/>
                  </a:cxn>
                  <a:cxn ang="0">
                    <a:pos x="141" y="83"/>
                  </a:cxn>
                  <a:cxn ang="0">
                    <a:pos x="139" y="57"/>
                  </a:cxn>
                  <a:cxn ang="0">
                    <a:pos x="133" y="33"/>
                  </a:cxn>
                  <a:cxn ang="0">
                    <a:pos x="124" y="18"/>
                  </a:cxn>
                  <a:cxn ang="0">
                    <a:pos x="107" y="7"/>
                  </a:cxn>
                  <a:cxn ang="0">
                    <a:pos x="87" y="2"/>
                  </a:cxn>
                  <a:cxn ang="0">
                    <a:pos x="74" y="0"/>
                  </a:cxn>
                  <a:cxn ang="0">
                    <a:pos x="41" y="57"/>
                  </a:cxn>
                  <a:cxn ang="0">
                    <a:pos x="41" y="54"/>
                  </a:cxn>
                  <a:cxn ang="0">
                    <a:pos x="50" y="37"/>
                  </a:cxn>
                  <a:cxn ang="0">
                    <a:pos x="65" y="29"/>
                  </a:cxn>
                  <a:cxn ang="0">
                    <a:pos x="74" y="28"/>
                  </a:cxn>
                  <a:cxn ang="0">
                    <a:pos x="91" y="33"/>
                  </a:cxn>
                  <a:cxn ang="0">
                    <a:pos x="100" y="42"/>
                  </a:cxn>
                  <a:cxn ang="0">
                    <a:pos x="104" y="57"/>
                  </a:cxn>
                </a:cxnLst>
                <a:rect l="0" t="0" r="r" b="b"/>
                <a:pathLst>
                  <a:path w="141" h="146">
                    <a:moveTo>
                      <a:pt x="74" y="0"/>
                    </a:moveTo>
                    <a:lnTo>
                      <a:pt x="74" y="0"/>
                    </a:lnTo>
                    <a:lnTo>
                      <a:pt x="61" y="0"/>
                    </a:lnTo>
                    <a:lnTo>
                      <a:pt x="48" y="4"/>
                    </a:lnTo>
                    <a:lnTo>
                      <a:pt x="39" y="7"/>
                    </a:lnTo>
                    <a:lnTo>
                      <a:pt x="31" y="11"/>
                    </a:lnTo>
                    <a:lnTo>
                      <a:pt x="24" y="17"/>
                    </a:lnTo>
                    <a:lnTo>
                      <a:pt x="17" y="24"/>
                    </a:lnTo>
                    <a:lnTo>
                      <a:pt x="9" y="37"/>
                    </a:lnTo>
                    <a:lnTo>
                      <a:pt x="4" y="50"/>
                    </a:lnTo>
                    <a:lnTo>
                      <a:pt x="0" y="63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85"/>
                    </a:lnTo>
                    <a:lnTo>
                      <a:pt x="2" y="96"/>
                    </a:lnTo>
                    <a:lnTo>
                      <a:pt x="7" y="111"/>
                    </a:lnTo>
                    <a:lnTo>
                      <a:pt x="15" y="124"/>
                    </a:lnTo>
                    <a:lnTo>
                      <a:pt x="20" y="129"/>
                    </a:lnTo>
                    <a:lnTo>
                      <a:pt x="28" y="135"/>
                    </a:lnTo>
                    <a:lnTo>
                      <a:pt x="37" y="141"/>
                    </a:lnTo>
                    <a:lnTo>
                      <a:pt x="48" y="144"/>
                    </a:lnTo>
                    <a:lnTo>
                      <a:pt x="59" y="146"/>
                    </a:lnTo>
                    <a:lnTo>
                      <a:pt x="74" y="146"/>
                    </a:lnTo>
                    <a:lnTo>
                      <a:pt x="74" y="146"/>
                    </a:lnTo>
                    <a:lnTo>
                      <a:pt x="83" y="146"/>
                    </a:lnTo>
                    <a:lnTo>
                      <a:pt x="94" y="146"/>
                    </a:lnTo>
                    <a:lnTo>
                      <a:pt x="105" y="142"/>
                    </a:lnTo>
                    <a:lnTo>
                      <a:pt x="118" y="137"/>
                    </a:lnTo>
                    <a:lnTo>
                      <a:pt x="124" y="131"/>
                    </a:lnTo>
                    <a:lnTo>
                      <a:pt x="128" y="128"/>
                    </a:lnTo>
                    <a:lnTo>
                      <a:pt x="133" y="120"/>
                    </a:lnTo>
                    <a:lnTo>
                      <a:pt x="137" y="115"/>
                    </a:lnTo>
                    <a:lnTo>
                      <a:pt x="139" y="105"/>
                    </a:lnTo>
                    <a:lnTo>
                      <a:pt x="139" y="96"/>
                    </a:lnTo>
                    <a:lnTo>
                      <a:pt x="105" y="96"/>
                    </a:lnTo>
                    <a:lnTo>
                      <a:pt x="105" y="96"/>
                    </a:lnTo>
                    <a:lnTo>
                      <a:pt x="105" y="100"/>
                    </a:lnTo>
                    <a:lnTo>
                      <a:pt x="102" y="105"/>
                    </a:lnTo>
                    <a:lnTo>
                      <a:pt x="98" y="109"/>
                    </a:lnTo>
                    <a:lnTo>
                      <a:pt x="92" y="113"/>
                    </a:lnTo>
                    <a:lnTo>
                      <a:pt x="85" y="116"/>
                    </a:lnTo>
                    <a:lnTo>
                      <a:pt x="74" y="116"/>
                    </a:lnTo>
                    <a:lnTo>
                      <a:pt x="74" y="116"/>
                    </a:lnTo>
                    <a:lnTo>
                      <a:pt x="68" y="116"/>
                    </a:lnTo>
                    <a:lnTo>
                      <a:pt x="63" y="115"/>
                    </a:lnTo>
                    <a:lnTo>
                      <a:pt x="57" y="113"/>
                    </a:lnTo>
                    <a:lnTo>
                      <a:pt x="52" y="109"/>
                    </a:lnTo>
                    <a:lnTo>
                      <a:pt x="46" y="104"/>
                    </a:lnTo>
                    <a:lnTo>
                      <a:pt x="42" y="94"/>
                    </a:lnTo>
                    <a:lnTo>
                      <a:pt x="41" y="83"/>
                    </a:lnTo>
                    <a:lnTo>
                      <a:pt x="141" y="83"/>
                    </a:lnTo>
                    <a:lnTo>
                      <a:pt x="141" y="83"/>
                    </a:lnTo>
                    <a:lnTo>
                      <a:pt x="141" y="70"/>
                    </a:lnTo>
                    <a:lnTo>
                      <a:pt x="139" y="57"/>
                    </a:lnTo>
                    <a:lnTo>
                      <a:pt x="135" y="41"/>
                    </a:lnTo>
                    <a:lnTo>
                      <a:pt x="133" y="33"/>
                    </a:lnTo>
                    <a:lnTo>
                      <a:pt x="128" y="26"/>
                    </a:lnTo>
                    <a:lnTo>
                      <a:pt x="124" y="18"/>
                    </a:lnTo>
                    <a:lnTo>
                      <a:pt x="117" y="13"/>
                    </a:lnTo>
                    <a:lnTo>
                      <a:pt x="107" y="7"/>
                    </a:lnTo>
                    <a:lnTo>
                      <a:pt x="98" y="4"/>
                    </a:lnTo>
                    <a:lnTo>
                      <a:pt x="87" y="2"/>
                    </a:lnTo>
                    <a:lnTo>
                      <a:pt x="74" y="0"/>
                    </a:lnTo>
                    <a:lnTo>
                      <a:pt x="74" y="0"/>
                    </a:lnTo>
                    <a:close/>
                    <a:moveTo>
                      <a:pt x="104" y="57"/>
                    </a:moveTo>
                    <a:lnTo>
                      <a:pt x="41" y="57"/>
                    </a:lnTo>
                    <a:lnTo>
                      <a:pt x="41" y="57"/>
                    </a:lnTo>
                    <a:lnTo>
                      <a:pt x="41" y="54"/>
                    </a:lnTo>
                    <a:lnTo>
                      <a:pt x="46" y="42"/>
                    </a:lnTo>
                    <a:lnTo>
                      <a:pt x="50" y="37"/>
                    </a:lnTo>
                    <a:lnTo>
                      <a:pt x="55" y="33"/>
                    </a:lnTo>
                    <a:lnTo>
                      <a:pt x="65" y="29"/>
                    </a:lnTo>
                    <a:lnTo>
                      <a:pt x="74" y="28"/>
                    </a:lnTo>
                    <a:lnTo>
                      <a:pt x="74" y="28"/>
                    </a:lnTo>
                    <a:lnTo>
                      <a:pt x="83" y="29"/>
                    </a:lnTo>
                    <a:lnTo>
                      <a:pt x="91" y="33"/>
                    </a:lnTo>
                    <a:lnTo>
                      <a:pt x="96" y="37"/>
                    </a:lnTo>
                    <a:lnTo>
                      <a:pt x="100" y="42"/>
                    </a:lnTo>
                    <a:lnTo>
                      <a:pt x="104" y="54"/>
                    </a:lnTo>
                    <a:lnTo>
                      <a:pt x="104" y="57"/>
                    </a:lnTo>
                    <a:lnTo>
                      <a:pt x="104" y="5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69" name="Freeform 36">
              <a:extLst>
                <a:ext uri="{FF2B5EF4-FFF2-40B4-BE49-F238E27FC236}">
                  <a16:creationId xmlns:a16="http://schemas.microsoft.com/office/drawing/2014/main" id="{7A02A1C5-DAA2-58F6-BAE7-E3ED6DB39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8263" y="5441124"/>
              <a:ext cx="504857" cy="331312"/>
            </a:xfrm>
            <a:custGeom>
              <a:avLst/>
              <a:gdLst/>
              <a:ahLst/>
              <a:cxnLst>
                <a:cxn ang="0">
                  <a:pos x="0" y="105"/>
                </a:cxn>
                <a:cxn ang="0">
                  <a:pos x="74" y="0"/>
                </a:cxn>
                <a:cxn ang="0">
                  <a:pos x="159" y="113"/>
                </a:cxn>
                <a:cxn ang="0">
                  <a:pos x="246" y="0"/>
                </a:cxn>
                <a:cxn ang="0">
                  <a:pos x="318" y="102"/>
                </a:cxn>
                <a:cxn ang="0">
                  <a:pos x="235" y="211"/>
                </a:cxn>
                <a:cxn ang="0">
                  <a:pos x="85" y="211"/>
                </a:cxn>
                <a:cxn ang="0">
                  <a:pos x="0" y="105"/>
                </a:cxn>
              </a:cxnLst>
              <a:rect l="0" t="0" r="r" b="b"/>
              <a:pathLst>
                <a:path w="318" h="211">
                  <a:moveTo>
                    <a:pt x="0" y="105"/>
                  </a:moveTo>
                  <a:lnTo>
                    <a:pt x="74" y="0"/>
                  </a:lnTo>
                  <a:lnTo>
                    <a:pt x="159" y="113"/>
                  </a:lnTo>
                  <a:lnTo>
                    <a:pt x="246" y="0"/>
                  </a:lnTo>
                  <a:lnTo>
                    <a:pt x="318" y="102"/>
                  </a:lnTo>
                  <a:lnTo>
                    <a:pt x="235" y="211"/>
                  </a:lnTo>
                  <a:lnTo>
                    <a:pt x="85" y="211"/>
                  </a:lnTo>
                  <a:lnTo>
                    <a:pt x="0" y="10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" name="Freeform 37">
              <a:extLst>
                <a:ext uri="{FF2B5EF4-FFF2-40B4-BE49-F238E27FC236}">
                  <a16:creationId xmlns:a16="http://schemas.microsoft.com/office/drawing/2014/main" id="{B95B1ACF-786F-0D40-B752-936EE4A318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84993" y="5392142"/>
              <a:ext cx="460680" cy="460680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65" y="26"/>
                </a:cxn>
                <a:cxn ang="0">
                  <a:pos x="24" y="65"/>
                </a:cxn>
                <a:cxn ang="0">
                  <a:pos x="2" y="117"/>
                </a:cxn>
                <a:cxn ang="0">
                  <a:pos x="0" y="161"/>
                </a:cxn>
                <a:cxn ang="0">
                  <a:pos x="17" y="217"/>
                </a:cxn>
                <a:cxn ang="0">
                  <a:pos x="52" y="259"/>
                </a:cxn>
                <a:cxn ang="0">
                  <a:pos x="102" y="287"/>
                </a:cxn>
                <a:cxn ang="0">
                  <a:pos x="146" y="292"/>
                </a:cxn>
                <a:cxn ang="0">
                  <a:pos x="202" y="281"/>
                </a:cxn>
                <a:cxn ang="0">
                  <a:pos x="250" y="250"/>
                </a:cxn>
                <a:cxn ang="0">
                  <a:pos x="281" y="204"/>
                </a:cxn>
                <a:cxn ang="0">
                  <a:pos x="293" y="146"/>
                </a:cxn>
                <a:cxn ang="0">
                  <a:pos x="285" y="104"/>
                </a:cxn>
                <a:cxn ang="0">
                  <a:pos x="259" y="54"/>
                </a:cxn>
                <a:cxn ang="0">
                  <a:pos x="215" y="19"/>
                </a:cxn>
                <a:cxn ang="0">
                  <a:pos x="161" y="2"/>
                </a:cxn>
                <a:cxn ang="0">
                  <a:pos x="15" y="146"/>
                </a:cxn>
                <a:cxn ang="0">
                  <a:pos x="26" y="93"/>
                </a:cxn>
                <a:cxn ang="0">
                  <a:pos x="57" y="244"/>
                </a:cxn>
                <a:cxn ang="0">
                  <a:pos x="20" y="185"/>
                </a:cxn>
                <a:cxn ang="0">
                  <a:pos x="146" y="278"/>
                </a:cxn>
                <a:cxn ang="0">
                  <a:pos x="148" y="159"/>
                </a:cxn>
                <a:cxn ang="0">
                  <a:pos x="189" y="270"/>
                </a:cxn>
                <a:cxn ang="0">
                  <a:pos x="163" y="85"/>
                </a:cxn>
                <a:cxn ang="0">
                  <a:pos x="183" y="81"/>
                </a:cxn>
                <a:cxn ang="0">
                  <a:pos x="178" y="72"/>
                </a:cxn>
                <a:cxn ang="0">
                  <a:pos x="107" y="72"/>
                </a:cxn>
                <a:cxn ang="0">
                  <a:pos x="107" y="83"/>
                </a:cxn>
                <a:cxn ang="0">
                  <a:pos x="113" y="228"/>
                </a:cxn>
                <a:cxn ang="0">
                  <a:pos x="80" y="83"/>
                </a:cxn>
                <a:cxn ang="0">
                  <a:pos x="80" y="72"/>
                </a:cxn>
                <a:cxn ang="0">
                  <a:pos x="35" y="74"/>
                </a:cxn>
                <a:cxn ang="0">
                  <a:pos x="69" y="41"/>
                </a:cxn>
                <a:cxn ang="0">
                  <a:pos x="130" y="17"/>
                </a:cxn>
                <a:cxn ang="0">
                  <a:pos x="170" y="17"/>
                </a:cxn>
                <a:cxn ang="0">
                  <a:pos x="235" y="50"/>
                </a:cxn>
                <a:cxn ang="0">
                  <a:pos x="224" y="52"/>
                </a:cxn>
                <a:cxn ang="0">
                  <a:pos x="211" y="72"/>
                </a:cxn>
                <a:cxn ang="0">
                  <a:pos x="224" y="104"/>
                </a:cxn>
                <a:cxn ang="0">
                  <a:pos x="235" y="141"/>
                </a:cxn>
                <a:cxn ang="0">
                  <a:pos x="211" y="226"/>
                </a:cxn>
                <a:cxn ang="0">
                  <a:pos x="252" y="144"/>
                </a:cxn>
                <a:cxn ang="0">
                  <a:pos x="263" y="96"/>
                </a:cxn>
                <a:cxn ang="0">
                  <a:pos x="268" y="98"/>
                </a:cxn>
                <a:cxn ang="0">
                  <a:pos x="278" y="146"/>
                </a:cxn>
                <a:cxn ang="0">
                  <a:pos x="259" y="213"/>
                </a:cxn>
                <a:cxn ang="0">
                  <a:pos x="211" y="261"/>
                </a:cxn>
              </a:cxnLst>
              <a:rect l="0" t="0" r="r" b="b"/>
              <a:pathLst>
                <a:path w="293" h="292">
                  <a:moveTo>
                    <a:pt x="146" y="0"/>
                  </a:moveTo>
                  <a:lnTo>
                    <a:pt x="146" y="0"/>
                  </a:lnTo>
                  <a:lnTo>
                    <a:pt x="131" y="2"/>
                  </a:lnTo>
                  <a:lnTo>
                    <a:pt x="117" y="4"/>
                  </a:lnTo>
                  <a:lnTo>
                    <a:pt x="102" y="7"/>
                  </a:lnTo>
                  <a:lnTo>
                    <a:pt x="89" y="11"/>
                  </a:lnTo>
                  <a:lnTo>
                    <a:pt x="76" y="19"/>
                  </a:lnTo>
                  <a:lnTo>
                    <a:pt x="65" y="26"/>
                  </a:lnTo>
                  <a:lnTo>
                    <a:pt x="52" y="33"/>
                  </a:lnTo>
                  <a:lnTo>
                    <a:pt x="43" y="43"/>
                  </a:lnTo>
                  <a:lnTo>
                    <a:pt x="33" y="54"/>
                  </a:lnTo>
                  <a:lnTo>
                    <a:pt x="24" y="65"/>
                  </a:lnTo>
                  <a:lnTo>
                    <a:pt x="17" y="78"/>
                  </a:lnTo>
                  <a:lnTo>
                    <a:pt x="11" y="91"/>
                  </a:lnTo>
                  <a:lnTo>
                    <a:pt x="6" y="104"/>
                  </a:lnTo>
                  <a:lnTo>
                    <a:pt x="2" y="117"/>
                  </a:lnTo>
                  <a:lnTo>
                    <a:pt x="0" y="131"/>
                  </a:lnTo>
                  <a:lnTo>
                    <a:pt x="0" y="146"/>
                  </a:lnTo>
                  <a:lnTo>
                    <a:pt x="0" y="146"/>
                  </a:lnTo>
                  <a:lnTo>
                    <a:pt x="0" y="161"/>
                  </a:lnTo>
                  <a:lnTo>
                    <a:pt x="2" y="176"/>
                  </a:lnTo>
                  <a:lnTo>
                    <a:pt x="6" y="191"/>
                  </a:lnTo>
                  <a:lnTo>
                    <a:pt x="11" y="204"/>
                  </a:lnTo>
                  <a:lnTo>
                    <a:pt x="17" y="217"/>
                  </a:lnTo>
                  <a:lnTo>
                    <a:pt x="24" y="228"/>
                  </a:lnTo>
                  <a:lnTo>
                    <a:pt x="33" y="241"/>
                  </a:lnTo>
                  <a:lnTo>
                    <a:pt x="43" y="250"/>
                  </a:lnTo>
                  <a:lnTo>
                    <a:pt x="52" y="259"/>
                  </a:lnTo>
                  <a:lnTo>
                    <a:pt x="65" y="268"/>
                  </a:lnTo>
                  <a:lnTo>
                    <a:pt x="76" y="276"/>
                  </a:lnTo>
                  <a:lnTo>
                    <a:pt x="89" y="281"/>
                  </a:lnTo>
                  <a:lnTo>
                    <a:pt x="102" y="287"/>
                  </a:lnTo>
                  <a:lnTo>
                    <a:pt x="117" y="291"/>
                  </a:lnTo>
                  <a:lnTo>
                    <a:pt x="131" y="292"/>
                  </a:lnTo>
                  <a:lnTo>
                    <a:pt x="146" y="292"/>
                  </a:lnTo>
                  <a:lnTo>
                    <a:pt x="146" y="292"/>
                  </a:lnTo>
                  <a:lnTo>
                    <a:pt x="161" y="292"/>
                  </a:lnTo>
                  <a:lnTo>
                    <a:pt x="176" y="291"/>
                  </a:lnTo>
                  <a:lnTo>
                    <a:pt x="189" y="287"/>
                  </a:lnTo>
                  <a:lnTo>
                    <a:pt x="202" y="281"/>
                  </a:lnTo>
                  <a:lnTo>
                    <a:pt x="215" y="276"/>
                  </a:lnTo>
                  <a:lnTo>
                    <a:pt x="228" y="268"/>
                  </a:lnTo>
                  <a:lnTo>
                    <a:pt x="239" y="259"/>
                  </a:lnTo>
                  <a:lnTo>
                    <a:pt x="250" y="250"/>
                  </a:lnTo>
                  <a:lnTo>
                    <a:pt x="259" y="241"/>
                  </a:lnTo>
                  <a:lnTo>
                    <a:pt x="267" y="228"/>
                  </a:lnTo>
                  <a:lnTo>
                    <a:pt x="274" y="217"/>
                  </a:lnTo>
                  <a:lnTo>
                    <a:pt x="281" y="204"/>
                  </a:lnTo>
                  <a:lnTo>
                    <a:pt x="285" y="191"/>
                  </a:lnTo>
                  <a:lnTo>
                    <a:pt x="289" y="176"/>
                  </a:lnTo>
                  <a:lnTo>
                    <a:pt x="291" y="161"/>
                  </a:lnTo>
                  <a:lnTo>
                    <a:pt x="293" y="146"/>
                  </a:lnTo>
                  <a:lnTo>
                    <a:pt x="293" y="146"/>
                  </a:lnTo>
                  <a:lnTo>
                    <a:pt x="291" y="131"/>
                  </a:lnTo>
                  <a:lnTo>
                    <a:pt x="289" y="117"/>
                  </a:lnTo>
                  <a:lnTo>
                    <a:pt x="285" y="104"/>
                  </a:lnTo>
                  <a:lnTo>
                    <a:pt x="281" y="91"/>
                  </a:lnTo>
                  <a:lnTo>
                    <a:pt x="274" y="78"/>
                  </a:lnTo>
                  <a:lnTo>
                    <a:pt x="267" y="65"/>
                  </a:lnTo>
                  <a:lnTo>
                    <a:pt x="259" y="54"/>
                  </a:lnTo>
                  <a:lnTo>
                    <a:pt x="250" y="43"/>
                  </a:lnTo>
                  <a:lnTo>
                    <a:pt x="239" y="33"/>
                  </a:lnTo>
                  <a:lnTo>
                    <a:pt x="228" y="26"/>
                  </a:lnTo>
                  <a:lnTo>
                    <a:pt x="215" y="19"/>
                  </a:lnTo>
                  <a:lnTo>
                    <a:pt x="202" y="11"/>
                  </a:lnTo>
                  <a:lnTo>
                    <a:pt x="189" y="7"/>
                  </a:lnTo>
                  <a:lnTo>
                    <a:pt x="176" y="4"/>
                  </a:lnTo>
                  <a:lnTo>
                    <a:pt x="161" y="2"/>
                  </a:lnTo>
                  <a:lnTo>
                    <a:pt x="146" y="0"/>
                  </a:lnTo>
                  <a:lnTo>
                    <a:pt x="146" y="0"/>
                  </a:lnTo>
                  <a:close/>
                  <a:moveTo>
                    <a:pt x="15" y="146"/>
                  </a:moveTo>
                  <a:lnTo>
                    <a:pt x="15" y="146"/>
                  </a:lnTo>
                  <a:lnTo>
                    <a:pt x="15" y="133"/>
                  </a:lnTo>
                  <a:lnTo>
                    <a:pt x="17" y="118"/>
                  </a:lnTo>
                  <a:lnTo>
                    <a:pt x="20" y="106"/>
                  </a:lnTo>
                  <a:lnTo>
                    <a:pt x="26" y="93"/>
                  </a:lnTo>
                  <a:lnTo>
                    <a:pt x="89" y="265"/>
                  </a:lnTo>
                  <a:lnTo>
                    <a:pt x="89" y="265"/>
                  </a:lnTo>
                  <a:lnTo>
                    <a:pt x="72" y="255"/>
                  </a:lnTo>
                  <a:lnTo>
                    <a:pt x="57" y="244"/>
                  </a:lnTo>
                  <a:lnTo>
                    <a:pt x="46" y="231"/>
                  </a:lnTo>
                  <a:lnTo>
                    <a:pt x="35" y="218"/>
                  </a:lnTo>
                  <a:lnTo>
                    <a:pt x="26" y="202"/>
                  </a:lnTo>
                  <a:lnTo>
                    <a:pt x="20" y="185"/>
                  </a:lnTo>
                  <a:lnTo>
                    <a:pt x="15" y="167"/>
                  </a:lnTo>
                  <a:lnTo>
                    <a:pt x="15" y="146"/>
                  </a:lnTo>
                  <a:lnTo>
                    <a:pt x="15" y="146"/>
                  </a:lnTo>
                  <a:close/>
                  <a:moveTo>
                    <a:pt x="146" y="278"/>
                  </a:moveTo>
                  <a:lnTo>
                    <a:pt x="146" y="278"/>
                  </a:lnTo>
                  <a:lnTo>
                    <a:pt x="126" y="278"/>
                  </a:lnTo>
                  <a:lnTo>
                    <a:pt x="109" y="274"/>
                  </a:lnTo>
                  <a:lnTo>
                    <a:pt x="148" y="159"/>
                  </a:lnTo>
                  <a:lnTo>
                    <a:pt x="189" y="268"/>
                  </a:lnTo>
                  <a:lnTo>
                    <a:pt x="189" y="268"/>
                  </a:lnTo>
                  <a:lnTo>
                    <a:pt x="189" y="270"/>
                  </a:lnTo>
                  <a:lnTo>
                    <a:pt x="189" y="270"/>
                  </a:lnTo>
                  <a:lnTo>
                    <a:pt x="169" y="276"/>
                  </a:lnTo>
                  <a:lnTo>
                    <a:pt x="146" y="278"/>
                  </a:lnTo>
                  <a:lnTo>
                    <a:pt x="146" y="278"/>
                  </a:lnTo>
                  <a:close/>
                  <a:moveTo>
                    <a:pt x="163" y="85"/>
                  </a:moveTo>
                  <a:lnTo>
                    <a:pt x="163" y="85"/>
                  </a:lnTo>
                  <a:lnTo>
                    <a:pt x="180" y="83"/>
                  </a:lnTo>
                  <a:lnTo>
                    <a:pt x="180" y="83"/>
                  </a:lnTo>
                  <a:lnTo>
                    <a:pt x="183" y="81"/>
                  </a:lnTo>
                  <a:lnTo>
                    <a:pt x="183" y="78"/>
                  </a:lnTo>
                  <a:lnTo>
                    <a:pt x="181" y="74"/>
                  </a:lnTo>
                  <a:lnTo>
                    <a:pt x="178" y="72"/>
                  </a:lnTo>
                  <a:lnTo>
                    <a:pt x="178" y="72"/>
                  </a:lnTo>
                  <a:lnTo>
                    <a:pt x="143" y="74"/>
                  </a:lnTo>
                  <a:lnTo>
                    <a:pt x="143" y="74"/>
                  </a:lnTo>
                  <a:lnTo>
                    <a:pt x="107" y="72"/>
                  </a:lnTo>
                  <a:lnTo>
                    <a:pt x="107" y="72"/>
                  </a:lnTo>
                  <a:lnTo>
                    <a:pt x="104" y="74"/>
                  </a:lnTo>
                  <a:lnTo>
                    <a:pt x="102" y="78"/>
                  </a:lnTo>
                  <a:lnTo>
                    <a:pt x="104" y="81"/>
                  </a:lnTo>
                  <a:lnTo>
                    <a:pt x="107" y="83"/>
                  </a:lnTo>
                  <a:lnTo>
                    <a:pt x="107" y="83"/>
                  </a:lnTo>
                  <a:lnTo>
                    <a:pt x="122" y="85"/>
                  </a:lnTo>
                  <a:lnTo>
                    <a:pt x="143" y="141"/>
                  </a:lnTo>
                  <a:lnTo>
                    <a:pt x="113" y="228"/>
                  </a:lnTo>
                  <a:lnTo>
                    <a:pt x="65" y="85"/>
                  </a:lnTo>
                  <a:lnTo>
                    <a:pt x="65" y="85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83" y="81"/>
                  </a:lnTo>
                  <a:lnTo>
                    <a:pt x="85" y="78"/>
                  </a:lnTo>
                  <a:lnTo>
                    <a:pt x="83" y="74"/>
                  </a:lnTo>
                  <a:lnTo>
                    <a:pt x="80" y="72"/>
                  </a:lnTo>
                  <a:lnTo>
                    <a:pt x="80" y="72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35" y="74"/>
                  </a:lnTo>
                  <a:lnTo>
                    <a:pt x="35" y="74"/>
                  </a:lnTo>
                  <a:lnTo>
                    <a:pt x="44" y="61"/>
                  </a:lnTo>
                  <a:lnTo>
                    <a:pt x="56" y="50"/>
                  </a:lnTo>
                  <a:lnTo>
                    <a:pt x="69" y="41"/>
                  </a:lnTo>
                  <a:lnTo>
                    <a:pt x="82" y="31"/>
                  </a:lnTo>
                  <a:lnTo>
                    <a:pt x="96" y="24"/>
                  </a:lnTo>
                  <a:lnTo>
                    <a:pt x="113" y="19"/>
                  </a:lnTo>
                  <a:lnTo>
                    <a:pt x="130" y="17"/>
                  </a:lnTo>
                  <a:lnTo>
                    <a:pt x="146" y="15"/>
                  </a:lnTo>
                  <a:lnTo>
                    <a:pt x="146" y="15"/>
                  </a:lnTo>
                  <a:lnTo>
                    <a:pt x="159" y="17"/>
                  </a:lnTo>
                  <a:lnTo>
                    <a:pt x="170" y="17"/>
                  </a:lnTo>
                  <a:lnTo>
                    <a:pt x="183" y="20"/>
                  </a:lnTo>
                  <a:lnTo>
                    <a:pt x="194" y="24"/>
                  </a:lnTo>
                  <a:lnTo>
                    <a:pt x="215" y="35"/>
                  </a:lnTo>
                  <a:lnTo>
                    <a:pt x="235" y="50"/>
                  </a:lnTo>
                  <a:lnTo>
                    <a:pt x="235" y="50"/>
                  </a:lnTo>
                  <a:lnTo>
                    <a:pt x="233" y="50"/>
                  </a:lnTo>
                  <a:lnTo>
                    <a:pt x="233" y="50"/>
                  </a:lnTo>
                  <a:lnTo>
                    <a:pt x="224" y="52"/>
                  </a:lnTo>
                  <a:lnTo>
                    <a:pt x="217" y="57"/>
                  </a:lnTo>
                  <a:lnTo>
                    <a:pt x="213" y="65"/>
                  </a:lnTo>
                  <a:lnTo>
                    <a:pt x="211" y="72"/>
                  </a:lnTo>
                  <a:lnTo>
                    <a:pt x="211" y="72"/>
                  </a:lnTo>
                  <a:lnTo>
                    <a:pt x="211" y="81"/>
                  </a:lnTo>
                  <a:lnTo>
                    <a:pt x="215" y="89"/>
                  </a:lnTo>
                  <a:lnTo>
                    <a:pt x="224" y="104"/>
                  </a:lnTo>
                  <a:lnTo>
                    <a:pt x="224" y="104"/>
                  </a:lnTo>
                  <a:lnTo>
                    <a:pt x="231" y="118"/>
                  </a:lnTo>
                  <a:lnTo>
                    <a:pt x="233" y="130"/>
                  </a:lnTo>
                  <a:lnTo>
                    <a:pt x="235" y="141"/>
                  </a:lnTo>
                  <a:lnTo>
                    <a:pt x="235" y="141"/>
                  </a:lnTo>
                  <a:lnTo>
                    <a:pt x="233" y="148"/>
                  </a:lnTo>
                  <a:lnTo>
                    <a:pt x="231" y="159"/>
                  </a:lnTo>
                  <a:lnTo>
                    <a:pt x="224" y="183"/>
                  </a:lnTo>
                  <a:lnTo>
                    <a:pt x="211" y="226"/>
                  </a:lnTo>
                  <a:lnTo>
                    <a:pt x="163" y="85"/>
                  </a:lnTo>
                  <a:close/>
                  <a:moveTo>
                    <a:pt x="211" y="261"/>
                  </a:moveTo>
                  <a:lnTo>
                    <a:pt x="252" y="144"/>
                  </a:lnTo>
                  <a:lnTo>
                    <a:pt x="252" y="144"/>
                  </a:lnTo>
                  <a:lnTo>
                    <a:pt x="257" y="131"/>
                  </a:lnTo>
                  <a:lnTo>
                    <a:pt x="259" y="118"/>
                  </a:lnTo>
                  <a:lnTo>
                    <a:pt x="261" y="107"/>
                  </a:lnTo>
                  <a:lnTo>
                    <a:pt x="263" y="96"/>
                  </a:lnTo>
                  <a:lnTo>
                    <a:pt x="263" y="96"/>
                  </a:lnTo>
                  <a:lnTo>
                    <a:pt x="261" y="83"/>
                  </a:lnTo>
                  <a:lnTo>
                    <a:pt x="261" y="83"/>
                  </a:lnTo>
                  <a:lnTo>
                    <a:pt x="268" y="98"/>
                  </a:lnTo>
                  <a:lnTo>
                    <a:pt x="274" y="113"/>
                  </a:lnTo>
                  <a:lnTo>
                    <a:pt x="276" y="130"/>
                  </a:lnTo>
                  <a:lnTo>
                    <a:pt x="278" y="146"/>
                  </a:lnTo>
                  <a:lnTo>
                    <a:pt x="278" y="146"/>
                  </a:lnTo>
                  <a:lnTo>
                    <a:pt x="276" y="165"/>
                  </a:lnTo>
                  <a:lnTo>
                    <a:pt x="272" y="181"/>
                  </a:lnTo>
                  <a:lnTo>
                    <a:pt x="267" y="198"/>
                  </a:lnTo>
                  <a:lnTo>
                    <a:pt x="259" y="213"/>
                  </a:lnTo>
                  <a:lnTo>
                    <a:pt x="250" y="228"/>
                  </a:lnTo>
                  <a:lnTo>
                    <a:pt x="239" y="241"/>
                  </a:lnTo>
                  <a:lnTo>
                    <a:pt x="226" y="252"/>
                  </a:lnTo>
                  <a:lnTo>
                    <a:pt x="211" y="261"/>
                  </a:lnTo>
                  <a:lnTo>
                    <a:pt x="211" y="26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" name="Freeform 38">
              <a:extLst>
                <a:ext uri="{FF2B5EF4-FFF2-40B4-BE49-F238E27FC236}">
                  <a16:creationId xmlns:a16="http://schemas.microsoft.com/office/drawing/2014/main" id="{798B66E2-0D3F-110D-BB7A-F2B9543D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5440" y="5400129"/>
              <a:ext cx="261896" cy="454371"/>
            </a:xfrm>
            <a:custGeom>
              <a:avLst/>
              <a:gdLst/>
              <a:ahLst/>
              <a:cxnLst>
                <a:cxn ang="0">
                  <a:pos x="154" y="231"/>
                </a:cxn>
                <a:cxn ang="0">
                  <a:pos x="154" y="231"/>
                </a:cxn>
                <a:cxn ang="0">
                  <a:pos x="145" y="233"/>
                </a:cxn>
                <a:cxn ang="0">
                  <a:pos x="135" y="235"/>
                </a:cxn>
                <a:cxn ang="0">
                  <a:pos x="126" y="235"/>
                </a:cxn>
                <a:cxn ang="0">
                  <a:pos x="119" y="233"/>
                </a:cxn>
                <a:cxn ang="0">
                  <a:pos x="111" y="227"/>
                </a:cxn>
                <a:cxn ang="0">
                  <a:pos x="108" y="224"/>
                </a:cxn>
                <a:cxn ang="0">
                  <a:pos x="106" y="218"/>
                </a:cxn>
                <a:cxn ang="0">
                  <a:pos x="104" y="211"/>
                </a:cxn>
                <a:cxn ang="0">
                  <a:pos x="104" y="203"/>
                </a:cxn>
                <a:cxn ang="0">
                  <a:pos x="104" y="203"/>
                </a:cxn>
                <a:cxn ang="0">
                  <a:pos x="104" y="148"/>
                </a:cxn>
                <a:cxn ang="0">
                  <a:pos x="104" y="148"/>
                </a:cxn>
                <a:cxn ang="0">
                  <a:pos x="104" y="120"/>
                </a:cxn>
                <a:cxn ang="0">
                  <a:pos x="104" y="120"/>
                </a:cxn>
                <a:cxn ang="0">
                  <a:pos x="158" y="120"/>
                </a:cxn>
                <a:cxn ang="0">
                  <a:pos x="158" y="74"/>
                </a:cxn>
                <a:cxn ang="0">
                  <a:pos x="158" y="74"/>
                </a:cxn>
                <a:cxn ang="0">
                  <a:pos x="104" y="74"/>
                </a:cxn>
                <a:cxn ang="0">
                  <a:pos x="104" y="74"/>
                </a:cxn>
                <a:cxn ang="0">
                  <a:pos x="104" y="0"/>
                </a:cxn>
                <a:cxn ang="0">
                  <a:pos x="104" y="0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56" y="5"/>
                </a:cxn>
                <a:cxn ang="0">
                  <a:pos x="54" y="20"/>
                </a:cxn>
                <a:cxn ang="0">
                  <a:pos x="54" y="20"/>
                </a:cxn>
                <a:cxn ang="0">
                  <a:pos x="50" y="29"/>
                </a:cxn>
                <a:cxn ang="0">
                  <a:pos x="45" y="40"/>
                </a:cxn>
                <a:cxn ang="0">
                  <a:pos x="39" y="50"/>
                </a:cxn>
                <a:cxn ang="0">
                  <a:pos x="33" y="57"/>
                </a:cxn>
                <a:cxn ang="0">
                  <a:pos x="26" y="64"/>
                </a:cxn>
                <a:cxn ang="0">
                  <a:pos x="17" y="72"/>
                </a:cxn>
                <a:cxn ang="0">
                  <a:pos x="9" y="77"/>
                </a:cxn>
                <a:cxn ang="0">
                  <a:pos x="0" y="81"/>
                </a:cxn>
                <a:cxn ang="0">
                  <a:pos x="0" y="81"/>
                </a:cxn>
                <a:cxn ang="0">
                  <a:pos x="0" y="122"/>
                </a:cxn>
                <a:cxn ang="0">
                  <a:pos x="0" y="122"/>
                </a:cxn>
                <a:cxn ang="0">
                  <a:pos x="32" y="122"/>
                </a:cxn>
                <a:cxn ang="0">
                  <a:pos x="32" y="209"/>
                </a:cxn>
                <a:cxn ang="0">
                  <a:pos x="32" y="209"/>
                </a:cxn>
                <a:cxn ang="0">
                  <a:pos x="33" y="227"/>
                </a:cxn>
                <a:cxn ang="0">
                  <a:pos x="37" y="244"/>
                </a:cxn>
                <a:cxn ang="0">
                  <a:pos x="45" y="257"/>
                </a:cxn>
                <a:cxn ang="0">
                  <a:pos x="52" y="266"/>
                </a:cxn>
                <a:cxn ang="0">
                  <a:pos x="61" y="275"/>
                </a:cxn>
                <a:cxn ang="0">
                  <a:pos x="72" y="281"/>
                </a:cxn>
                <a:cxn ang="0">
                  <a:pos x="83" y="285"/>
                </a:cxn>
                <a:cxn ang="0">
                  <a:pos x="95" y="286"/>
                </a:cxn>
                <a:cxn ang="0">
                  <a:pos x="108" y="288"/>
                </a:cxn>
                <a:cxn ang="0">
                  <a:pos x="119" y="288"/>
                </a:cxn>
                <a:cxn ang="0">
                  <a:pos x="141" y="285"/>
                </a:cxn>
                <a:cxn ang="0">
                  <a:pos x="158" y="281"/>
                </a:cxn>
                <a:cxn ang="0">
                  <a:pos x="167" y="275"/>
                </a:cxn>
                <a:cxn ang="0">
                  <a:pos x="154" y="231"/>
                </a:cxn>
              </a:cxnLst>
              <a:rect l="0" t="0" r="r" b="b"/>
              <a:pathLst>
                <a:path w="167" h="288">
                  <a:moveTo>
                    <a:pt x="154" y="231"/>
                  </a:moveTo>
                  <a:lnTo>
                    <a:pt x="154" y="231"/>
                  </a:lnTo>
                  <a:lnTo>
                    <a:pt x="145" y="233"/>
                  </a:lnTo>
                  <a:lnTo>
                    <a:pt x="135" y="235"/>
                  </a:lnTo>
                  <a:lnTo>
                    <a:pt x="126" y="235"/>
                  </a:lnTo>
                  <a:lnTo>
                    <a:pt x="119" y="233"/>
                  </a:lnTo>
                  <a:lnTo>
                    <a:pt x="111" y="227"/>
                  </a:lnTo>
                  <a:lnTo>
                    <a:pt x="108" y="224"/>
                  </a:lnTo>
                  <a:lnTo>
                    <a:pt x="106" y="218"/>
                  </a:lnTo>
                  <a:lnTo>
                    <a:pt x="104" y="211"/>
                  </a:lnTo>
                  <a:lnTo>
                    <a:pt x="104" y="203"/>
                  </a:lnTo>
                  <a:lnTo>
                    <a:pt x="104" y="203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4" y="120"/>
                  </a:lnTo>
                  <a:lnTo>
                    <a:pt x="104" y="120"/>
                  </a:lnTo>
                  <a:lnTo>
                    <a:pt x="158" y="120"/>
                  </a:lnTo>
                  <a:lnTo>
                    <a:pt x="158" y="74"/>
                  </a:lnTo>
                  <a:lnTo>
                    <a:pt x="158" y="74"/>
                  </a:lnTo>
                  <a:lnTo>
                    <a:pt x="104" y="74"/>
                  </a:lnTo>
                  <a:lnTo>
                    <a:pt x="104" y="74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6" y="5"/>
                  </a:lnTo>
                  <a:lnTo>
                    <a:pt x="54" y="20"/>
                  </a:lnTo>
                  <a:lnTo>
                    <a:pt x="54" y="20"/>
                  </a:lnTo>
                  <a:lnTo>
                    <a:pt x="50" y="29"/>
                  </a:lnTo>
                  <a:lnTo>
                    <a:pt x="45" y="40"/>
                  </a:lnTo>
                  <a:lnTo>
                    <a:pt x="39" y="50"/>
                  </a:lnTo>
                  <a:lnTo>
                    <a:pt x="33" y="57"/>
                  </a:lnTo>
                  <a:lnTo>
                    <a:pt x="26" y="64"/>
                  </a:lnTo>
                  <a:lnTo>
                    <a:pt x="17" y="72"/>
                  </a:lnTo>
                  <a:lnTo>
                    <a:pt x="9" y="77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32" y="122"/>
                  </a:lnTo>
                  <a:lnTo>
                    <a:pt x="32" y="209"/>
                  </a:lnTo>
                  <a:lnTo>
                    <a:pt x="32" y="209"/>
                  </a:lnTo>
                  <a:lnTo>
                    <a:pt x="33" y="227"/>
                  </a:lnTo>
                  <a:lnTo>
                    <a:pt x="37" y="244"/>
                  </a:lnTo>
                  <a:lnTo>
                    <a:pt x="45" y="257"/>
                  </a:lnTo>
                  <a:lnTo>
                    <a:pt x="52" y="266"/>
                  </a:lnTo>
                  <a:lnTo>
                    <a:pt x="61" y="275"/>
                  </a:lnTo>
                  <a:lnTo>
                    <a:pt x="72" y="281"/>
                  </a:lnTo>
                  <a:lnTo>
                    <a:pt x="83" y="285"/>
                  </a:lnTo>
                  <a:lnTo>
                    <a:pt x="95" y="286"/>
                  </a:lnTo>
                  <a:lnTo>
                    <a:pt x="108" y="288"/>
                  </a:lnTo>
                  <a:lnTo>
                    <a:pt x="119" y="288"/>
                  </a:lnTo>
                  <a:lnTo>
                    <a:pt x="141" y="285"/>
                  </a:lnTo>
                  <a:lnTo>
                    <a:pt x="158" y="281"/>
                  </a:lnTo>
                  <a:lnTo>
                    <a:pt x="167" y="275"/>
                  </a:lnTo>
                  <a:lnTo>
                    <a:pt x="154" y="23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" name="Freeform 39">
              <a:extLst>
                <a:ext uri="{FF2B5EF4-FFF2-40B4-BE49-F238E27FC236}">
                  <a16:creationId xmlns:a16="http://schemas.microsoft.com/office/drawing/2014/main" id="{2F7AE0F7-DFD3-D55B-77A6-BE6E4ED485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0769" y="4644470"/>
              <a:ext cx="429126" cy="435438"/>
            </a:xfrm>
            <a:custGeom>
              <a:avLst/>
              <a:gdLst/>
              <a:ahLst/>
              <a:cxnLst>
                <a:cxn ang="0">
                  <a:pos x="272" y="172"/>
                </a:cxn>
                <a:cxn ang="0">
                  <a:pos x="271" y="145"/>
                </a:cxn>
                <a:cxn ang="0">
                  <a:pos x="261" y="122"/>
                </a:cxn>
                <a:cxn ang="0">
                  <a:pos x="258" y="119"/>
                </a:cxn>
                <a:cxn ang="0">
                  <a:pos x="241" y="109"/>
                </a:cxn>
                <a:cxn ang="0">
                  <a:pos x="219" y="106"/>
                </a:cxn>
                <a:cxn ang="0">
                  <a:pos x="221" y="89"/>
                </a:cxn>
                <a:cxn ang="0">
                  <a:pos x="221" y="72"/>
                </a:cxn>
                <a:cxn ang="0">
                  <a:pos x="215" y="43"/>
                </a:cxn>
                <a:cxn ang="0">
                  <a:pos x="200" y="21"/>
                </a:cxn>
                <a:cxn ang="0">
                  <a:pos x="176" y="6"/>
                </a:cxn>
                <a:cxn ang="0">
                  <a:pos x="147" y="0"/>
                </a:cxn>
                <a:cxn ang="0">
                  <a:pos x="82" y="0"/>
                </a:cxn>
                <a:cxn ang="0">
                  <a:pos x="80" y="0"/>
                </a:cxn>
                <a:cxn ang="0">
                  <a:pos x="47" y="6"/>
                </a:cxn>
                <a:cxn ang="0">
                  <a:pos x="21" y="22"/>
                </a:cxn>
                <a:cxn ang="0">
                  <a:pos x="15" y="30"/>
                </a:cxn>
                <a:cxn ang="0">
                  <a:pos x="2" y="56"/>
                </a:cxn>
                <a:cxn ang="0">
                  <a:pos x="0" y="178"/>
                </a:cxn>
                <a:cxn ang="0">
                  <a:pos x="0" y="183"/>
                </a:cxn>
                <a:cxn ang="0">
                  <a:pos x="0" y="206"/>
                </a:cxn>
                <a:cxn ang="0">
                  <a:pos x="10" y="239"/>
                </a:cxn>
                <a:cxn ang="0">
                  <a:pos x="19" y="252"/>
                </a:cxn>
                <a:cxn ang="0">
                  <a:pos x="47" y="269"/>
                </a:cxn>
                <a:cxn ang="0">
                  <a:pos x="85" y="276"/>
                </a:cxn>
                <a:cxn ang="0">
                  <a:pos x="87" y="276"/>
                </a:cxn>
                <a:cxn ang="0">
                  <a:pos x="185" y="276"/>
                </a:cxn>
                <a:cxn ang="0">
                  <a:pos x="204" y="274"/>
                </a:cxn>
                <a:cxn ang="0">
                  <a:pos x="235" y="261"/>
                </a:cxn>
                <a:cxn ang="0">
                  <a:pos x="248" y="250"/>
                </a:cxn>
                <a:cxn ang="0">
                  <a:pos x="265" y="222"/>
                </a:cxn>
                <a:cxn ang="0">
                  <a:pos x="272" y="187"/>
                </a:cxn>
                <a:cxn ang="0">
                  <a:pos x="272" y="172"/>
                </a:cxn>
                <a:cxn ang="0">
                  <a:pos x="87" y="56"/>
                </a:cxn>
                <a:cxn ang="0">
                  <a:pos x="143" y="56"/>
                </a:cxn>
                <a:cxn ang="0">
                  <a:pos x="160" y="63"/>
                </a:cxn>
                <a:cxn ang="0">
                  <a:pos x="165" y="80"/>
                </a:cxn>
                <a:cxn ang="0">
                  <a:pos x="163" y="89"/>
                </a:cxn>
                <a:cxn ang="0">
                  <a:pos x="150" y="102"/>
                </a:cxn>
                <a:cxn ang="0">
                  <a:pos x="141" y="102"/>
                </a:cxn>
                <a:cxn ang="0">
                  <a:pos x="85" y="102"/>
                </a:cxn>
                <a:cxn ang="0">
                  <a:pos x="69" y="96"/>
                </a:cxn>
                <a:cxn ang="0">
                  <a:pos x="63" y="78"/>
                </a:cxn>
                <a:cxn ang="0">
                  <a:pos x="65" y="70"/>
                </a:cxn>
                <a:cxn ang="0">
                  <a:pos x="78" y="58"/>
                </a:cxn>
                <a:cxn ang="0">
                  <a:pos x="87" y="56"/>
                </a:cxn>
                <a:cxn ang="0">
                  <a:pos x="80" y="211"/>
                </a:cxn>
                <a:cxn ang="0">
                  <a:pos x="71" y="209"/>
                </a:cxn>
                <a:cxn ang="0">
                  <a:pos x="58" y="196"/>
                </a:cxn>
                <a:cxn ang="0">
                  <a:pos x="56" y="187"/>
                </a:cxn>
                <a:cxn ang="0">
                  <a:pos x="63" y="170"/>
                </a:cxn>
                <a:cxn ang="0">
                  <a:pos x="80" y="165"/>
                </a:cxn>
                <a:cxn ang="0">
                  <a:pos x="191" y="165"/>
                </a:cxn>
                <a:cxn ang="0">
                  <a:pos x="208" y="170"/>
                </a:cxn>
                <a:cxn ang="0">
                  <a:pos x="215" y="187"/>
                </a:cxn>
                <a:cxn ang="0">
                  <a:pos x="213" y="196"/>
                </a:cxn>
                <a:cxn ang="0">
                  <a:pos x="200" y="209"/>
                </a:cxn>
                <a:cxn ang="0">
                  <a:pos x="191" y="211"/>
                </a:cxn>
              </a:cxnLst>
              <a:rect l="0" t="0" r="r" b="b"/>
              <a:pathLst>
                <a:path w="272" h="276">
                  <a:moveTo>
                    <a:pt x="272" y="172"/>
                  </a:moveTo>
                  <a:lnTo>
                    <a:pt x="272" y="172"/>
                  </a:lnTo>
                  <a:lnTo>
                    <a:pt x="272" y="158"/>
                  </a:lnTo>
                  <a:lnTo>
                    <a:pt x="271" y="145"/>
                  </a:lnTo>
                  <a:lnTo>
                    <a:pt x="267" y="133"/>
                  </a:lnTo>
                  <a:lnTo>
                    <a:pt x="261" y="122"/>
                  </a:lnTo>
                  <a:lnTo>
                    <a:pt x="261" y="122"/>
                  </a:lnTo>
                  <a:lnTo>
                    <a:pt x="258" y="119"/>
                  </a:lnTo>
                  <a:lnTo>
                    <a:pt x="252" y="115"/>
                  </a:lnTo>
                  <a:lnTo>
                    <a:pt x="241" y="109"/>
                  </a:lnTo>
                  <a:lnTo>
                    <a:pt x="230" y="106"/>
                  </a:lnTo>
                  <a:lnTo>
                    <a:pt x="219" y="106"/>
                  </a:lnTo>
                  <a:lnTo>
                    <a:pt x="219" y="106"/>
                  </a:lnTo>
                  <a:lnTo>
                    <a:pt x="221" y="89"/>
                  </a:lnTo>
                  <a:lnTo>
                    <a:pt x="221" y="72"/>
                  </a:lnTo>
                  <a:lnTo>
                    <a:pt x="221" y="72"/>
                  </a:lnTo>
                  <a:lnTo>
                    <a:pt x="219" y="56"/>
                  </a:lnTo>
                  <a:lnTo>
                    <a:pt x="215" y="43"/>
                  </a:lnTo>
                  <a:lnTo>
                    <a:pt x="208" y="32"/>
                  </a:lnTo>
                  <a:lnTo>
                    <a:pt x="200" y="21"/>
                  </a:lnTo>
                  <a:lnTo>
                    <a:pt x="189" y="11"/>
                  </a:lnTo>
                  <a:lnTo>
                    <a:pt x="176" y="6"/>
                  </a:lnTo>
                  <a:lnTo>
                    <a:pt x="163" y="2"/>
                  </a:lnTo>
                  <a:lnTo>
                    <a:pt x="147" y="0"/>
                  </a:lnTo>
                  <a:lnTo>
                    <a:pt x="147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63" y="0"/>
                  </a:lnTo>
                  <a:lnTo>
                    <a:pt x="47" y="6"/>
                  </a:lnTo>
                  <a:lnTo>
                    <a:pt x="34" y="13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15" y="30"/>
                  </a:lnTo>
                  <a:lnTo>
                    <a:pt x="8" y="41"/>
                  </a:lnTo>
                  <a:lnTo>
                    <a:pt x="2" y="56"/>
                  </a:lnTo>
                  <a:lnTo>
                    <a:pt x="0" y="74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206"/>
                  </a:lnTo>
                  <a:lnTo>
                    <a:pt x="4" y="222"/>
                  </a:lnTo>
                  <a:lnTo>
                    <a:pt x="10" y="239"/>
                  </a:lnTo>
                  <a:lnTo>
                    <a:pt x="19" y="252"/>
                  </a:lnTo>
                  <a:lnTo>
                    <a:pt x="19" y="252"/>
                  </a:lnTo>
                  <a:lnTo>
                    <a:pt x="32" y="261"/>
                  </a:lnTo>
                  <a:lnTo>
                    <a:pt x="47" y="269"/>
                  </a:lnTo>
                  <a:lnTo>
                    <a:pt x="65" y="274"/>
                  </a:lnTo>
                  <a:lnTo>
                    <a:pt x="85" y="276"/>
                  </a:lnTo>
                  <a:lnTo>
                    <a:pt x="85" y="276"/>
                  </a:lnTo>
                  <a:lnTo>
                    <a:pt x="87" y="276"/>
                  </a:lnTo>
                  <a:lnTo>
                    <a:pt x="185" y="276"/>
                  </a:lnTo>
                  <a:lnTo>
                    <a:pt x="185" y="276"/>
                  </a:lnTo>
                  <a:lnTo>
                    <a:pt x="185" y="276"/>
                  </a:lnTo>
                  <a:lnTo>
                    <a:pt x="204" y="274"/>
                  </a:lnTo>
                  <a:lnTo>
                    <a:pt x="221" y="269"/>
                  </a:lnTo>
                  <a:lnTo>
                    <a:pt x="235" y="261"/>
                  </a:lnTo>
                  <a:lnTo>
                    <a:pt x="248" y="250"/>
                  </a:lnTo>
                  <a:lnTo>
                    <a:pt x="248" y="250"/>
                  </a:lnTo>
                  <a:lnTo>
                    <a:pt x="258" y="237"/>
                  </a:lnTo>
                  <a:lnTo>
                    <a:pt x="265" y="222"/>
                  </a:lnTo>
                  <a:lnTo>
                    <a:pt x="271" y="206"/>
                  </a:lnTo>
                  <a:lnTo>
                    <a:pt x="272" y="187"/>
                  </a:lnTo>
                  <a:lnTo>
                    <a:pt x="272" y="187"/>
                  </a:lnTo>
                  <a:lnTo>
                    <a:pt x="272" y="172"/>
                  </a:lnTo>
                  <a:lnTo>
                    <a:pt x="272" y="172"/>
                  </a:lnTo>
                  <a:close/>
                  <a:moveTo>
                    <a:pt x="87" y="56"/>
                  </a:moveTo>
                  <a:lnTo>
                    <a:pt x="143" y="56"/>
                  </a:lnTo>
                  <a:lnTo>
                    <a:pt x="143" y="56"/>
                  </a:lnTo>
                  <a:lnTo>
                    <a:pt x="152" y="58"/>
                  </a:lnTo>
                  <a:lnTo>
                    <a:pt x="160" y="63"/>
                  </a:lnTo>
                  <a:lnTo>
                    <a:pt x="163" y="70"/>
                  </a:lnTo>
                  <a:lnTo>
                    <a:pt x="165" y="80"/>
                  </a:lnTo>
                  <a:lnTo>
                    <a:pt x="165" y="80"/>
                  </a:lnTo>
                  <a:lnTo>
                    <a:pt x="163" y="89"/>
                  </a:lnTo>
                  <a:lnTo>
                    <a:pt x="158" y="96"/>
                  </a:lnTo>
                  <a:lnTo>
                    <a:pt x="150" y="102"/>
                  </a:lnTo>
                  <a:lnTo>
                    <a:pt x="141" y="102"/>
                  </a:lnTo>
                  <a:lnTo>
                    <a:pt x="141" y="102"/>
                  </a:lnTo>
                  <a:lnTo>
                    <a:pt x="85" y="102"/>
                  </a:lnTo>
                  <a:lnTo>
                    <a:pt x="85" y="102"/>
                  </a:lnTo>
                  <a:lnTo>
                    <a:pt x="76" y="100"/>
                  </a:lnTo>
                  <a:lnTo>
                    <a:pt x="69" y="96"/>
                  </a:lnTo>
                  <a:lnTo>
                    <a:pt x="65" y="87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5" y="70"/>
                  </a:lnTo>
                  <a:lnTo>
                    <a:pt x="71" y="61"/>
                  </a:lnTo>
                  <a:lnTo>
                    <a:pt x="78" y="58"/>
                  </a:lnTo>
                  <a:lnTo>
                    <a:pt x="87" y="56"/>
                  </a:lnTo>
                  <a:lnTo>
                    <a:pt x="87" y="56"/>
                  </a:lnTo>
                  <a:close/>
                  <a:moveTo>
                    <a:pt x="191" y="211"/>
                  </a:moveTo>
                  <a:lnTo>
                    <a:pt x="80" y="211"/>
                  </a:lnTo>
                  <a:lnTo>
                    <a:pt x="80" y="211"/>
                  </a:lnTo>
                  <a:lnTo>
                    <a:pt x="71" y="209"/>
                  </a:lnTo>
                  <a:lnTo>
                    <a:pt x="63" y="204"/>
                  </a:lnTo>
                  <a:lnTo>
                    <a:pt x="58" y="196"/>
                  </a:lnTo>
                  <a:lnTo>
                    <a:pt x="56" y="187"/>
                  </a:lnTo>
                  <a:lnTo>
                    <a:pt x="56" y="187"/>
                  </a:lnTo>
                  <a:lnTo>
                    <a:pt x="58" y="178"/>
                  </a:lnTo>
                  <a:lnTo>
                    <a:pt x="63" y="170"/>
                  </a:lnTo>
                  <a:lnTo>
                    <a:pt x="71" y="167"/>
                  </a:lnTo>
                  <a:lnTo>
                    <a:pt x="80" y="165"/>
                  </a:lnTo>
                  <a:lnTo>
                    <a:pt x="191" y="165"/>
                  </a:lnTo>
                  <a:lnTo>
                    <a:pt x="191" y="165"/>
                  </a:lnTo>
                  <a:lnTo>
                    <a:pt x="200" y="167"/>
                  </a:lnTo>
                  <a:lnTo>
                    <a:pt x="208" y="170"/>
                  </a:lnTo>
                  <a:lnTo>
                    <a:pt x="213" y="178"/>
                  </a:lnTo>
                  <a:lnTo>
                    <a:pt x="215" y="187"/>
                  </a:lnTo>
                  <a:lnTo>
                    <a:pt x="215" y="187"/>
                  </a:lnTo>
                  <a:lnTo>
                    <a:pt x="213" y="196"/>
                  </a:lnTo>
                  <a:lnTo>
                    <a:pt x="208" y="204"/>
                  </a:lnTo>
                  <a:lnTo>
                    <a:pt x="200" y="209"/>
                  </a:lnTo>
                  <a:lnTo>
                    <a:pt x="191" y="211"/>
                  </a:lnTo>
                  <a:lnTo>
                    <a:pt x="191" y="21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3" name="Group 250">
              <a:extLst>
                <a:ext uri="{FF2B5EF4-FFF2-40B4-BE49-F238E27FC236}">
                  <a16:creationId xmlns:a16="http://schemas.microsoft.com/office/drawing/2014/main" id="{0DE0F455-33E7-8AAD-C9DE-6CB3B3BD3D5E}"/>
                </a:ext>
              </a:extLst>
            </p:cNvPr>
            <p:cNvGrpSpPr/>
            <p:nvPr/>
          </p:nvGrpSpPr>
          <p:grpSpPr>
            <a:xfrm>
              <a:off x="8898955" y="4583781"/>
              <a:ext cx="429131" cy="429126"/>
              <a:chOff x="7045932" y="3207664"/>
              <a:chExt cx="292343" cy="292342"/>
            </a:xfrm>
            <a:grpFill/>
          </p:grpSpPr>
          <p:sp>
            <p:nvSpPr>
              <p:cNvPr id="488" name="Freeform 40">
                <a:extLst>
                  <a:ext uri="{FF2B5EF4-FFF2-40B4-BE49-F238E27FC236}">
                    <a16:creationId xmlns:a16="http://schemas.microsoft.com/office/drawing/2014/main" id="{5B5B0930-B69C-FC35-46CB-683210BE8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5932" y="3207664"/>
                <a:ext cx="70937" cy="70937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1" y="0"/>
                  </a:cxn>
                  <a:cxn ang="0">
                    <a:pos x="26" y="2"/>
                  </a:cxn>
                  <a:cxn ang="0">
                    <a:pos x="20" y="4"/>
                  </a:cxn>
                  <a:cxn ang="0">
                    <a:pos x="14" y="6"/>
                  </a:cxn>
                  <a:cxn ang="0">
                    <a:pos x="9" y="10"/>
                  </a:cxn>
                  <a:cxn ang="0">
                    <a:pos x="5" y="15"/>
                  </a:cxn>
                  <a:cxn ang="0">
                    <a:pos x="1" y="21"/>
                  </a:cxn>
                  <a:cxn ang="0">
                    <a:pos x="0" y="26"/>
                  </a:cxn>
                  <a:cxn ang="0">
                    <a:pos x="0" y="34"/>
                  </a:cxn>
                  <a:cxn ang="0">
                    <a:pos x="0" y="34"/>
                  </a:cxn>
                  <a:cxn ang="0">
                    <a:pos x="0" y="39"/>
                  </a:cxn>
                  <a:cxn ang="0">
                    <a:pos x="1" y="47"/>
                  </a:cxn>
                  <a:cxn ang="0">
                    <a:pos x="5" y="52"/>
                  </a:cxn>
                  <a:cxn ang="0">
                    <a:pos x="9" y="56"/>
                  </a:cxn>
                  <a:cxn ang="0">
                    <a:pos x="14" y="61"/>
                  </a:cxn>
                  <a:cxn ang="0">
                    <a:pos x="20" y="63"/>
                  </a:cxn>
                  <a:cxn ang="0">
                    <a:pos x="26" y="65"/>
                  </a:cxn>
                  <a:cxn ang="0">
                    <a:pos x="31" y="67"/>
                  </a:cxn>
                  <a:cxn ang="0">
                    <a:pos x="31" y="67"/>
                  </a:cxn>
                  <a:cxn ang="0">
                    <a:pos x="39" y="65"/>
                  </a:cxn>
                  <a:cxn ang="0">
                    <a:pos x="44" y="63"/>
                  </a:cxn>
                  <a:cxn ang="0">
                    <a:pos x="50" y="61"/>
                  </a:cxn>
                  <a:cxn ang="0">
                    <a:pos x="55" y="56"/>
                  </a:cxn>
                  <a:cxn ang="0">
                    <a:pos x="59" y="52"/>
                  </a:cxn>
                  <a:cxn ang="0">
                    <a:pos x="63" y="47"/>
                  </a:cxn>
                  <a:cxn ang="0">
                    <a:pos x="64" y="39"/>
                  </a:cxn>
                  <a:cxn ang="0">
                    <a:pos x="64" y="34"/>
                  </a:cxn>
                  <a:cxn ang="0">
                    <a:pos x="64" y="34"/>
                  </a:cxn>
                  <a:cxn ang="0">
                    <a:pos x="64" y="26"/>
                  </a:cxn>
                  <a:cxn ang="0">
                    <a:pos x="63" y="21"/>
                  </a:cxn>
                  <a:cxn ang="0">
                    <a:pos x="59" y="15"/>
                  </a:cxn>
                  <a:cxn ang="0">
                    <a:pos x="55" y="10"/>
                  </a:cxn>
                  <a:cxn ang="0">
                    <a:pos x="50" y="6"/>
                  </a:cxn>
                  <a:cxn ang="0">
                    <a:pos x="44" y="4"/>
                  </a:cxn>
                  <a:cxn ang="0">
                    <a:pos x="39" y="2"/>
                  </a:cxn>
                  <a:cxn ang="0">
                    <a:pos x="31" y="0"/>
                  </a:cxn>
                  <a:cxn ang="0">
                    <a:pos x="31" y="0"/>
                  </a:cxn>
                </a:cxnLst>
                <a:rect l="0" t="0" r="r" b="b"/>
                <a:pathLst>
                  <a:path w="64" h="67">
                    <a:moveTo>
                      <a:pt x="31" y="0"/>
                    </a:moveTo>
                    <a:lnTo>
                      <a:pt x="31" y="0"/>
                    </a:lnTo>
                    <a:lnTo>
                      <a:pt x="26" y="2"/>
                    </a:lnTo>
                    <a:lnTo>
                      <a:pt x="20" y="4"/>
                    </a:lnTo>
                    <a:lnTo>
                      <a:pt x="14" y="6"/>
                    </a:lnTo>
                    <a:lnTo>
                      <a:pt x="9" y="10"/>
                    </a:lnTo>
                    <a:lnTo>
                      <a:pt x="5" y="15"/>
                    </a:lnTo>
                    <a:lnTo>
                      <a:pt x="1" y="21"/>
                    </a:lnTo>
                    <a:lnTo>
                      <a:pt x="0" y="26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0" y="39"/>
                    </a:lnTo>
                    <a:lnTo>
                      <a:pt x="1" y="47"/>
                    </a:lnTo>
                    <a:lnTo>
                      <a:pt x="5" y="52"/>
                    </a:lnTo>
                    <a:lnTo>
                      <a:pt x="9" y="56"/>
                    </a:lnTo>
                    <a:lnTo>
                      <a:pt x="14" y="61"/>
                    </a:lnTo>
                    <a:lnTo>
                      <a:pt x="20" y="63"/>
                    </a:lnTo>
                    <a:lnTo>
                      <a:pt x="26" y="65"/>
                    </a:lnTo>
                    <a:lnTo>
                      <a:pt x="31" y="67"/>
                    </a:lnTo>
                    <a:lnTo>
                      <a:pt x="31" y="67"/>
                    </a:lnTo>
                    <a:lnTo>
                      <a:pt x="39" y="65"/>
                    </a:lnTo>
                    <a:lnTo>
                      <a:pt x="44" y="63"/>
                    </a:lnTo>
                    <a:lnTo>
                      <a:pt x="50" y="61"/>
                    </a:lnTo>
                    <a:lnTo>
                      <a:pt x="55" y="56"/>
                    </a:lnTo>
                    <a:lnTo>
                      <a:pt x="59" y="52"/>
                    </a:lnTo>
                    <a:lnTo>
                      <a:pt x="63" y="47"/>
                    </a:lnTo>
                    <a:lnTo>
                      <a:pt x="64" y="39"/>
                    </a:lnTo>
                    <a:lnTo>
                      <a:pt x="64" y="34"/>
                    </a:lnTo>
                    <a:lnTo>
                      <a:pt x="64" y="34"/>
                    </a:lnTo>
                    <a:lnTo>
                      <a:pt x="64" y="26"/>
                    </a:lnTo>
                    <a:lnTo>
                      <a:pt x="63" y="21"/>
                    </a:lnTo>
                    <a:lnTo>
                      <a:pt x="59" y="15"/>
                    </a:lnTo>
                    <a:lnTo>
                      <a:pt x="55" y="10"/>
                    </a:lnTo>
                    <a:lnTo>
                      <a:pt x="50" y="6"/>
                    </a:lnTo>
                    <a:lnTo>
                      <a:pt x="44" y="4"/>
                    </a:lnTo>
                    <a:lnTo>
                      <a:pt x="39" y="2"/>
                    </a:lnTo>
                    <a:lnTo>
                      <a:pt x="31" y="0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9" name="Rectangle 41">
                <a:extLst>
                  <a:ext uri="{FF2B5EF4-FFF2-40B4-BE49-F238E27FC236}">
                    <a16:creationId xmlns:a16="http://schemas.microsoft.com/office/drawing/2014/main" id="{E7966377-0919-C97B-9BDE-FCA15D155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50231" y="3304394"/>
                <a:ext cx="62338" cy="1956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0" name="Freeform 42">
                <a:extLst>
                  <a:ext uri="{FF2B5EF4-FFF2-40B4-BE49-F238E27FC236}">
                    <a16:creationId xmlns:a16="http://schemas.microsoft.com/office/drawing/2014/main" id="{CBD177BE-CFA5-2BF8-1353-66AA7C2CB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9112" y="3300095"/>
                <a:ext cx="189163" cy="199911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107" y="0"/>
                  </a:cxn>
                  <a:cxn ang="0">
                    <a:pos x="98" y="0"/>
                  </a:cxn>
                  <a:cxn ang="0">
                    <a:pos x="89" y="2"/>
                  </a:cxn>
                  <a:cxn ang="0">
                    <a:pos x="81" y="6"/>
                  </a:cxn>
                  <a:cxn ang="0">
                    <a:pos x="74" y="10"/>
                  </a:cxn>
                  <a:cxn ang="0">
                    <a:pos x="63" y="19"/>
                  </a:cxn>
                  <a:cxn ang="0">
                    <a:pos x="54" y="28"/>
                  </a:cxn>
                  <a:cxn ang="0">
                    <a:pos x="54" y="28"/>
                  </a:cxn>
                  <a:cxn ang="0">
                    <a:pos x="54" y="4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86"/>
                  </a:cxn>
                  <a:cxn ang="0">
                    <a:pos x="55" y="186"/>
                  </a:cxn>
                  <a:cxn ang="0">
                    <a:pos x="55" y="97"/>
                  </a:cxn>
                  <a:cxn ang="0">
                    <a:pos x="55" y="97"/>
                  </a:cxn>
                  <a:cxn ang="0">
                    <a:pos x="57" y="78"/>
                  </a:cxn>
                  <a:cxn ang="0">
                    <a:pos x="59" y="71"/>
                  </a:cxn>
                  <a:cxn ang="0">
                    <a:pos x="61" y="63"/>
                  </a:cxn>
                  <a:cxn ang="0">
                    <a:pos x="67" y="58"/>
                  </a:cxn>
                  <a:cxn ang="0">
                    <a:pos x="72" y="54"/>
                  </a:cxn>
                  <a:cxn ang="0">
                    <a:pos x="80" y="50"/>
                  </a:cxn>
                  <a:cxn ang="0">
                    <a:pos x="91" y="49"/>
                  </a:cxn>
                  <a:cxn ang="0">
                    <a:pos x="91" y="49"/>
                  </a:cxn>
                  <a:cxn ang="0">
                    <a:pos x="100" y="50"/>
                  </a:cxn>
                  <a:cxn ang="0">
                    <a:pos x="107" y="54"/>
                  </a:cxn>
                  <a:cxn ang="0">
                    <a:pos x="111" y="60"/>
                  </a:cxn>
                  <a:cxn ang="0">
                    <a:pos x="115" y="65"/>
                  </a:cxn>
                  <a:cxn ang="0">
                    <a:pos x="118" y="73"/>
                  </a:cxn>
                  <a:cxn ang="0">
                    <a:pos x="118" y="82"/>
                  </a:cxn>
                  <a:cxn ang="0">
                    <a:pos x="118" y="97"/>
                  </a:cxn>
                  <a:cxn ang="0">
                    <a:pos x="118" y="186"/>
                  </a:cxn>
                  <a:cxn ang="0">
                    <a:pos x="176" y="186"/>
                  </a:cxn>
                  <a:cxn ang="0">
                    <a:pos x="176" y="86"/>
                  </a:cxn>
                  <a:cxn ang="0">
                    <a:pos x="176" y="86"/>
                  </a:cxn>
                  <a:cxn ang="0">
                    <a:pos x="176" y="69"/>
                  </a:cxn>
                  <a:cxn ang="0">
                    <a:pos x="174" y="52"/>
                  </a:cxn>
                  <a:cxn ang="0">
                    <a:pos x="168" y="37"/>
                  </a:cxn>
                  <a:cxn ang="0">
                    <a:pos x="163" y="24"/>
                  </a:cxn>
                  <a:cxn ang="0">
                    <a:pos x="154" y="13"/>
                  </a:cxn>
                  <a:cxn ang="0">
                    <a:pos x="142" y="6"/>
                  </a:cxn>
                  <a:cxn ang="0">
                    <a:pos x="128" y="2"/>
                  </a:cxn>
                  <a:cxn ang="0">
                    <a:pos x="107" y="0"/>
                  </a:cxn>
                  <a:cxn ang="0">
                    <a:pos x="107" y="0"/>
                  </a:cxn>
                </a:cxnLst>
                <a:rect l="0" t="0" r="r" b="b"/>
                <a:pathLst>
                  <a:path w="176" h="186">
                    <a:moveTo>
                      <a:pt x="107" y="0"/>
                    </a:moveTo>
                    <a:lnTo>
                      <a:pt x="107" y="0"/>
                    </a:lnTo>
                    <a:lnTo>
                      <a:pt x="98" y="0"/>
                    </a:lnTo>
                    <a:lnTo>
                      <a:pt x="89" y="2"/>
                    </a:lnTo>
                    <a:lnTo>
                      <a:pt x="81" y="6"/>
                    </a:lnTo>
                    <a:lnTo>
                      <a:pt x="74" y="10"/>
                    </a:lnTo>
                    <a:lnTo>
                      <a:pt x="63" y="19"/>
                    </a:lnTo>
                    <a:lnTo>
                      <a:pt x="54" y="28"/>
                    </a:lnTo>
                    <a:lnTo>
                      <a:pt x="54" y="28"/>
                    </a:lnTo>
                    <a:lnTo>
                      <a:pt x="54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86"/>
                    </a:lnTo>
                    <a:lnTo>
                      <a:pt x="55" y="186"/>
                    </a:lnTo>
                    <a:lnTo>
                      <a:pt x="55" y="97"/>
                    </a:lnTo>
                    <a:lnTo>
                      <a:pt x="55" y="97"/>
                    </a:lnTo>
                    <a:lnTo>
                      <a:pt x="57" y="78"/>
                    </a:lnTo>
                    <a:lnTo>
                      <a:pt x="59" y="71"/>
                    </a:lnTo>
                    <a:lnTo>
                      <a:pt x="61" y="63"/>
                    </a:lnTo>
                    <a:lnTo>
                      <a:pt x="67" y="58"/>
                    </a:lnTo>
                    <a:lnTo>
                      <a:pt x="72" y="54"/>
                    </a:lnTo>
                    <a:lnTo>
                      <a:pt x="80" y="50"/>
                    </a:lnTo>
                    <a:lnTo>
                      <a:pt x="91" y="49"/>
                    </a:lnTo>
                    <a:lnTo>
                      <a:pt x="91" y="49"/>
                    </a:lnTo>
                    <a:lnTo>
                      <a:pt x="100" y="50"/>
                    </a:lnTo>
                    <a:lnTo>
                      <a:pt x="107" y="54"/>
                    </a:lnTo>
                    <a:lnTo>
                      <a:pt x="111" y="60"/>
                    </a:lnTo>
                    <a:lnTo>
                      <a:pt x="115" y="65"/>
                    </a:lnTo>
                    <a:lnTo>
                      <a:pt x="118" y="73"/>
                    </a:lnTo>
                    <a:lnTo>
                      <a:pt x="118" y="82"/>
                    </a:lnTo>
                    <a:lnTo>
                      <a:pt x="118" y="97"/>
                    </a:lnTo>
                    <a:lnTo>
                      <a:pt x="118" y="186"/>
                    </a:lnTo>
                    <a:lnTo>
                      <a:pt x="176" y="186"/>
                    </a:lnTo>
                    <a:lnTo>
                      <a:pt x="176" y="86"/>
                    </a:lnTo>
                    <a:lnTo>
                      <a:pt x="176" y="86"/>
                    </a:lnTo>
                    <a:lnTo>
                      <a:pt x="176" y="69"/>
                    </a:lnTo>
                    <a:lnTo>
                      <a:pt x="174" y="52"/>
                    </a:lnTo>
                    <a:lnTo>
                      <a:pt x="168" y="37"/>
                    </a:lnTo>
                    <a:lnTo>
                      <a:pt x="163" y="24"/>
                    </a:lnTo>
                    <a:lnTo>
                      <a:pt x="154" y="13"/>
                    </a:lnTo>
                    <a:lnTo>
                      <a:pt x="142" y="6"/>
                    </a:lnTo>
                    <a:lnTo>
                      <a:pt x="128" y="2"/>
                    </a:lnTo>
                    <a:lnTo>
                      <a:pt x="107" y="0"/>
                    </a:lnTo>
                    <a:lnTo>
                      <a:pt x="10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4" name="Freeform 43">
              <a:extLst>
                <a:ext uri="{FF2B5EF4-FFF2-40B4-BE49-F238E27FC236}">
                  <a16:creationId xmlns:a16="http://schemas.microsoft.com/office/drawing/2014/main" id="{5B870F3D-BCAE-1561-AFF4-60E46D223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6616" y="5386381"/>
              <a:ext cx="485924" cy="460680"/>
            </a:xfrm>
            <a:custGeom>
              <a:avLst/>
              <a:gdLst/>
              <a:ahLst/>
              <a:cxnLst>
                <a:cxn ang="0">
                  <a:pos x="60" y="292"/>
                </a:cxn>
                <a:cxn ang="0">
                  <a:pos x="60" y="292"/>
                </a:cxn>
                <a:cxn ang="0">
                  <a:pos x="71" y="255"/>
                </a:cxn>
                <a:cxn ang="0">
                  <a:pos x="71" y="255"/>
                </a:cxn>
                <a:cxn ang="0">
                  <a:pos x="95" y="183"/>
                </a:cxn>
                <a:cxn ang="0">
                  <a:pos x="95" y="183"/>
                </a:cxn>
                <a:cxn ang="0">
                  <a:pos x="95" y="181"/>
                </a:cxn>
                <a:cxn ang="0">
                  <a:pos x="93" y="177"/>
                </a:cxn>
                <a:cxn ang="0">
                  <a:pos x="93" y="177"/>
                </a:cxn>
                <a:cxn ang="0">
                  <a:pos x="4" y="114"/>
                </a:cxn>
                <a:cxn ang="0">
                  <a:pos x="4" y="114"/>
                </a:cxn>
                <a:cxn ang="0">
                  <a:pos x="0" y="111"/>
                </a:cxn>
                <a:cxn ang="0">
                  <a:pos x="0" y="111"/>
                </a:cxn>
                <a:cxn ang="0">
                  <a:pos x="10" y="111"/>
                </a:cxn>
                <a:cxn ang="0">
                  <a:pos x="10" y="111"/>
                </a:cxn>
                <a:cxn ang="0">
                  <a:pos x="113" y="111"/>
                </a:cxn>
                <a:cxn ang="0">
                  <a:pos x="113" y="111"/>
                </a:cxn>
                <a:cxn ang="0">
                  <a:pos x="117" y="111"/>
                </a:cxn>
                <a:cxn ang="0">
                  <a:pos x="119" y="107"/>
                </a:cxn>
                <a:cxn ang="0">
                  <a:pos x="119" y="107"/>
                </a:cxn>
                <a:cxn ang="0">
                  <a:pos x="154" y="1"/>
                </a:cxn>
                <a:cxn ang="0">
                  <a:pos x="154" y="1"/>
                </a:cxn>
                <a:cxn ang="0">
                  <a:pos x="154" y="0"/>
                </a:cxn>
                <a:cxn ang="0">
                  <a:pos x="154" y="0"/>
                </a:cxn>
                <a:cxn ang="0">
                  <a:pos x="156" y="1"/>
                </a:cxn>
                <a:cxn ang="0">
                  <a:pos x="156" y="1"/>
                </a:cxn>
                <a:cxn ang="0">
                  <a:pos x="191" y="107"/>
                </a:cxn>
                <a:cxn ang="0">
                  <a:pos x="191" y="107"/>
                </a:cxn>
                <a:cxn ang="0">
                  <a:pos x="193" y="111"/>
                </a:cxn>
                <a:cxn ang="0">
                  <a:pos x="197" y="111"/>
                </a:cxn>
                <a:cxn ang="0">
                  <a:pos x="197" y="111"/>
                </a:cxn>
                <a:cxn ang="0">
                  <a:pos x="304" y="111"/>
                </a:cxn>
                <a:cxn ang="0">
                  <a:pos x="304" y="111"/>
                </a:cxn>
                <a:cxn ang="0">
                  <a:pos x="310" y="111"/>
                </a:cxn>
                <a:cxn ang="0">
                  <a:pos x="310" y="111"/>
                </a:cxn>
                <a:cxn ang="0">
                  <a:pos x="306" y="114"/>
                </a:cxn>
                <a:cxn ang="0">
                  <a:pos x="306" y="114"/>
                </a:cxn>
                <a:cxn ang="0">
                  <a:pos x="217" y="177"/>
                </a:cxn>
                <a:cxn ang="0">
                  <a:pos x="217" y="177"/>
                </a:cxn>
                <a:cxn ang="0">
                  <a:pos x="215" y="181"/>
                </a:cxn>
                <a:cxn ang="0">
                  <a:pos x="215" y="185"/>
                </a:cxn>
                <a:cxn ang="0">
                  <a:pos x="215" y="185"/>
                </a:cxn>
                <a:cxn ang="0">
                  <a:pos x="248" y="288"/>
                </a:cxn>
                <a:cxn ang="0">
                  <a:pos x="248" y="288"/>
                </a:cxn>
                <a:cxn ang="0">
                  <a:pos x="250" y="292"/>
                </a:cxn>
                <a:cxn ang="0">
                  <a:pos x="250" y="292"/>
                </a:cxn>
                <a:cxn ang="0">
                  <a:pos x="247" y="290"/>
                </a:cxn>
                <a:cxn ang="0">
                  <a:pos x="247" y="290"/>
                </a:cxn>
                <a:cxn ang="0">
                  <a:pos x="160" y="225"/>
                </a:cxn>
                <a:cxn ang="0">
                  <a:pos x="160" y="225"/>
                </a:cxn>
                <a:cxn ang="0">
                  <a:pos x="156" y="225"/>
                </a:cxn>
                <a:cxn ang="0">
                  <a:pos x="152" y="225"/>
                </a:cxn>
                <a:cxn ang="0">
                  <a:pos x="152" y="225"/>
                </a:cxn>
                <a:cxn ang="0">
                  <a:pos x="61" y="290"/>
                </a:cxn>
                <a:cxn ang="0">
                  <a:pos x="61" y="290"/>
                </a:cxn>
                <a:cxn ang="0">
                  <a:pos x="60" y="292"/>
                </a:cxn>
                <a:cxn ang="0">
                  <a:pos x="60" y="292"/>
                </a:cxn>
              </a:cxnLst>
              <a:rect l="0" t="0" r="r" b="b"/>
              <a:pathLst>
                <a:path w="310" h="292">
                  <a:moveTo>
                    <a:pt x="60" y="292"/>
                  </a:moveTo>
                  <a:lnTo>
                    <a:pt x="60" y="292"/>
                  </a:lnTo>
                  <a:lnTo>
                    <a:pt x="71" y="255"/>
                  </a:lnTo>
                  <a:lnTo>
                    <a:pt x="71" y="255"/>
                  </a:lnTo>
                  <a:lnTo>
                    <a:pt x="95" y="183"/>
                  </a:lnTo>
                  <a:lnTo>
                    <a:pt x="95" y="183"/>
                  </a:lnTo>
                  <a:lnTo>
                    <a:pt x="95" y="181"/>
                  </a:lnTo>
                  <a:lnTo>
                    <a:pt x="93" y="177"/>
                  </a:lnTo>
                  <a:lnTo>
                    <a:pt x="93" y="177"/>
                  </a:lnTo>
                  <a:lnTo>
                    <a:pt x="4" y="114"/>
                  </a:lnTo>
                  <a:lnTo>
                    <a:pt x="4" y="114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10" y="111"/>
                  </a:lnTo>
                  <a:lnTo>
                    <a:pt x="10" y="111"/>
                  </a:lnTo>
                  <a:lnTo>
                    <a:pt x="113" y="111"/>
                  </a:lnTo>
                  <a:lnTo>
                    <a:pt x="113" y="111"/>
                  </a:lnTo>
                  <a:lnTo>
                    <a:pt x="117" y="111"/>
                  </a:lnTo>
                  <a:lnTo>
                    <a:pt x="119" y="107"/>
                  </a:lnTo>
                  <a:lnTo>
                    <a:pt x="119" y="107"/>
                  </a:lnTo>
                  <a:lnTo>
                    <a:pt x="154" y="1"/>
                  </a:lnTo>
                  <a:lnTo>
                    <a:pt x="154" y="1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6" y="1"/>
                  </a:lnTo>
                  <a:lnTo>
                    <a:pt x="156" y="1"/>
                  </a:lnTo>
                  <a:lnTo>
                    <a:pt x="191" y="107"/>
                  </a:lnTo>
                  <a:lnTo>
                    <a:pt x="191" y="107"/>
                  </a:lnTo>
                  <a:lnTo>
                    <a:pt x="193" y="111"/>
                  </a:lnTo>
                  <a:lnTo>
                    <a:pt x="197" y="111"/>
                  </a:lnTo>
                  <a:lnTo>
                    <a:pt x="197" y="111"/>
                  </a:lnTo>
                  <a:lnTo>
                    <a:pt x="304" y="111"/>
                  </a:lnTo>
                  <a:lnTo>
                    <a:pt x="304" y="111"/>
                  </a:lnTo>
                  <a:lnTo>
                    <a:pt x="310" y="111"/>
                  </a:lnTo>
                  <a:lnTo>
                    <a:pt x="310" y="111"/>
                  </a:lnTo>
                  <a:lnTo>
                    <a:pt x="306" y="114"/>
                  </a:lnTo>
                  <a:lnTo>
                    <a:pt x="306" y="114"/>
                  </a:lnTo>
                  <a:lnTo>
                    <a:pt x="217" y="177"/>
                  </a:lnTo>
                  <a:lnTo>
                    <a:pt x="217" y="177"/>
                  </a:lnTo>
                  <a:lnTo>
                    <a:pt x="215" y="181"/>
                  </a:lnTo>
                  <a:lnTo>
                    <a:pt x="215" y="185"/>
                  </a:lnTo>
                  <a:lnTo>
                    <a:pt x="215" y="185"/>
                  </a:lnTo>
                  <a:lnTo>
                    <a:pt x="248" y="288"/>
                  </a:lnTo>
                  <a:lnTo>
                    <a:pt x="248" y="288"/>
                  </a:lnTo>
                  <a:lnTo>
                    <a:pt x="250" y="292"/>
                  </a:lnTo>
                  <a:lnTo>
                    <a:pt x="250" y="292"/>
                  </a:lnTo>
                  <a:lnTo>
                    <a:pt x="247" y="290"/>
                  </a:lnTo>
                  <a:lnTo>
                    <a:pt x="247" y="290"/>
                  </a:lnTo>
                  <a:lnTo>
                    <a:pt x="160" y="225"/>
                  </a:lnTo>
                  <a:lnTo>
                    <a:pt x="160" y="225"/>
                  </a:lnTo>
                  <a:lnTo>
                    <a:pt x="156" y="225"/>
                  </a:lnTo>
                  <a:lnTo>
                    <a:pt x="152" y="225"/>
                  </a:lnTo>
                  <a:lnTo>
                    <a:pt x="152" y="225"/>
                  </a:lnTo>
                  <a:lnTo>
                    <a:pt x="61" y="290"/>
                  </a:lnTo>
                  <a:lnTo>
                    <a:pt x="61" y="290"/>
                  </a:lnTo>
                  <a:lnTo>
                    <a:pt x="60" y="292"/>
                  </a:lnTo>
                  <a:lnTo>
                    <a:pt x="60" y="292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" name="Freeform 44">
              <a:extLst>
                <a:ext uri="{FF2B5EF4-FFF2-40B4-BE49-F238E27FC236}">
                  <a16:creationId xmlns:a16="http://schemas.microsoft.com/office/drawing/2014/main" id="{12AA6BDD-0159-3437-5C6D-D7DC00D39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4746" y="4630542"/>
              <a:ext cx="448059" cy="451215"/>
            </a:xfrm>
            <a:custGeom>
              <a:avLst/>
              <a:gdLst/>
              <a:ahLst/>
              <a:cxnLst>
                <a:cxn ang="0">
                  <a:pos x="135" y="285"/>
                </a:cxn>
                <a:cxn ang="0">
                  <a:pos x="135" y="285"/>
                </a:cxn>
                <a:cxn ang="0">
                  <a:pos x="96" y="278"/>
                </a:cxn>
                <a:cxn ang="0">
                  <a:pos x="61" y="259"/>
                </a:cxn>
                <a:cxn ang="0">
                  <a:pos x="22" y="220"/>
                </a:cxn>
                <a:cxn ang="0">
                  <a:pos x="5" y="187"/>
                </a:cxn>
                <a:cxn ang="0">
                  <a:pos x="0" y="150"/>
                </a:cxn>
                <a:cxn ang="0">
                  <a:pos x="0" y="137"/>
                </a:cxn>
                <a:cxn ang="0">
                  <a:pos x="0" y="135"/>
                </a:cxn>
                <a:cxn ang="0">
                  <a:pos x="2" y="113"/>
                </a:cxn>
                <a:cxn ang="0">
                  <a:pos x="15" y="78"/>
                </a:cxn>
                <a:cxn ang="0">
                  <a:pos x="55" y="30"/>
                </a:cxn>
                <a:cxn ang="0">
                  <a:pos x="92" y="9"/>
                </a:cxn>
                <a:cxn ang="0">
                  <a:pos x="135" y="0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87" y="7"/>
                </a:cxn>
                <a:cxn ang="0">
                  <a:pos x="222" y="26"/>
                </a:cxn>
                <a:cxn ang="0">
                  <a:pos x="261" y="65"/>
                </a:cxn>
                <a:cxn ang="0">
                  <a:pos x="276" y="98"/>
                </a:cxn>
                <a:cxn ang="0">
                  <a:pos x="283" y="135"/>
                </a:cxn>
                <a:cxn ang="0">
                  <a:pos x="283" y="148"/>
                </a:cxn>
                <a:cxn ang="0">
                  <a:pos x="283" y="150"/>
                </a:cxn>
                <a:cxn ang="0">
                  <a:pos x="276" y="187"/>
                </a:cxn>
                <a:cxn ang="0">
                  <a:pos x="257" y="224"/>
                </a:cxn>
                <a:cxn ang="0">
                  <a:pos x="218" y="261"/>
                </a:cxn>
                <a:cxn ang="0">
                  <a:pos x="185" y="278"/>
                </a:cxn>
                <a:cxn ang="0">
                  <a:pos x="148" y="285"/>
                </a:cxn>
                <a:cxn ang="0">
                  <a:pos x="140" y="30"/>
                </a:cxn>
                <a:cxn ang="0">
                  <a:pos x="137" y="30"/>
                </a:cxn>
                <a:cxn ang="0">
                  <a:pos x="113" y="33"/>
                </a:cxn>
                <a:cxn ang="0">
                  <a:pos x="74" y="52"/>
                </a:cxn>
                <a:cxn ang="0">
                  <a:pos x="52" y="74"/>
                </a:cxn>
                <a:cxn ang="0">
                  <a:pos x="33" y="113"/>
                </a:cxn>
                <a:cxn ang="0">
                  <a:pos x="29" y="144"/>
                </a:cxn>
                <a:cxn ang="0">
                  <a:pos x="29" y="154"/>
                </a:cxn>
                <a:cxn ang="0">
                  <a:pos x="39" y="165"/>
                </a:cxn>
                <a:cxn ang="0">
                  <a:pos x="50" y="167"/>
                </a:cxn>
                <a:cxn ang="0">
                  <a:pos x="65" y="159"/>
                </a:cxn>
                <a:cxn ang="0">
                  <a:pos x="81" y="142"/>
                </a:cxn>
                <a:cxn ang="0">
                  <a:pos x="91" y="113"/>
                </a:cxn>
                <a:cxn ang="0">
                  <a:pos x="92" y="78"/>
                </a:cxn>
                <a:cxn ang="0">
                  <a:pos x="91" y="61"/>
                </a:cxn>
                <a:cxn ang="0">
                  <a:pos x="92" y="59"/>
                </a:cxn>
                <a:cxn ang="0">
                  <a:pos x="115" y="68"/>
                </a:cxn>
                <a:cxn ang="0">
                  <a:pos x="152" y="92"/>
                </a:cxn>
                <a:cxn ang="0">
                  <a:pos x="185" y="129"/>
                </a:cxn>
                <a:cxn ang="0">
                  <a:pos x="205" y="157"/>
                </a:cxn>
                <a:cxn ang="0">
                  <a:pos x="222" y="170"/>
                </a:cxn>
                <a:cxn ang="0">
                  <a:pos x="237" y="174"/>
                </a:cxn>
                <a:cxn ang="0">
                  <a:pos x="248" y="167"/>
                </a:cxn>
                <a:cxn ang="0">
                  <a:pos x="252" y="155"/>
                </a:cxn>
                <a:cxn ang="0">
                  <a:pos x="253" y="131"/>
                </a:cxn>
                <a:cxn ang="0">
                  <a:pos x="248" y="105"/>
                </a:cxn>
                <a:cxn ang="0">
                  <a:pos x="233" y="78"/>
                </a:cxn>
                <a:cxn ang="0">
                  <a:pos x="213" y="55"/>
                </a:cxn>
                <a:cxn ang="0">
                  <a:pos x="161" y="31"/>
                </a:cxn>
              </a:cxnLst>
              <a:rect l="0" t="0" r="r" b="b"/>
              <a:pathLst>
                <a:path w="283" h="285">
                  <a:moveTo>
                    <a:pt x="148" y="285"/>
                  </a:moveTo>
                  <a:lnTo>
                    <a:pt x="148" y="285"/>
                  </a:lnTo>
                  <a:lnTo>
                    <a:pt x="135" y="285"/>
                  </a:lnTo>
                  <a:lnTo>
                    <a:pt x="135" y="285"/>
                  </a:lnTo>
                  <a:lnTo>
                    <a:pt x="135" y="285"/>
                  </a:lnTo>
                  <a:lnTo>
                    <a:pt x="135" y="285"/>
                  </a:lnTo>
                  <a:lnTo>
                    <a:pt x="118" y="283"/>
                  </a:lnTo>
                  <a:lnTo>
                    <a:pt x="118" y="283"/>
                  </a:lnTo>
                  <a:lnTo>
                    <a:pt x="96" y="278"/>
                  </a:lnTo>
                  <a:lnTo>
                    <a:pt x="76" y="268"/>
                  </a:lnTo>
                  <a:lnTo>
                    <a:pt x="76" y="268"/>
                  </a:lnTo>
                  <a:lnTo>
                    <a:pt x="61" y="259"/>
                  </a:lnTo>
                  <a:lnTo>
                    <a:pt x="46" y="248"/>
                  </a:lnTo>
                  <a:lnTo>
                    <a:pt x="33" y="235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13" y="204"/>
                  </a:lnTo>
                  <a:lnTo>
                    <a:pt x="5" y="187"/>
                  </a:lnTo>
                  <a:lnTo>
                    <a:pt x="2" y="168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0" y="128"/>
                  </a:lnTo>
                  <a:lnTo>
                    <a:pt x="0" y="128"/>
                  </a:lnTo>
                  <a:lnTo>
                    <a:pt x="2" y="113"/>
                  </a:lnTo>
                  <a:lnTo>
                    <a:pt x="7" y="96"/>
                  </a:lnTo>
                  <a:lnTo>
                    <a:pt x="7" y="96"/>
                  </a:lnTo>
                  <a:lnTo>
                    <a:pt x="15" y="78"/>
                  </a:lnTo>
                  <a:lnTo>
                    <a:pt x="26" y="59"/>
                  </a:lnTo>
                  <a:lnTo>
                    <a:pt x="41" y="42"/>
                  </a:lnTo>
                  <a:lnTo>
                    <a:pt x="55" y="30"/>
                  </a:lnTo>
                  <a:lnTo>
                    <a:pt x="55" y="30"/>
                  </a:lnTo>
                  <a:lnTo>
                    <a:pt x="74" y="17"/>
                  </a:lnTo>
                  <a:lnTo>
                    <a:pt x="92" y="9"/>
                  </a:lnTo>
                  <a:lnTo>
                    <a:pt x="113" y="4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35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87" y="7"/>
                  </a:lnTo>
                  <a:lnTo>
                    <a:pt x="207" y="17"/>
                  </a:lnTo>
                  <a:lnTo>
                    <a:pt x="207" y="17"/>
                  </a:lnTo>
                  <a:lnTo>
                    <a:pt x="222" y="26"/>
                  </a:lnTo>
                  <a:lnTo>
                    <a:pt x="237" y="37"/>
                  </a:lnTo>
                  <a:lnTo>
                    <a:pt x="250" y="50"/>
                  </a:lnTo>
                  <a:lnTo>
                    <a:pt x="261" y="65"/>
                  </a:lnTo>
                  <a:lnTo>
                    <a:pt x="261" y="65"/>
                  </a:lnTo>
                  <a:lnTo>
                    <a:pt x="270" y="81"/>
                  </a:lnTo>
                  <a:lnTo>
                    <a:pt x="276" y="98"/>
                  </a:lnTo>
                  <a:lnTo>
                    <a:pt x="281" y="117"/>
                  </a:lnTo>
                  <a:lnTo>
                    <a:pt x="283" y="135"/>
                  </a:lnTo>
                  <a:lnTo>
                    <a:pt x="283" y="135"/>
                  </a:lnTo>
                  <a:lnTo>
                    <a:pt x="283" y="137"/>
                  </a:lnTo>
                  <a:lnTo>
                    <a:pt x="283" y="137"/>
                  </a:lnTo>
                  <a:lnTo>
                    <a:pt x="283" y="148"/>
                  </a:lnTo>
                  <a:lnTo>
                    <a:pt x="283" y="148"/>
                  </a:lnTo>
                  <a:lnTo>
                    <a:pt x="283" y="150"/>
                  </a:lnTo>
                  <a:lnTo>
                    <a:pt x="283" y="150"/>
                  </a:lnTo>
                  <a:lnTo>
                    <a:pt x="281" y="167"/>
                  </a:lnTo>
                  <a:lnTo>
                    <a:pt x="281" y="167"/>
                  </a:lnTo>
                  <a:lnTo>
                    <a:pt x="276" y="187"/>
                  </a:lnTo>
                  <a:lnTo>
                    <a:pt x="266" y="207"/>
                  </a:lnTo>
                  <a:lnTo>
                    <a:pt x="266" y="207"/>
                  </a:lnTo>
                  <a:lnTo>
                    <a:pt x="257" y="224"/>
                  </a:lnTo>
                  <a:lnTo>
                    <a:pt x="246" y="237"/>
                  </a:lnTo>
                  <a:lnTo>
                    <a:pt x="233" y="250"/>
                  </a:lnTo>
                  <a:lnTo>
                    <a:pt x="218" y="261"/>
                  </a:lnTo>
                  <a:lnTo>
                    <a:pt x="218" y="261"/>
                  </a:lnTo>
                  <a:lnTo>
                    <a:pt x="203" y="270"/>
                  </a:lnTo>
                  <a:lnTo>
                    <a:pt x="185" y="278"/>
                  </a:lnTo>
                  <a:lnTo>
                    <a:pt x="166" y="281"/>
                  </a:lnTo>
                  <a:lnTo>
                    <a:pt x="148" y="285"/>
                  </a:lnTo>
                  <a:lnTo>
                    <a:pt x="148" y="285"/>
                  </a:lnTo>
                  <a:lnTo>
                    <a:pt x="148" y="285"/>
                  </a:lnTo>
                  <a:lnTo>
                    <a:pt x="148" y="285"/>
                  </a:lnTo>
                  <a:close/>
                  <a:moveTo>
                    <a:pt x="140" y="30"/>
                  </a:moveTo>
                  <a:lnTo>
                    <a:pt x="140" y="30"/>
                  </a:lnTo>
                  <a:lnTo>
                    <a:pt x="137" y="30"/>
                  </a:lnTo>
                  <a:lnTo>
                    <a:pt x="137" y="30"/>
                  </a:lnTo>
                  <a:lnTo>
                    <a:pt x="124" y="31"/>
                  </a:lnTo>
                  <a:lnTo>
                    <a:pt x="113" y="33"/>
                  </a:lnTo>
                  <a:lnTo>
                    <a:pt x="113" y="33"/>
                  </a:lnTo>
                  <a:lnTo>
                    <a:pt x="98" y="37"/>
                  </a:lnTo>
                  <a:lnTo>
                    <a:pt x="85" y="44"/>
                  </a:lnTo>
                  <a:lnTo>
                    <a:pt x="74" y="52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52" y="74"/>
                  </a:lnTo>
                  <a:lnTo>
                    <a:pt x="44" y="85"/>
                  </a:lnTo>
                  <a:lnTo>
                    <a:pt x="37" y="98"/>
                  </a:lnTo>
                  <a:lnTo>
                    <a:pt x="33" y="113"/>
                  </a:lnTo>
                  <a:lnTo>
                    <a:pt x="33" y="113"/>
                  </a:lnTo>
                  <a:lnTo>
                    <a:pt x="29" y="128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31" y="159"/>
                  </a:lnTo>
                  <a:lnTo>
                    <a:pt x="35" y="163"/>
                  </a:lnTo>
                  <a:lnTo>
                    <a:pt x="39" y="165"/>
                  </a:lnTo>
                  <a:lnTo>
                    <a:pt x="42" y="167"/>
                  </a:lnTo>
                  <a:lnTo>
                    <a:pt x="42" y="167"/>
                  </a:lnTo>
                  <a:lnTo>
                    <a:pt x="50" y="167"/>
                  </a:lnTo>
                  <a:lnTo>
                    <a:pt x="55" y="165"/>
                  </a:lnTo>
                  <a:lnTo>
                    <a:pt x="55" y="165"/>
                  </a:lnTo>
                  <a:lnTo>
                    <a:pt x="65" y="159"/>
                  </a:lnTo>
                  <a:lnTo>
                    <a:pt x="74" y="152"/>
                  </a:lnTo>
                  <a:lnTo>
                    <a:pt x="74" y="152"/>
                  </a:lnTo>
                  <a:lnTo>
                    <a:pt x="81" y="142"/>
                  </a:lnTo>
                  <a:lnTo>
                    <a:pt x="87" y="129"/>
                  </a:lnTo>
                  <a:lnTo>
                    <a:pt x="87" y="129"/>
                  </a:lnTo>
                  <a:lnTo>
                    <a:pt x="91" y="113"/>
                  </a:lnTo>
                  <a:lnTo>
                    <a:pt x="92" y="96"/>
                  </a:lnTo>
                  <a:lnTo>
                    <a:pt x="92" y="96"/>
                  </a:lnTo>
                  <a:lnTo>
                    <a:pt x="92" y="78"/>
                  </a:lnTo>
                  <a:lnTo>
                    <a:pt x="92" y="78"/>
                  </a:lnTo>
                  <a:lnTo>
                    <a:pt x="91" y="61"/>
                  </a:lnTo>
                  <a:lnTo>
                    <a:pt x="91" y="61"/>
                  </a:lnTo>
                  <a:lnTo>
                    <a:pt x="91" y="59"/>
                  </a:lnTo>
                  <a:lnTo>
                    <a:pt x="92" y="59"/>
                  </a:lnTo>
                  <a:lnTo>
                    <a:pt x="92" y="59"/>
                  </a:lnTo>
                  <a:lnTo>
                    <a:pt x="98" y="61"/>
                  </a:lnTo>
                  <a:lnTo>
                    <a:pt x="98" y="61"/>
                  </a:lnTo>
                  <a:lnTo>
                    <a:pt x="115" y="68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52" y="92"/>
                  </a:lnTo>
                  <a:lnTo>
                    <a:pt x="170" y="111"/>
                  </a:lnTo>
                  <a:lnTo>
                    <a:pt x="170" y="111"/>
                  </a:lnTo>
                  <a:lnTo>
                    <a:pt x="185" y="129"/>
                  </a:lnTo>
                  <a:lnTo>
                    <a:pt x="198" y="148"/>
                  </a:lnTo>
                  <a:lnTo>
                    <a:pt x="198" y="148"/>
                  </a:lnTo>
                  <a:lnTo>
                    <a:pt x="205" y="157"/>
                  </a:lnTo>
                  <a:lnTo>
                    <a:pt x="213" y="165"/>
                  </a:lnTo>
                  <a:lnTo>
                    <a:pt x="213" y="165"/>
                  </a:lnTo>
                  <a:lnTo>
                    <a:pt x="222" y="170"/>
                  </a:lnTo>
                  <a:lnTo>
                    <a:pt x="233" y="174"/>
                  </a:lnTo>
                  <a:lnTo>
                    <a:pt x="233" y="174"/>
                  </a:lnTo>
                  <a:lnTo>
                    <a:pt x="237" y="174"/>
                  </a:lnTo>
                  <a:lnTo>
                    <a:pt x="240" y="172"/>
                  </a:lnTo>
                  <a:lnTo>
                    <a:pt x="244" y="170"/>
                  </a:lnTo>
                  <a:lnTo>
                    <a:pt x="248" y="167"/>
                  </a:lnTo>
                  <a:lnTo>
                    <a:pt x="248" y="167"/>
                  </a:lnTo>
                  <a:lnTo>
                    <a:pt x="252" y="161"/>
                  </a:lnTo>
                  <a:lnTo>
                    <a:pt x="252" y="155"/>
                  </a:lnTo>
                  <a:lnTo>
                    <a:pt x="252" y="155"/>
                  </a:lnTo>
                  <a:lnTo>
                    <a:pt x="253" y="142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2" y="118"/>
                  </a:lnTo>
                  <a:lnTo>
                    <a:pt x="248" y="105"/>
                  </a:lnTo>
                  <a:lnTo>
                    <a:pt x="248" y="105"/>
                  </a:lnTo>
                  <a:lnTo>
                    <a:pt x="240" y="91"/>
                  </a:lnTo>
                  <a:lnTo>
                    <a:pt x="233" y="78"/>
                  </a:lnTo>
                  <a:lnTo>
                    <a:pt x="224" y="6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196" y="44"/>
                  </a:lnTo>
                  <a:lnTo>
                    <a:pt x="179" y="35"/>
                  </a:lnTo>
                  <a:lnTo>
                    <a:pt x="161" y="31"/>
                  </a:lnTo>
                  <a:lnTo>
                    <a:pt x="140" y="30"/>
                  </a:lnTo>
                  <a:lnTo>
                    <a:pt x="140" y="3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" name="Freeform 45">
              <a:extLst>
                <a:ext uri="{FF2B5EF4-FFF2-40B4-BE49-F238E27FC236}">
                  <a16:creationId xmlns:a16="http://schemas.microsoft.com/office/drawing/2014/main" id="{3DB17A7B-8D9D-2D47-9599-46729FC83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8838" y="5400499"/>
              <a:ext cx="454371" cy="451215"/>
            </a:xfrm>
            <a:custGeom>
              <a:avLst/>
              <a:gdLst/>
              <a:ahLst/>
              <a:cxnLst>
                <a:cxn ang="0">
                  <a:pos x="115" y="1"/>
                </a:cxn>
                <a:cxn ang="0">
                  <a:pos x="63" y="24"/>
                </a:cxn>
                <a:cxn ang="0">
                  <a:pos x="25" y="62"/>
                </a:cxn>
                <a:cxn ang="0">
                  <a:pos x="4" y="114"/>
                </a:cxn>
                <a:cxn ang="0">
                  <a:pos x="0" y="157"/>
                </a:cxn>
                <a:cxn ang="0">
                  <a:pos x="17" y="211"/>
                </a:cxn>
                <a:cxn ang="0">
                  <a:pos x="52" y="253"/>
                </a:cxn>
                <a:cxn ang="0">
                  <a:pos x="100" y="279"/>
                </a:cxn>
                <a:cxn ang="0">
                  <a:pos x="143" y="286"/>
                </a:cxn>
                <a:cxn ang="0">
                  <a:pos x="200" y="275"/>
                </a:cxn>
                <a:cxn ang="0">
                  <a:pos x="245" y="244"/>
                </a:cxn>
                <a:cxn ang="0">
                  <a:pos x="276" y="198"/>
                </a:cxn>
                <a:cxn ang="0">
                  <a:pos x="287" y="142"/>
                </a:cxn>
                <a:cxn ang="0">
                  <a:pos x="280" y="100"/>
                </a:cxn>
                <a:cxn ang="0">
                  <a:pos x="254" y="51"/>
                </a:cxn>
                <a:cxn ang="0">
                  <a:pos x="212" y="16"/>
                </a:cxn>
                <a:cxn ang="0">
                  <a:pos x="158" y="0"/>
                </a:cxn>
                <a:cxn ang="0">
                  <a:pos x="199" y="211"/>
                </a:cxn>
                <a:cxn ang="0">
                  <a:pos x="176" y="199"/>
                </a:cxn>
                <a:cxn ang="0">
                  <a:pos x="119" y="188"/>
                </a:cxn>
                <a:cxn ang="0">
                  <a:pos x="67" y="196"/>
                </a:cxn>
                <a:cxn ang="0">
                  <a:pos x="58" y="190"/>
                </a:cxn>
                <a:cxn ang="0">
                  <a:pos x="60" y="179"/>
                </a:cxn>
                <a:cxn ang="0">
                  <a:pos x="91" y="172"/>
                </a:cxn>
                <a:cxn ang="0">
                  <a:pos x="163" y="175"/>
                </a:cxn>
                <a:cxn ang="0">
                  <a:pos x="206" y="196"/>
                </a:cxn>
                <a:cxn ang="0">
                  <a:pos x="206" y="209"/>
                </a:cxn>
                <a:cxn ang="0">
                  <a:pos x="215" y="174"/>
                </a:cxn>
                <a:cxn ang="0">
                  <a:pos x="208" y="170"/>
                </a:cxn>
                <a:cxn ang="0">
                  <a:pos x="117" y="148"/>
                </a:cxn>
                <a:cxn ang="0">
                  <a:pos x="69" y="153"/>
                </a:cxn>
                <a:cxn ang="0">
                  <a:pos x="54" y="151"/>
                </a:cxn>
                <a:cxn ang="0">
                  <a:pos x="52" y="138"/>
                </a:cxn>
                <a:cxn ang="0">
                  <a:pos x="60" y="131"/>
                </a:cxn>
                <a:cxn ang="0">
                  <a:pos x="117" y="124"/>
                </a:cxn>
                <a:cxn ang="0">
                  <a:pos x="219" y="150"/>
                </a:cxn>
                <a:cxn ang="0">
                  <a:pos x="226" y="161"/>
                </a:cxn>
                <a:cxn ang="0">
                  <a:pos x="215" y="174"/>
                </a:cxn>
                <a:cxn ang="0">
                  <a:pos x="228" y="127"/>
                </a:cxn>
                <a:cxn ang="0">
                  <a:pos x="204" y="116"/>
                </a:cxn>
                <a:cxn ang="0">
                  <a:pos x="121" y="101"/>
                </a:cxn>
                <a:cxn ang="0">
                  <a:pos x="63" y="109"/>
                </a:cxn>
                <a:cxn ang="0">
                  <a:pos x="45" y="107"/>
                </a:cxn>
                <a:cxn ang="0">
                  <a:pos x="43" y="92"/>
                </a:cxn>
                <a:cxn ang="0">
                  <a:pos x="52" y="83"/>
                </a:cxn>
                <a:cxn ang="0">
                  <a:pos x="121" y="74"/>
                </a:cxn>
                <a:cxn ang="0">
                  <a:pos x="212" y="90"/>
                </a:cxn>
                <a:cxn ang="0">
                  <a:pos x="245" y="107"/>
                </a:cxn>
                <a:cxn ang="0">
                  <a:pos x="245" y="120"/>
                </a:cxn>
                <a:cxn ang="0">
                  <a:pos x="232" y="129"/>
                </a:cxn>
              </a:cxnLst>
              <a:rect l="0" t="0" r="r" b="b"/>
              <a:pathLst>
                <a:path w="287" h="286">
                  <a:moveTo>
                    <a:pt x="143" y="0"/>
                  </a:moveTo>
                  <a:lnTo>
                    <a:pt x="143" y="0"/>
                  </a:lnTo>
                  <a:lnTo>
                    <a:pt x="130" y="0"/>
                  </a:lnTo>
                  <a:lnTo>
                    <a:pt x="115" y="1"/>
                  </a:lnTo>
                  <a:lnTo>
                    <a:pt x="100" y="5"/>
                  </a:lnTo>
                  <a:lnTo>
                    <a:pt x="88" y="11"/>
                  </a:lnTo>
                  <a:lnTo>
                    <a:pt x="76" y="16"/>
                  </a:lnTo>
                  <a:lnTo>
                    <a:pt x="63" y="24"/>
                  </a:lnTo>
                  <a:lnTo>
                    <a:pt x="52" y="31"/>
                  </a:lnTo>
                  <a:lnTo>
                    <a:pt x="43" y="40"/>
                  </a:lnTo>
                  <a:lnTo>
                    <a:pt x="34" y="51"/>
                  </a:lnTo>
                  <a:lnTo>
                    <a:pt x="25" y="62"/>
                  </a:lnTo>
                  <a:lnTo>
                    <a:pt x="17" y="74"/>
                  </a:lnTo>
                  <a:lnTo>
                    <a:pt x="12" y="87"/>
                  </a:lnTo>
                  <a:lnTo>
                    <a:pt x="8" y="100"/>
                  </a:lnTo>
                  <a:lnTo>
                    <a:pt x="4" y="114"/>
                  </a:lnTo>
                  <a:lnTo>
                    <a:pt x="0" y="127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7"/>
                  </a:lnTo>
                  <a:lnTo>
                    <a:pt x="4" y="172"/>
                  </a:lnTo>
                  <a:lnTo>
                    <a:pt x="8" y="185"/>
                  </a:lnTo>
                  <a:lnTo>
                    <a:pt x="12" y="198"/>
                  </a:lnTo>
                  <a:lnTo>
                    <a:pt x="17" y="211"/>
                  </a:lnTo>
                  <a:lnTo>
                    <a:pt x="25" y="224"/>
                  </a:lnTo>
                  <a:lnTo>
                    <a:pt x="34" y="233"/>
                  </a:lnTo>
                  <a:lnTo>
                    <a:pt x="43" y="244"/>
                  </a:lnTo>
                  <a:lnTo>
                    <a:pt x="52" y="253"/>
                  </a:lnTo>
                  <a:lnTo>
                    <a:pt x="63" y="261"/>
                  </a:lnTo>
                  <a:lnTo>
                    <a:pt x="76" y="268"/>
                  </a:lnTo>
                  <a:lnTo>
                    <a:pt x="88" y="275"/>
                  </a:lnTo>
                  <a:lnTo>
                    <a:pt x="100" y="279"/>
                  </a:lnTo>
                  <a:lnTo>
                    <a:pt x="115" y="283"/>
                  </a:lnTo>
                  <a:lnTo>
                    <a:pt x="130" y="285"/>
                  </a:lnTo>
                  <a:lnTo>
                    <a:pt x="143" y="286"/>
                  </a:lnTo>
                  <a:lnTo>
                    <a:pt x="143" y="286"/>
                  </a:lnTo>
                  <a:lnTo>
                    <a:pt x="158" y="285"/>
                  </a:lnTo>
                  <a:lnTo>
                    <a:pt x="173" y="283"/>
                  </a:lnTo>
                  <a:lnTo>
                    <a:pt x="187" y="279"/>
                  </a:lnTo>
                  <a:lnTo>
                    <a:pt x="200" y="275"/>
                  </a:lnTo>
                  <a:lnTo>
                    <a:pt x="212" y="268"/>
                  </a:lnTo>
                  <a:lnTo>
                    <a:pt x="225" y="261"/>
                  </a:lnTo>
                  <a:lnTo>
                    <a:pt x="236" y="253"/>
                  </a:lnTo>
                  <a:lnTo>
                    <a:pt x="245" y="244"/>
                  </a:lnTo>
                  <a:lnTo>
                    <a:pt x="254" y="233"/>
                  </a:lnTo>
                  <a:lnTo>
                    <a:pt x="263" y="224"/>
                  </a:lnTo>
                  <a:lnTo>
                    <a:pt x="271" y="211"/>
                  </a:lnTo>
                  <a:lnTo>
                    <a:pt x="276" y="198"/>
                  </a:lnTo>
                  <a:lnTo>
                    <a:pt x="280" y="185"/>
                  </a:lnTo>
                  <a:lnTo>
                    <a:pt x="284" y="172"/>
                  </a:lnTo>
                  <a:lnTo>
                    <a:pt x="286" y="157"/>
                  </a:lnTo>
                  <a:lnTo>
                    <a:pt x="287" y="142"/>
                  </a:lnTo>
                  <a:lnTo>
                    <a:pt x="287" y="142"/>
                  </a:lnTo>
                  <a:lnTo>
                    <a:pt x="286" y="127"/>
                  </a:lnTo>
                  <a:lnTo>
                    <a:pt x="284" y="114"/>
                  </a:lnTo>
                  <a:lnTo>
                    <a:pt x="280" y="100"/>
                  </a:lnTo>
                  <a:lnTo>
                    <a:pt x="276" y="87"/>
                  </a:lnTo>
                  <a:lnTo>
                    <a:pt x="271" y="74"/>
                  </a:lnTo>
                  <a:lnTo>
                    <a:pt x="263" y="62"/>
                  </a:lnTo>
                  <a:lnTo>
                    <a:pt x="254" y="51"/>
                  </a:lnTo>
                  <a:lnTo>
                    <a:pt x="245" y="40"/>
                  </a:lnTo>
                  <a:lnTo>
                    <a:pt x="236" y="31"/>
                  </a:lnTo>
                  <a:lnTo>
                    <a:pt x="225" y="24"/>
                  </a:lnTo>
                  <a:lnTo>
                    <a:pt x="212" y="16"/>
                  </a:lnTo>
                  <a:lnTo>
                    <a:pt x="200" y="11"/>
                  </a:lnTo>
                  <a:lnTo>
                    <a:pt x="187" y="5"/>
                  </a:lnTo>
                  <a:lnTo>
                    <a:pt x="173" y="1"/>
                  </a:lnTo>
                  <a:lnTo>
                    <a:pt x="158" y="0"/>
                  </a:lnTo>
                  <a:lnTo>
                    <a:pt x="143" y="0"/>
                  </a:lnTo>
                  <a:lnTo>
                    <a:pt x="143" y="0"/>
                  </a:lnTo>
                  <a:close/>
                  <a:moveTo>
                    <a:pt x="199" y="211"/>
                  </a:moveTo>
                  <a:lnTo>
                    <a:pt x="199" y="211"/>
                  </a:lnTo>
                  <a:lnTo>
                    <a:pt x="197" y="211"/>
                  </a:lnTo>
                  <a:lnTo>
                    <a:pt x="193" y="209"/>
                  </a:lnTo>
                  <a:lnTo>
                    <a:pt x="193" y="209"/>
                  </a:lnTo>
                  <a:lnTo>
                    <a:pt x="176" y="199"/>
                  </a:lnTo>
                  <a:lnTo>
                    <a:pt x="158" y="194"/>
                  </a:lnTo>
                  <a:lnTo>
                    <a:pt x="139" y="190"/>
                  </a:lnTo>
                  <a:lnTo>
                    <a:pt x="119" y="188"/>
                  </a:lnTo>
                  <a:lnTo>
                    <a:pt x="119" y="188"/>
                  </a:lnTo>
                  <a:lnTo>
                    <a:pt x="97" y="190"/>
                  </a:lnTo>
                  <a:lnTo>
                    <a:pt x="75" y="194"/>
                  </a:lnTo>
                  <a:lnTo>
                    <a:pt x="75" y="194"/>
                  </a:lnTo>
                  <a:lnTo>
                    <a:pt x="67" y="196"/>
                  </a:lnTo>
                  <a:lnTo>
                    <a:pt x="67" y="196"/>
                  </a:lnTo>
                  <a:lnTo>
                    <a:pt x="63" y="196"/>
                  </a:lnTo>
                  <a:lnTo>
                    <a:pt x="60" y="192"/>
                  </a:lnTo>
                  <a:lnTo>
                    <a:pt x="58" y="190"/>
                  </a:lnTo>
                  <a:lnTo>
                    <a:pt x="58" y="187"/>
                  </a:lnTo>
                  <a:lnTo>
                    <a:pt x="58" y="187"/>
                  </a:lnTo>
                  <a:lnTo>
                    <a:pt x="58" y="183"/>
                  </a:lnTo>
                  <a:lnTo>
                    <a:pt x="60" y="179"/>
                  </a:lnTo>
                  <a:lnTo>
                    <a:pt x="62" y="177"/>
                  </a:lnTo>
                  <a:lnTo>
                    <a:pt x="65" y="177"/>
                  </a:lnTo>
                  <a:lnTo>
                    <a:pt x="65" y="177"/>
                  </a:lnTo>
                  <a:lnTo>
                    <a:pt x="91" y="172"/>
                  </a:lnTo>
                  <a:lnTo>
                    <a:pt x="119" y="170"/>
                  </a:lnTo>
                  <a:lnTo>
                    <a:pt x="119" y="170"/>
                  </a:lnTo>
                  <a:lnTo>
                    <a:pt x="141" y="172"/>
                  </a:lnTo>
                  <a:lnTo>
                    <a:pt x="163" y="175"/>
                  </a:lnTo>
                  <a:lnTo>
                    <a:pt x="184" y="183"/>
                  </a:lnTo>
                  <a:lnTo>
                    <a:pt x="202" y="192"/>
                  </a:lnTo>
                  <a:lnTo>
                    <a:pt x="202" y="192"/>
                  </a:lnTo>
                  <a:lnTo>
                    <a:pt x="206" y="196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5"/>
                  </a:lnTo>
                  <a:lnTo>
                    <a:pt x="206" y="209"/>
                  </a:lnTo>
                  <a:lnTo>
                    <a:pt x="202" y="211"/>
                  </a:lnTo>
                  <a:lnTo>
                    <a:pt x="199" y="211"/>
                  </a:lnTo>
                  <a:lnTo>
                    <a:pt x="199" y="211"/>
                  </a:lnTo>
                  <a:close/>
                  <a:moveTo>
                    <a:pt x="215" y="174"/>
                  </a:moveTo>
                  <a:lnTo>
                    <a:pt x="215" y="174"/>
                  </a:lnTo>
                  <a:lnTo>
                    <a:pt x="212" y="172"/>
                  </a:lnTo>
                  <a:lnTo>
                    <a:pt x="208" y="170"/>
                  </a:lnTo>
                  <a:lnTo>
                    <a:pt x="208" y="170"/>
                  </a:lnTo>
                  <a:lnTo>
                    <a:pt x="189" y="161"/>
                  </a:lnTo>
                  <a:lnTo>
                    <a:pt x="167" y="153"/>
                  </a:lnTo>
                  <a:lnTo>
                    <a:pt x="143" y="150"/>
                  </a:lnTo>
                  <a:lnTo>
                    <a:pt x="117" y="148"/>
                  </a:lnTo>
                  <a:lnTo>
                    <a:pt x="117" y="148"/>
                  </a:lnTo>
                  <a:lnTo>
                    <a:pt x="91" y="150"/>
                  </a:lnTo>
                  <a:lnTo>
                    <a:pt x="69" y="153"/>
                  </a:lnTo>
                  <a:lnTo>
                    <a:pt x="69" y="153"/>
                  </a:lnTo>
                  <a:lnTo>
                    <a:pt x="63" y="155"/>
                  </a:lnTo>
                  <a:lnTo>
                    <a:pt x="63" y="155"/>
                  </a:lnTo>
                  <a:lnTo>
                    <a:pt x="58" y="153"/>
                  </a:lnTo>
                  <a:lnTo>
                    <a:pt x="54" y="151"/>
                  </a:lnTo>
                  <a:lnTo>
                    <a:pt x="52" y="148"/>
                  </a:lnTo>
                  <a:lnTo>
                    <a:pt x="52" y="144"/>
                  </a:lnTo>
                  <a:lnTo>
                    <a:pt x="52" y="144"/>
                  </a:lnTo>
                  <a:lnTo>
                    <a:pt x="52" y="138"/>
                  </a:lnTo>
                  <a:lnTo>
                    <a:pt x="54" y="137"/>
                  </a:lnTo>
                  <a:lnTo>
                    <a:pt x="56" y="133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86" y="125"/>
                  </a:lnTo>
                  <a:lnTo>
                    <a:pt x="100" y="124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45" y="125"/>
                  </a:lnTo>
                  <a:lnTo>
                    <a:pt x="171" y="131"/>
                  </a:lnTo>
                  <a:lnTo>
                    <a:pt x="197" y="138"/>
                  </a:lnTo>
                  <a:lnTo>
                    <a:pt x="219" y="150"/>
                  </a:lnTo>
                  <a:lnTo>
                    <a:pt x="219" y="150"/>
                  </a:lnTo>
                  <a:lnTo>
                    <a:pt x="225" y="155"/>
                  </a:lnTo>
                  <a:lnTo>
                    <a:pt x="226" y="161"/>
                  </a:lnTo>
                  <a:lnTo>
                    <a:pt x="226" y="161"/>
                  </a:lnTo>
                  <a:lnTo>
                    <a:pt x="225" y="166"/>
                  </a:lnTo>
                  <a:lnTo>
                    <a:pt x="223" y="170"/>
                  </a:lnTo>
                  <a:lnTo>
                    <a:pt x="219" y="172"/>
                  </a:lnTo>
                  <a:lnTo>
                    <a:pt x="215" y="174"/>
                  </a:lnTo>
                  <a:lnTo>
                    <a:pt x="215" y="174"/>
                  </a:lnTo>
                  <a:close/>
                  <a:moveTo>
                    <a:pt x="232" y="129"/>
                  </a:moveTo>
                  <a:lnTo>
                    <a:pt x="232" y="129"/>
                  </a:lnTo>
                  <a:lnTo>
                    <a:pt x="228" y="127"/>
                  </a:lnTo>
                  <a:lnTo>
                    <a:pt x="225" y="125"/>
                  </a:lnTo>
                  <a:lnTo>
                    <a:pt x="225" y="125"/>
                  </a:lnTo>
                  <a:lnTo>
                    <a:pt x="215" y="122"/>
                  </a:lnTo>
                  <a:lnTo>
                    <a:pt x="204" y="116"/>
                  </a:lnTo>
                  <a:lnTo>
                    <a:pt x="178" y="109"/>
                  </a:lnTo>
                  <a:lnTo>
                    <a:pt x="149" y="103"/>
                  </a:lnTo>
                  <a:lnTo>
                    <a:pt x="121" y="101"/>
                  </a:lnTo>
                  <a:lnTo>
                    <a:pt x="121" y="101"/>
                  </a:lnTo>
                  <a:lnTo>
                    <a:pt x="91" y="103"/>
                  </a:lnTo>
                  <a:lnTo>
                    <a:pt x="76" y="105"/>
                  </a:lnTo>
                  <a:lnTo>
                    <a:pt x="63" y="109"/>
                  </a:lnTo>
                  <a:lnTo>
                    <a:pt x="63" y="109"/>
                  </a:lnTo>
                  <a:lnTo>
                    <a:pt x="56" y="111"/>
                  </a:lnTo>
                  <a:lnTo>
                    <a:pt x="56" y="111"/>
                  </a:lnTo>
                  <a:lnTo>
                    <a:pt x="50" y="109"/>
                  </a:lnTo>
                  <a:lnTo>
                    <a:pt x="45" y="107"/>
                  </a:lnTo>
                  <a:lnTo>
                    <a:pt x="43" y="103"/>
                  </a:lnTo>
                  <a:lnTo>
                    <a:pt x="41" y="98"/>
                  </a:lnTo>
                  <a:lnTo>
                    <a:pt x="41" y="98"/>
                  </a:lnTo>
                  <a:lnTo>
                    <a:pt x="43" y="92"/>
                  </a:lnTo>
                  <a:lnTo>
                    <a:pt x="45" y="88"/>
                  </a:lnTo>
                  <a:lnTo>
                    <a:pt x="49" y="85"/>
                  </a:lnTo>
                  <a:lnTo>
                    <a:pt x="52" y="83"/>
                  </a:lnTo>
                  <a:lnTo>
                    <a:pt x="52" y="83"/>
                  </a:lnTo>
                  <a:lnTo>
                    <a:pt x="67" y="79"/>
                  </a:lnTo>
                  <a:lnTo>
                    <a:pt x="84" y="77"/>
                  </a:lnTo>
                  <a:lnTo>
                    <a:pt x="102" y="75"/>
                  </a:lnTo>
                  <a:lnTo>
                    <a:pt x="121" y="74"/>
                  </a:lnTo>
                  <a:lnTo>
                    <a:pt x="121" y="74"/>
                  </a:lnTo>
                  <a:lnTo>
                    <a:pt x="152" y="75"/>
                  </a:lnTo>
                  <a:lnTo>
                    <a:pt x="184" y="81"/>
                  </a:lnTo>
                  <a:lnTo>
                    <a:pt x="212" y="90"/>
                  </a:lnTo>
                  <a:lnTo>
                    <a:pt x="226" y="96"/>
                  </a:lnTo>
                  <a:lnTo>
                    <a:pt x="239" y="101"/>
                  </a:lnTo>
                  <a:lnTo>
                    <a:pt x="239" y="101"/>
                  </a:lnTo>
                  <a:lnTo>
                    <a:pt x="245" y="107"/>
                  </a:lnTo>
                  <a:lnTo>
                    <a:pt x="245" y="111"/>
                  </a:lnTo>
                  <a:lnTo>
                    <a:pt x="247" y="114"/>
                  </a:lnTo>
                  <a:lnTo>
                    <a:pt x="247" y="114"/>
                  </a:lnTo>
                  <a:lnTo>
                    <a:pt x="245" y="120"/>
                  </a:lnTo>
                  <a:lnTo>
                    <a:pt x="241" y="125"/>
                  </a:lnTo>
                  <a:lnTo>
                    <a:pt x="237" y="127"/>
                  </a:lnTo>
                  <a:lnTo>
                    <a:pt x="232" y="129"/>
                  </a:lnTo>
                  <a:lnTo>
                    <a:pt x="232" y="12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7" name="Group 249">
              <a:extLst>
                <a:ext uri="{FF2B5EF4-FFF2-40B4-BE49-F238E27FC236}">
                  <a16:creationId xmlns:a16="http://schemas.microsoft.com/office/drawing/2014/main" id="{0E5F8B18-3176-D970-385D-B7E856B9A338}"/>
                </a:ext>
              </a:extLst>
            </p:cNvPr>
            <p:cNvGrpSpPr/>
            <p:nvPr/>
          </p:nvGrpSpPr>
          <p:grpSpPr>
            <a:xfrm>
              <a:off x="4904480" y="4594118"/>
              <a:ext cx="407041" cy="476459"/>
              <a:chOff x="7058830" y="2223158"/>
              <a:chExt cx="277296" cy="324587"/>
            </a:xfrm>
            <a:grpFill/>
          </p:grpSpPr>
          <p:sp>
            <p:nvSpPr>
              <p:cNvPr id="482" name="Freeform 46">
                <a:extLst>
                  <a:ext uri="{FF2B5EF4-FFF2-40B4-BE49-F238E27FC236}">
                    <a16:creationId xmlns:a16="http://schemas.microsoft.com/office/drawing/2014/main" id="{FB339047-ACFB-7FC4-F626-F461E96A61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8830" y="2356432"/>
                <a:ext cx="277296" cy="191313"/>
              </a:xfrm>
              <a:custGeom>
                <a:avLst/>
                <a:gdLst/>
                <a:ahLst/>
                <a:cxnLst>
                  <a:cxn ang="0">
                    <a:pos x="248" y="20"/>
                  </a:cxn>
                  <a:cxn ang="0">
                    <a:pos x="224" y="4"/>
                  </a:cxn>
                  <a:cxn ang="0">
                    <a:pos x="176" y="0"/>
                  </a:cxn>
                  <a:cxn ang="0">
                    <a:pos x="79" y="0"/>
                  </a:cxn>
                  <a:cxn ang="0">
                    <a:pos x="31" y="4"/>
                  </a:cxn>
                  <a:cxn ang="0">
                    <a:pos x="9" y="20"/>
                  </a:cxn>
                  <a:cxn ang="0">
                    <a:pos x="2" y="45"/>
                  </a:cxn>
                  <a:cxn ang="0">
                    <a:pos x="0" y="91"/>
                  </a:cxn>
                  <a:cxn ang="0">
                    <a:pos x="3" y="150"/>
                  </a:cxn>
                  <a:cxn ang="0">
                    <a:pos x="15" y="169"/>
                  </a:cxn>
                  <a:cxn ang="0">
                    <a:pos x="31" y="176"/>
                  </a:cxn>
                  <a:cxn ang="0">
                    <a:pos x="127" y="180"/>
                  </a:cxn>
                  <a:cxn ang="0">
                    <a:pos x="200" y="178"/>
                  </a:cxn>
                  <a:cxn ang="0">
                    <a:pos x="235" y="174"/>
                  </a:cxn>
                  <a:cxn ang="0">
                    <a:pos x="252" y="150"/>
                  </a:cxn>
                  <a:cxn ang="0">
                    <a:pos x="255" y="120"/>
                  </a:cxn>
                  <a:cxn ang="0">
                    <a:pos x="255" y="59"/>
                  </a:cxn>
                  <a:cxn ang="0">
                    <a:pos x="252" y="30"/>
                  </a:cxn>
                  <a:cxn ang="0">
                    <a:pos x="55" y="143"/>
                  </a:cxn>
                  <a:cxn ang="0">
                    <a:pos x="18" y="45"/>
                  </a:cxn>
                  <a:cxn ang="0">
                    <a:pos x="74" y="45"/>
                  </a:cxn>
                  <a:cxn ang="0">
                    <a:pos x="105" y="133"/>
                  </a:cxn>
                  <a:cxn ang="0">
                    <a:pos x="90" y="144"/>
                  </a:cxn>
                  <a:cxn ang="0">
                    <a:pos x="81" y="143"/>
                  </a:cxn>
                  <a:cxn ang="0">
                    <a:pos x="76" y="126"/>
                  </a:cxn>
                  <a:cxn ang="0">
                    <a:pos x="90" y="120"/>
                  </a:cxn>
                  <a:cxn ang="0">
                    <a:pos x="90" y="126"/>
                  </a:cxn>
                  <a:cxn ang="0">
                    <a:pos x="94" y="130"/>
                  </a:cxn>
                  <a:cxn ang="0">
                    <a:pos x="105" y="57"/>
                  </a:cxn>
                  <a:cxn ang="0">
                    <a:pos x="179" y="117"/>
                  </a:cxn>
                  <a:cxn ang="0">
                    <a:pos x="177" y="135"/>
                  </a:cxn>
                  <a:cxn ang="0">
                    <a:pos x="170" y="144"/>
                  </a:cxn>
                  <a:cxn ang="0">
                    <a:pos x="161" y="144"/>
                  </a:cxn>
                  <a:cxn ang="0">
                    <a:pos x="150" y="143"/>
                  </a:cxn>
                  <a:cxn ang="0">
                    <a:pos x="150" y="28"/>
                  </a:cxn>
                  <a:cxn ang="0">
                    <a:pos x="157" y="59"/>
                  </a:cxn>
                  <a:cxn ang="0">
                    <a:pos x="165" y="56"/>
                  </a:cxn>
                  <a:cxn ang="0">
                    <a:pos x="176" y="61"/>
                  </a:cxn>
                  <a:cxn ang="0">
                    <a:pos x="179" y="83"/>
                  </a:cxn>
                  <a:cxn ang="0">
                    <a:pos x="207" y="104"/>
                  </a:cxn>
                  <a:cxn ang="0">
                    <a:pos x="207" y="124"/>
                  </a:cxn>
                  <a:cxn ang="0">
                    <a:pos x="215" y="130"/>
                  </a:cxn>
                  <a:cxn ang="0">
                    <a:pos x="222" y="124"/>
                  </a:cxn>
                  <a:cxn ang="0">
                    <a:pos x="237" y="113"/>
                  </a:cxn>
                  <a:cxn ang="0">
                    <a:pos x="237" y="126"/>
                  </a:cxn>
                  <a:cxn ang="0">
                    <a:pos x="233" y="135"/>
                  </a:cxn>
                  <a:cxn ang="0">
                    <a:pos x="226" y="143"/>
                  </a:cxn>
                  <a:cxn ang="0">
                    <a:pos x="215" y="144"/>
                  </a:cxn>
                  <a:cxn ang="0">
                    <a:pos x="200" y="139"/>
                  </a:cxn>
                  <a:cxn ang="0">
                    <a:pos x="192" y="128"/>
                  </a:cxn>
                  <a:cxn ang="0">
                    <a:pos x="190" y="85"/>
                  </a:cxn>
                  <a:cxn ang="0">
                    <a:pos x="196" y="65"/>
                  </a:cxn>
                  <a:cxn ang="0">
                    <a:pos x="209" y="57"/>
                  </a:cxn>
                  <a:cxn ang="0">
                    <a:pos x="220" y="57"/>
                  </a:cxn>
                  <a:cxn ang="0">
                    <a:pos x="233" y="65"/>
                  </a:cxn>
                  <a:cxn ang="0">
                    <a:pos x="237" y="85"/>
                  </a:cxn>
                </a:cxnLst>
                <a:rect l="0" t="0" r="r" b="b"/>
                <a:pathLst>
                  <a:path w="257" h="180">
                    <a:moveTo>
                      <a:pt x="252" y="30"/>
                    </a:moveTo>
                    <a:lnTo>
                      <a:pt x="252" y="30"/>
                    </a:lnTo>
                    <a:lnTo>
                      <a:pt x="248" y="20"/>
                    </a:lnTo>
                    <a:lnTo>
                      <a:pt x="242" y="13"/>
                    </a:lnTo>
                    <a:lnTo>
                      <a:pt x="235" y="7"/>
                    </a:lnTo>
                    <a:lnTo>
                      <a:pt x="224" y="4"/>
                    </a:lnTo>
                    <a:lnTo>
                      <a:pt x="224" y="4"/>
                    </a:lnTo>
                    <a:lnTo>
                      <a:pt x="200" y="2"/>
                    </a:lnTo>
                    <a:lnTo>
                      <a:pt x="176" y="0"/>
                    </a:lnTo>
                    <a:lnTo>
                      <a:pt x="127" y="0"/>
                    </a:lnTo>
                    <a:lnTo>
                      <a:pt x="127" y="0"/>
                    </a:lnTo>
                    <a:lnTo>
                      <a:pt x="79" y="0"/>
                    </a:lnTo>
                    <a:lnTo>
                      <a:pt x="55" y="2"/>
                    </a:lnTo>
                    <a:lnTo>
                      <a:pt x="31" y="4"/>
                    </a:lnTo>
                    <a:lnTo>
                      <a:pt x="31" y="4"/>
                    </a:lnTo>
                    <a:lnTo>
                      <a:pt x="22" y="7"/>
                    </a:lnTo>
                    <a:lnTo>
                      <a:pt x="15" y="13"/>
                    </a:lnTo>
                    <a:lnTo>
                      <a:pt x="9" y="20"/>
                    </a:lnTo>
                    <a:lnTo>
                      <a:pt x="3" y="30"/>
                    </a:lnTo>
                    <a:lnTo>
                      <a:pt x="3" y="30"/>
                    </a:lnTo>
                    <a:lnTo>
                      <a:pt x="2" y="45"/>
                    </a:lnTo>
                    <a:lnTo>
                      <a:pt x="0" y="59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120"/>
                    </a:lnTo>
                    <a:lnTo>
                      <a:pt x="2" y="135"/>
                    </a:lnTo>
                    <a:lnTo>
                      <a:pt x="3" y="150"/>
                    </a:lnTo>
                    <a:lnTo>
                      <a:pt x="3" y="150"/>
                    </a:lnTo>
                    <a:lnTo>
                      <a:pt x="7" y="161"/>
                    </a:lnTo>
                    <a:lnTo>
                      <a:pt x="15" y="169"/>
                    </a:lnTo>
                    <a:lnTo>
                      <a:pt x="22" y="174"/>
                    </a:lnTo>
                    <a:lnTo>
                      <a:pt x="31" y="176"/>
                    </a:lnTo>
                    <a:lnTo>
                      <a:pt x="31" y="176"/>
                    </a:lnTo>
                    <a:lnTo>
                      <a:pt x="55" y="178"/>
                    </a:lnTo>
                    <a:lnTo>
                      <a:pt x="79" y="180"/>
                    </a:lnTo>
                    <a:lnTo>
                      <a:pt x="127" y="180"/>
                    </a:lnTo>
                    <a:lnTo>
                      <a:pt x="127" y="180"/>
                    </a:lnTo>
                    <a:lnTo>
                      <a:pt x="176" y="180"/>
                    </a:lnTo>
                    <a:lnTo>
                      <a:pt x="200" y="178"/>
                    </a:lnTo>
                    <a:lnTo>
                      <a:pt x="224" y="176"/>
                    </a:lnTo>
                    <a:lnTo>
                      <a:pt x="224" y="176"/>
                    </a:lnTo>
                    <a:lnTo>
                      <a:pt x="235" y="174"/>
                    </a:lnTo>
                    <a:lnTo>
                      <a:pt x="242" y="169"/>
                    </a:lnTo>
                    <a:lnTo>
                      <a:pt x="248" y="161"/>
                    </a:lnTo>
                    <a:lnTo>
                      <a:pt x="252" y="150"/>
                    </a:lnTo>
                    <a:lnTo>
                      <a:pt x="252" y="150"/>
                    </a:lnTo>
                    <a:lnTo>
                      <a:pt x="255" y="135"/>
                    </a:lnTo>
                    <a:lnTo>
                      <a:pt x="255" y="120"/>
                    </a:lnTo>
                    <a:lnTo>
                      <a:pt x="257" y="91"/>
                    </a:lnTo>
                    <a:lnTo>
                      <a:pt x="257" y="91"/>
                    </a:lnTo>
                    <a:lnTo>
                      <a:pt x="255" y="59"/>
                    </a:lnTo>
                    <a:lnTo>
                      <a:pt x="255" y="45"/>
                    </a:lnTo>
                    <a:lnTo>
                      <a:pt x="252" y="30"/>
                    </a:lnTo>
                    <a:lnTo>
                      <a:pt x="252" y="30"/>
                    </a:lnTo>
                    <a:close/>
                    <a:moveTo>
                      <a:pt x="74" y="45"/>
                    </a:moveTo>
                    <a:lnTo>
                      <a:pt x="55" y="45"/>
                    </a:lnTo>
                    <a:lnTo>
                      <a:pt x="55" y="143"/>
                    </a:lnTo>
                    <a:lnTo>
                      <a:pt x="37" y="143"/>
                    </a:lnTo>
                    <a:lnTo>
                      <a:pt x="37" y="45"/>
                    </a:lnTo>
                    <a:lnTo>
                      <a:pt x="18" y="45"/>
                    </a:lnTo>
                    <a:lnTo>
                      <a:pt x="18" y="28"/>
                    </a:lnTo>
                    <a:lnTo>
                      <a:pt x="74" y="28"/>
                    </a:lnTo>
                    <a:lnTo>
                      <a:pt x="74" y="45"/>
                    </a:lnTo>
                    <a:close/>
                    <a:moveTo>
                      <a:pt x="120" y="143"/>
                    </a:moveTo>
                    <a:lnTo>
                      <a:pt x="105" y="143"/>
                    </a:lnTo>
                    <a:lnTo>
                      <a:pt x="105" y="133"/>
                    </a:lnTo>
                    <a:lnTo>
                      <a:pt x="105" y="133"/>
                    </a:lnTo>
                    <a:lnTo>
                      <a:pt x="96" y="143"/>
                    </a:lnTo>
                    <a:lnTo>
                      <a:pt x="90" y="144"/>
                    </a:lnTo>
                    <a:lnTo>
                      <a:pt x="87" y="144"/>
                    </a:lnTo>
                    <a:lnTo>
                      <a:pt x="87" y="144"/>
                    </a:lnTo>
                    <a:lnTo>
                      <a:pt x="81" y="143"/>
                    </a:lnTo>
                    <a:lnTo>
                      <a:pt x="78" y="137"/>
                    </a:lnTo>
                    <a:lnTo>
                      <a:pt x="78" y="137"/>
                    </a:lnTo>
                    <a:lnTo>
                      <a:pt x="76" y="126"/>
                    </a:lnTo>
                    <a:lnTo>
                      <a:pt x="76" y="57"/>
                    </a:lnTo>
                    <a:lnTo>
                      <a:pt x="90" y="57"/>
                    </a:lnTo>
                    <a:lnTo>
                      <a:pt x="90" y="120"/>
                    </a:lnTo>
                    <a:lnTo>
                      <a:pt x="90" y="120"/>
                    </a:lnTo>
                    <a:lnTo>
                      <a:pt x="90" y="126"/>
                    </a:lnTo>
                    <a:lnTo>
                      <a:pt x="90" y="126"/>
                    </a:lnTo>
                    <a:lnTo>
                      <a:pt x="92" y="130"/>
                    </a:lnTo>
                    <a:lnTo>
                      <a:pt x="94" y="130"/>
                    </a:lnTo>
                    <a:lnTo>
                      <a:pt x="94" y="130"/>
                    </a:lnTo>
                    <a:lnTo>
                      <a:pt x="100" y="128"/>
                    </a:lnTo>
                    <a:lnTo>
                      <a:pt x="105" y="122"/>
                    </a:lnTo>
                    <a:lnTo>
                      <a:pt x="105" y="57"/>
                    </a:lnTo>
                    <a:lnTo>
                      <a:pt x="120" y="57"/>
                    </a:lnTo>
                    <a:lnTo>
                      <a:pt x="120" y="143"/>
                    </a:lnTo>
                    <a:close/>
                    <a:moveTo>
                      <a:pt x="179" y="117"/>
                    </a:moveTo>
                    <a:lnTo>
                      <a:pt x="179" y="117"/>
                    </a:lnTo>
                    <a:lnTo>
                      <a:pt x="177" y="135"/>
                    </a:lnTo>
                    <a:lnTo>
                      <a:pt x="177" y="135"/>
                    </a:lnTo>
                    <a:lnTo>
                      <a:pt x="176" y="139"/>
                    </a:lnTo>
                    <a:lnTo>
                      <a:pt x="172" y="143"/>
                    </a:lnTo>
                    <a:lnTo>
                      <a:pt x="170" y="144"/>
                    </a:lnTo>
                    <a:lnTo>
                      <a:pt x="165" y="144"/>
                    </a:lnTo>
                    <a:lnTo>
                      <a:pt x="165" y="144"/>
                    </a:lnTo>
                    <a:lnTo>
                      <a:pt x="161" y="144"/>
                    </a:lnTo>
                    <a:lnTo>
                      <a:pt x="157" y="143"/>
                    </a:lnTo>
                    <a:lnTo>
                      <a:pt x="150" y="135"/>
                    </a:lnTo>
                    <a:lnTo>
                      <a:pt x="150" y="143"/>
                    </a:lnTo>
                    <a:lnTo>
                      <a:pt x="133" y="143"/>
                    </a:lnTo>
                    <a:lnTo>
                      <a:pt x="133" y="28"/>
                    </a:lnTo>
                    <a:lnTo>
                      <a:pt x="150" y="28"/>
                    </a:lnTo>
                    <a:lnTo>
                      <a:pt x="150" y="65"/>
                    </a:lnTo>
                    <a:lnTo>
                      <a:pt x="150" y="65"/>
                    </a:lnTo>
                    <a:lnTo>
                      <a:pt x="157" y="59"/>
                    </a:lnTo>
                    <a:lnTo>
                      <a:pt x="161" y="57"/>
                    </a:lnTo>
                    <a:lnTo>
                      <a:pt x="165" y="56"/>
                    </a:lnTo>
                    <a:lnTo>
                      <a:pt x="165" y="56"/>
                    </a:lnTo>
                    <a:lnTo>
                      <a:pt x="170" y="57"/>
                    </a:lnTo>
                    <a:lnTo>
                      <a:pt x="172" y="59"/>
                    </a:lnTo>
                    <a:lnTo>
                      <a:pt x="176" y="61"/>
                    </a:lnTo>
                    <a:lnTo>
                      <a:pt x="177" y="67"/>
                    </a:lnTo>
                    <a:lnTo>
                      <a:pt x="177" y="67"/>
                    </a:lnTo>
                    <a:lnTo>
                      <a:pt x="179" y="83"/>
                    </a:lnTo>
                    <a:lnTo>
                      <a:pt x="179" y="117"/>
                    </a:lnTo>
                    <a:close/>
                    <a:moveTo>
                      <a:pt x="237" y="104"/>
                    </a:moveTo>
                    <a:lnTo>
                      <a:pt x="207" y="104"/>
                    </a:lnTo>
                    <a:lnTo>
                      <a:pt x="207" y="119"/>
                    </a:lnTo>
                    <a:lnTo>
                      <a:pt x="207" y="119"/>
                    </a:lnTo>
                    <a:lnTo>
                      <a:pt x="207" y="124"/>
                    </a:lnTo>
                    <a:lnTo>
                      <a:pt x="209" y="128"/>
                    </a:lnTo>
                    <a:lnTo>
                      <a:pt x="211" y="130"/>
                    </a:lnTo>
                    <a:lnTo>
                      <a:pt x="215" y="130"/>
                    </a:lnTo>
                    <a:lnTo>
                      <a:pt x="215" y="130"/>
                    </a:lnTo>
                    <a:lnTo>
                      <a:pt x="218" y="128"/>
                    </a:lnTo>
                    <a:lnTo>
                      <a:pt x="222" y="124"/>
                    </a:lnTo>
                    <a:lnTo>
                      <a:pt x="222" y="124"/>
                    </a:lnTo>
                    <a:lnTo>
                      <a:pt x="222" y="113"/>
                    </a:lnTo>
                    <a:lnTo>
                      <a:pt x="237" y="113"/>
                    </a:lnTo>
                    <a:lnTo>
                      <a:pt x="237" y="115"/>
                    </a:lnTo>
                    <a:lnTo>
                      <a:pt x="237" y="115"/>
                    </a:lnTo>
                    <a:lnTo>
                      <a:pt x="237" y="126"/>
                    </a:lnTo>
                    <a:lnTo>
                      <a:pt x="237" y="126"/>
                    </a:lnTo>
                    <a:lnTo>
                      <a:pt x="237" y="132"/>
                    </a:lnTo>
                    <a:lnTo>
                      <a:pt x="233" y="135"/>
                    </a:lnTo>
                    <a:lnTo>
                      <a:pt x="233" y="135"/>
                    </a:lnTo>
                    <a:lnTo>
                      <a:pt x="229" y="139"/>
                    </a:lnTo>
                    <a:lnTo>
                      <a:pt x="226" y="143"/>
                    </a:lnTo>
                    <a:lnTo>
                      <a:pt x="220" y="144"/>
                    </a:lnTo>
                    <a:lnTo>
                      <a:pt x="215" y="144"/>
                    </a:lnTo>
                    <a:lnTo>
                      <a:pt x="215" y="144"/>
                    </a:lnTo>
                    <a:lnTo>
                      <a:pt x="209" y="144"/>
                    </a:lnTo>
                    <a:lnTo>
                      <a:pt x="203" y="143"/>
                    </a:lnTo>
                    <a:lnTo>
                      <a:pt x="200" y="139"/>
                    </a:lnTo>
                    <a:lnTo>
                      <a:pt x="196" y="135"/>
                    </a:lnTo>
                    <a:lnTo>
                      <a:pt x="196" y="135"/>
                    </a:lnTo>
                    <a:lnTo>
                      <a:pt x="192" y="128"/>
                    </a:lnTo>
                    <a:lnTo>
                      <a:pt x="190" y="115"/>
                    </a:lnTo>
                    <a:lnTo>
                      <a:pt x="190" y="85"/>
                    </a:lnTo>
                    <a:lnTo>
                      <a:pt x="190" y="85"/>
                    </a:lnTo>
                    <a:lnTo>
                      <a:pt x="192" y="74"/>
                    </a:lnTo>
                    <a:lnTo>
                      <a:pt x="196" y="65"/>
                    </a:lnTo>
                    <a:lnTo>
                      <a:pt x="196" y="65"/>
                    </a:lnTo>
                    <a:lnTo>
                      <a:pt x="200" y="61"/>
                    </a:lnTo>
                    <a:lnTo>
                      <a:pt x="203" y="59"/>
                    </a:lnTo>
                    <a:lnTo>
                      <a:pt x="209" y="57"/>
                    </a:lnTo>
                    <a:lnTo>
                      <a:pt x="215" y="56"/>
                    </a:lnTo>
                    <a:lnTo>
                      <a:pt x="215" y="56"/>
                    </a:lnTo>
                    <a:lnTo>
                      <a:pt x="220" y="57"/>
                    </a:lnTo>
                    <a:lnTo>
                      <a:pt x="226" y="59"/>
                    </a:lnTo>
                    <a:lnTo>
                      <a:pt x="229" y="61"/>
                    </a:lnTo>
                    <a:lnTo>
                      <a:pt x="233" y="65"/>
                    </a:lnTo>
                    <a:lnTo>
                      <a:pt x="233" y="65"/>
                    </a:lnTo>
                    <a:lnTo>
                      <a:pt x="237" y="74"/>
                    </a:lnTo>
                    <a:lnTo>
                      <a:pt x="237" y="85"/>
                    </a:lnTo>
                    <a:lnTo>
                      <a:pt x="237" y="10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3" name="Freeform 47">
                <a:extLst>
                  <a:ext uri="{FF2B5EF4-FFF2-40B4-BE49-F238E27FC236}">
                    <a16:creationId xmlns:a16="http://schemas.microsoft.com/office/drawing/2014/main" id="{B4992BAB-F55A-C9CB-846F-8B5F6641D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2386" y="2431667"/>
                <a:ext cx="15048" cy="2149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0" y="12"/>
                  </a:cxn>
                  <a:cxn ang="0">
                    <a:pos x="0" y="21"/>
                  </a:cxn>
                  <a:cxn ang="0">
                    <a:pos x="15" y="21"/>
                  </a:cxn>
                  <a:cxn ang="0">
                    <a:pos x="15" y="12"/>
                  </a:cxn>
                  <a:cxn ang="0">
                    <a:pos x="15" y="12"/>
                  </a:cxn>
                  <a:cxn ang="0">
                    <a:pos x="15" y="8"/>
                  </a:cxn>
                  <a:cxn ang="0">
                    <a:pos x="13" y="4"/>
                  </a:cxn>
                  <a:cxn ang="0">
                    <a:pos x="11" y="0"/>
                  </a:cxn>
                  <a:cxn ang="0">
                    <a:pos x="8" y="0"/>
                  </a:cxn>
                  <a:cxn ang="0">
                    <a:pos x="8" y="0"/>
                  </a:cxn>
                </a:cxnLst>
                <a:rect l="0" t="0" r="r" b="b"/>
                <a:pathLst>
                  <a:path w="15" h="21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21"/>
                    </a:lnTo>
                    <a:lnTo>
                      <a:pt x="15" y="21"/>
                    </a:lnTo>
                    <a:lnTo>
                      <a:pt x="15" y="12"/>
                    </a:lnTo>
                    <a:lnTo>
                      <a:pt x="15" y="12"/>
                    </a:lnTo>
                    <a:lnTo>
                      <a:pt x="15" y="8"/>
                    </a:lnTo>
                    <a:lnTo>
                      <a:pt x="13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">
                <a:extLst>
                  <a:ext uri="{FF2B5EF4-FFF2-40B4-BE49-F238E27FC236}">
                    <a16:creationId xmlns:a16="http://schemas.microsoft.com/office/drawing/2014/main" id="{43A099F8-F222-F0BD-BCFE-3786B9513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0047" y="2431667"/>
                <a:ext cx="12897" cy="623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0" y="56"/>
                  </a:cxn>
                  <a:cxn ang="0">
                    <a:pos x="0" y="56"/>
                  </a:cxn>
                  <a:cxn ang="0">
                    <a:pos x="3" y="60"/>
                  </a:cxn>
                  <a:cxn ang="0">
                    <a:pos x="7" y="60"/>
                  </a:cxn>
                  <a:cxn ang="0">
                    <a:pos x="7" y="60"/>
                  </a:cxn>
                  <a:cxn ang="0">
                    <a:pos x="9" y="60"/>
                  </a:cxn>
                  <a:cxn ang="0">
                    <a:pos x="11" y="58"/>
                  </a:cxn>
                  <a:cxn ang="0">
                    <a:pos x="13" y="54"/>
                  </a:cxn>
                  <a:cxn ang="0">
                    <a:pos x="13" y="49"/>
                  </a:cxn>
                  <a:cxn ang="0">
                    <a:pos x="13" y="12"/>
                  </a:cxn>
                  <a:cxn ang="0">
                    <a:pos x="13" y="12"/>
                  </a:cxn>
                  <a:cxn ang="0">
                    <a:pos x="11" y="4"/>
                  </a:cxn>
                  <a:cxn ang="0">
                    <a:pos x="9" y="0"/>
                  </a:cxn>
                  <a:cxn ang="0">
                    <a:pos x="7" y="0"/>
                  </a:cxn>
                  <a:cxn ang="0">
                    <a:pos x="7" y="0"/>
                  </a:cxn>
                </a:cxnLst>
                <a:rect l="0" t="0" r="r" b="b"/>
                <a:pathLst>
                  <a:path w="13" h="60">
                    <a:moveTo>
                      <a:pt x="7" y="0"/>
                    </a:moveTo>
                    <a:lnTo>
                      <a:pt x="7" y="0"/>
                    </a:lnTo>
                    <a:lnTo>
                      <a:pt x="3" y="0"/>
                    </a:lnTo>
                    <a:lnTo>
                      <a:pt x="0" y="4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3" y="60"/>
                    </a:lnTo>
                    <a:lnTo>
                      <a:pt x="7" y="60"/>
                    </a:lnTo>
                    <a:lnTo>
                      <a:pt x="7" y="60"/>
                    </a:lnTo>
                    <a:lnTo>
                      <a:pt x="9" y="60"/>
                    </a:lnTo>
                    <a:lnTo>
                      <a:pt x="11" y="58"/>
                    </a:lnTo>
                    <a:lnTo>
                      <a:pt x="13" y="54"/>
                    </a:lnTo>
                    <a:lnTo>
                      <a:pt x="13" y="49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1" y="4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9">
                <a:extLst>
                  <a:ext uri="{FF2B5EF4-FFF2-40B4-BE49-F238E27FC236}">
                    <a16:creationId xmlns:a16="http://schemas.microsoft.com/office/drawing/2014/main" id="{838918B9-B443-EA03-2C00-0C42D684F6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4346" y="2253252"/>
                <a:ext cx="49441" cy="94581"/>
              </a:xfrm>
              <a:custGeom>
                <a:avLst/>
                <a:gdLst/>
                <a:ahLst/>
                <a:cxnLst>
                  <a:cxn ang="0">
                    <a:pos x="12" y="87"/>
                  </a:cxn>
                  <a:cxn ang="0">
                    <a:pos x="12" y="87"/>
                  </a:cxn>
                  <a:cxn ang="0">
                    <a:pos x="17" y="87"/>
                  </a:cxn>
                  <a:cxn ang="0">
                    <a:pos x="21" y="85"/>
                  </a:cxn>
                  <a:cxn ang="0">
                    <a:pos x="30" y="76"/>
                  </a:cxn>
                  <a:cxn ang="0">
                    <a:pos x="30" y="85"/>
                  </a:cxn>
                  <a:cxn ang="0">
                    <a:pos x="47" y="85"/>
                  </a:cxn>
                  <a:cxn ang="0">
                    <a:pos x="47" y="0"/>
                  </a:cxn>
                  <a:cxn ang="0">
                    <a:pos x="30" y="0"/>
                  </a:cxn>
                  <a:cxn ang="0">
                    <a:pos x="30" y="64"/>
                  </a:cxn>
                  <a:cxn ang="0">
                    <a:pos x="30" y="64"/>
                  </a:cxn>
                  <a:cxn ang="0">
                    <a:pos x="24" y="70"/>
                  </a:cxn>
                  <a:cxn ang="0">
                    <a:pos x="21" y="72"/>
                  </a:cxn>
                  <a:cxn ang="0">
                    <a:pos x="21" y="72"/>
                  </a:cxn>
                  <a:cxn ang="0">
                    <a:pos x="17" y="72"/>
                  </a:cxn>
                  <a:cxn ang="0">
                    <a:pos x="17" y="68"/>
                  </a:cxn>
                  <a:cxn ang="0">
                    <a:pos x="17" y="68"/>
                  </a:cxn>
                  <a:cxn ang="0">
                    <a:pos x="17" y="63"/>
                  </a:cxn>
                  <a:cxn ang="0">
                    <a:pos x="17" y="0"/>
                  </a:cxn>
                  <a:cxn ang="0">
                    <a:pos x="0" y="0"/>
                  </a:cxn>
                  <a:cxn ang="0">
                    <a:pos x="0" y="68"/>
                  </a:cxn>
                  <a:cxn ang="0">
                    <a:pos x="0" y="68"/>
                  </a:cxn>
                  <a:cxn ang="0">
                    <a:pos x="2" y="79"/>
                  </a:cxn>
                  <a:cxn ang="0">
                    <a:pos x="2" y="79"/>
                  </a:cxn>
                  <a:cxn ang="0">
                    <a:pos x="6" y="85"/>
                  </a:cxn>
                  <a:cxn ang="0">
                    <a:pos x="12" y="87"/>
                  </a:cxn>
                  <a:cxn ang="0">
                    <a:pos x="12" y="87"/>
                  </a:cxn>
                </a:cxnLst>
                <a:rect l="0" t="0" r="r" b="b"/>
                <a:pathLst>
                  <a:path w="47" h="87">
                    <a:moveTo>
                      <a:pt x="12" y="87"/>
                    </a:moveTo>
                    <a:lnTo>
                      <a:pt x="12" y="87"/>
                    </a:lnTo>
                    <a:lnTo>
                      <a:pt x="17" y="87"/>
                    </a:lnTo>
                    <a:lnTo>
                      <a:pt x="21" y="85"/>
                    </a:lnTo>
                    <a:lnTo>
                      <a:pt x="30" y="76"/>
                    </a:lnTo>
                    <a:lnTo>
                      <a:pt x="30" y="85"/>
                    </a:lnTo>
                    <a:lnTo>
                      <a:pt x="47" y="85"/>
                    </a:lnTo>
                    <a:lnTo>
                      <a:pt x="47" y="0"/>
                    </a:lnTo>
                    <a:lnTo>
                      <a:pt x="30" y="0"/>
                    </a:lnTo>
                    <a:lnTo>
                      <a:pt x="30" y="64"/>
                    </a:lnTo>
                    <a:lnTo>
                      <a:pt x="30" y="64"/>
                    </a:lnTo>
                    <a:lnTo>
                      <a:pt x="24" y="70"/>
                    </a:lnTo>
                    <a:lnTo>
                      <a:pt x="21" y="72"/>
                    </a:lnTo>
                    <a:lnTo>
                      <a:pt x="21" y="72"/>
                    </a:lnTo>
                    <a:lnTo>
                      <a:pt x="17" y="72"/>
                    </a:lnTo>
                    <a:lnTo>
                      <a:pt x="17" y="68"/>
                    </a:lnTo>
                    <a:lnTo>
                      <a:pt x="17" y="68"/>
                    </a:lnTo>
                    <a:lnTo>
                      <a:pt x="17" y="63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79"/>
                    </a:lnTo>
                    <a:lnTo>
                      <a:pt x="2" y="79"/>
                    </a:lnTo>
                    <a:lnTo>
                      <a:pt x="6" y="85"/>
                    </a:lnTo>
                    <a:lnTo>
                      <a:pt x="12" y="87"/>
                    </a:lnTo>
                    <a:lnTo>
                      <a:pt x="12" y="8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50">
                <a:extLst>
                  <a:ext uri="{FF2B5EF4-FFF2-40B4-BE49-F238E27FC236}">
                    <a16:creationId xmlns:a16="http://schemas.microsoft.com/office/drawing/2014/main" id="{DA489F84-B7A6-DBC9-FB99-BF7074838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95372" y="2223158"/>
                <a:ext cx="64487" cy="122527"/>
              </a:xfrm>
              <a:custGeom>
                <a:avLst/>
                <a:gdLst/>
                <a:ahLst/>
                <a:cxnLst>
                  <a:cxn ang="0">
                    <a:pos x="20" y="69"/>
                  </a:cxn>
                  <a:cxn ang="0">
                    <a:pos x="20" y="115"/>
                  </a:cxn>
                  <a:cxn ang="0">
                    <a:pos x="39" y="115"/>
                  </a:cxn>
                  <a:cxn ang="0">
                    <a:pos x="39" y="69"/>
                  </a:cxn>
                  <a:cxn ang="0">
                    <a:pos x="59" y="0"/>
                  </a:cxn>
                  <a:cxn ang="0">
                    <a:pos x="43" y="0"/>
                  </a:cxn>
                  <a:cxn ang="0">
                    <a:pos x="30" y="44"/>
                  </a:cxn>
                  <a:cxn ang="0">
                    <a:pos x="18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1" y="32"/>
                  </a:cxn>
                  <a:cxn ang="0">
                    <a:pos x="11" y="32"/>
                  </a:cxn>
                  <a:cxn ang="0">
                    <a:pos x="17" y="54"/>
                  </a:cxn>
                  <a:cxn ang="0">
                    <a:pos x="20" y="69"/>
                  </a:cxn>
                  <a:cxn ang="0">
                    <a:pos x="20" y="69"/>
                  </a:cxn>
                </a:cxnLst>
                <a:rect l="0" t="0" r="r" b="b"/>
                <a:pathLst>
                  <a:path w="59" h="115">
                    <a:moveTo>
                      <a:pt x="20" y="69"/>
                    </a:moveTo>
                    <a:lnTo>
                      <a:pt x="20" y="115"/>
                    </a:lnTo>
                    <a:lnTo>
                      <a:pt x="39" y="115"/>
                    </a:lnTo>
                    <a:lnTo>
                      <a:pt x="39" y="69"/>
                    </a:lnTo>
                    <a:lnTo>
                      <a:pt x="59" y="0"/>
                    </a:lnTo>
                    <a:lnTo>
                      <a:pt x="43" y="0"/>
                    </a:lnTo>
                    <a:lnTo>
                      <a:pt x="30" y="44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1" y="32"/>
                    </a:lnTo>
                    <a:lnTo>
                      <a:pt x="11" y="32"/>
                    </a:lnTo>
                    <a:lnTo>
                      <a:pt x="17" y="54"/>
                    </a:lnTo>
                    <a:lnTo>
                      <a:pt x="20" y="69"/>
                    </a:lnTo>
                    <a:lnTo>
                      <a:pt x="20" y="6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51">
                <a:extLst>
                  <a:ext uri="{FF2B5EF4-FFF2-40B4-BE49-F238E27FC236}">
                    <a16:creationId xmlns:a16="http://schemas.microsoft.com/office/drawing/2014/main" id="{7B881C87-4416-7730-F34F-823B9E0A7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59859" y="2251102"/>
                <a:ext cx="49441" cy="96732"/>
              </a:xfrm>
              <a:custGeom>
                <a:avLst/>
                <a:gdLst/>
                <a:ahLst/>
                <a:cxnLst>
                  <a:cxn ang="0">
                    <a:pos x="24" y="89"/>
                  </a:cxn>
                  <a:cxn ang="0">
                    <a:pos x="24" y="89"/>
                  </a:cxn>
                  <a:cxn ang="0">
                    <a:pos x="30" y="89"/>
                  </a:cxn>
                  <a:cxn ang="0">
                    <a:pos x="33" y="87"/>
                  </a:cxn>
                  <a:cxn ang="0">
                    <a:pos x="39" y="83"/>
                  </a:cxn>
                  <a:cxn ang="0">
                    <a:pos x="43" y="79"/>
                  </a:cxn>
                  <a:cxn ang="0">
                    <a:pos x="43" y="79"/>
                  </a:cxn>
                  <a:cxn ang="0">
                    <a:pos x="46" y="72"/>
                  </a:cxn>
                  <a:cxn ang="0">
                    <a:pos x="46" y="59"/>
                  </a:cxn>
                  <a:cxn ang="0">
                    <a:pos x="46" y="29"/>
                  </a:cxn>
                  <a:cxn ang="0">
                    <a:pos x="46" y="29"/>
                  </a:cxn>
                  <a:cxn ang="0">
                    <a:pos x="46" y="16"/>
                  </a:cxn>
                  <a:cxn ang="0">
                    <a:pos x="43" y="9"/>
                  </a:cxn>
                  <a:cxn ang="0">
                    <a:pos x="43" y="9"/>
                  </a:cxn>
                  <a:cxn ang="0">
                    <a:pos x="39" y="5"/>
                  </a:cxn>
                  <a:cxn ang="0">
                    <a:pos x="33" y="2"/>
                  </a:cxn>
                  <a:cxn ang="0">
                    <a:pos x="30" y="0"/>
                  </a:cxn>
                  <a:cxn ang="0">
                    <a:pos x="24" y="0"/>
                  </a:cxn>
                  <a:cxn ang="0">
                    <a:pos x="24" y="0"/>
                  </a:cxn>
                  <a:cxn ang="0">
                    <a:pos x="19" y="0"/>
                  </a:cxn>
                  <a:cxn ang="0">
                    <a:pos x="13" y="2"/>
                  </a:cxn>
                  <a:cxn ang="0">
                    <a:pos x="9" y="5"/>
                  </a:cxn>
                  <a:cxn ang="0">
                    <a:pos x="6" y="9"/>
                  </a:cxn>
                  <a:cxn ang="0">
                    <a:pos x="6" y="9"/>
                  </a:cxn>
                  <a:cxn ang="0">
                    <a:pos x="2" y="16"/>
                  </a:cxn>
                  <a:cxn ang="0">
                    <a:pos x="0" y="29"/>
                  </a:cxn>
                  <a:cxn ang="0">
                    <a:pos x="0" y="59"/>
                  </a:cxn>
                  <a:cxn ang="0">
                    <a:pos x="0" y="59"/>
                  </a:cxn>
                  <a:cxn ang="0">
                    <a:pos x="2" y="72"/>
                  </a:cxn>
                  <a:cxn ang="0">
                    <a:pos x="6" y="79"/>
                  </a:cxn>
                  <a:cxn ang="0">
                    <a:pos x="6" y="79"/>
                  </a:cxn>
                  <a:cxn ang="0">
                    <a:pos x="9" y="83"/>
                  </a:cxn>
                  <a:cxn ang="0">
                    <a:pos x="13" y="87"/>
                  </a:cxn>
                  <a:cxn ang="0">
                    <a:pos x="19" y="89"/>
                  </a:cxn>
                  <a:cxn ang="0">
                    <a:pos x="24" y="89"/>
                  </a:cxn>
                  <a:cxn ang="0">
                    <a:pos x="24" y="89"/>
                  </a:cxn>
                  <a:cxn ang="0">
                    <a:pos x="17" y="26"/>
                  </a:cxn>
                  <a:cxn ang="0">
                    <a:pos x="17" y="26"/>
                  </a:cxn>
                  <a:cxn ang="0">
                    <a:pos x="17" y="20"/>
                  </a:cxn>
                  <a:cxn ang="0">
                    <a:pos x="19" y="16"/>
                  </a:cxn>
                  <a:cxn ang="0">
                    <a:pos x="21" y="15"/>
                  </a:cxn>
                  <a:cxn ang="0">
                    <a:pos x="24" y="15"/>
                  </a:cxn>
                  <a:cxn ang="0">
                    <a:pos x="24" y="15"/>
                  </a:cxn>
                  <a:cxn ang="0">
                    <a:pos x="28" y="15"/>
                  </a:cxn>
                  <a:cxn ang="0">
                    <a:pos x="30" y="16"/>
                  </a:cxn>
                  <a:cxn ang="0">
                    <a:pos x="32" y="20"/>
                  </a:cxn>
                  <a:cxn ang="0">
                    <a:pos x="32" y="26"/>
                  </a:cxn>
                  <a:cxn ang="0">
                    <a:pos x="32" y="63"/>
                  </a:cxn>
                  <a:cxn ang="0">
                    <a:pos x="32" y="63"/>
                  </a:cxn>
                  <a:cxn ang="0">
                    <a:pos x="32" y="68"/>
                  </a:cxn>
                  <a:cxn ang="0">
                    <a:pos x="30" y="72"/>
                  </a:cxn>
                  <a:cxn ang="0">
                    <a:pos x="28" y="74"/>
                  </a:cxn>
                  <a:cxn ang="0">
                    <a:pos x="24" y="74"/>
                  </a:cxn>
                  <a:cxn ang="0">
                    <a:pos x="24" y="74"/>
                  </a:cxn>
                  <a:cxn ang="0">
                    <a:pos x="21" y="74"/>
                  </a:cxn>
                  <a:cxn ang="0">
                    <a:pos x="19" y="72"/>
                  </a:cxn>
                  <a:cxn ang="0">
                    <a:pos x="17" y="68"/>
                  </a:cxn>
                  <a:cxn ang="0">
                    <a:pos x="17" y="63"/>
                  </a:cxn>
                  <a:cxn ang="0">
                    <a:pos x="17" y="26"/>
                  </a:cxn>
                </a:cxnLst>
                <a:rect l="0" t="0" r="r" b="b"/>
                <a:pathLst>
                  <a:path w="46" h="89">
                    <a:moveTo>
                      <a:pt x="24" y="89"/>
                    </a:moveTo>
                    <a:lnTo>
                      <a:pt x="24" y="89"/>
                    </a:lnTo>
                    <a:lnTo>
                      <a:pt x="30" y="89"/>
                    </a:lnTo>
                    <a:lnTo>
                      <a:pt x="33" y="87"/>
                    </a:lnTo>
                    <a:lnTo>
                      <a:pt x="39" y="83"/>
                    </a:lnTo>
                    <a:lnTo>
                      <a:pt x="43" y="79"/>
                    </a:lnTo>
                    <a:lnTo>
                      <a:pt x="43" y="79"/>
                    </a:lnTo>
                    <a:lnTo>
                      <a:pt x="46" y="72"/>
                    </a:lnTo>
                    <a:lnTo>
                      <a:pt x="46" y="59"/>
                    </a:lnTo>
                    <a:lnTo>
                      <a:pt x="46" y="29"/>
                    </a:lnTo>
                    <a:lnTo>
                      <a:pt x="46" y="29"/>
                    </a:lnTo>
                    <a:lnTo>
                      <a:pt x="46" y="16"/>
                    </a:lnTo>
                    <a:lnTo>
                      <a:pt x="43" y="9"/>
                    </a:lnTo>
                    <a:lnTo>
                      <a:pt x="43" y="9"/>
                    </a:lnTo>
                    <a:lnTo>
                      <a:pt x="39" y="5"/>
                    </a:lnTo>
                    <a:lnTo>
                      <a:pt x="33" y="2"/>
                    </a:lnTo>
                    <a:lnTo>
                      <a:pt x="30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3" y="2"/>
                    </a:lnTo>
                    <a:lnTo>
                      <a:pt x="9" y="5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2" y="16"/>
                    </a:lnTo>
                    <a:lnTo>
                      <a:pt x="0" y="29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2" y="72"/>
                    </a:lnTo>
                    <a:lnTo>
                      <a:pt x="6" y="79"/>
                    </a:lnTo>
                    <a:lnTo>
                      <a:pt x="6" y="79"/>
                    </a:lnTo>
                    <a:lnTo>
                      <a:pt x="9" y="83"/>
                    </a:lnTo>
                    <a:lnTo>
                      <a:pt x="13" y="87"/>
                    </a:lnTo>
                    <a:lnTo>
                      <a:pt x="19" y="89"/>
                    </a:lnTo>
                    <a:lnTo>
                      <a:pt x="24" y="89"/>
                    </a:lnTo>
                    <a:lnTo>
                      <a:pt x="24" y="89"/>
                    </a:lnTo>
                    <a:close/>
                    <a:moveTo>
                      <a:pt x="17" y="26"/>
                    </a:moveTo>
                    <a:lnTo>
                      <a:pt x="17" y="26"/>
                    </a:lnTo>
                    <a:lnTo>
                      <a:pt x="17" y="20"/>
                    </a:lnTo>
                    <a:lnTo>
                      <a:pt x="19" y="16"/>
                    </a:lnTo>
                    <a:lnTo>
                      <a:pt x="21" y="15"/>
                    </a:lnTo>
                    <a:lnTo>
                      <a:pt x="24" y="15"/>
                    </a:lnTo>
                    <a:lnTo>
                      <a:pt x="24" y="15"/>
                    </a:lnTo>
                    <a:lnTo>
                      <a:pt x="28" y="15"/>
                    </a:lnTo>
                    <a:lnTo>
                      <a:pt x="30" y="16"/>
                    </a:lnTo>
                    <a:lnTo>
                      <a:pt x="32" y="20"/>
                    </a:lnTo>
                    <a:lnTo>
                      <a:pt x="32" y="26"/>
                    </a:lnTo>
                    <a:lnTo>
                      <a:pt x="32" y="63"/>
                    </a:lnTo>
                    <a:lnTo>
                      <a:pt x="32" y="63"/>
                    </a:lnTo>
                    <a:lnTo>
                      <a:pt x="32" y="68"/>
                    </a:lnTo>
                    <a:lnTo>
                      <a:pt x="30" y="72"/>
                    </a:lnTo>
                    <a:lnTo>
                      <a:pt x="28" y="74"/>
                    </a:lnTo>
                    <a:lnTo>
                      <a:pt x="24" y="74"/>
                    </a:lnTo>
                    <a:lnTo>
                      <a:pt x="24" y="74"/>
                    </a:lnTo>
                    <a:lnTo>
                      <a:pt x="21" y="74"/>
                    </a:lnTo>
                    <a:lnTo>
                      <a:pt x="19" y="72"/>
                    </a:lnTo>
                    <a:lnTo>
                      <a:pt x="17" y="68"/>
                    </a:lnTo>
                    <a:lnTo>
                      <a:pt x="17" y="63"/>
                    </a:lnTo>
                    <a:lnTo>
                      <a:pt x="17" y="2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8" name="Freeform 52">
              <a:extLst>
                <a:ext uri="{FF2B5EF4-FFF2-40B4-BE49-F238E27FC236}">
                  <a16:creationId xmlns:a16="http://schemas.microsoft.com/office/drawing/2014/main" id="{9C8ACEEC-168B-9AA7-01EE-2C2942462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3243" y="4677849"/>
              <a:ext cx="476459" cy="413352"/>
            </a:xfrm>
            <a:custGeom>
              <a:avLst/>
              <a:gdLst/>
              <a:ahLst/>
              <a:cxnLst>
                <a:cxn ang="0">
                  <a:pos x="302" y="59"/>
                </a:cxn>
                <a:cxn ang="0">
                  <a:pos x="296" y="83"/>
                </a:cxn>
                <a:cxn ang="0">
                  <a:pos x="285" y="113"/>
                </a:cxn>
                <a:cxn ang="0">
                  <a:pos x="241" y="181"/>
                </a:cxn>
                <a:cxn ang="0">
                  <a:pos x="224" y="200"/>
                </a:cxn>
                <a:cxn ang="0">
                  <a:pos x="196" y="229"/>
                </a:cxn>
                <a:cxn ang="0">
                  <a:pos x="170" y="250"/>
                </a:cxn>
                <a:cxn ang="0">
                  <a:pos x="146" y="259"/>
                </a:cxn>
                <a:cxn ang="0">
                  <a:pos x="135" y="261"/>
                </a:cxn>
                <a:cxn ang="0">
                  <a:pos x="124" y="257"/>
                </a:cxn>
                <a:cxn ang="0">
                  <a:pos x="111" y="248"/>
                </a:cxn>
                <a:cxn ang="0">
                  <a:pos x="91" y="211"/>
                </a:cxn>
                <a:cxn ang="0">
                  <a:pos x="67" y="122"/>
                </a:cxn>
                <a:cxn ang="0">
                  <a:pos x="61" y="101"/>
                </a:cxn>
                <a:cxn ang="0">
                  <a:pos x="46" y="77"/>
                </a:cxn>
                <a:cxn ang="0">
                  <a:pos x="39" y="74"/>
                </a:cxn>
                <a:cxn ang="0">
                  <a:pos x="30" y="77"/>
                </a:cxn>
                <a:cxn ang="0">
                  <a:pos x="0" y="70"/>
                </a:cxn>
                <a:cxn ang="0">
                  <a:pos x="45" y="31"/>
                </a:cxn>
                <a:cxn ang="0">
                  <a:pos x="58" y="18"/>
                </a:cxn>
                <a:cxn ang="0">
                  <a:pos x="80" y="5"/>
                </a:cxn>
                <a:cxn ang="0">
                  <a:pos x="89" y="3"/>
                </a:cxn>
                <a:cxn ang="0">
                  <a:pos x="106" y="5"/>
                </a:cxn>
                <a:cxn ang="0">
                  <a:pos x="117" y="14"/>
                </a:cxn>
                <a:cxn ang="0">
                  <a:pos x="126" y="29"/>
                </a:cxn>
                <a:cxn ang="0">
                  <a:pos x="132" y="51"/>
                </a:cxn>
                <a:cxn ang="0">
                  <a:pos x="145" y="120"/>
                </a:cxn>
                <a:cxn ang="0">
                  <a:pos x="150" y="140"/>
                </a:cxn>
                <a:cxn ang="0">
                  <a:pos x="161" y="164"/>
                </a:cxn>
                <a:cxn ang="0">
                  <a:pos x="167" y="166"/>
                </a:cxn>
                <a:cxn ang="0">
                  <a:pos x="172" y="164"/>
                </a:cxn>
                <a:cxn ang="0">
                  <a:pos x="187" y="150"/>
                </a:cxn>
                <a:cxn ang="0">
                  <a:pos x="195" y="137"/>
                </a:cxn>
                <a:cxn ang="0">
                  <a:pos x="213" y="100"/>
                </a:cxn>
                <a:cxn ang="0">
                  <a:pos x="215" y="90"/>
                </a:cxn>
                <a:cxn ang="0">
                  <a:pos x="211" y="72"/>
                </a:cxn>
                <a:cxn ang="0">
                  <a:pos x="206" y="66"/>
                </a:cxn>
                <a:cxn ang="0">
                  <a:pos x="195" y="64"/>
                </a:cxn>
                <a:cxn ang="0">
                  <a:pos x="172" y="70"/>
                </a:cxn>
                <a:cxn ang="0">
                  <a:pos x="180" y="53"/>
                </a:cxn>
                <a:cxn ang="0">
                  <a:pos x="195" y="26"/>
                </a:cxn>
                <a:cxn ang="0">
                  <a:pos x="217" y="9"/>
                </a:cxn>
                <a:cxn ang="0">
                  <a:pos x="243" y="0"/>
                </a:cxn>
                <a:cxn ang="0">
                  <a:pos x="257" y="0"/>
                </a:cxn>
                <a:cxn ang="0">
                  <a:pos x="278" y="3"/>
                </a:cxn>
                <a:cxn ang="0">
                  <a:pos x="293" y="14"/>
                </a:cxn>
                <a:cxn ang="0">
                  <a:pos x="300" y="35"/>
                </a:cxn>
                <a:cxn ang="0">
                  <a:pos x="302" y="59"/>
                </a:cxn>
              </a:cxnLst>
              <a:rect l="0" t="0" r="r" b="b"/>
              <a:pathLst>
                <a:path w="302" h="261">
                  <a:moveTo>
                    <a:pt x="302" y="59"/>
                  </a:moveTo>
                  <a:lnTo>
                    <a:pt x="302" y="59"/>
                  </a:lnTo>
                  <a:lnTo>
                    <a:pt x="300" y="72"/>
                  </a:lnTo>
                  <a:lnTo>
                    <a:pt x="296" y="83"/>
                  </a:lnTo>
                  <a:lnTo>
                    <a:pt x="293" y="98"/>
                  </a:lnTo>
                  <a:lnTo>
                    <a:pt x="285" y="113"/>
                  </a:lnTo>
                  <a:lnTo>
                    <a:pt x="267" y="144"/>
                  </a:lnTo>
                  <a:lnTo>
                    <a:pt x="241" y="181"/>
                  </a:lnTo>
                  <a:lnTo>
                    <a:pt x="241" y="181"/>
                  </a:lnTo>
                  <a:lnTo>
                    <a:pt x="224" y="200"/>
                  </a:lnTo>
                  <a:lnTo>
                    <a:pt x="211" y="214"/>
                  </a:lnTo>
                  <a:lnTo>
                    <a:pt x="196" y="229"/>
                  </a:lnTo>
                  <a:lnTo>
                    <a:pt x="183" y="240"/>
                  </a:lnTo>
                  <a:lnTo>
                    <a:pt x="170" y="250"/>
                  </a:lnTo>
                  <a:lnTo>
                    <a:pt x="159" y="255"/>
                  </a:lnTo>
                  <a:lnTo>
                    <a:pt x="146" y="259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0" y="259"/>
                  </a:lnTo>
                  <a:lnTo>
                    <a:pt x="124" y="257"/>
                  </a:lnTo>
                  <a:lnTo>
                    <a:pt x="117" y="253"/>
                  </a:lnTo>
                  <a:lnTo>
                    <a:pt x="111" y="248"/>
                  </a:lnTo>
                  <a:lnTo>
                    <a:pt x="102" y="233"/>
                  </a:lnTo>
                  <a:lnTo>
                    <a:pt x="91" y="211"/>
                  </a:lnTo>
                  <a:lnTo>
                    <a:pt x="91" y="211"/>
                  </a:lnTo>
                  <a:lnTo>
                    <a:pt x="67" y="122"/>
                  </a:lnTo>
                  <a:lnTo>
                    <a:pt x="67" y="122"/>
                  </a:lnTo>
                  <a:lnTo>
                    <a:pt x="61" y="101"/>
                  </a:lnTo>
                  <a:lnTo>
                    <a:pt x="54" y="87"/>
                  </a:lnTo>
                  <a:lnTo>
                    <a:pt x="46" y="77"/>
                  </a:lnTo>
                  <a:lnTo>
                    <a:pt x="43" y="74"/>
                  </a:lnTo>
                  <a:lnTo>
                    <a:pt x="39" y="74"/>
                  </a:lnTo>
                  <a:lnTo>
                    <a:pt x="39" y="74"/>
                  </a:lnTo>
                  <a:lnTo>
                    <a:pt x="30" y="77"/>
                  </a:lnTo>
                  <a:lnTo>
                    <a:pt x="15" y="89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58" y="18"/>
                  </a:lnTo>
                  <a:lnTo>
                    <a:pt x="70" y="11"/>
                  </a:lnTo>
                  <a:lnTo>
                    <a:pt x="80" y="5"/>
                  </a:lnTo>
                  <a:lnTo>
                    <a:pt x="89" y="3"/>
                  </a:lnTo>
                  <a:lnTo>
                    <a:pt x="89" y="3"/>
                  </a:lnTo>
                  <a:lnTo>
                    <a:pt x="98" y="3"/>
                  </a:lnTo>
                  <a:lnTo>
                    <a:pt x="106" y="5"/>
                  </a:lnTo>
                  <a:lnTo>
                    <a:pt x="111" y="9"/>
                  </a:lnTo>
                  <a:lnTo>
                    <a:pt x="117" y="14"/>
                  </a:lnTo>
                  <a:lnTo>
                    <a:pt x="122" y="20"/>
                  </a:lnTo>
                  <a:lnTo>
                    <a:pt x="126" y="29"/>
                  </a:lnTo>
                  <a:lnTo>
                    <a:pt x="130" y="39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45" y="120"/>
                  </a:lnTo>
                  <a:lnTo>
                    <a:pt x="145" y="120"/>
                  </a:lnTo>
                  <a:lnTo>
                    <a:pt x="150" y="140"/>
                  </a:lnTo>
                  <a:lnTo>
                    <a:pt x="156" y="155"/>
                  </a:lnTo>
                  <a:lnTo>
                    <a:pt x="161" y="164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66"/>
                  </a:lnTo>
                  <a:lnTo>
                    <a:pt x="172" y="164"/>
                  </a:lnTo>
                  <a:lnTo>
                    <a:pt x="178" y="159"/>
                  </a:lnTo>
                  <a:lnTo>
                    <a:pt x="187" y="150"/>
                  </a:lnTo>
                  <a:lnTo>
                    <a:pt x="195" y="137"/>
                  </a:lnTo>
                  <a:lnTo>
                    <a:pt x="195" y="137"/>
                  </a:lnTo>
                  <a:lnTo>
                    <a:pt x="209" y="111"/>
                  </a:lnTo>
                  <a:lnTo>
                    <a:pt x="213" y="100"/>
                  </a:lnTo>
                  <a:lnTo>
                    <a:pt x="215" y="90"/>
                  </a:lnTo>
                  <a:lnTo>
                    <a:pt x="215" y="90"/>
                  </a:lnTo>
                  <a:lnTo>
                    <a:pt x="215" y="79"/>
                  </a:lnTo>
                  <a:lnTo>
                    <a:pt x="211" y="72"/>
                  </a:lnTo>
                  <a:lnTo>
                    <a:pt x="209" y="68"/>
                  </a:lnTo>
                  <a:lnTo>
                    <a:pt x="206" y="66"/>
                  </a:lnTo>
                  <a:lnTo>
                    <a:pt x="195" y="64"/>
                  </a:lnTo>
                  <a:lnTo>
                    <a:pt x="195" y="64"/>
                  </a:lnTo>
                  <a:lnTo>
                    <a:pt x="183" y="66"/>
                  </a:lnTo>
                  <a:lnTo>
                    <a:pt x="172" y="70"/>
                  </a:lnTo>
                  <a:lnTo>
                    <a:pt x="172" y="70"/>
                  </a:lnTo>
                  <a:lnTo>
                    <a:pt x="180" y="53"/>
                  </a:lnTo>
                  <a:lnTo>
                    <a:pt x="187" y="39"/>
                  </a:lnTo>
                  <a:lnTo>
                    <a:pt x="195" y="26"/>
                  </a:lnTo>
                  <a:lnTo>
                    <a:pt x="206" y="16"/>
                  </a:lnTo>
                  <a:lnTo>
                    <a:pt x="217" y="9"/>
                  </a:lnTo>
                  <a:lnTo>
                    <a:pt x="230" y="3"/>
                  </a:lnTo>
                  <a:lnTo>
                    <a:pt x="243" y="0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69" y="2"/>
                  </a:lnTo>
                  <a:lnTo>
                    <a:pt x="278" y="3"/>
                  </a:lnTo>
                  <a:lnTo>
                    <a:pt x="285" y="9"/>
                  </a:lnTo>
                  <a:lnTo>
                    <a:pt x="293" y="14"/>
                  </a:lnTo>
                  <a:lnTo>
                    <a:pt x="296" y="24"/>
                  </a:lnTo>
                  <a:lnTo>
                    <a:pt x="300" y="35"/>
                  </a:lnTo>
                  <a:lnTo>
                    <a:pt x="302" y="46"/>
                  </a:lnTo>
                  <a:lnTo>
                    <a:pt x="302" y="59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" name="Freeform 53">
              <a:extLst>
                <a:ext uri="{FF2B5EF4-FFF2-40B4-BE49-F238E27FC236}">
                  <a16:creationId xmlns:a16="http://schemas.microsoft.com/office/drawing/2014/main" id="{6883CBD7-91F2-56C5-C9A8-3CDA77BB9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3737" y="5438361"/>
              <a:ext cx="476459" cy="413352"/>
            </a:xfrm>
            <a:custGeom>
              <a:avLst/>
              <a:gdLst/>
              <a:ahLst/>
              <a:cxnLst>
                <a:cxn ang="0">
                  <a:pos x="302" y="59"/>
                </a:cxn>
                <a:cxn ang="0">
                  <a:pos x="296" y="83"/>
                </a:cxn>
                <a:cxn ang="0">
                  <a:pos x="285" y="113"/>
                </a:cxn>
                <a:cxn ang="0">
                  <a:pos x="241" y="181"/>
                </a:cxn>
                <a:cxn ang="0">
                  <a:pos x="224" y="200"/>
                </a:cxn>
                <a:cxn ang="0">
                  <a:pos x="196" y="229"/>
                </a:cxn>
                <a:cxn ang="0">
                  <a:pos x="170" y="250"/>
                </a:cxn>
                <a:cxn ang="0">
                  <a:pos x="146" y="259"/>
                </a:cxn>
                <a:cxn ang="0">
                  <a:pos x="135" y="261"/>
                </a:cxn>
                <a:cxn ang="0">
                  <a:pos x="124" y="257"/>
                </a:cxn>
                <a:cxn ang="0">
                  <a:pos x="111" y="248"/>
                </a:cxn>
                <a:cxn ang="0">
                  <a:pos x="91" y="211"/>
                </a:cxn>
                <a:cxn ang="0">
                  <a:pos x="67" y="122"/>
                </a:cxn>
                <a:cxn ang="0">
                  <a:pos x="61" y="101"/>
                </a:cxn>
                <a:cxn ang="0">
                  <a:pos x="46" y="77"/>
                </a:cxn>
                <a:cxn ang="0">
                  <a:pos x="39" y="74"/>
                </a:cxn>
                <a:cxn ang="0">
                  <a:pos x="30" y="77"/>
                </a:cxn>
                <a:cxn ang="0">
                  <a:pos x="0" y="70"/>
                </a:cxn>
                <a:cxn ang="0">
                  <a:pos x="45" y="31"/>
                </a:cxn>
                <a:cxn ang="0">
                  <a:pos x="58" y="18"/>
                </a:cxn>
                <a:cxn ang="0">
                  <a:pos x="80" y="5"/>
                </a:cxn>
                <a:cxn ang="0">
                  <a:pos x="89" y="3"/>
                </a:cxn>
                <a:cxn ang="0">
                  <a:pos x="106" y="5"/>
                </a:cxn>
                <a:cxn ang="0">
                  <a:pos x="117" y="14"/>
                </a:cxn>
                <a:cxn ang="0">
                  <a:pos x="126" y="29"/>
                </a:cxn>
                <a:cxn ang="0">
                  <a:pos x="132" y="51"/>
                </a:cxn>
                <a:cxn ang="0">
                  <a:pos x="145" y="120"/>
                </a:cxn>
                <a:cxn ang="0">
                  <a:pos x="150" y="140"/>
                </a:cxn>
                <a:cxn ang="0">
                  <a:pos x="161" y="164"/>
                </a:cxn>
                <a:cxn ang="0">
                  <a:pos x="167" y="166"/>
                </a:cxn>
                <a:cxn ang="0">
                  <a:pos x="172" y="164"/>
                </a:cxn>
                <a:cxn ang="0">
                  <a:pos x="187" y="150"/>
                </a:cxn>
                <a:cxn ang="0">
                  <a:pos x="195" y="137"/>
                </a:cxn>
                <a:cxn ang="0">
                  <a:pos x="213" y="100"/>
                </a:cxn>
                <a:cxn ang="0">
                  <a:pos x="215" y="90"/>
                </a:cxn>
                <a:cxn ang="0">
                  <a:pos x="211" y="72"/>
                </a:cxn>
                <a:cxn ang="0">
                  <a:pos x="206" y="66"/>
                </a:cxn>
                <a:cxn ang="0">
                  <a:pos x="195" y="64"/>
                </a:cxn>
                <a:cxn ang="0">
                  <a:pos x="172" y="70"/>
                </a:cxn>
                <a:cxn ang="0">
                  <a:pos x="180" y="53"/>
                </a:cxn>
                <a:cxn ang="0">
                  <a:pos x="195" y="26"/>
                </a:cxn>
                <a:cxn ang="0">
                  <a:pos x="217" y="9"/>
                </a:cxn>
                <a:cxn ang="0">
                  <a:pos x="243" y="0"/>
                </a:cxn>
                <a:cxn ang="0">
                  <a:pos x="257" y="0"/>
                </a:cxn>
                <a:cxn ang="0">
                  <a:pos x="278" y="3"/>
                </a:cxn>
                <a:cxn ang="0">
                  <a:pos x="293" y="14"/>
                </a:cxn>
                <a:cxn ang="0">
                  <a:pos x="300" y="35"/>
                </a:cxn>
                <a:cxn ang="0">
                  <a:pos x="302" y="59"/>
                </a:cxn>
              </a:cxnLst>
              <a:rect l="0" t="0" r="r" b="b"/>
              <a:pathLst>
                <a:path w="302" h="261">
                  <a:moveTo>
                    <a:pt x="302" y="59"/>
                  </a:moveTo>
                  <a:lnTo>
                    <a:pt x="302" y="59"/>
                  </a:lnTo>
                  <a:lnTo>
                    <a:pt x="300" y="72"/>
                  </a:lnTo>
                  <a:lnTo>
                    <a:pt x="296" y="83"/>
                  </a:lnTo>
                  <a:lnTo>
                    <a:pt x="293" y="98"/>
                  </a:lnTo>
                  <a:lnTo>
                    <a:pt x="285" y="113"/>
                  </a:lnTo>
                  <a:lnTo>
                    <a:pt x="267" y="144"/>
                  </a:lnTo>
                  <a:lnTo>
                    <a:pt x="241" y="181"/>
                  </a:lnTo>
                  <a:lnTo>
                    <a:pt x="241" y="181"/>
                  </a:lnTo>
                  <a:lnTo>
                    <a:pt x="224" y="200"/>
                  </a:lnTo>
                  <a:lnTo>
                    <a:pt x="211" y="214"/>
                  </a:lnTo>
                  <a:lnTo>
                    <a:pt x="196" y="229"/>
                  </a:lnTo>
                  <a:lnTo>
                    <a:pt x="183" y="240"/>
                  </a:lnTo>
                  <a:lnTo>
                    <a:pt x="170" y="250"/>
                  </a:lnTo>
                  <a:lnTo>
                    <a:pt x="159" y="255"/>
                  </a:lnTo>
                  <a:lnTo>
                    <a:pt x="146" y="259"/>
                  </a:lnTo>
                  <a:lnTo>
                    <a:pt x="135" y="261"/>
                  </a:lnTo>
                  <a:lnTo>
                    <a:pt x="135" y="261"/>
                  </a:lnTo>
                  <a:lnTo>
                    <a:pt x="130" y="259"/>
                  </a:lnTo>
                  <a:lnTo>
                    <a:pt x="124" y="257"/>
                  </a:lnTo>
                  <a:lnTo>
                    <a:pt x="117" y="253"/>
                  </a:lnTo>
                  <a:lnTo>
                    <a:pt x="111" y="248"/>
                  </a:lnTo>
                  <a:lnTo>
                    <a:pt x="102" y="233"/>
                  </a:lnTo>
                  <a:lnTo>
                    <a:pt x="91" y="211"/>
                  </a:lnTo>
                  <a:lnTo>
                    <a:pt x="91" y="211"/>
                  </a:lnTo>
                  <a:lnTo>
                    <a:pt x="67" y="122"/>
                  </a:lnTo>
                  <a:lnTo>
                    <a:pt x="67" y="122"/>
                  </a:lnTo>
                  <a:lnTo>
                    <a:pt x="61" y="101"/>
                  </a:lnTo>
                  <a:lnTo>
                    <a:pt x="54" y="87"/>
                  </a:lnTo>
                  <a:lnTo>
                    <a:pt x="46" y="77"/>
                  </a:lnTo>
                  <a:lnTo>
                    <a:pt x="43" y="74"/>
                  </a:lnTo>
                  <a:lnTo>
                    <a:pt x="39" y="74"/>
                  </a:lnTo>
                  <a:lnTo>
                    <a:pt x="39" y="74"/>
                  </a:lnTo>
                  <a:lnTo>
                    <a:pt x="30" y="77"/>
                  </a:lnTo>
                  <a:lnTo>
                    <a:pt x="15" y="89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58" y="18"/>
                  </a:lnTo>
                  <a:lnTo>
                    <a:pt x="70" y="11"/>
                  </a:lnTo>
                  <a:lnTo>
                    <a:pt x="80" y="5"/>
                  </a:lnTo>
                  <a:lnTo>
                    <a:pt x="89" y="3"/>
                  </a:lnTo>
                  <a:lnTo>
                    <a:pt x="89" y="3"/>
                  </a:lnTo>
                  <a:lnTo>
                    <a:pt x="98" y="3"/>
                  </a:lnTo>
                  <a:lnTo>
                    <a:pt x="106" y="5"/>
                  </a:lnTo>
                  <a:lnTo>
                    <a:pt x="111" y="9"/>
                  </a:lnTo>
                  <a:lnTo>
                    <a:pt x="117" y="14"/>
                  </a:lnTo>
                  <a:lnTo>
                    <a:pt x="122" y="20"/>
                  </a:lnTo>
                  <a:lnTo>
                    <a:pt x="126" y="29"/>
                  </a:lnTo>
                  <a:lnTo>
                    <a:pt x="130" y="39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45" y="120"/>
                  </a:lnTo>
                  <a:lnTo>
                    <a:pt x="145" y="120"/>
                  </a:lnTo>
                  <a:lnTo>
                    <a:pt x="150" y="140"/>
                  </a:lnTo>
                  <a:lnTo>
                    <a:pt x="156" y="155"/>
                  </a:lnTo>
                  <a:lnTo>
                    <a:pt x="161" y="164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66"/>
                  </a:lnTo>
                  <a:lnTo>
                    <a:pt x="172" y="164"/>
                  </a:lnTo>
                  <a:lnTo>
                    <a:pt x="178" y="159"/>
                  </a:lnTo>
                  <a:lnTo>
                    <a:pt x="187" y="150"/>
                  </a:lnTo>
                  <a:lnTo>
                    <a:pt x="195" y="137"/>
                  </a:lnTo>
                  <a:lnTo>
                    <a:pt x="195" y="137"/>
                  </a:lnTo>
                  <a:lnTo>
                    <a:pt x="209" y="111"/>
                  </a:lnTo>
                  <a:lnTo>
                    <a:pt x="213" y="100"/>
                  </a:lnTo>
                  <a:lnTo>
                    <a:pt x="215" y="90"/>
                  </a:lnTo>
                  <a:lnTo>
                    <a:pt x="215" y="90"/>
                  </a:lnTo>
                  <a:lnTo>
                    <a:pt x="215" y="79"/>
                  </a:lnTo>
                  <a:lnTo>
                    <a:pt x="211" y="72"/>
                  </a:lnTo>
                  <a:lnTo>
                    <a:pt x="209" y="68"/>
                  </a:lnTo>
                  <a:lnTo>
                    <a:pt x="206" y="66"/>
                  </a:lnTo>
                  <a:lnTo>
                    <a:pt x="195" y="64"/>
                  </a:lnTo>
                  <a:lnTo>
                    <a:pt x="195" y="64"/>
                  </a:lnTo>
                  <a:lnTo>
                    <a:pt x="183" y="66"/>
                  </a:lnTo>
                  <a:lnTo>
                    <a:pt x="172" y="70"/>
                  </a:lnTo>
                  <a:lnTo>
                    <a:pt x="172" y="70"/>
                  </a:lnTo>
                  <a:lnTo>
                    <a:pt x="180" y="53"/>
                  </a:lnTo>
                  <a:lnTo>
                    <a:pt x="187" y="39"/>
                  </a:lnTo>
                  <a:lnTo>
                    <a:pt x="195" y="26"/>
                  </a:lnTo>
                  <a:lnTo>
                    <a:pt x="206" y="16"/>
                  </a:lnTo>
                  <a:lnTo>
                    <a:pt x="217" y="9"/>
                  </a:lnTo>
                  <a:lnTo>
                    <a:pt x="230" y="3"/>
                  </a:lnTo>
                  <a:lnTo>
                    <a:pt x="243" y="0"/>
                  </a:lnTo>
                  <a:lnTo>
                    <a:pt x="257" y="0"/>
                  </a:lnTo>
                  <a:lnTo>
                    <a:pt x="257" y="0"/>
                  </a:lnTo>
                  <a:lnTo>
                    <a:pt x="269" y="2"/>
                  </a:lnTo>
                  <a:lnTo>
                    <a:pt x="278" y="3"/>
                  </a:lnTo>
                  <a:lnTo>
                    <a:pt x="285" y="9"/>
                  </a:lnTo>
                  <a:lnTo>
                    <a:pt x="293" y="14"/>
                  </a:lnTo>
                  <a:lnTo>
                    <a:pt x="296" y="24"/>
                  </a:lnTo>
                  <a:lnTo>
                    <a:pt x="300" y="35"/>
                  </a:lnTo>
                  <a:lnTo>
                    <a:pt x="302" y="46"/>
                  </a:lnTo>
                  <a:lnTo>
                    <a:pt x="302" y="59"/>
                  </a:ln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0" name="Freeform 55">
              <a:extLst>
                <a:ext uri="{FF2B5EF4-FFF2-40B4-BE49-F238E27FC236}">
                  <a16:creationId xmlns:a16="http://schemas.microsoft.com/office/drawing/2014/main" id="{75224A50-3969-EE5E-15FD-CA5750B5D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970" y="4619818"/>
              <a:ext cx="407041" cy="454371"/>
            </a:xfrm>
            <a:custGeom>
              <a:avLst/>
              <a:gdLst/>
              <a:ahLst/>
              <a:cxnLst>
                <a:cxn ang="0">
                  <a:pos x="240" y="147"/>
                </a:cxn>
                <a:cxn ang="0">
                  <a:pos x="213" y="145"/>
                </a:cxn>
                <a:cxn ang="0">
                  <a:pos x="190" y="132"/>
                </a:cxn>
                <a:cxn ang="0">
                  <a:pos x="178" y="117"/>
                </a:cxn>
                <a:cxn ang="0">
                  <a:pos x="168" y="84"/>
                </a:cxn>
                <a:cxn ang="0">
                  <a:pos x="168" y="61"/>
                </a:cxn>
                <a:cxn ang="0">
                  <a:pos x="179" y="47"/>
                </a:cxn>
                <a:cxn ang="0">
                  <a:pos x="187" y="45"/>
                </a:cxn>
                <a:cxn ang="0">
                  <a:pos x="202" y="54"/>
                </a:cxn>
                <a:cxn ang="0">
                  <a:pos x="207" y="71"/>
                </a:cxn>
                <a:cxn ang="0">
                  <a:pos x="202" y="102"/>
                </a:cxn>
                <a:cxn ang="0">
                  <a:pos x="203" y="111"/>
                </a:cxn>
                <a:cxn ang="0">
                  <a:pos x="220" y="121"/>
                </a:cxn>
                <a:cxn ang="0">
                  <a:pos x="239" y="121"/>
                </a:cxn>
                <a:cxn ang="0">
                  <a:pos x="244" y="117"/>
                </a:cxn>
                <a:cxn ang="0">
                  <a:pos x="252" y="87"/>
                </a:cxn>
                <a:cxn ang="0">
                  <a:pos x="252" y="58"/>
                </a:cxn>
                <a:cxn ang="0">
                  <a:pos x="244" y="28"/>
                </a:cxn>
                <a:cxn ang="0">
                  <a:pos x="222" y="8"/>
                </a:cxn>
                <a:cxn ang="0">
                  <a:pos x="198" y="2"/>
                </a:cxn>
                <a:cxn ang="0">
                  <a:pos x="165" y="6"/>
                </a:cxn>
                <a:cxn ang="0">
                  <a:pos x="139" y="24"/>
                </a:cxn>
                <a:cxn ang="0">
                  <a:pos x="128" y="45"/>
                </a:cxn>
                <a:cxn ang="0">
                  <a:pos x="122" y="85"/>
                </a:cxn>
                <a:cxn ang="0">
                  <a:pos x="129" y="121"/>
                </a:cxn>
                <a:cxn ang="0">
                  <a:pos x="146" y="148"/>
                </a:cxn>
                <a:cxn ang="0">
                  <a:pos x="172" y="171"/>
                </a:cxn>
                <a:cxn ang="0">
                  <a:pos x="174" y="176"/>
                </a:cxn>
                <a:cxn ang="0">
                  <a:pos x="144" y="221"/>
                </a:cxn>
                <a:cxn ang="0">
                  <a:pos x="128" y="239"/>
                </a:cxn>
                <a:cxn ang="0">
                  <a:pos x="118" y="234"/>
                </a:cxn>
                <a:cxn ang="0">
                  <a:pos x="96" y="202"/>
                </a:cxn>
                <a:cxn ang="0">
                  <a:pos x="66" y="130"/>
                </a:cxn>
                <a:cxn ang="0">
                  <a:pos x="50" y="48"/>
                </a:cxn>
                <a:cxn ang="0">
                  <a:pos x="0" y="47"/>
                </a:cxn>
                <a:cxn ang="0">
                  <a:pos x="13" y="113"/>
                </a:cxn>
                <a:cxn ang="0">
                  <a:pos x="33" y="178"/>
                </a:cxn>
                <a:cxn ang="0">
                  <a:pos x="68" y="243"/>
                </a:cxn>
                <a:cxn ang="0">
                  <a:pos x="94" y="274"/>
                </a:cxn>
                <a:cxn ang="0">
                  <a:pos x="116" y="287"/>
                </a:cxn>
                <a:cxn ang="0">
                  <a:pos x="139" y="283"/>
                </a:cxn>
                <a:cxn ang="0">
                  <a:pos x="148" y="276"/>
                </a:cxn>
                <a:cxn ang="0">
                  <a:pos x="203" y="211"/>
                </a:cxn>
                <a:cxn ang="0">
                  <a:pos x="218" y="184"/>
                </a:cxn>
                <a:cxn ang="0">
                  <a:pos x="244" y="180"/>
                </a:cxn>
                <a:cxn ang="0">
                  <a:pos x="257" y="143"/>
                </a:cxn>
              </a:cxnLst>
              <a:rect l="0" t="0" r="r" b="b"/>
              <a:pathLst>
                <a:path w="257" h="289">
                  <a:moveTo>
                    <a:pt x="257" y="143"/>
                  </a:moveTo>
                  <a:lnTo>
                    <a:pt x="257" y="143"/>
                  </a:lnTo>
                  <a:lnTo>
                    <a:pt x="240" y="147"/>
                  </a:lnTo>
                  <a:lnTo>
                    <a:pt x="240" y="147"/>
                  </a:lnTo>
                  <a:lnTo>
                    <a:pt x="222" y="147"/>
                  </a:lnTo>
                  <a:lnTo>
                    <a:pt x="213" y="145"/>
                  </a:lnTo>
                  <a:lnTo>
                    <a:pt x="205" y="141"/>
                  </a:lnTo>
                  <a:lnTo>
                    <a:pt x="198" y="137"/>
                  </a:lnTo>
                  <a:lnTo>
                    <a:pt x="190" y="132"/>
                  </a:lnTo>
                  <a:lnTo>
                    <a:pt x="183" y="126"/>
                  </a:lnTo>
                  <a:lnTo>
                    <a:pt x="178" y="117"/>
                  </a:lnTo>
                  <a:lnTo>
                    <a:pt x="178" y="117"/>
                  </a:lnTo>
                  <a:lnTo>
                    <a:pt x="172" y="106"/>
                  </a:lnTo>
                  <a:lnTo>
                    <a:pt x="170" y="95"/>
                  </a:lnTo>
                  <a:lnTo>
                    <a:pt x="168" y="84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61"/>
                  </a:lnTo>
                  <a:lnTo>
                    <a:pt x="172" y="54"/>
                  </a:lnTo>
                  <a:lnTo>
                    <a:pt x="172" y="54"/>
                  </a:lnTo>
                  <a:lnTo>
                    <a:pt x="179" y="47"/>
                  </a:lnTo>
                  <a:lnTo>
                    <a:pt x="183" y="45"/>
                  </a:lnTo>
                  <a:lnTo>
                    <a:pt x="187" y="45"/>
                  </a:lnTo>
                  <a:lnTo>
                    <a:pt x="187" y="45"/>
                  </a:lnTo>
                  <a:lnTo>
                    <a:pt x="192" y="45"/>
                  </a:lnTo>
                  <a:lnTo>
                    <a:pt x="198" y="48"/>
                  </a:lnTo>
                  <a:lnTo>
                    <a:pt x="202" y="54"/>
                  </a:lnTo>
                  <a:lnTo>
                    <a:pt x="205" y="61"/>
                  </a:lnTo>
                  <a:lnTo>
                    <a:pt x="205" y="61"/>
                  </a:lnTo>
                  <a:lnTo>
                    <a:pt x="207" y="71"/>
                  </a:lnTo>
                  <a:lnTo>
                    <a:pt x="207" y="82"/>
                  </a:lnTo>
                  <a:lnTo>
                    <a:pt x="202" y="102"/>
                  </a:lnTo>
                  <a:lnTo>
                    <a:pt x="202" y="102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03" y="111"/>
                  </a:lnTo>
                  <a:lnTo>
                    <a:pt x="203" y="111"/>
                  </a:lnTo>
                  <a:lnTo>
                    <a:pt x="211" y="117"/>
                  </a:lnTo>
                  <a:lnTo>
                    <a:pt x="220" y="121"/>
                  </a:lnTo>
                  <a:lnTo>
                    <a:pt x="229" y="121"/>
                  </a:lnTo>
                  <a:lnTo>
                    <a:pt x="239" y="121"/>
                  </a:lnTo>
                  <a:lnTo>
                    <a:pt x="239" y="121"/>
                  </a:lnTo>
                  <a:lnTo>
                    <a:pt x="242" y="121"/>
                  </a:lnTo>
                  <a:lnTo>
                    <a:pt x="242" y="121"/>
                  </a:lnTo>
                  <a:lnTo>
                    <a:pt x="244" y="117"/>
                  </a:lnTo>
                  <a:lnTo>
                    <a:pt x="244" y="117"/>
                  </a:lnTo>
                  <a:lnTo>
                    <a:pt x="250" y="102"/>
                  </a:lnTo>
                  <a:lnTo>
                    <a:pt x="252" y="87"/>
                  </a:lnTo>
                  <a:lnTo>
                    <a:pt x="253" y="72"/>
                  </a:lnTo>
                  <a:lnTo>
                    <a:pt x="252" y="58"/>
                  </a:lnTo>
                  <a:lnTo>
                    <a:pt x="252" y="58"/>
                  </a:lnTo>
                  <a:lnTo>
                    <a:pt x="252" y="48"/>
                  </a:lnTo>
                  <a:lnTo>
                    <a:pt x="248" y="37"/>
                  </a:lnTo>
                  <a:lnTo>
                    <a:pt x="244" y="28"/>
                  </a:lnTo>
                  <a:lnTo>
                    <a:pt x="239" y="21"/>
                  </a:lnTo>
                  <a:lnTo>
                    <a:pt x="231" y="13"/>
                  </a:lnTo>
                  <a:lnTo>
                    <a:pt x="222" y="8"/>
                  </a:lnTo>
                  <a:lnTo>
                    <a:pt x="211" y="4"/>
                  </a:lnTo>
                  <a:lnTo>
                    <a:pt x="198" y="2"/>
                  </a:lnTo>
                  <a:lnTo>
                    <a:pt x="198" y="2"/>
                  </a:lnTo>
                  <a:lnTo>
                    <a:pt x="187" y="0"/>
                  </a:lnTo>
                  <a:lnTo>
                    <a:pt x="176" y="2"/>
                  </a:lnTo>
                  <a:lnTo>
                    <a:pt x="165" y="6"/>
                  </a:lnTo>
                  <a:lnTo>
                    <a:pt x="155" y="10"/>
                  </a:lnTo>
                  <a:lnTo>
                    <a:pt x="146" y="17"/>
                  </a:lnTo>
                  <a:lnTo>
                    <a:pt x="139" y="24"/>
                  </a:lnTo>
                  <a:lnTo>
                    <a:pt x="133" y="34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24" y="58"/>
                  </a:lnTo>
                  <a:lnTo>
                    <a:pt x="122" y="71"/>
                  </a:lnTo>
                  <a:lnTo>
                    <a:pt x="122" y="85"/>
                  </a:lnTo>
                  <a:lnTo>
                    <a:pt x="124" y="98"/>
                  </a:lnTo>
                  <a:lnTo>
                    <a:pt x="124" y="98"/>
                  </a:lnTo>
                  <a:lnTo>
                    <a:pt x="129" y="121"/>
                  </a:lnTo>
                  <a:lnTo>
                    <a:pt x="135" y="130"/>
                  </a:lnTo>
                  <a:lnTo>
                    <a:pt x="139" y="139"/>
                  </a:lnTo>
                  <a:lnTo>
                    <a:pt x="146" y="148"/>
                  </a:lnTo>
                  <a:lnTo>
                    <a:pt x="153" y="156"/>
                  </a:lnTo>
                  <a:lnTo>
                    <a:pt x="161" y="163"/>
                  </a:lnTo>
                  <a:lnTo>
                    <a:pt x="172" y="171"/>
                  </a:lnTo>
                  <a:lnTo>
                    <a:pt x="172" y="171"/>
                  </a:lnTo>
                  <a:lnTo>
                    <a:pt x="174" y="172"/>
                  </a:lnTo>
                  <a:lnTo>
                    <a:pt x="174" y="176"/>
                  </a:lnTo>
                  <a:lnTo>
                    <a:pt x="174" y="176"/>
                  </a:lnTo>
                  <a:lnTo>
                    <a:pt x="155" y="206"/>
                  </a:lnTo>
                  <a:lnTo>
                    <a:pt x="144" y="221"/>
                  </a:lnTo>
                  <a:lnTo>
                    <a:pt x="131" y="235"/>
                  </a:lnTo>
                  <a:lnTo>
                    <a:pt x="131" y="235"/>
                  </a:lnTo>
                  <a:lnTo>
                    <a:pt x="128" y="239"/>
                  </a:lnTo>
                  <a:lnTo>
                    <a:pt x="126" y="241"/>
                  </a:lnTo>
                  <a:lnTo>
                    <a:pt x="122" y="239"/>
                  </a:lnTo>
                  <a:lnTo>
                    <a:pt x="118" y="234"/>
                  </a:lnTo>
                  <a:lnTo>
                    <a:pt x="118" y="234"/>
                  </a:lnTo>
                  <a:lnTo>
                    <a:pt x="107" y="219"/>
                  </a:lnTo>
                  <a:lnTo>
                    <a:pt x="96" y="202"/>
                  </a:lnTo>
                  <a:lnTo>
                    <a:pt x="87" y="184"/>
                  </a:lnTo>
                  <a:lnTo>
                    <a:pt x="79" y="167"/>
                  </a:lnTo>
                  <a:lnTo>
                    <a:pt x="66" y="130"/>
                  </a:lnTo>
                  <a:lnTo>
                    <a:pt x="57" y="93"/>
                  </a:lnTo>
                  <a:lnTo>
                    <a:pt x="57" y="93"/>
                  </a:lnTo>
                  <a:lnTo>
                    <a:pt x="50" y="48"/>
                  </a:lnTo>
                  <a:lnTo>
                    <a:pt x="50" y="45"/>
                  </a:lnTo>
                  <a:lnTo>
                    <a:pt x="0" y="45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5" y="80"/>
                  </a:lnTo>
                  <a:lnTo>
                    <a:pt x="13" y="113"/>
                  </a:lnTo>
                  <a:lnTo>
                    <a:pt x="22" y="147"/>
                  </a:lnTo>
                  <a:lnTo>
                    <a:pt x="33" y="178"/>
                  </a:lnTo>
                  <a:lnTo>
                    <a:pt x="33" y="178"/>
                  </a:lnTo>
                  <a:lnTo>
                    <a:pt x="42" y="200"/>
                  </a:lnTo>
                  <a:lnTo>
                    <a:pt x="53" y="222"/>
                  </a:lnTo>
                  <a:lnTo>
                    <a:pt x="68" y="243"/>
                  </a:lnTo>
                  <a:lnTo>
                    <a:pt x="83" y="261"/>
                  </a:lnTo>
                  <a:lnTo>
                    <a:pt x="83" y="261"/>
                  </a:lnTo>
                  <a:lnTo>
                    <a:pt x="94" y="274"/>
                  </a:lnTo>
                  <a:lnTo>
                    <a:pt x="107" y="283"/>
                  </a:lnTo>
                  <a:lnTo>
                    <a:pt x="107" y="283"/>
                  </a:lnTo>
                  <a:lnTo>
                    <a:pt x="116" y="287"/>
                  </a:lnTo>
                  <a:lnTo>
                    <a:pt x="124" y="289"/>
                  </a:lnTo>
                  <a:lnTo>
                    <a:pt x="131" y="287"/>
                  </a:lnTo>
                  <a:lnTo>
                    <a:pt x="139" y="283"/>
                  </a:lnTo>
                  <a:lnTo>
                    <a:pt x="139" y="283"/>
                  </a:lnTo>
                  <a:lnTo>
                    <a:pt x="148" y="276"/>
                  </a:lnTo>
                  <a:lnTo>
                    <a:pt x="148" y="276"/>
                  </a:lnTo>
                  <a:lnTo>
                    <a:pt x="168" y="256"/>
                  </a:lnTo>
                  <a:lnTo>
                    <a:pt x="187" y="234"/>
                  </a:lnTo>
                  <a:lnTo>
                    <a:pt x="203" y="211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8" y="184"/>
                  </a:lnTo>
                  <a:lnTo>
                    <a:pt x="222" y="182"/>
                  </a:lnTo>
                  <a:lnTo>
                    <a:pt x="222" y="182"/>
                  </a:lnTo>
                  <a:lnTo>
                    <a:pt x="244" y="180"/>
                  </a:lnTo>
                  <a:lnTo>
                    <a:pt x="244" y="180"/>
                  </a:lnTo>
                  <a:lnTo>
                    <a:pt x="257" y="178"/>
                  </a:lnTo>
                  <a:lnTo>
                    <a:pt x="257" y="1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1" name="Freeform 56">
              <a:extLst>
                <a:ext uri="{FF2B5EF4-FFF2-40B4-BE49-F238E27FC236}">
                  <a16:creationId xmlns:a16="http://schemas.microsoft.com/office/drawing/2014/main" id="{31BD739F-2002-E633-15B8-7D0D773E6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1890" y="4641685"/>
              <a:ext cx="441749" cy="438594"/>
            </a:xfrm>
            <a:custGeom>
              <a:avLst/>
              <a:gdLst/>
              <a:ahLst/>
              <a:cxnLst>
                <a:cxn ang="0">
                  <a:pos x="111" y="2"/>
                </a:cxn>
                <a:cxn ang="0">
                  <a:pos x="61" y="24"/>
                </a:cxn>
                <a:cxn ang="0">
                  <a:pos x="24" y="61"/>
                </a:cxn>
                <a:cxn ang="0">
                  <a:pos x="2" y="111"/>
                </a:cxn>
                <a:cxn ang="0">
                  <a:pos x="0" y="154"/>
                </a:cxn>
                <a:cxn ang="0">
                  <a:pos x="17" y="206"/>
                </a:cxn>
                <a:cxn ang="0">
                  <a:pos x="50" y="247"/>
                </a:cxn>
                <a:cxn ang="0">
                  <a:pos x="98" y="272"/>
                </a:cxn>
                <a:cxn ang="0">
                  <a:pos x="139" y="278"/>
                </a:cxn>
                <a:cxn ang="0">
                  <a:pos x="194" y="267"/>
                </a:cxn>
                <a:cxn ang="0">
                  <a:pos x="239" y="237"/>
                </a:cxn>
                <a:cxn ang="0">
                  <a:pos x="268" y="193"/>
                </a:cxn>
                <a:cxn ang="0">
                  <a:pos x="279" y="139"/>
                </a:cxn>
                <a:cxn ang="0">
                  <a:pos x="272" y="98"/>
                </a:cxn>
                <a:cxn ang="0">
                  <a:pos x="246" y="50"/>
                </a:cxn>
                <a:cxn ang="0">
                  <a:pos x="205" y="17"/>
                </a:cxn>
                <a:cxn ang="0">
                  <a:pos x="154" y="0"/>
                </a:cxn>
                <a:cxn ang="0">
                  <a:pos x="231" y="65"/>
                </a:cxn>
                <a:cxn ang="0">
                  <a:pos x="257" y="137"/>
                </a:cxn>
                <a:cxn ang="0">
                  <a:pos x="204" y="132"/>
                </a:cxn>
                <a:cxn ang="0">
                  <a:pos x="174" y="128"/>
                </a:cxn>
                <a:cxn ang="0">
                  <a:pos x="179" y="106"/>
                </a:cxn>
                <a:cxn ang="0">
                  <a:pos x="231" y="65"/>
                </a:cxn>
                <a:cxn ang="0">
                  <a:pos x="161" y="24"/>
                </a:cxn>
                <a:cxn ang="0">
                  <a:pos x="217" y="50"/>
                </a:cxn>
                <a:cxn ang="0">
                  <a:pos x="170" y="87"/>
                </a:cxn>
                <a:cxn ang="0">
                  <a:pos x="129" y="48"/>
                </a:cxn>
                <a:cxn ang="0">
                  <a:pos x="139" y="23"/>
                </a:cxn>
                <a:cxn ang="0">
                  <a:pos x="105" y="56"/>
                </a:cxn>
                <a:cxn ang="0">
                  <a:pos x="63" y="113"/>
                </a:cxn>
                <a:cxn ang="0">
                  <a:pos x="24" y="115"/>
                </a:cxn>
                <a:cxn ang="0">
                  <a:pos x="39" y="78"/>
                </a:cxn>
                <a:cxn ang="0">
                  <a:pos x="78" y="39"/>
                </a:cxn>
                <a:cxn ang="0">
                  <a:pos x="22" y="139"/>
                </a:cxn>
                <a:cxn ang="0">
                  <a:pos x="24" y="137"/>
                </a:cxn>
                <a:cxn ang="0">
                  <a:pos x="142" y="121"/>
                </a:cxn>
                <a:cxn ang="0">
                  <a:pos x="148" y="139"/>
                </a:cxn>
                <a:cxn ang="0">
                  <a:pos x="92" y="171"/>
                </a:cxn>
                <a:cxn ang="0">
                  <a:pos x="52" y="217"/>
                </a:cxn>
                <a:cxn ang="0">
                  <a:pos x="24" y="161"/>
                </a:cxn>
                <a:cxn ang="0">
                  <a:pos x="139" y="258"/>
                </a:cxn>
                <a:cxn ang="0">
                  <a:pos x="67" y="234"/>
                </a:cxn>
                <a:cxn ang="0">
                  <a:pos x="91" y="202"/>
                </a:cxn>
                <a:cxn ang="0">
                  <a:pos x="159" y="160"/>
                </a:cxn>
                <a:cxn ang="0">
                  <a:pos x="170" y="189"/>
                </a:cxn>
                <a:cxn ang="0">
                  <a:pos x="174" y="252"/>
                </a:cxn>
                <a:cxn ang="0">
                  <a:pos x="139" y="258"/>
                </a:cxn>
                <a:cxn ang="0">
                  <a:pos x="192" y="182"/>
                </a:cxn>
                <a:cxn ang="0">
                  <a:pos x="207" y="152"/>
                </a:cxn>
                <a:cxn ang="0">
                  <a:pos x="255" y="160"/>
                </a:cxn>
                <a:cxn ang="0">
                  <a:pos x="239" y="204"/>
                </a:cxn>
                <a:cxn ang="0">
                  <a:pos x="205" y="237"/>
                </a:cxn>
              </a:cxnLst>
              <a:rect l="0" t="0" r="r" b="b"/>
              <a:pathLst>
                <a:path w="279" h="278">
                  <a:moveTo>
                    <a:pt x="139" y="0"/>
                  </a:moveTo>
                  <a:lnTo>
                    <a:pt x="139" y="0"/>
                  </a:lnTo>
                  <a:lnTo>
                    <a:pt x="126" y="0"/>
                  </a:lnTo>
                  <a:lnTo>
                    <a:pt x="111" y="2"/>
                  </a:lnTo>
                  <a:lnTo>
                    <a:pt x="98" y="6"/>
                  </a:lnTo>
                  <a:lnTo>
                    <a:pt x="85" y="11"/>
                  </a:lnTo>
                  <a:lnTo>
                    <a:pt x="72" y="17"/>
                  </a:lnTo>
                  <a:lnTo>
                    <a:pt x="61" y="24"/>
                  </a:lnTo>
                  <a:lnTo>
                    <a:pt x="50" y="32"/>
                  </a:lnTo>
                  <a:lnTo>
                    <a:pt x="41" y="41"/>
                  </a:lnTo>
                  <a:lnTo>
                    <a:pt x="31" y="50"/>
                  </a:lnTo>
                  <a:lnTo>
                    <a:pt x="24" y="61"/>
                  </a:lnTo>
                  <a:lnTo>
                    <a:pt x="17" y="72"/>
                  </a:lnTo>
                  <a:lnTo>
                    <a:pt x="11" y="85"/>
                  </a:lnTo>
                  <a:lnTo>
                    <a:pt x="5" y="98"/>
                  </a:lnTo>
                  <a:lnTo>
                    <a:pt x="2" y="111"/>
                  </a:lnTo>
                  <a:lnTo>
                    <a:pt x="0" y="124"/>
                  </a:lnTo>
                  <a:lnTo>
                    <a:pt x="0" y="139"/>
                  </a:lnTo>
                  <a:lnTo>
                    <a:pt x="0" y="139"/>
                  </a:lnTo>
                  <a:lnTo>
                    <a:pt x="0" y="154"/>
                  </a:lnTo>
                  <a:lnTo>
                    <a:pt x="2" y="167"/>
                  </a:lnTo>
                  <a:lnTo>
                    <a:pt x="5" y="182"/>
                  </a:lnTo>
                  <a:lnTo>
                    <a:pt x="11" y="193"/>
                  </a:lnTo>
                  <a:lnTo>
                    <a:pt x="17" y="206"/>
                  </a:lnTo>
                  <a:lnTo>
                    <a:pt x="24" y="217"/>
                  </a:lnTo>
                  <a:lnTo>
                    <a:pt x="31" y="228"/>
                  </a:lnTo>
                  <a:lnTo>
                    <a:pt x="41" y="237"/>
                  </a:lnTo>
                  <a:lnTo>
                    <a:pt x="50" y="247"/>
                  </a:lnTo>
                  <a:lnTo>
                    <a:pt x="61" y="256"/>
                  </a:lnTo>
                  <a:lnTo>
                    <a:pt x="72" y="261"/>
                  </a:lnTo>
                  <a:lnTo>
                    <a:pt x="85" y="267"/>
                  </a:lnTo>
                  <a:lnTo>
                    <a:pt x="98" y="272"/>
                  </a:lnTo>
                  <a:lnTo>
                    <a:pt x="111" y="276"/>
                  </a:lnTo>
                  <a:lnTo>
                    <a:pt x="126" y="278"/>
                  </a:lnTo>
                  <a:lnTo>
                    <a:pt x="139" y="278"/>
                  </a:lnTo>
                  <a:lnTo>
                    <a:pt x="139" y="278"/>
                  </a:lnTo>
                  <a:lnTo>
                    <a:pt x="154" y="278"/>
                  </a:lnTo>
                  <a:lnTo>
                    <a:pt x="167" y="276"/>
                  </a:lnTo>
                  <a:lnTo>
                    <a:pt x="181" y="272"/>
                  </a:lnTo>
                  <a:lnTo>
                    <a:pt x="194" y="267"/>
                  </a:lnTo>
                  <a:lnTo>
                    <a:pt x="205" y="261"/>
                  </a:lnTo>
                  <a:lnTo>
                    <a:pt x="217" y="256"/>
                  </a:lnTo>
                  <a:lnTo>
                    <a:pt x="228" y="247"/>
                  </a:lnTo>
                  <a:lnTo>
                    <a:pt x="239" y="237"/>
                  </a:lnTo>
                  <a:lnTo>
                    <a:pt x="246" y="228"/>
                  </a:lnTo>
                  <a:lnTo>
                    <a:pt x="255" y="217"/>
                  </a:lnTo>
                  <a:lnTo>
                    <a:pt x="263" y="206"/>
                  </a:lnTo>
                  <a:lnTo>
                    <a:pt x="268" y="193"/>
                  </a:lnTo>
                  <a:lnTo>
                    <a:pt x="272" y="182"/>
                  </a:lnTo>
                  <a:lnTo>
                    <a:pt x="276" y="167"/>
                  </a:lnTo>
                  <a:lnTo>
                    <a:pt x="278" y="154"/>
                  </a:lnTo>
                  <a:lnTo>
                    <a:pt x="279" y="139"/>
                  </a:lnTo>
                  <a:lnTo>
                    <a:pt x="279" y="139"/>
                  </a:lnTo>
                  <a:lnTo>
                    <a:pt x="278" y="124"/>
                  </a:lnTo>
                  <a:lnTo>
                    <a:pt x="276" y="111"/>
                  </a:lnTo>
                  <a:lnTo>
                    <a:pt x="272" y="98"/>
                  </a:lnTo>
                  <a:lnTo>
                    <a:pt x="268" y="85"/>
                  </a:lnTo>
                  <a:lnTo>
                    <a:pt x="263" y="72"/>
                  </a:lnTo>
                  <a:lnTo>
                    <a:pt x="255" y="61"/>
                  </a:lnTo>
                  <a:lnTo>
                    <a:pt x="246" y="50"/>
                  </a:lnTo>
                  <a:lnTo>
                    <a:pt x="239" y="41"/>
                  </a:lnTo>
                  <a:lnTo>
                    <a:pt x="228" y="32"/>
                  </a:lnTo>
                  <a:lnTo>
                    <a:pt x="217" y="24"/>
                  </a:lnTo>
                  <a:lnTo>
                    <a:pt x="205" y="17"/>
                  </a:lnTo>
                  <a:lnTo>
                    <a:pt x="194" y="11"/>
                  </a:lnTo>
                  <a:lnTo>
                    <a:pt x="181" y="6"/>
                  </a:lnTo>
                  <a:lnTo>
                    <a:pt x="167" y="2"/>
                  </a:lnTo>
                  <a:lnTo>
                    <a:pt x="154" y="0"/>
                  </a:lnTo>
                  <a:lnTo>
                    <a:pt x="139" y="0"/>
                  </a:lnTo>
                  <a:lnTo>
                    <a:pt x="139" y="0"/>
                  </a:lnTo>
                  <a:close/>
                  <a:moveTo>
                    <a:pt x="231" y="65"/>
                  </a:moveTo>
                  <a:lnTo>
                    <a:pt x="231" y="65"/>
                  </a:lnTo>
                  <a:lnTo>
                    <a:pt x="242" y="82"/>
                  </a:lnTo>
                  <a:lnTo>
                    <a:pt x="250" y="98"/>
                  </a:lnTo>
                  <a:lnTo>
                    <a:pt x="255" y="117"/>
                  </a:lnTo>
                  <a:lnTo>
                    <a:pt x="257" y="137"/>
                  </a:lnTo>
                  <a:lnTo>
                    <a:pt x="257" y="137"/>
                  </a:lnTo>
                  <a:lnTo>
                    <a:pt x="239" y="135"/>
                  </a:lnTo>
                  <a:lnTo>
                    <a:pt x="222" y="134"/>
                  </a:lnTo>
                  <a:lnTo>
                    <a:pt x="204" y="132"/>
                  </a:lnTo>
                  <a:lnTo>
                    <a:pt x="204" y="132"/>
                  </a:lnTo>
                  <a:lnTo>
                    <a:pt x="176" y="134"/>
                  </a:lnTo>
                  <a:lnTo>
                    <a:pt x="176" y="134"/>
                  </a:lnTo>
                  <a:lnTo>
                    <a:pt x="174" y="128"/>
                  </a:lnTo>
                  <a:lnTo>
                    <a:pt x="174" y="128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79" y="106"/>
                  </a:lnTo>
                  <a:lnTo>
                    <a:pt x="192" y="98"/>
                  </a:lnTo>
                  <a:lnTo>
                    <a:pt x="213" y="84"/>
                  </a:lnTo>
                  <a:lnTo>
                    <a:pt x="226" y="72"/>
                  </a:lnTo>
                  <a:lnTo>
                    <a:pt x="231" y="65"/>
                  </a:lnTo>
                  <a:lnTo>
                    <a:pt x="231" y="65"/>
                  </a:lnTo>
                  <a:close/>
                  <a:moveTo>
                    <a:pt x="139" y="23"/>
                  </a:moveTo>
                  <a:lnTo>
                    <a:pt x="139" y="23"/>
                  </a:lnTo>
                  <a:lnTo>
                    <a:pt x="161" y="24"/>
                  </a:lnTo>
                  <a:lnTo>
                    <a:pt x="181" y="30"/>
                  </a:lnTo>
                  <a:lnTo>
                    <a:pt x="200" y="39"/>
                  </a:lnTo>
                  <a:lnTo>
                    <a:pt x="217" y="50"/>
                  </a:lnTo>
                  <a:lnTo>
                    <a:pt x="217" y="50"/>
                  </a:lnTo>
                  <a:lnTo>
                    <a:pt x="211" y="58"/>
                  </a:lnTo>
                  <a:lnTo>
                    <a:pt x="200" y="69"/>
                  </a:lnTo>
                  <a:lnTo>
                    <a:pt x="181" y="80"/>
                  </a:lnTo>
                  <a:lnTo>
                    <a:pt x="170" y="87"/>
                  </a:lnTo>
                  <a:lnTo>
                    <a:pt x="155" y="93"/>
                  </a:lnTo>
                  <a:lnTo>
                    <a:pt x="155" y="93"/>
                  </a:lnTo>
                  <a:lnTo>
                    <a:pt x="142" y="69"/>
                  </a:lnTo>
                  <a:lnTo>
                    <a:pt x="129" y="48"/>
                  </a:lnTo>
                  <a:lnTo>
                    <a:pt x="113" y="24"/>
                  </a:lnTo>
                  <a:lnTo>
                    <a:pt x="113" y="24"/>
                  </a:lnTo>
                  <a:lnTo>
                    <a:pt x="126" y="23"/>
                  </a:lnTo>
                  <a:lnTo>
                    <a:pt x="139" y="23"/>
                  </a:lnTo>
                  <a:lnTo>
                    <a:pt x="139" y="23"/>
                  </a:lnTo>
                  <a:close/>
                  <a:moveTo>
                    <a:pt x="89" y="34"/>
                  </a:moveTo>
                  <a:lnTo>
                    <a:pt x="89" y="34"/>
                  </a:lnTo>
                  <a:lnTo>
                    <a:pt x="105" y="56"/>
                  </a:lnTo>
                  <a:lnTo>
                    <a:pt x="131" y="100"/>
                  </a:lnTo>
                  <a:lnTo>
                    <a:pt x="131" y="100"/>
                  </a:lnTo>
                  <a:lnTo>
                    <a:pt x="96" y="108"/>
                  </a:lnTo>
                  <a:lnTo>
                    <a:pt x="63" y="113"/>
                  </a:lnTo>
                  <a:lnTo>
                    <a:pt x="39" y="115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8" y="102"/>
                  </a:lnTo>
                  <a:lnTo>
                    <a:pt x="33" y="89"/>
                  </a:lnTo>
                  <a:lnTo>
                    <a:pt x="39" y="78"/>
                  </a:lnTo>
                  <a:lnTo>
                    <a:pt x="48" y="67"/>
                  </a:lnTo>
                  <a:lnTo>
                    <a:pt x="55" y="56"/>
                  </a:lnTo>
                  <a:lnTo>
                    <a:pt x="67" y="47"/>
                  </a:lnTo>
                  <a:lnTo>
                    <a:pt x="78" y="39"/>
                  </a:lnTo>
                  <a:lnTo>
                    <a:pt x="89" y="34"/>
                  </a:lnTo>
                  <a:lnTo>
                    <a:pt x="89" y="34"/>
                  </a:lnTo>
                  <a:close/>
                  <a:moveTo>
                    <a:pt x="22" y="139"/>
                  </a:moveTo>
                  <a:lnTo>
                    <a:pt x="22" y="139"/>
                  </a:lnTo>
                  <a:lnTo>
                    <a:pt x="22" y="137"/>
                  </a:lnTo>
                  <a:lnTo>
                    <a:pt x="22" y="137"/>
                  </a:lnTo>
                  <a:lnTo>
                    <a:pt x="24" y="137"/>
                  </a:lnTo>
                  <a:lnTo>
                    <a:pt x="24" y="137"/>
                  </a:lnTo>
                  <a:lnTo>
                    <a:pt x="42" y="135"/>
                  </a:lnTo>
                  <a:lnTo>
                    <a:pt x="68" y="134"/>
                  </a:lnTo>
                  <a:lnTo>
                    <a:pt x="104" y="130"/>
                  </a:lnTo>
                  <a:lnTo>
                    <a:pt x="142" y="121"/>
                  </a:lnTo>
                  <a:lnTo>
                    <a:pt x="142" y="121"/>
                  </a:lnTo>
                  <a:lnTo>
                    <a:pt x="152" y="139"/>
                  </a:lnTo>
                  <a:lnTo>
                    <a:pt x="152" y="139"/>
                  </a:lnTo>
                  <a:lnTo>
                    <a:pt x="148" y="139"/>
                  </a:lnTo>
                  <a:lnTo>
                    <a:pt x="148" y="139"/>
                  </a:lnTo>
                  <a:lnTo>
                    <a:pt x="126" y="148"/>
                  </a:lnTo>
                  <a:lnTo>
                    <a:pt x="109" y="160"/>
                  </a:lnTo>
                  <a:lnTo>
                    <a:pt x="92" y="171"/>
                  </a:lnTo>
                  <a:lnTo>
                    <a:pt x="80" y="184"/>
                  </a:lnTo>
                  <a:lnTo>
                    <a:pt x="68" y="195"/>
                  </a:lnTo>
                  <a:lnTo>
                    <a:pt x="59" y="204"/>
                  </a:lnTo>
                  <a:lnTo>
                    <a:pt x="52" y="217"/>
                  </a:lnTo>
                  <a:lnTo>
                    <a:pt x="52" y="217"/>
                  </a:lnTo>
                  <a:lnTo>
                    <a:pt x="39" y="200"/>
                  </a:lnTo>
                  <a:lnTo>
                    <a:pt x="30" y="182"/>
                  </a:lnTo>
                  <a:lnTo>
                    <a:pt x="24" y="161"/>
                  </a:lnTo>
                  <a:lnTo>
                    <a:pt x="22" y="139"/>
                  </a:lnTo>
                  <a:lnTo>
                    <a:pt x="22" y="139"/>
                  </a:lnTo>
                  <a:close/>
                  <a:moveTo>
                    <a:pt x="139" y="258"/>
                  </a:moveTo>
                  <a:lnTo>
                    <a:pt x="139" y="258"/>
                  </a:lnTo>
                  <a:lnTo>
                    <a:pt x="120" y="256"/>
                  </a:lnTo>
                  <a:lnTo>
                    <a:pt x="100" y="250"/>
                  </a:lnTo>
                  <a:lnTo>
                    <a:pt x="83" y="243"/>
                  </a:lnTo>
                  <a:lnTo>
                    <a:pt x="67" y="234"/>
                  </a:lnTo>
                  <a:lnTo>
                    <a:pt x="67" y="234"/>
                  </a:lnTo>
                  <a:lnTo>
                    <a:pt x="74" y="222"/>
                  </a:lnTo>
                  <a:lnTo>
                    <a:pt x="81" y="213"/>
                  </a:lnTo>
                  <a:lnTo>
                    <a:pt x="91" y="202"/>
                  </a:lnTo>
                  <a:lnTo>
                    <a:pt x="104" y="191"/>
                  </a:lnTo>
                  <a:lnTo>
                    <a:pt x="118" y="180"/>
                  </a:lnTo>
                  <a:lnTo>
                    <a:pt x="137" y="169"/>
                  </a:lnTo>
                  <a:lnTo>
                    <a:pt x="159" y="160"/>
                  </a:lnTo>
                  <a:lnTo>
                    <a:pt x="159" y="160"/>
                  </a:lnTo>
                  <a:lnTo>
                    <a:pt x="159" y="160"/>
                  </a:lnTo>
                  <a:lnTo>
                    <a:pt x="159" y="160"/>
                  </a:lnTo>
                  <a:lnTo>
                    <a:pt x="170" y="189"/>
                  </a:lnTo>
                  <a:lnTo>
                    <a:pt x="178" y="215"/>
                  </a:lnTo>
                  <a:lnTo>
                    <a:pt x="185" y="248"/>
                  </a:lnTo>
                  <a:lnTo>
                    <a:pt x="185" y="248"/>
                  </a:lnTo>
                  <a:lnTo>
                    <a:pt x="174" y="252"/>
                  </a:lnTo>
                  <a:lnTo>
                    <a:pt x="163" y="256"/>
                  </a:lnTo>
                  <a:lnTo>
                    <a:pt x="152" y="258"/>
                  </a:lnTo>
                  <a:lnTo>
                    <a:pt x="139" y="258"/>
                  </a:lnTo>
                  <a:lnTo>
                    <a:pt x="139" y="258"/>
                  </a:lnTo>
                  <a:close/>
                  <a:moveTo>
                    <a:pt x="205" y="237"/>
                  </a:moveTo>
                  <a:lnTo>
                    <a:pt x="205" y="237"/>
                  </a:lnTo>
                  <a:lnTo>
                    <a:pt x="200" y="208"/>
                  </a:lnTo>
                  <a:lnTo>
                    <a:pt x="192" y="182"/>
                  </a:lnTo>
                  <a:lnTo>
                    <a:pt x="183" y="154"/>
                  </a:lnTo>
                  <a:lnTo>
                    <a:pt x="183" y="154"/>
                  </a:lnTo>
                  <a:lnTo>
                    <a:pt x="207" y="152"/>
                  </a:lnTo>
                  <a:lnTo>
                    <a:pt x="207" y="152"/>
                  </a:lnTo>
                  <a:lnTo>
                    <a:pt x="224" y="152"/>
                  </a:lnTo>
                  <a:lnTo>
                    <a:pt x="239" y="156"/>
                  </a:lnTo>
                  <a:lnTo>
                    <a:pt x="255" y="160"/>
                  </a:lnTo>
                  <a:lnTo>
                    <a:pt x="255" y="160"/>
                  </a:lnTo>
                  <a:lnTo>
                    <a:pt x="254" y="171"/>
                  </a:lnTo>
                  <a:lnTo>
                    <a:pt x="250" y="182"/>
                  </a:lnTo>
                  <a:lnTo>
                    <a:pt x="244" y="193"/>
                  </a:lnTo>
                  <a:lnTo>
                    <a:pt x="239" y="204"/>
                  </a:lnTo>
                  <a:lnTo>
                    <a:pt x="231" y="213"/>
                  </a:lnTo>
                  <a:lnTo>
                    <a:pt x="224" y="221"/>
                  </a:lnTo>
                  <a:lnTo>
                    <a:pt x="215" y="230"/>
                  </a:lnTo>
                  <a:lnTo>
                    <a:pt x="205" y="237"/>
                  </a:lnTo>
                  <a:lnTo>
                    <a:pt x="205" y="237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04" name="رسم 503">
            <a:extLst>
              <a:ext uri="{FF2B5EF4-FFF2-40B4-BE49-F238E27FC236}">
                <a16:creationId xmlns:a16="http://schemas.microsoft.com/office/drawing/2014/main" id="{FF23C466-0896-DD16-74FA-E52130836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6321" y="4553783"/>
            <a:ext cx="517593" cy="467559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5042F090-A1C2-762C-4E23-D1F21539C7CA}"/>
              </a:ext>
            </a:extLst>
          </p:cNvPr>
          <p:cNvSpPr txBox="1"/>
          <p:nvPr/>
        </p:nvSpPr>
        <p:spPr>
          <a:xfrm>
            <a:off x="249335" y="6335877"/>
            <a:ext cx="285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chemeClr val="tx2">
                    <a:lumMod val="90000"/>
                    <a:lumOff val="10000"/>
                  </a:schemeClr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اسم الإدارة أو المنشأة التدريبية 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DIN Next LT Arabic" panose="020B0503020203050203" pitchFamily="34" charset="-78"/>
              <a:cs typeface="DIN Next LT Arabic" panose="020B0503020203050203" pitchFamily="34" charset="-78"/>
            </a:endParaRP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C2504750-5C38-1489-1BD4-30B4E31AEC8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" y="6183086"/>
            <a:ext cx="12192000" cy="1539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984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AFA05-E3F6-A05A-C9E7-8E82246A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9CD67480-15F1-3C38-F724-198BB9804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5E2EAB21-97C5-00B2-6B31-A24B29878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7" y="6416795"/>
            <a:ext cx="12192000" cy="153903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D8AC5811-8D03-9870-214F-8C5BA82673DB}"/>
              </a:ext>
            </a:extLst>
          </p:cNvPr>
          <p:cNvSpPr txBox="1"/>
          <p:nvPr/>
        </p:nvSpPr>
        <p:spPr>
          <a:xfrm>
            <a:off x="2171702" y="2546678"/>
            <a:ext cx="6166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8000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شكرًا  لكم ..</a:t>
            </a:r>
          </a:p>
        </p:txBody>
      </p:sp>
      <p:sp>
        <p:nvSpPr>
          <p:cNvPr id="6" name="TextBox 33">
            <a:extLst>
              <a:ext uri="{FF2B5EF4-FFF2-40B4-BE49-F238E27FC236}">
                <a16:creationId xmlns:a16="http://schemas.microsoft.com/office/drawing/2014/main" id="{14C14822-6A4D-6343-85CF-F84A02CADD3C}"/>
              </a:ext>
            </a:extLst>
          </p:cNvPr>
          <p:cNvSpPr txBox="1"/>
          <p:nvPr/>
        </p:nvSpPr>
        <p:spPr>
          <a:xfrm>
            <a:off x="4388092" y="3870117"/>
            <a:ext cx="3950366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3200" b="1" i="0" dirty="0">
                <a:solidFill>
                  <a:schemeClr val="bg1"/>
                </a:solidFill>
                <a:effectLst/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اسم الإدارة المعنية </a:t>
            </a:r>
          </a:p>
          <a:p>
            <a:pPr algn="ctr" rtl="1">
              <a:lnSpc>
                <a:spcPct val="150000"/>
              </a:lnSpc>
            </a:pPr>
            <a:r>
              <a:rPr lang="ar-SA" sz="2000" b="1" dirty="0">
                <a:solidFill>
                  <a:schemeClr val="bg1"/>
                </a:solidFill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أسم المنشأة التدريبية </a:t>
            </a:r>
            <a:endParaRPr lang="ar-SA" sz="2000" b="1" i="0" dirty="0">
              <a:solidFill>
                <a:schemeClr val="bg1"/>
              </a:solidFill>
              <a:effectLst/>
              <a:latin typeface="DIN NEXT™ ARABIC LIGHT" panose="020B0303020203050203" pitchFamily="34" charset="-78"/>
              <a:cs typeface="DIN NEXT™ ARABIC LIGHT" panose="020B0303020203050203" pitchFamily="34" charset="-78"/>
            </a:endParaRPr>
          </a:p>
          <a:p>
            <a:pPr algn="ctr" rtl="1">
              <a:lnSpc>
                <a:spcPct val="150000"/>
              </a:lnSpc>
            </a:pPr>
            <a:r>
              <a:rPr lang="en-US" sz="1000" b="0" i="0" dirty="0">
                <a:solidFill>
                  <a:schemeClr val="bg1"/>
                </a:solidFill>
                <a:effectLst/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 </a:t>
            </a:r>
            <a:endParaRPr lang="en-US" sz="1000" dirty="0">
              <a:solidFill>
                <a:schemeClr val="bg1"/>
              </a:solidFill>
              <a:latin typeface="DIN NEXT™ ARABIC LIGHT" panose="020B0303020203050203" pitchFamily="34" charset="-78"/>
              <a:cs typeface="DIN NEXT™ ARABIC LIGHT" panose="020B03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0229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862-D0CA-A881-173C-68D29DAD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792472FD-26B9-FAF6-1D21-5BAC2F4B9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E090564D-1D1D-AB5A-517D-95FCA6229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7" y="6416795"/>
            <a:ext cx="12192000" cy="153903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5C612A8C-9C8C-E5DC-D3B8-8E3427589D5D}"/>
              </a:ext>
            </a:extLst>
          </p:cNvPr>
          <p:cNvSpPr txBox="1"/>
          <p:nvPr/>
        </p:nvSpPr>
        <p:spPr>
          <a:xfrm>
            <a:off x="2171702" y="2546678"/>
            <a:ext cx="61667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A" sz="8000" b="1" dirty="0">
                <a:solidFill>
                  <a:schemeClr val="bg1"/>
                </a:solidFill>
                <a:latin typeface="IBM Plex Sans Arabic" panose="020B0503050203000203" pitchFamily="34" charset="-78"/>
                <a:cs typeface="IBM Plex Sans Arabic" panose="020B0503050203000203" pitchFamily="34" charset="-78"/>
              </a:rPr>
              <a:t>شكرًا  لكم ..</a:t>
            </a:r>
          </a:p>
        </p:txBody>
      </p:sp>
      <p:sp>
        <p:nvSpPr>
          <p:cNvPr id="6" name="TextBox 33">
            <a:extLst>
              <a:ext uri="{FF2B5EF4-FFF2-40B4-BE49-F238E27FC236}">
                <a16:creationId xmlns:a16="http://schemas.microsoft.com/office/drawing/2014/main" id="{4DDD0A74-5D74-C5E1-4811-5E2DF1F02C04}"/>
              </a:ext>
            </a:extLst>
          </p:cNvPr>
          <p:cNvSpPr txBox="1"/>
          <p:nvPr/>
        </p:nvSpPr>
        <p:spPr>
          <a:xfrm>
            <a:off x="4388092" y="3870117"/>
            <a:ext cx="3950366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3200" b="1" i="0" dirty="0">
                <a:solidFill>
                  <a:schemeClr val="bg1"/>
                </a:solidFill>
                <a:effectLst/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اسم الإدارة المعنية </a:t>
            </a:r>
          </a:p>
          <a:p>
            <a:pPr algn="ctr" rtl="1">
              <a:lnSpc>
                <a:spcPct val="150000"/>
              </a:lnSpc>
            </a:pPr>
            <a:r>
              <a:rPr lang="ar-SA" sz="2000" b="1" dirty="0">
                <a:solidFill>
                  <a:schemeClr val="bg1"/>
                </a:solidFill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أسم المنشأة التدريبية </a:t>
            </a:r>
            <a:endParaRPr lang="ar-SA" sz="2000" b="1" i="0" dirty="0">
              <a:solidFill>
                <a:schemeClr val="bg1"/>
              </a:solidFill>
              <a:effectLst/>
              <a:latin typeface="DIN NEXT™ ARABIC LIGHT" panose="020B0303020203050203" pitchFamily="34" charset="-78"/>
              <a:cs typeface="DIN NEXT™ ARABIC LIGHT" panose="020B0303020203050203" pitchFamily="34" charset="-78"/>
            </a:endParaRPr>
          </a:p>
          <a:p>
            <a:pPr algn="ctr" rtl="1">
              <a:lnSpc>
                <a:spcPct val="150000"/>
              </a:lnSpc>
            </a:pPr>
            <a:r>
              <a:rPr lang="en-US" sz="1000" b="0" i="0" dirty="0">
                <a:solidFill>
                  <a:schemeClr val="bg1"/>
                </a:solidFill>
                <a:effectLst/>
                <a:latin typeface="DIN NEXT™ ARABIC LIGHT" panose="020B0303020203050203" pitchFamily="34" charset="-78"/>
                <a:cs typeface="DIN NEXT™ ARABIC LIGHT" panose="020B0303020203050203" pitchFamily="34" charset="-78"/>
              </a:rPr>
              <a:t> </a:t>
            </a:r>
            <a:endParaRPr lang="en-US" sz="1000" dirty="0">
              <a:solidFill>
                <a:schemeClr val="bg1"/>
              </a:solidFill>
              <a:latin typeface="DIN NEXT™ ARABIC LIGHT" panose="020B0303020203050203" pitchFamily="34" charset="-78"/>
              <a:cs typeface="DIN NEXT™ ARABIC LIGHT" panose="020B0303020203050203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3571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5237</TotalTime>
  <Words>151</Words>
  <Application>Microsoft Office PowerPoint</Application>
  <PresentationFormat>شاشة عريضة</PresentationFormat>
  <Paragraphs>37</Paragraphs>
  <Slides>19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DIN Next LT Arabic</vt:lpstr>
      <vt:lpstr>DIN NEXT™ ARABIC LIGHT</vt:lpstr>
      <vt:lpstr>IBM Plex Sans Arabic</vt:lpstr>
      <vt:lpstr>Lato Light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Tezkar Studio</dc:creator>
  <cp:lastModifiedBy>زكريا مرزوق البشري</cp:lastModifiedBy>
  <cp:revision>245</cp:revision>
  <dcterms:created xsi:type="dcterms:W3CDTF">2024-10-06T14:25:07Z</dcterms:created>
  <dcterms:modified xsi:type="dcterms:W3CDTF">2026-07-14T06:19:05Z</dcterms:modified>
</cp:coreProperties>
</file>