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notesMasterIdLst>
    <p:notesMasterId r:id="rId10"/>
  </p:notesMasterIdLst>
  <p:sldIdLst>
    <p:sldId id="261" r:id="rId2"/>
    <p:sldId id="267" r:id="rId3"/>
    <p:sldId id="256" r:id="rId4"/>
    <p:sldId id="262" r:id="rId5"/>
    <p:sldId id="263" r:id="rId6"/>
    <p:sldId id="264" r:id="rId7"/>
    <p:sldId id="265" r:id="rId8"/>
    <p:sldId id="266" r:id="rId9"/>
  </p:sldIdLst>
  <p:sldSz cx="10288588" cy="1828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380"/>
    <p:restoredTop sz="94660"/>
  </p:normalViewPr>
  <p:slideViewPr>
    <p:cSldViewPr snapToGrid="0">
      <p:cViewPr varScale="1">
        <p:scale>
          <a:sx n="40" d="100"/>
          <a:sy n="40" d="100"/>
        </p:scale>
        <p:origin x="351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F64779E1-DB30-43FC-A5DB-DA0130894013}" type="datetimeFigureOut">
              <a:rPr lang="ar-SA" smtClean="0"/>
              <a:t>29/01/48</a:t>
            </a:fld>
            <a:endParaRPr lang="ar-SA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SA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90440F35-6A23-4ED8-A6AC-559AFABC0909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568208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440F35-6A23-4ED8-A6AC-559AFABC0909}" type="slidenum">
              <a:rPr lang="ar-SA" smtClean="0"/>
              <a:t>2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814132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1644" y="2992968"/>
            <a:ext cx="8745300" cy="6366933"/>
          </a:xfrm>
        </p:spPr>
        <p:txBody>
          <a:bodyPr anchor="b"/>
          <a:lstStyle>
            <a:lvl1pPr algn="ctr">
              <a:defRPr sz="6751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6074" y="9605435"/>
            <a:ext cx="7716441" cy="4415365"/>
          </a:xfrm>
        </p:spPr>
        <p:txBody>
          <a:bodyPr/>
          <a:lstStyle>
            <a:lvl1pPr marL="0" indent="0" algn="ctr">
              <a:buNone/>
              <a:defRPr sz="2700"/>
            </a:lvl1pPr>
            <a:lvl2pPr marL="514441" indent="0" algn="ctr">
              <a:buNone/>
              <a:defRPr sz="2250"/>
            </a:lvl2pPr>
            <a:lvl3pPr marL="1028883" indent="0" algn="ctr">
              <a:buNone/>
              <a:defRPr sz="2025"/>
            </a:lvl3pPr>
            <a:lvl4pPr marL="1543324" indent="0" algn="ctr">
              <a:buNone/>
              <a:defRPr sz="1800"/>
            </a:lvl4pPr>
            <a:lvl5pPr marL="2057766" indent="0" algn="ctr">
              <a:buNone/>
              <a:defRPr sz="1800"/>
            </a:lvl5pPr>
            <a:lvl6pPr marL="2572207" indent="0" algn="ctr">
              <a:buNone/>
              <a:defRPr sz="1800"/>
            </a:lvl6pPr>
            <a:lvl7pPr marL="3086649" indent="0" algn="ctr">
              <a:buNone/>
              <a:defRPr sz="1800"/>
            </a:lvl7pPr>
            <a:lvl8pPr marL="3601090" indent="0" algn="ctr">
              <a:buNone/>
              <a:defRPr sz="1800"/>
            </a:lvl8pPr>
            <a:lvl9pPr marL="4115532" indent="0" algn="ctr">
              <a:buNone/>
              <a:defRPr sz="18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0423D-C9FD-46AC-A085-C861748CCD95}" type="datetimeFigureOut">
              <a:rPr lang="ar-SA" smtClean="0"/>
              <a:t>29/01/48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E36D-57BC-4146-97D3-206B590A4101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877871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0423D-C9FD-46AC-A085-C861748CCD95}" type="datetimeFigureOut">
              <a:rPr lang="ar-SA" smtClean="0"/>
              <a:t>29/01/48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E36D-57BC-4146-97D3-206B590A4101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064570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1982" y="4559305"/>
            <a:ext cx="8873907" cy="7607299"/>
          </a:xfrm>
        </p:spPr>
        <p:txBody>
          <a:bodyPr anchor="b"/>
          <a:lstStyle>
            <a:lvl1pPr>
              <a:defRPr sz="6751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1982" y="12238572"/>
            <a:ext cx="8873907" cy="4000499"/>
          </a:xfrm>
        </p:spPr>
        <p:txBody>
          <a:bodyPr/>
          <a:lstStyle>
            <a:lvl1pPr marL="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1pPr>
            <a:lvl2pPr marL="514441" indent="0">
              <a:buNone/>
              <a:defRPr sz="2250">
                <a:solidFill>
                  <a:schemeClr val="tx1">
                    <a:tint val="82000"/>
                  </a:schemeClr>
                </a:solidFill>
              </a:defRPr>
            </a:lvl2pPr>
            <a:lvl3pPr marL="1028883" indent="0">
              <a:buNone/>
              <a:defRPr sz="2025">
                <a:solidFill>
                  <a:schemeClr val="tx1">
                    <a:tint val="82000"/>
                  </a:schemeClr>
                </a:solidFill>
              </a:defRPr>
            </a:lvl3pPr>
            <a:lvl4pPr marL="1543324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4pPr>
            <a:lvl5pPr marL="2057766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5pPr>
            <a:lvl6pPr marL="257220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6pPr>
            <a:lvl7pPr marL="3086649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7pPr>
            <a:lvl8pPr marL="360109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8pPr>
            <a:lvl9pPr marL="4115532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0423D-C9FD-46AC-A085-C861748CCD95}" type="datetimeFigureOut">
              <a:rPr lang="ar-SA" smtClean="0"/>
              <a:t>29/01/48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E36D-57BC-4146-97D3-206B590A4101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813898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7340" y="4868333"/>
            <a:ext cx="4372650" cy="1160356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8598" y="4868333"/>
            <a:ext cx="4372650" cy="1160356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0423D-C9FD-46AC-A085-C861748CCD95}" type="datetimeFigureOut">
              <a:rPr lang="ar-SA" smtClean="0"/>
              <a:t>29/01/48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E36D-57BC-4146-97D3-206B590A4101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060817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681" y="973671"/>
            <a:ext cx="8873907" cy="3534835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8682" y="4483101"/>
            <a:ext cx="4352554" cy="2197099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441" indent="0">
              <a:buNone/>
              <a:defRPr sz="2250" b="1"/>
            </a:lvl2pPr>
            <a:lvl3pPr marL="1028883" indent="0">
              <a:buNone/>
              <a:defRPr sz="2025" b="1"/>
            </a:lvl3pPr>
            <a:lvl4pPr marL="1543324" indent="0">
              <a:buNone/>
              <a:defRPr sz="1800" b="1"/>
            </a:lvl4pPr>
            <a:lvl5pPr marL="2057766" indent="0">
              <a:buNone/>
              <a:defRPr sz="1800" b="1"/>
            </a:lvl5pPr>
            <a:lvl6pPr marL="2572207" indent="0">
              <a:buNone/>
              <a:defRPr sz="1800" b="1"/>
            </a:lvl6pPr>
            <a:lvl7pPr marL="3086649" indent="0">
              <a:buNone/>
              <a:defRPr sz="1800" b="1"/>
            </a:lvl7pPr>
            <a:lvl8pPr marL="3601090" indent="0">
              <a:buNone/>
              <a:defRPr sz="1800" b="1"/>
            </a:lvl8pPr>
            <a:lvl9pPr marL="4115532" indent="0">
              <a:buNone/>
              <a:defRPr sz="18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8682" y="6680200"/>
            <a:ext cx="4352554" cy="982556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08598" y="4483101"/>
            <a:ext cx="4373990" cy="2197099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441" indent="0">
              <a:buNone/>
              <a:defRPr sz="2250" b="1"/>
            </a:lvl2pPr>
            <a:lvl3pPr marL="1028883" indent="0">
              <a:buNone/>
              <a:defRPr sz="2025" b="1"/>
            </a:lvl3pPr>
            <a:lvl4pPr marL="1543324" indent="0">
              <a:buNone/>
              <a:defRPr sz="1800" b="1"/>
            </a:lvl4pPr>
            <a:lvl5pPr marL="2057766" indent="0">
              <a:buNone/>
              <a:defRPr sz="1800" b="1"/>
            </a:lvl5pPr>
            <a:lvl6pPr marL="2572207" indent="0">
              <a:buNone/>
              <a:defRPr sz="1800" b="1"/>
            </a:lvl6pPr>
            <a:lvl7pPr marL="3086649" indent="0">
              <a:buNone/>
              <a:defRPr sz="1800" b="1"/>
            </a:lvl7pPr>
            <a:lvl8pPr marL="3601090" indent="0">
              <a:buNone/>
              <a:defRPr sz="1800" b="1"/>
            </a:lvl8pPr>
            <a:lvl9pPr marL="4115532" indent="0">
              <a:buNone/>
              <a:defRPr sz="18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08598" y="6680200"/>
            <a:ext cx="4373990" cy="982556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0423D-C9FD-46AC-A085-C861748CCD95}" type="datetimeFigureOut">
              <a:rPr lang="ar-SA" smtClean="0"/>
              <a:t>29/01/48</a:t>
            </a:fld>
            <a:endParaRPr lang="ar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E36D-57BC-4146-97D3-206B590A4101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354655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0423D-C9FD-46AC-A085-C861748CCD95}" type="datetimeFigureOut">
              <a:rPr lang="ar-SA" smtClean="0"/>
              <a:t>29/01/48</a:t>
            </a:fld>
            <a:endParaRPr lang="ar-S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E36D-57BC-4146-97D3-206B590A4101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338122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0423D-C9FD-46AC-A085-C861748CCD95}" type="datetimeFigureOut">
              <a:rPr lang="ar-SA" smtClean="0"/>
              <a:t>29/01/48</a:t>
            </a:fld>
            <a:endParaRPr lang="ar-S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E36D-57BC-4146-97D3-206B590A4101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002853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681" y="1219200"/>
            <a:ext cx="3318337" cy="4267200"/>
          </a:xfrm>
        </p:spPr>
        <p:txBody>
          <a:bodyPr anchor="b"/>
          <a:lstStyle>
            <a:lvl1pPr>
              <a:defRPr sz="3601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3990" y="2633138"/>
            <a:ext cx="5208598" cy="12996333"/>
          </a:xfrm>
        </p:spPr>
        <p:txBody>
          <a:bodyPr/>
          <a:lstStyle>
            <a:lvl1pPr>
              <a:defRPr sz="3601"/>
            </a:lvl1pPr>
            <a:lvl2pPr>
              <a:defRPr sz="3151"/>
            </a:lvl2pPr>
            <a:lvl3pPr>
              <a:defRPr sz="2700"/>
            </a:lvl3pPr>
            <a:lvl4pPr>
              <a:defRPr sz="2250"/>
            </a:lvl4pPr>
            <a:lvl5pPr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681" y="5486400"/>
            <a:ext cx="3318337" cy="10164235"/>
          </a:xfrm>
        </p:spPr>
        <p:txBody>
          <a:bodyPr/>
          <a:lstStyle>
            <a:lvl1pPr marL="0" indent="0">
              <a:buNone/>
              <a:defRPr sz="1800"/>
            </a:lvl1pPr>
            <a:lvl2pPr marL="514441" indent="0">
              <a:buNone/>
              <a:defRPr sz="1575"/>
            </a:lvl2pPr>
            <a:lvl3pPr marL="1028883" indent="0">
              <a:buNone/>
              <a:defRPr sz="1350"/>
            </a:lvl3pPr>
            <a:lvl4pPr marL="1543324" indent="0">
              <a:buNone/>
              <a:defRPr sz="1125"/>
            </a:lvl4pPr>
            <a:lvl5pPr marL="2057766" indent="0">
              <a:buNone/>
              <a:defRPr sz="1125"/>
            </a:lvl5pPr>
            <a:lvl6pPr marL="2572207" indent="0">
              <a:buNone/>
              <a:defRPr sz="1125"/>
            </a:lvl6pPr>
            <a:lvl7pPr marL="3086649" indent="0">
              <a:buNone/>
              <a:defRPr sz="1125"/>
            </a:lvl7pPr>
            <a:lvl8pPr marL="3601090" indent="0">
              <a:buNone/>
              <a:defRPr sz="1125"/>
            </a:lvl8pPr>
            <a:lvl9pPr marL="4115532" indent="0">
              <a:buNone/>
              <a:defRPr sz="1125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0423D-C9FD-46AC-A085-C861748CCD95}" type="datetimeFigureOut">
              <a:rPr lang="ar-SA" smtClean="0"/>
              <a:t>29/01/48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E36D-57BC-4146-97D3-206B590A4101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928525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681" y="1219200"/>
            <a:ext cx="3318337" cy="4267200"/>
          </a:xfrm>
        </p:spPr>
        <p:txBody>
          <a:bodyPr anchor="b"/>
          <a:lstStyle>
            <a:lvl1pPr>
              <a:defRPr sz="3601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73990" y="2633138"/>
            <a:ext cx="5208598" cy="12996333"/>
          </a:xfrm>
        </p:spPr>
        <p:txBody>
          <a:bodyPr anchor="t"/>
          <a:lstStyle>
            <a:lvl1pPr marL="0" indent="0">
              <a:buNone/>
              <a:defRPr sz="3601"/>
            </a:lvl1pPr>
            <a:lvl2pPr marL="514441" indent="0">
              <a:buNone/>
              <a:defRPr sz="3151"/>
            </a:lvl2pPr>
            <a:lvl3pPr marL="1028883" indent="0">
              <a:buNone/>
              <a:defRPr sz="2700"/>
            </a:lvl3pPr>
            <a:lvl4pPr marL="1543324" indent="0">
              <a:buNone/>
              <a:defRPr sz="2250"/>
            </a:lvl4pPr>
            <a:lvl5pPr marL="2057766" indent="0">
              <a:buNone/>
              <a:defRPr sz="2250"/>
            </a:lvl5pPr>
            <a:lvl6pPr marL="2572207" indent="0">
              <a:buNone/>
              <a:defRPr sz="2250"/>
            </a:lvl6pPr>
            <a:lvl7pPr marL="3086649" indent="0">
              <a:buNone/>
              <a:defRPr sz="2250"/>
            </a:lvl7pPr>
            <a:lvl8pPr marL="3601090" indent="0">
              <a:buNone/>
              <a:defRPr sz="2250"/>
            </a:lvl8pPr>
            <a:lvl9pPr marL="4115532" indent="0">
              <a:buNone/>
              <a:defRPr sz="225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681" y="5486400"/>
            <a:ext cx="3318337" cy="10164235"/>
          </a:xfrm>
        </p:spPr>
        <p:txBody>
          <a:bodyPr/>
          <a:lstStyle>
            <a:lvl1pPr marL="0" indent="0">
              <a:buNone/>
              <a:defRPr sz="1800"/>
            </a:lvl1pPr>
            <a:lvl2pPr marL="514441" indent="0">
              <a:buNone/>
              <a:defRPr sz="1575"/>
            </a:lvl2pPr>
            <a:lvl3pPr marL="1028883" indent="0">
              <a:buNone/>
              <a:defRPr sz="1350"/>
            </a:lvl3pPr>
            <a:lvl4pPr marL="1543324" indent="0">
              <a:buNone/>
              <a:defRPr sz="1125"/>
            </a:lvl4pPr>
            <a:lvl5pPr marL="2057766" indent="0">
              <a:buNone/>
              <a:defRPr sz="1125"/>
            </a:lvl5pPr>
            <a:lvl6pPr marL="2572207" indent="0">
              <a:buNone/>
              <a:defRPr sz="1125"/>
            </a:lvl6pPr>
            <a:lvl7pPr marL="3086649" indent="0">
              <a:buNone/>
              <a:defRPr sz="1125"/>
            </a:lvl7pPr>
            <a:lvl8pPr marL="3601090" indent="0">
              <a:buNone/>
              <a:defRPr sz="1125"/>
            </a:lvl8pPr>
            <a:lvl9pPr marL="4115532" indent="0">
              <a:buNone/>
              <a:defRPr sz="1125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0423D-C9FD-46AC-A085-C861748CCD95}" type="datetimeFigureOut">
              <a:rPr lang="ar-SA" smtClean="0"/>
              <a:t>29/01/48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E36D-57BC-4146-97D3-206B590A4101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086431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0423D-C9FD-46AC-A085-C861748CCD95}" type="datetimeFigureOut">
              <a:rPr lang="ar-SA" smtClean="0"/>
              <a:t>29/01/48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E36D-57BC-4146-97D3-206B590A4101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099371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2771" y="973667"/>
            <a:ext cx="2218477" cy="15498235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07341" y="973667"/>
            <a:ext cx="6526823" cy="15498235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0423D-C9FD-46AC-A085-C861748CCD95}" type="datetimeFigureOut">
              <a:rPr lang="ar-SA" smtClean="0"/>
              <a:t>29/01/48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E36D-57BC-4146-97D3-206B590A4101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766292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07341" y="973671"/>
            <a:ext cx="8873907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341" y="4868333"/>
            <a:ext cx="8873907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7341" y="16950271"/>
            <a:ext cx="2314932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70423D-C9FD-46AC-A085-C861748CCD95}" type="datetimeFigureOut">
              <a:rPr lang="ar-SA" smtClean="0"/>
              <a:t>29/01/48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08095" y="16950271"/>
            <a:ext cx="3472398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66315" y="16950271"/>
            <a:ext cx="2314932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E6E36D-57BC-4146-97D3-206B590A4101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610359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28883" rtl="1" eaLnBrk="1" latinLnBrk="0" hangingPunct="1">
        <a:lnSpc>
          <a:spcPct val="90000"/>
        </a:lnSpc>
        <a:spcBef>
          <a:spcPct val="0"/>
        </a:spcBef>
        <a:buNone/>
        <a:defRPr sz="495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21" indent="-257221" algn="r" defTabSz="1028883" rtl="1" eaLnBrk="1" latinLnBrk="0" hangingPunct="1">
        <a:lnSpc>
          <a:spcPct val="90000"/>
        </a:lnSpc>
        <a:spcBef>
          <a:spcPts val="1125"/>
        </a:spcBef>
        <a:buFont typeface="Arial" panose="020B0604020202020204" pitchFamily="34" charset="0"/>
        <a:buChar char="•"/>
        <a:defRPr sz="3151" kern="1200">
          <a:solidFill>
            <a:schemeClr val="tx1"/>
          </a:solidFill>
          <a:latin typeface="+mn-lt"/>
          <a:ea typeface="+mn-ea"/>
          <a:cs typeface="+mn-cs"/>
        </a:defRPr>
      </a:lvl1pPr>
      <a:lvl2pPr marL="771662" indent="-257221" algn="r" defTabSz="1028883" rtl="1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286104" indent="-257221" algn="r" defTabSz="1028883" rtl="1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3pPr>
      <a:lvl4pPr marL="1800545" indent="-257221" algn="r" defTabSz="1028883" rtl="1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314986" indent="-257221" algn="r" defTabSz="1028883" rtl="1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829428" indent="-257221" algn="r" defTabSz="1028883" rtl="1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343869" indent="-257221" algn="r" defTabSz="1028883" rtl="1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858311" indent="-257221" algn="r" defTabSz="1028883" rtl="1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372752" indent="-257221" algn="r" defTabSz="1028883" rtl="1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1028883" rtl="1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1pPr>
      <a:lvl2pPr marL="514441" algn="r" defTabSz="1028883" rtl="1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2pPr>
      <a:lvl3pPr marL="1028883" algn="r" defTabSz="1028883" rtl="1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3pPr>
      <a:lvl4pPr marL="1543324" algn="r" defTabSz="1028883" rtl="1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057766" algn="r" defTabSz="1028883" rtl="1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572207" algn="r" defTabSz="1028883" rtl="1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086649" algn="r" defTabSz="1028883" rtl="1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601090" algn="r" defTabSz="1028883" rtl="1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115532" algn="r" defTabSz="1028883" rtl="1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52AC7-03CA-E68B-F7E8-668CDEC35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صورة 26">
            <a:extLst>
              <a:ext uri="{FF2B5EF4-FFF2-40B4-BE49-F238E27FC236}">
                <a16:creationId xmlns:a16="http://schemas.microsoft.com/office/drawing/2014/main" id="{7967B916-1AAA-D7F3-C397-29C83D066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0" y="0"/>
            <a:ext cx="10264348" cy="18288000"/>
          </a:xfrm>
          <a:prstGeom prst="rect">
            <a:avLst/>
          </a:prstGeom>
        </p:spPr>
      </p:pic>
      <p:pic>
        <p:nvPicPr>
          <p:cNvPr id="20" name="صورة 19">
            <a:extLst>
              <a:ext uri="{FF2B5EF4-FFF2-40B4-BE49-F238E27FC236}">
                <a16:creationId xmlns:a16="http://schemas.microsoft.com/office/drawing/2014/main" id="{04187AD0-5E4E-1D69-8D8C-22AED4206F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766" t="78008"/>
          <a:stretch>
            <a:fillRect/>
          </a:stretch>
        </p:blipFill>
        <p:spPr>
          <a:xfrm>
            <a:off x="6438963" y="713027"/>
            <a:ext cx="3200401" cy="1199336"/>
          </a:xfrm>
          <a:prstGeom prst="rect">
            <a:avLst/>
          </a:prstGeom>
        </p:spPr>
      </p:pic>
      <p:sp>
        <p:nvSpPr>
          <p:cNvPr id="3" name="مربع نص 2">
            <a:extLst>
              <a:ext uri="{FF2B5EF4-FFF2-40B4-BE49-F238E27FC236}">
                <a16:creationId xmlns:a16="http://schemas.microsoft.com/office/drawing/2014/main" id="{4061DC51-4EE4-A76A-1D6E-53BC27CB50FE}"/>
              </a:ext>
            </a:extLst>
          </p:cNvPr>
          <p:cNvSpPr txBox="1"/>
          <p:nvPr/>
        </p:nvSpPr>
        <p:spPr>
          <a:xfrm>
            <a:off x="616527" y="3758390"/>
            <a:ext cx="9055534" cy="5829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2800" b="1" dirty="0">
                <a:latin typeface="DIN NEXT™ ARABIC LIGHT" panose="020B0303020203050203" pitchFamily="34" charset="-78"/>
                <a:cs typeface="DIN NEXT™ ARABIC LIGHT" panose="020B0303020203050203" pitchFamily="34" charset="-78"/>
              </a:rPr>
              <a:t>تعليمات استخدام قوالب النشر الإلكتروني</a:t>
            </a:r>
          </a:p>
          <a:p>
            <a:pPr marL="1143000" indent="-1143000" algn="r" rtl="1">
              <a:lnSpc>
                <a:spcPct val="150000"/>
              </a:lnSpc>
              <a:buFont typeface="+mj-lt"/>
              <a:buAutoNum type="arabicPeriod"/>
            </a:pPr>
            <a:r>
              <a:rPr lang="ar-SA" sz="2800" dirty="0">
                <a:latin typeface="DIN NEXT™ ARABIC LIGHT" panose="020B0303020203050203" pitchFamily="34" charset="-78"/>
                <a:cs typeface="DIN NEXT™ ARABIC LIGHT" panose="020B0303020203050203" pitchFamily="34" charset="-78"/>
              </a:rPr>
              <a:t>الالتزام بالقوالب المعتمدة والهوية البصرية.</a:t>
            </a:r>
          </a:p>
          <a:p>
            <a:pPr marL="1143000" indent="-1143000" algn="r" rtl="1">
              <a:lnSpc>
                <a:spcPct val="150000"/>
              </a:lnSpc>
              <a:buFont typeface="+mj-lt"/>
              <a:buAutoNum type="arabicPeriod"/>
            </a:pPr>
            <a:r>
              <a:rPr lang="ar-SA" sz="2800" dirty="0">
                <a:latin typeface="DIN NEXT™ ARABIC LIGHT" panose="020B0303020203050203" pitchFamily="34" charset="-78"/>
                <a:cs typeface="DIN NEXT™ ARABIC LIGHT" panose="020B0303020203050203" pitchFamily="34" charset="-78"/>
              </a:rPr>
              <a:t>تعديل النصوص والصور وفق دليل الهوية المعتمد .</a:t>
            </a:r>
          </a:p>
          <a:p>
            <a:pPr marL="1143000" indent="-1143000" algn="r" rtl="1">
              <a:lnSpc>
                <a:spcPct val="150000"/>
              </a:lnSpc>
              <a:buFont typeface="+mj-lt"/>
              <a:buAutoNum type="arabicPeriod"/>
            </a:pPr>
            <a:r>
              <a:rPr lang="ar-SA" sz="2800" dirty="0">
                <a:latin typeface="DIN NEXT™ ARABIC LIGHT" panose="020B0303020203050203" pitchFamily="34" charset="-78"/>
                <a:cs typeface="DIN NEXT™ ARABIC LIGHT" panose="020B0303020203050203" pitchFamily="34" charset="-78"/>
              </a:rPr>
              <a:t>عدم تغيير وضع الشعار أو إضافة اسم الإدارة – المنشأة التدريبية أسفل الشعار .</a:t>
            </a:r>
          </a:p>
          <a:p>
            <a:pPr marL="1143000" indent="-1143000" algn="r" rtl="1">
              <a:lnSpc>
                <a:spcPct val="150000"/>
              </a:lnSpc>
              <a:buFont typeface="+mj-lt"/>
              <a:buAutoNum type="arabicPeriod"/>
            </a:pPr>
            <a:r>
              <a:rPr lang="ar-SA" sz="2800" dirty="0">
                <a:latin typeface="DIN NEXT™ ARABIC LIGHT" panose="020B0303020203050203" pitchFamily="34" charset="-78"/>
                <a:cs typeface="DIN NEXT™ ARABIC LIGHT" panose="020B0303020203050203" pitchFamily="34" charset="-78"/>
              </a:rPr>
              <a:t>استخدام صور عالية الجودة ومحتوى مختصر وواضح.</a:t>
            </a:r>
          </a:p>
          <a:p>
            <a:pPr marL="1143000" indent="-1143000" algn="r" rtl="1">
              <a:lnSpc>
                <a:spcPct val="150000"/>
              </a:lnSpc>
              <a:buFont typeface="+mj-lt"/>
              <a:buAutoNum type="arabicPeriod"/>
            </a:pPr>
            <a:r>
              <a:rPr lang="ar-SA" sz="2800" dirty="0">
                <a:latin typeface="DIN NEXT™ ARABIC LIGHT" panose="020B0303020203050203" pitchFamily="34" charset="-78"/>
                <a:cs typeface="DIN NEXT™ ARABIC LIGHT" panose="020B0303020203050203" pitchFamily="34" charset="-78"/>
              </a:rPr>
              <a:t>مراجعة التصميم والتأكد من سلامة المحتوى قبل النشر.</a:t>
            </a:r>
          </a:p>
          <a:p>
            <a:pPr marL="1143000" indent="-1143000" algn="r" rtl="1">
              <a:lnSpc>
                <a:spcPct val="150000"/>
              </a:lnSpc>
              <a:buFont typeface="+mj-lt"/>
              <a:buAutoNum type="arabicPeriod"/>
            </a:pPr>
            <a:r>
              <a:rPr lang="ar-SA" sz="2800" dirty="0">
                <a:latin typeface="DIN NEXT™ ARABIC LIGHT" panose="020B0303020203050203" pitchFamily="34" charset="-78"/>
                <a:cs typeface="DIN NEXT™ ARABIC LIGHT" panose="020B0303020203050203" pitchFamily="34" charset="-78"/>
              </a:rPr>
              <a:t>تصدير التصميم بالجودة والمقاس المعتمد للنشر الإلكتروني ويفضل تصديره بصيغة </a:t>
            </a:r>
            <a:r>
              <a:rPr lang="en-US" sz="2800" dirty="0">
                <a:latin typeface="DIN NEXT™ ARABIC LIGHT" panose="020B0303020203050203" pitchFamily="34" charset="-78"/>
                <a:cs typeface="DIN NEXT™ ARABIC LIGHT" panose="020B0303020203050203" pitchFamily="34" charset="-78"/>
              </a:rPr>
              <a:t>PNG</a:t>
            </a:r>
            <a:r>
              <a:rPr lang="ar-SA" sz="2800" dirty="0">
                <a:latin typeface="DIN NEXT™ ARABIC LIGHT" panose="020B0303020203050203" pitchFamily="34" charset="-78"/>
                <a:cs typeface="DIN NEXT™ ARABIC LIGHT" panose="020B0303020203050203" pitchFamily="34" charset="-78"/>
              </a:rPr>
              <a:t> للحفاظ على الدقة.</a:t>
            </a:r>
          </a:p>
        </p:txBody>
      </p:sp>
    </p:spTree>
    <p:extLst>
      <p:ext uri="{BB962C8B-B14F-4D97-AF65-F5344CB8AC3E}">
        <p14:creationId xmlns:p14="http://schemas.microsoft.com/office/powerpoint/2010/main" val="149610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F1861-EEED-4212-0C09-902F6CBCE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صورة 26">
            <a:extLst>
              <a:ext uri="{FF2B5EF4-FFF2-40B4-BE49-F238E27FC236}">
                <a16:creationId xmlns:a16="http://schemas.microsoft.com/office/drawing/2014/main" id="{120CBB95-85D9-04D1-AA8D-BF7895754A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40" y="0"/>
            <a:ext cx="10264348" cy="18288000"/>
          </a:xfrm>
          <a:prstGeom prst="rect">
            <a:avLst/>
          </a:prstGeom>
        </p:spPr>
      </p:pic>
      <p:sp>
        <p:nvSpPr>
          <p:cNvPr id="19" name="مربع نص 18">
            <a:extLst>
              <a:ext uri="{FF2B5EF4-FFF2-40B4-BE49-F238E27FC236}">
                <a16:creationId xmlns:a16="http://schemas.microsoft.com/office/drawing/2014/main" id="{0B037560-9BFE-4FCB-5E06-BB6AA9F32089}"/>
              </a:ext>
            </a:extLst>
          </p:cNvPr>
          <p:cNvSpPr txBox="1"/>
          <p:nvPr/>
        </p:nvSpPr>
        <p:spPr>
          <a:xfrm>
            <a:off x="2251926" y="8491075"/>
            <a:ext cx="5541902" cy="230832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ctr"/>
            <a:r>
              <a:rPr lang="ar-SA" sz="7200" dirty="0">
                <a:solidFill>
                  <a:schemeClr val="accent1">
                    <a:lumMod val="50000"/>
                  </a:schemeClr>
                </a:solidFill>
              </a:rPr>
              <a:t>يتم كتابة المحتوى </a:t>
            </a:r>
          </a:p>
          <a:p>
            <a:pPr algn="ctr"/>
            <a:r>
              <a:rPr lang="ar-SA" sz="7200" dirty="0">
                <a:solidFill>
                  <a:schemeClr val="accent1">
                    <a:lumMod val="50000"/>
                  </a:schemeClr>
                </a:solidFill>
              </a:rPr>
              <a:t>الإعلامي هنا </a:t>
            </a:r>
          </a:p>
        </p:txBody>
      </p:sp>
      <p:pic>
        <p:nvPicPr>
          <p:cNvPr id="20" name="صورة 19">
            <a:extLst>
              <a:ext uri="{FF2B5EF4-FFF2-40B4-BE49-F238E27FC236}">
                <a16:creationId xmlns:a16="http://schemas.microsoft.com/office/drawing/2014/main" id="{42146125-1649-ACBC-55AC-F544F95E0F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766" t="78008"/>
          <a:stretch>
            <a:fillRect/>
          </a:stretch>
        </p:blipFill>
        <p:spPr>
          <a:xfrm>
            <a:off x="6438963" y="713027"/>
            <a:ext cx="3200401" cy="1199336"/>
          </a:xfrm>
          <a:prstGeom prst="rect">
            <a:avLst/>
          </a:prstGeom>
        </p:spPr>
      </p:pic>
      <p:sp>
        <p:nvSpPr>
          <p:cNvPr id="5" name="TextBox 8">
            <a:extLst>
              <a:ext uri="{FF2B5EF4-FFF2-40B4-BE49-F238E27FC236}">
                <a16:creationId xmlns:a16="http://schemas.microsoft.com/office/drawing/2014/main" id="{AE80C9AF-B240-05E6-E119-07150BDC57FA}"/>
              </a:ext>
            </a:extLst>
          </p:cNvPr>
          <p:cNvSpPr txBox="1"/>
          <p:nvPr/>
        </p:nvSpPr>
        <p:spPr>
          <a:xfrm>
            <a:off x="-517458" y="17373734"/>
            <a:ext cx="55387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SA" sz="2800" dirty="0">
                <a:solidFill>
                  <a:schemeClr val="accent1">
                    <a:lumMod val="75000"/>
                  </a:schemeClr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اسم الإدارة أو المنشأة التدريبية </a:t>
            </a:r>
            <a:endParaRPr lang="en-US" sz="2800" dirty="0">
              <a:solidFill>
                <a:schemeClr val="accent1">
                  <a:lumMod val="75000"/>
                </a:schemeClr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pic>
        <p:nvPicPr>
          <p:cNvPr id="7" name="صورة 6">
            <a:extLst>
              <a:ext uri="{FF2B5EF4-FFF2-40B4-BE49-F238E27FC236}">
                <a16:creationId xmlns:a16="http://schemas.microsoft.com/office/drawing/2014/main" id="{6A44F156-115D-1DA6-2468-D29EF8CE037F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68000"/>
                    </a14:imgEffect>
                    <a14:imgEffect>
                      <a14:brightnessContrast bright="-4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31" t="-4736" r="59661" b="42116"/>
          <a:stretch>
            <a:fillRect/>
          </a:stretch>
        </p:blipFill>
        <p:spPr>
          <a:xfrm>
            <a:off x="439505" y="15880652"/>
            <a:ext cx="9849083" cy="1493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51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صورة 13">
            <a:extLst>
              <a:ext uri="{FF2B5EF4-FFF2-40B4-BE49-F238E27FC236}">
                <a16:creationId xmlns:a16="http://schemas.microsoft.com/office/drawing/2014/main" id="{99D9B484-EDC0-3B88-DA1C-6473926085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5" r="3050"/>
          <a:stretch>
            <a:fillRect/>
          </a:stretch>
        </p:blipFill>
        <p:spPr>
          <a:xfrm>
            <a:off x="0" y="0"/>
            <a:ext cx="10288588" cy="18288000"/>
          </a:xfrm>
          <a:prstGeom prst="rect">
            <a:avLst/>
          </a:prstGeom>
        </p:spPr>
      </p:pic>
      <p:sp>
        <p:nvSpPr>
          <p:cNvPr id="10" name="مربع نص 9">
            <a:extLst>
              <a:ext uri="{FF2B5EF4-FFF2-40B4-BE49-F238E27FC236}">
                <a16:creationId xmlns:a16="http://schemas.microsoft.com/office/drawing/2014/main" id="{84D31C03-41EA-73F5-A1C5-A34A03A818F7}"/>
              </a:ext>
            </a:extLst>
          </p:cNvPr>
          <p:cNvSpPr txBox="1"/>
          <p:nvPr/>
        </p:nvSpPr>
        <p:spPr>
          <a:xfrm>
            <a:off x="2251926" y="8491075"/>
            <a:ext cx="5541902" cy="230832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ctr"/>
            <a:r>
              <a:rPr lang="ar-SA" sz="7200" dirty="0">
                <a:solidFill>
                  <a:schemeClr val="bg1"/>
                </a:solidFill>
              </a:rPr>
              <a:t>يتم كتابة المحتوى </a:t>
            </a:r>
          </a:p>
          <a:p>
            <a:pPr algn="ctr"/>
            <a:r>
              <a:rPr lang="ar-SA" sz="7200" dirty="0">
                <a:solidFill>
                  <a:schemeClr val="bg1"/>
                </a:solidFill>
              </a:rPr>
              <a:t>الإعلامي هنا </a:t>
            </a:r>
          </a:p>
        </p:txBody>
      </p:sp>
      <p:pic>
        <p:nvPicPr>
          <p:cNvPr id="15" name="صورة 14">
            <a:extLst>
              <a:ext uri="{FF2B5EF4-FFF2-40B4-BE49-F238E27FC236}">
                <a16:creationId xmlns:a16="http://schemas.microsoft.com/office/drawing/2014/main" id="{2C734A7A-BB6F-A1D3-A7C9-2C50044891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6564" y="466641"/>
            <a:ext cx="3151153" cy="1071665"/>
          </a:xfrm>
          <a:prstGeom prst="rect">
            <a:avLst/>
          </a:prstGeom>
        </p:spPr>
      </p:pic>
      <p:sp>
        <p:nvSpPr>
          <p:cNvPr id="4" name="TextBox 8">
            <a:extLst>
              <a:ext uri="{FF2B5EF4-FFF2-40B4-BE49-F238E27FC236}">
                <a16:creationId xmlns:a16="http://schemas.microsoft.com/office/drawing/2014/main" id="{921D8A06-4008-42CA-C37D-62A6B06ACE11}"/>
              </a:ext>
            </a:extLst>
          </p:cNvPr>
          <p:cNvSpPr txBox="1"/>
          <p:nvPr/>
        </p:nvSpPr>
        <p:spPr>
          <a:xfrm>
            <a:off x="-517458" y="17373734"/>
            <a:ext cx="55387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SA" sz="2800" dirty="0">
                <a:solidFill>
                  <a:schemeClr val="bg1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اسم الإدارة أو المنشأة التدريبية </a:t>
            </a:r>
            <a:endParaRPr lang="en-US" sz="2800" dirty="0">
              <a:solidFill>
                <a:schemeClr val="bg1"/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15847641-44C3-96CE-B781-F62BA7192D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1" t="-4736" r="59661" b="42116"/>
          <a:stretch>
            <a:fillRect/>
          </a:stretch>
        </p:blipFill>
        <p:spPr>
          <a:xfrm>
            <a:off x="439505" y="15880652"/>
            <a:ext cx="9849083" cy="1493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628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FB040-4E10-3897-167C-B67E113E4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C065794B-C59E-007B-DD31-46655E433B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431"/>
            <a:ext cx="10288588" cy="18219138"/>
          </a:xfrm>
          <a:prstGeom prst="rect">
            <a:avLst/>
          </a:prstGeom>
        </p:spPr>
      </p:pic>
      <p:sp>
        <p:nvSpPr>
          <p:cNvPr id="10" name="مربع نص 9">
            <a:extLst>
              <a:ext uri="{FF2B5EF4-FFF2-40B4-BE49-F238E27FC236}">
                <a16:creationId xmlns:a16="http://schemas.microsoft.com/office/drawing/2014/main" id="{407BF595-E782-A336-56FF-4934B3244336}"/>
              </a:ext>
            </a:extLst>
          </p:cNvPr>
          <p:cNvSpPr txBox="1"/>
          <p:nvPr/>
        </p:nvSpPr>
        <p:spPr>
          <a:xfrm>
            <a:off x="2251926" y="8491075"/>
            <a:ext cx="5541902" cy="230832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ctr"/>
            <a:r>
              <a:rPr lang="ar-SA" sz="7200" dirty="0">
                <a:solidFill>
                  <a:schemeClr val="bg1"/>
                </a:solidFill>
              </a:rPr>
              <a:t>يتم كتابة المحتوى </a:t>
            </a:r>
          </a:p>
          <a:p>
            <a:pPr algn="ctr"/>
            <a:r>
              <a:rPr lang="ar-SA" sz="7200" dirty="0">
                <a:solidFill>
                  <a:schemeClr val="bg1"/>
                </a:solidFill>
              </a:rPr>
              <a:t>الإعلامي هنا </a:t>
            </a:r>
          </a:p>
        </p:txBody>
      </p:sp>
      <p:pic>
        <p:nvPicPr>
          <p:cNvPr id="15" name="صورة 14">
            <a:extLst>
              <a:ext uri="{FF2B5EF4-FFF2-40B4-BE49-F238E27FC236}">
                <a16:creationId xmlns:a16="http://schemas.microsoft.com/office/drawing/2014/main" id="{08CAF6A2-3B2A-D959-2239-E47AAF6EA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6564" y="466641"/>
            <a:ext cx="3151153" cy="1071665"/>
          </a:xfrm>
          <a:prstGeom prst="rect">
            <a:avLst/>
          </a:prstGeom>
        </p:spPr>
      </p:pic>
      <p:sp>
        <p:nvSpPr>
          <p:cNvPr id="6" name="TextBox 8">
            <a:extLst>
              <a:ext uri="{FF2B5EF4-FFF2-40B4-BE49-F238E27FC236}">
                <a16:creationId xmlns:a16="http://schemas.microsoft.com/office/drawing/2014/main" id="{9E71216B-36F5-A4F3-837F-1B17703F3A6D}"/>
              </a:ext>
            </a:extLst>
          </p:cNvPr>
          <p:cNvSpPr txBox="1"/>
          <p:nvPr/>
        </p:nvSpPr>
        <p:spPr>
          <a:xfrm>
            <a:off x="-517458" y="17373734"/>
            <a:ext cx="55387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SA" sz="2800" dirty="0">
                <a:solidFill>
                  <a:schemeClr val="bg1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اسم الإدارة أو المنشأة التدريبية </a:t>
            </a:r>
            <a:endParaRPr lang="en-US" sz="2800" dirty="0">
              <a:solidFill>
                <a:schemeClr val="bg1"/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pic>
        <p:nvPicPr>
          <p:cNvPr id="8" name="صورة 7">
            <a:extLst>
              <a:ext uri="{FF2B5EF4-FFF2-40B4-BE49-F238E27FC236}">
                <a16:creationId xmlns:a16="http://schemas.microsoft.com/office/drawing/2014/main" id="{708DFF4D-04B6-E549-E3B5-B209BD0634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1" t="-4736" r="59661" b="42116"/>
          <a:stretch>
            <a:fillRect/>
          </a:stretch>
        </p:blipFill>
        <p:spPr>
          <a:xfrm>
            <a:off x="439505" y="15880652"/>
            <a:ext cx="9849083" cy="1493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539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F2693-80B0-4583-2F68-BBFE46397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435427B0-45B0-F276-80A7-D637339828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22"/>
          <a:stretch>
            <a:fillRect/>
          </a:stretch>
        </p:blipFill>
        <p:spPr>
          <a:xfrm>
            <a:off x="0" y="-177800"/>
            <a:ext cx="10288588" cy="18465799"/>
          </a:xfrm>
          <a:prstGeom prst="rect">
            <a:avLst/>
          </a:prstGeom>
        </p:spPr>
      </p:pic>
      <p:sp>
        <p:nvSpPr>
          <p:cNvPr id="10" name="مربع نص 9">
            <a:extLst>
              <a:ext uri="{FF2B5EF4-FFF2-40B4-BE49-F238E27FC236}">
                <a16:creationId xmlns:a16="http://schemas.microsoft.com/office/drawing/2014/main" id="{15D5B38E-C476-CC5A-AA53-1D92E3886498}"/>
              </a:ext>
            </a:extLst>
          </p:cNvPr>
          <p:cNvSpPr txBox="1"/>
          <p:nvPr/>
        </p:nvSpPr>
        <p:spPr>
          <a:xfrm>
            <a:off x="2251926" y="8491075"/>
            <a:ext cx="5541902" cy="230832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ctr"/>
            <a:r>
              <a:rPr lang="ar-SA" sz="7200" dirty="0">
                <a:solidFill>
                  <a:schemeClr val="bg1"/>
                </a:solidFill>
              </a:rPr>
              <a:t>يتم كتابة المحتوى </a:t>
            </a:r>
          </a:p>
          <a:p>
            <a:pPr algn="ctr"/>
            <a:r>
              <a:rPr lang="ar-SA" sz="7200" dirty="0">
                <a:solidFill>
                  <a:schemeClr val="bg1"/>
                </a:solidFill>
              </a:rPr>
              <a:t>الإعلامي هنا </a:t>
            </a:r>
          </a:p>
        </p:txBody>
      </p:sp>
      <p:pic>
        <p:nvPicPr>
          <p:cNvPr id="15" name="صورة 14">
            <a:extLst>
              <a:ext uri="{FF2B5EF4-FFF2-40B4-BE49-F238E27FC236}">
                <a16:creationId xmlns:a16="http://schemas.microsoft.com/office/drawing/2014/main" id="{A118AFC9-84B7-4A23-B3A6-E005FA4EA8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6564" y="466641"/>
            <a:ext cx="3151153" cy="1071665"/>
          </a:xfrm>
          <a:prstGeom prst="rect">
            <a:avLst/>
          </a:prstGeom>
        </p:spPr>
      </p:pic>
      <p:sp>
        <p:nvSpPr>
          <p:cNvPr id="6" name="TextBox 8">
            <a:extLst>
              <a:ext uri="{FF2B5EF4-FFF2-40B4-BE49-F238E27FC236}">
                <a16:creationId xmlns:a16="http://schemas.microsoft.com/office/drawing/2014/main" id="{34EF586A-36DD-8AFD-7BC1-6AD88B9B7492}"/>
              </a:ext>
            </a:extLst>
          </p:cNvPr>
          <p:cNvSpPr txBox="1"/>
          <p:nvPr/>
        </p:nvSpPr>
        <p:spPr>
          <a:xfrm>
            <a:off x="-517458" y="17373734"/>
            <a:ext cx="55387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SA" sz="2800" dirty="0">
                <a:solidFill>
                  <a:schemeClr val="bg1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اسم الإدارة أو المنشأة التدريبية </a:t>
            </a:r>
            <a:endParaRPr lang="en-US" sz="2800" dirty="0">
              <a:solidFill>
                <a:schemeClr val="bg1"/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pic>
        <p:nvPicPr>
          <p:cNvPr id="8" name="صورة 7">
            <a:extLst>
              <a:ext uri="{FF2B5EF4-FFF2-40B4-BE49-F238E27FC236}">
                <a16:creationId xmlns:a16="http://schemas.microsoft.com/office/drawing/2014/main" id="{5A517B02-2BCB-AACE-0897-AF4AF73133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1" t="-4736" r="59661" b="42116"/>
          <a:stretch>
            <a:fillRect/>
          </a:stretch>
        </p:blipFill>
        <p:spPr>
          <a:xfrm>
            <a:off x="439505" y="15880652"/>
            <a:ext cx="9849083" cy="1493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789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C2960-83A3-8816-1202-50FA659FC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23187CA5-5D2D-9DFB-7C9D-F1B29EA2A9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7" r="2469" b="5215"/>
          <a:stretch>
            <a:fillRect/>
          </a:stretch>
        </p:blipFill>
        <p:spPr>
          <a:xfrm>
            <a:off x="-56836" y="0"/>
            <a:ext cx="10345424" cy="18287999"/>
          </a:xfrm>
          <a:prstGeom prst="rect">
            <a:avLst/>
          </a:prstGeom>
        </p:spPr>
      </p:pic>
      <p:sp>
        <p:nvSpPr>
          <p:cNvPr id="10" name="مربع نص 9">
            <a:extLst>
              <a:ext uri="{FF2B5EF4-FFF2-40B4-BE49-F238E27FC236}">
                <a16:creationId xmlns:a16="http://schemas.microsoft.com/office/drawing/2014/main" id="{9E06977F-5585-63C3-FFF1-CDA18631521D}"/>
              </a:ext>
            </a:extLst>
          </p:cNvPr>
          <p:cNvSpPr txBox="1"/>
          <p:nvPr/>
        </p:nvSpPr>
        <p:spPr>
          <a:xfrm>
            <a:off x="2251926" y="8491075"/>
            <a:ext cx="5541902" cy="230832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ctr"/>
            <a:r>
              <a:rPr lang="ar-SA" sz="7200" dirty="0">
                <a:solidFill>
                  <a:schemeClr val="bg1"/>
                </a:solidFill>
              </a:rPr>
              <a:t>يتم كتابة المحتوى </a:t>
            </a:r>
          </a:p>
          <a:p>
            <a:pPr algn="ctr"/>
            <a:r>
              <a:rPr lang="ar-SA" sz="7200" dirty="0">
                <a:solidFill>
                  <a:schemeClr val="bg1"/>
                </a:solidFill>
              </a:rPr>
              <a:t>الإعلامي هنا </a:t>
            </a:r>
          </a:p>
        </p:txBody>
      </p:sp>
      <p:pic>
        <p:nvPicPr>
          <p:cNvPr id="15" name="صورة 14">
            <a:extLst>
              <a:ext uri="{FF2B5EF4-FFF2-40B4-BE49-F238E27FC236}">
                <a16:creationId xmlns:a16="http://schemas.microsoft.com/office/drawing/2014/main" id="{A7D02319-681C-C037-665B-6348A346FF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6564" y="466641"/>
            <a:ext cx="3151153" cy="1071665"/>
          </a:xfrm>
          <a:prstGeom prst="rect">
            <a:avLst/>
          </a:prstGeom>
        </p:spPr>
      </p:pic>
      <p:sp>
        <p:nvSpPr>
          <p:cNvPr id="6" name="TextBox 8">
            <a:extLst>
              <a:ext uri="{FF2B5EF4-FFF2-40B4-BE49-F238E27FC236}">
                <a16:creationId xmlns:a16="http://schemas.microsoft.com/office/drawing/2014/main" id="{40BFAF30-DB72-34A2-2D90-60B6E1D7BCD5}"/>
              </a:ext>
            </a:extLst>
          </p:cNvPr>
          <p:cNvSpPr txBox="1"/>
          <p:nvPr/>
        </p:nvSpPr>
        <p:spPr>
          <a:xfrm>
            <a:off x="-517458" y="17373734"/>
            <a:ext cx="55387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SA" sz="2800" dirty="0">
                <a:solidFill>
                  <a:schemeClr val="bg1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اسم الإدارة أو المنشأة التدريبية </a:t>
            </a:r>
            <a:endParaRPr lang="en-US" sz="2800" dirty="0">
              <a:solidFill>
                <a:schemeClr val="bg1"/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pic>
        <p:nvPicPr>
          <p:cNvPr id="8" name="صورة 7">
            <a:extLst>
              <a:ext uri="{FF2B5EF4-FFF2-40B4-BE49-F238E27FC236}">
                <a16:creationId xmlns:a16="http://schemas.microsoft.com/office/drawing/2014/main" id="{B1FACEFD-CDE0-678F-E04A-D83EF1A7B5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1" t="-4736" r="59661" b="42116"/>
          <a:stretch>
            <a:fillRect/>
          </a:stretch>
        </p:blipFill>
        <p:spPr>
          <a:xfrm>
            <a:off x="439505" y="15880652"/>
            <a:ext cx="9849083" cy="1493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519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AEADF-F979-6B95-CBC4-C15258DC6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84AE0D32-0A5A-9505-F264-DBC03EC5FE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22"/>
          <a:stretch>
            <a:fillRect/>
          </a:stretch>
        </p:blipFill>
        <p:spPr>
          <a:xfrm>
            <a:off x="0" y="3539"/>
            <a:ext cx="10288588" cy="18280922"/>
          </a:xfrm>
          <a:prstGeom prst="rect">
            <a:avLst/>
          </a:prstGeom>
        </p:spPr>
      </p:pic>
      <p:sp>
        <p:nvSpPr>
          <p:cNvPr id="10" name="مربع نص 9">
            <a:extLst>
              <a:ext uri="{FF2B5EF4-FFF2-40B4-BE49-F238E27FC236}">
                <a16:creationId xmlns:a16="http://schemas.microsoft.com/office/drawing/2014/main" id="{965916E0-2853-5029-01E4-D658AEDC65B7}"/>
              </a:ext>
            </a:extLst>
          </p:cNvPr>
          <p:cNvSpPr txBox="1"/>
          <p:nvPr/>
        </p:nvSpPr>
        <p:spPr>
          <a:xfrm>
            <a:off x="2251926" y="8491075"/>
            <a:ext cx="5541902" cy="230832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ctr"/>
            <a:r>
              <a:rPr lang="ar-SA" sz="7200" dirty="0">
                <a:solidFill>
                  <a:schemeClr val="bg1"/>
                </a:solidFill>
              </a:rPr>
              <a:t>يتم كتابة المحتوى </a:t>
            </a:r>
          </a:p>
          <a:p>
            <a:pPr algn="ctr"/>
            <a:r>
              <a:rPr lang="ar-SA" sz="7200" dirty="0">
                <a:solidFill>
                  <a:schemeClr val="bg1"/>
                </a:solidFill>
              </a:rPr>
              <a:t>الإعلامي هنا </a:t>
            </a:r>
          </a:p>
        </p:txBody>
      </p:sp>
      <p:pic>
        <p:nvPicPr>
          <p:cNvPr id="15" name="صورة 14">
            <a:extLst>
              <a:ext uri="{FF2B5EF4-FFF2-40B4-BE49-F238E27FC236}">
                <a16:creationId xmlns:a16="http://schemas.microsoft.com/office/drawing/2014/main" id="{0EFF1A19-82F7-D577-7483-1EE9D9459D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6564" y="466641"/>
            <a:ext cx="3151153" cy="1071665"/>
          </a:xfrm>
          <a:prstGeom prst="rect">
            <a:avLst/>
          </a:prstGeom>
        </p:spPr>
      </p:pic>
      <p:pic>
        <p:nvPicPr>
          <p:cNvPr id="16" name="صورة 15">
            <a:extLst>
              <a:ext uri="{FF2B5EF4-FFF2-40B4-BE49-F238E27FC236}">
                <a16:creationId xmlns:a16="http://schemas.microsoft.com/office/drawing/2014/main" id="{CB5D0401-09F7-4308-E592-FC9496B851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30" t="2932"/>
          <a:stretch>
            <a:fillRect/>
          </a:stretch>
        </p:blipFill>
        <p:spPr>
          <a:xfrm flipV="1">
            <a:off x="6369009" y="17125581"/>
            <a:ext cx="7045221" cy="149949"/>
          </a:xfrm>
          <a:prstGeom prst="rect">
            <a:avLst/>
          </a:prstGeom>
        </p:spPr>
      </p:pic>
      <p:sp>
        <p:nvSpPr>
          <p:cNvPr id="17" name="عنوان 1">
            <a:extLst>
              <a:ext uri="{FF2B5EF4-FFF2-40B4-BE49-F238E27FC236}">
                <a16:creationId xmlns:a16="http://schemas.microsoft.com/office/drawing/2014/main" id="{9786C9FC-FB24-7439-F457-184FCF540B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449" y="17477700"/>
            <a:ext cx="5680363" cy="625535"/>
          </a:xfrm>
        </p:spPr>
        <p:txBody>
          <a:bodyPr>
            <a:normAutofit/>
          </a:bodyPr>
          <a:lstStyle/>
          <a:p>
            <a:r>
              <a:rPr lang="ar-SA" sz="3200" dirty="0">
                <a:solidFill>
                  <a:schemeClr val="bg1"/>
                </a:solidFill>
                <a:latin typeface="DIN Next LT Arabic Light" panose="020B0303020203050203" pitchFamily="34" charset="-78"/>
                <a:cs typeface="DIN Next LT Arabic Light" panose="020B0303020203050203" pitchFamily="34" charset="-78"/>
              </a:rPr>
              <a:t>هنا يتم كتابة اسم الإدارة أو المنشأة</a:t>
            </a:r>
          </a:p>
        </p:txBody>
      </p:sp>
      <p:pic>
        <p:nvPicPr>
          <p:cNvPr id="18" name="صورة 17">
            <a:extLst>
              <a:ext uri="{FF2B5EF4-FFF2-40B4-BE49-F238E27FC236}">
                <a16:creationId xmlns:a16="http://schemas.microsoft.com/office/drawing/2014/main" id="{58BD9F66-E2B1-2AEC-4657-2CB93EBDB7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83" r="67710"/>
          <a:stretch>
            <a:fillRect/>
          </a:stretch>
        </p:blipFill>
        <p:spPr>
          <a:xfrm>
            <a:off x="4720474" y="17078236"/>
            <a:ext cx="1493698" cy="219076"/>
          </a:xfrm>
          <a:prstGeom prst="rect">
            <a:avLst/>
          </a:prstGeom>
        </p:spPr>
      </p:pic>
      <p:pic>
        <p:nvPicPr>
          <p:cNvPr id="19" name="صورة 18">
            <a:extLst>
              <a:ext uri="{FF2B5EF4-FFF2-40B4-BE49-F238E27FC236}">
                <a16:creationId xmlns:a16="http://schemas.microsoft.com/office/drawing/2014/main" id="{C104CADC-A2D5-A5D1-FF47-BA6673587E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33" t="-26468" r="76298" b="-2950"/>
          <a:stretch>
            <a:fillRect/>
          </a:stretch>
        </p:blipFill>
        <p:spPr>
          <a:xfrm>
            <a:off x="3322250" y="17014986"/>
            <a:ext cx="1416455" cy="290373"/>
          </a:xfrm>
          <a:prstGeom prst="rect">
            <a:avLst/>
          </a:prstGeom>
        </p:spPr>
      </p:pic>
      <p:pic>
        <p:nvPicPr>
          <p:cNvPr id="20" name="صورة 19">
            <a:extLst>
              <a:ext uri="{FF2B5EF4-FFF2-40B4-BE49-F238E27FC236}">
                <a16:creationId xmlns:a16="http://schemas.microsoft.com/office/drawing/2014/main" id="{4BD71688-931F-F9A7-869B-C43EEBD981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1" r="84386" b="-6107"/>
          <a:stretch>
            <a:fillRect/>
          </a:stretch>
        </p:blipFill>
        <p:spPr>
          <a:xfrm>
            <a:off x="2056052" y="17081697"/>
            <a:ext cx="1307448" cy="223662"/>
          </a:xfrm>
          <a:prstGeom prst="rect">
            <a:avLst/>
          </a:prstGeom>
        </p:spPr>
      </p:pic>
      <p:pic>
        <p:nvPicPr>
          <p:cNvPr id="21" name="صورة 20">
            <a:extLst>
              <a:ext uri="{FF2B5EF4-FFF2-40B4-BE49-F238E27FC236}">
                <a16:creationId xmlns:a16="http://schemas.microsoft.com/office/drawing/2014/main" id="{19741B94-58E4-8B48-B68A-1130FD08CD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" t="-6312" r="98870" b="-23105"/>
          <a:stretch>
            <a:fillRect/>
          </a:stretch>
        </p:blipFill>
        <p:spPr>
          <a:xfrm>
            <a:off x="513520" y="17047223"/>
            <a:ext cx="185558" cy="292610"/>
          </a:xfrm>
          <a:prstGeom prst="rect">
            <a:avLst/>
          </a:prstGeom>
        </p:spPr>
      </p:pic>
      <p:sp>
        <p:nvSpPr>
          <p:cNvPr id="22" name="عنوان 1">
            <a:extLst>
              <a:ext uri="{FF2B5EF4-FFF2-40B4-BE49-F238E27FC236}">
                <a16:creationId xmlns:a16="http://schemas.microsoft.com/office/drawing/2014/main" id="{BB096C4C-3F7E-881B-6473-B0586EF8BF1F}"/>
              </a:ext>
            </a:extLst>
          </p:cNvPr>
          <p:cNvSpPr txBox="1">
            <a:spLocks/>
          </p:cNvSpPr>
          <p:nvPr/>
        </p:nvSpPr>
        <p:spPr>
          <a:xfrm>
            <a:off x="430449" y="16965053"/>
            <a:ext cx="1921163" cy="31047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2381372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1562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ar-SA" sz="1000" dirty="0">
                <a:solidFill>
                  <a:schemeClr val="bg1"/>
                </a:solidFill>
                <a:latin typeface="DIN Next LT Arabic Light" panose="020B0303020203050203" pitchFamily="34" charset="-78"/>
                <a:cs typeface="DIN Next LT Arabic Light" panose="020B0303020203050203" pitchFamily="34" charset="-78"/>
              </a:rPr>
              <a:t>كتابة حساب الإدارة أو المنشأة</a:t>
            </a:r>
          </a:p>
        </p:txBody>
      </p:sp>
    </p:spTree>
    <p:extLst>
      <p:ext uri="{BB962C8B-B14F-4D97-AF65-F5344CB8AC3E}">
        <p14:creationId xmlns:p14="http://schemas.microsoft.com/office/powerpoint/2010/main" val="977007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0BA6B-3B84-E8E7-6243-26B6A1FD5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19CA59E0-8800-9633-02C5-EFE6F271DC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22"/>
          <a:stretch>
            <a:fillRect/>
          </a:stretch>
        </p:blipFill>
        <p:spPr>
          <a:xfrm>
            <a:off x="0" y="3539"/>
            <a:ext cx="10288588" cy="18280922"/>
          </a:xfrm>
          <a:prstGeom prst="rect">
            <a:avLst/>
          </a:prstGeom>
        </p:spPr>
      </p:pic>
      <p:pic>
        <p:nvPicPr>
          <p:cNvPr id="15" name="صورة 14">
            <a:extLst>
              <a:ext uri="{FF2B5EF4-FFF2-40B4-BE49-F238E27FC236}">
                <a16:creationId xmlns:a16="http://schemas.microsoft.com/office/drawing/2014/main" id="{9CD7F9A8-7780-8ECB-3C59-E8D2447094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6564" y="466641"/>
            <a:ext cx="3151153" cy="1071665"/>
          </a:xfrm>
          <a:prstGeom prst="rect">
            <a:avLst/>
          </a:prstGeom>
        </p:spPr>
      </p:pic>
      <p:pic>
        <p:nvPicPr>
          <p:cNvPr id="11" name="صورة 10">
            <a:extLst>
              <a:ext uri="{FF2B5EF4-FFF2-40B4-BE49-F238E27FC236}">
                <a16:creationId xmlns:a16="http://schemas.microsoft.com/office/drawing/2014/main" id="{47A3551D-1B3A-16F5-EAD6-1EBFBE6AD3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601"/>
          <a:stretch>
            <a:fillRect/>
          </a:stretch>
        </p:blipFill>
        <p:spPr>
          <a:xfrm>
            <a:off x="139934" y="-38311"/>
            <a:ext cx="10654778" cy="16801195"/>
          </a:xfrm>
          <a:prstGeom prst="rect">
            <a:avLst/>
          </a:prstGeom>
        </p:spPr>
      </p:pic>
      <p:pic>
        <p:nvPicPr>
          <p:cNvPr id="13" name="صورة 12">
            <a:extLst>
              <a:ext uri="{FF2B5EF4-FFF2-40B4-BE49-F238E27FC236}">
                <a16:creationId xmlns:a16="http://schemas.microsoft.com/office/drawing/2014/main" id="{0521B2A8-FC6F-2EA8-A4F2-4C7027F1FF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1151" y="2001408"/>
            <a:ext cx="5806286" cy="3808649"/>
          </a:xfrm>
          <a:prstGeom prst="rect">
            <a:avLst/>
          </a:prstGeom>
        </p:spPr>
      </p:pic>
      <p:sp>
        <p:nvSpPr>
          <p:cNvPr id="6" name="TextBox 8">
            <a:extLst>
              <a:ext uri="{FF2B5EF4-FFF2-40B4-BE49-F238E27FC236}">
                <a16:creationId xmlns:a16="http://schemas.microsoft.com/office/drawing/2014/main" id="{9A1B56ED-A5CA-29C9-E035-D70B3205B35F}"/>
              </a:ext>
            </a:extLst>
          </p:cNvPr>
          <p:cNvSpPr txBox="1"/>
          <p:nvPr/>
        </p:nvSpPr>
        <p:spPr>
          <a:xfrm>
            <a:off x="-517458" y="17551275"/>
            <a:ext cx="55387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SA" sz="2800" dirty="0">
                <a:solidFill>
                  <a:schemeClr val="bg1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اسم الإدارة أو المنشأة التدريبية </a:t>
            </a:r>
            <a:endParaRPr lang="en-US" sz="2800" dirty="0">
              <a:solidFill>
                <a:schemeClr val="bg1"/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pic>
        <p:nvPicPr>
          <p:cNvPr id="8" name="صورة 7">
            <a:extLst>
              <a:ext uri="{FF2B5EF4-FFF2-40B4-BE49-F238E27FC236}">
                <a16:creationId xmlns:a16="http://schemas.microsoft.com/office/drawing/2014/main" id="{CFA019E6-0FC3-83FF-9DB0-7C0A5BAB91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1" t="-4736" r="59661" b="42116"/>
          <a:stretch>
            <a:fillRect/>
          </a:stretch>
        </p:blipFill>
        <p:spPr>
          <a:xfrm>
            <a:off x="439505" y="16058193"/>
            <a:ext cx="9849083" cy="1493082"/>
          </a:xfrm>
          <a:prstGeom prst="rect">
            <a:avLst/>
          </a:prstGeom>
        </p:spPr>
      </p:pic>
      <p:sp>
        <p:nvSpPr>
          <p:cNvPr id="14" name="TextBox 8">
            <a:extLst>
              <a:ext uri="{FF2B5EF4-FFF2-40B4-BE49-F238E27FC236}">
                <a16:creationId xmlns:a16="http://schemas.microsoft.com/office/drawing/2014/main" id="{A66C9F6A-E718-70BA-77F0-3BC3675D64BA}"/>
              </a:ext>
            </a:extLst>
          </p:cNvPr>
          <p:cNvSpPr txBox="1"/>
          <p:nvPr/>
        </p:nvSpPr>
        <p:spPr>
          <a:xfrm>
            <a:off x="5144294" y="8626949"/>
            <a:ext cx="40499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SA" sz="2800" dirty="0">
                <a:solidFill>
                  <a:schemeClr val="bg1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شعار الإدارة أو المنشأة  </a:t>
            </a:r>
            <a:endParaRPr lang="en-US" sz="2800" dirty="0">
              <a:solidFill>
                <a:schemeClr val="bg1"/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sp>
        <p:nvSpPr>
          <p:cNvPr id="24" name="TextBox 8">
            <a:extLst>
              <a:ext uri="{FF2B5EF4-FFF2-40B4-BE49-F238E27FC236}">
                <a16:creationId xmlns:a16="http://schemas.microsoft.com/office/drawing/2014/main" id="{BC7F8C19-6172-8E25-7CB7-03FAB4DCE6BF}"/>
              </a:ext>
            </a:extLst>
          </p:cNvPr>
          <p:cNvSpPr txBox="1"/>
          <p:nvPr/>
        </p:nvSpPr>
        <p:spPr>
          <a:xfrm>
            <a:off x="1150730" y="8620780"/>
            <a:ext cx="27693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SA" sz="2800" dirty="0">
                <a:solidFill>
                  <a:schemeClr val="bg1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شعار الجهة </a:t>
            </a:r>
            <a:endParaRPr lang="en-US" sz="2800" dirty="0">
              <a:solidFill>
                <a:schemeClr val="bg1"/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933198759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نسق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نسق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نسق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3277</TotalTime>
  <Words>144</Words>
  <Application>Microsoft Office PowerPoint</Application>
  <PresentationFormat>مخصص</PresentationFormat>
  <Paragraphs>30</Paragraphs>
  <Slides>8</Slides>
  <Notes>1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6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DIN Next LT Arabic</vt:lpstr>
      <vt:lpstr>DIN Next LT Arabic Light</vt:lpstr>
      <vt:lpstr>DIN NEXT™ ARABIC LIGHT</vt:lpstr>
      <vt:lpstr>نسق Office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هنا يتم كتابة اسم الإدارة أو المنشأة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زكريا البشري</dc:creator>
  <cp:lastModifiedBy>زكريا مرزوق البشري</cp:lastModifiedBy>
  <cp:revision>5</cp:revision>
  <dcterms:created xsi:type="dcterms:W3CDTF">2026-06-30T14:11:38Z</dcterms:created>
  <dcterms:modified xsi:type="dcterms:W3CDTF">2026-07-14T07:46:16Z</dcterms:modified>
</cp:coreProperties>
</file>