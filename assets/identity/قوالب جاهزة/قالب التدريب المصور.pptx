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05b367f34b2c4354"/><Relationship Type="http://schemas.openxmlformats.org/officeDocument/2006/relationships/extended-properties" Target="/docProps/app.xml" Id="R8114a743a016497e"/><Relationship Type="http://schemas.openxmlformats.org/officeDocument/2006/relationships/officeDocument" Target="/ppt/presentation.xml" Id="R69d0b180ff864e40"/></Relationships>
</file>

<file path=ppt/presentation.xml><?xml version="1.0" encoding="utf-8"?>
<p:presentation xmlns:p="http://schemas.openxmlformats.org/presentationml/2006/main" xmlns:r="http://schemas.openxmlformats.org/officeDocument/2006/relationships" rtl="1">
  <p:sldMasterIdLst>
    <p:sldMasterId id="2147483648" r:id="Rabc18d2440914fce"/>
  </p:sldMasterIdLst>
  <p:sldIdLst>
    <p:sldId id="257" r:id="rIdTemplate1"/>
    <p:sldId id="258" r:id="rIdTemplate2"/>
    <p:sldId id="259" r:id="rIdTemplate3"/>
    <p:sldId id="260" r:id="rIdTemplate4"/>
    <p:sldId id="261" r:id="rIdTemplate5"/>
    <p:sldId id="262" r:id="rIdTemplat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ce20365fa242434c"/><Relationship Type="http://schemas.openxmlformats.org/officeDocument/2006/relationships/slideMaster" Target="/ppt/slideMasters/slideMaster1.xml" Id="Rabc18d2440914fce"/><Relationship Type="http://schemas.openxmlformats.org/officeDocument/2006/relationships/presProps" Target="/ppt/presProps.xml" Id="R46999b362d5b4421"/><Relationship Type="http://schemas.openxmlformats.org/officeDocument/2006/relationships/tableStyles" Target="/ppt/tableStyles.xml" Id="R51932ad9666d475f"/><Relationship Id="rIdTemplate1" Type="http://schemas.openxmlformats.org/officeDocument/2006/relationships/slide" Target="slides/slide1.xml"/><Relationship Id="rIdTemplate2" Type="http://schemas.openxmlformats.org/officeDocument/2006/relationships/slide" Target="slides/slide2.xml"/><Relationship Id="rIdTemplate3" Type="http://schemas.openxmlformats.org/officeDocument/2006/relationships/slide" Target="slides/slide3.xml"/><Relationship Id="rIdTemplate4" Type="http://schemas.openxmlformats.org/officeDocument/2006/relationships/slide" Target="slides/slide4.xml"/><Relationship Id="rIdTemplate5" Type="http://schemas.openxmlformats.org/officeDocument/2006/relationships/slide" Target="slides/slide5.xml"/><Relationship Id="rIdTemplate6" Type="http://schemas.openxmlformats.org/officeDocument/2006/relationships/slide" Target="slides/slide6.xml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7b097c0b542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8a71188ab4415" /><Relationship Type="http://schemas.openxmlformats.org/officeDocument/2006/relationships/slideLayout" Target="/ppt/slideLayouts/slideLayout1.xml" Id="Rf24807d8a1844c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807d8a1844c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ac0a369c9ec4bcd"/><Relationship Type="http://schemas.openxmlformats.org/officeDocument/2006/relationships/image" Target="/ppt/media/image.png" Id="R34848714e3364a90"/><Relationship Type="http://schemas.openxmlformats.org/officeDocument/2006/relationships/image" Target="/ppt/media/image2.png" Id="R6ceaa023543047ac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ca92a0aedac4daf"/><Relationship Type="http://schemas.openxmlformats.org/officeDocument/2006/relationships/image" Target="/ppt/media/image4.png" Id="Re290f017fb7c419f"/><Relationship Type="http://schemas.openxmlformats.org/officeDocument/2006/relationships/image" Target="/ppt/media/image5.png" Id="Raf9b0cb9e4ea4869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d02c075ec274a6f"/><Relationship Type="http://schemas.openxmlformats.org/officeDocument/2006/relationships/image" Target="/ppt/media/image4.png" Id="Rca1d96537fa54079"/><Relationship Type="http://schemas.openxmlformats.org/officeDocument/2006/relationships/image" Target="/ppt/media/image5.png" Id="R4b92cc35bb5241d5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ca92a0aedac4daf"/><Relationship Type="http://schemas.openxmlformats.org/officeDocument/2006/relationships/image" Target="/ppt/media/image4.png" Id="Re290f017fb7c419f"/><Relationship Type="http://schemas.openxmlformats.org/officeDocument/2006/relationships/image" Target="/ppt/media/image5.png" Id="Raf9b0cb9e4ea4869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34503e55d6a454f"/><Relationship Type="http://schemas.openxmlformats.org/officeDocument/2006/relationships/image" Target="/ppt/media/image4.png" Id="Rbda1b5bb3afa43bd"/><Relationship Type="http://schemas.openxmlformats.org/officeDocument/2006/relationships/image" Target="/ppt/media/image5.png" Id="R3d82dacd11ab4080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ac0a369c9ec4bcd"/><Relationship Type="http://schemas.openxmlformats.org/officeDocument/2006/relationships/image" Target="/ppt/media/image.png" Id="R34848714e3364a90"/><Relationship Type="http://schemas.openxmlformats.org/officeDocument/2006/relationships/image" Target="/ppt/media/image2.png" Id="R6ceaa023543047ac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B417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5" name="identity-5"/>
          <p:cNvPicPr>
            <a:picLocks noChangeAspect="1"/>
          </p:cNvPicPr>
          <p:nvPr/>
        </p:nvPicPr>
        <p:blipFill>
          <a:blip r:embed="R34848714e3364a9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dentity-6"/>
          <p:cNvPicPr>
            <a:picLocks noChangeAspect="1"/>
          </p:cNvPicPr>
          <p:nvPr/>
        </p:nvPicPr>
        <p:blipFill>
          <a:blip r:embed="R6ceaa023543047ac"/>
          <a:stretch/>
        </p:blipFill>
        <p:spPr>
          <a:xfrm>
            <a:off x="4667978" y="371475"/>
            <a:ext cx="2856045" cy="1381125"/>
          </a:xfrm>
          <a:prstGeom prst="rect">
            <a:avLst/>
          </a:prstGeom>
        </p:spPr>
      </p:pic>
      <p:sp>
        <p:nvSpPr>
          <p:cNvPr id="3" name="identity-3">
            <a:extLst>
              <a:ext uri="{FF2B5EF4-FFF2-40B4-BE49-F238E27FC236}">
                <ns3:creationId id="{8C22BDE4-0120-409E-9BC2-3C279FC0670C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9334500" cy="17811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ctr" rtl="1">
              <a:def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rPr>
              <a:t>[عنوان البرنامج التدريبي]</a:t>
            </a:r>
          </a:p>
          <a:p>
            <a:pPr algn="ctr" rtl="1">
              <a:def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rPr>
              <a:t/>
            </a:r>
          </a:p>
        </p:txBody>
      </p:sp>
      <p:sp>
        <p:nvSpPr>
          <p:cNvPr id="7" name="template-1-field">
            <a:extLst>
              <a:ext uri="{FF2B5EF4-FFF2-40B4-BE49-F238E27FC236}">
                <ns3:creationId id="{5A729D50-5408-4A0C-9E6A-23E450E8231D}"/>
              </a:ext>
            </a:extLst>
          </p:cNvPr>
          <p:cNvSpPr>
            <a:spLocks noGrp="1"/>
          </p:cNvSpPr>
          <p:nvPr/>
        </p:nvSpPr>
        <p:spPr>
          <a:xfrm>
            <a:off x="1905000" y="4095750"/>
            <a:ext cx="8382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ctr" rtl="1">
              <a:defRPr sz="2400" lang="ar-SA">
                <a:solidFill>
                  <a:srgbClr val="FFFFFF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400" lang="ar-SA">
                <a:solidFill>
                  <a:srgbClr val="FFFFFF"/>
                </a:solidFill>
                <a:latin typeface="DIN Next LT Arabic"/>
                <a:ea typeface="DIN Next LT Arabic"/>
                <a:cs typeface="DIN Next LT Arabic"/>
              </a:rPr>
              <a:t>[وصف موجز للبرنامج]</a:t>
            </a:r>
          </a:p>
        </p:txBody>
      </p:sp>
    </p:spTree>
    <p:extLst>
      <p:ext uri="{BB962C8B-B14F-4D97-AF65-F5344CB8AC3E}">
        <p14:creationId val="98339075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8" name="identity-18"/>
          <p:cNvPicPr>
            <a:picLocks noChangeAspect="1"/>
          </p:cNvPicPr>
          <p:nvPr/>
        </p:nvPicPr>
        <p:blipFill>
          <a:blip r:embed="Re290f017fb7c419f"/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identity-19"/>
          <p:cNvPicPr>
            <a:picLocks noChangeAspect="1"/>
          </p:cNvPicPr>
          <p:nvPr/>
        </p:nvPicPr>
        <p:blipFill>
          <a:blip r:embed="Raf9b0cb9e4ea4869"/>
          <a:stretch/>
        </p:blipFill>
        <p:spPr>
          <a:xfrm>
            <a:off x="609600" y="309724"/>
            <a:ext cx="1762125" cy="809302"/>
          </a:xfrm>
          <a:prstGeom prst="rect">
            <a:avLst/>
          </a:prstGeom>
        </p:spPr>
      </p:pic>
      <p:sp>
        <p:nvSpPr>
          <p:cNvPr id="3" name="identity-3">
            <a:extLst>
              <a:ext uri="{FF2B5EF4-FFF2-40B4-BE49-F238E27FC236}">
                <ns3:creationId id="{4CA27B60-F729-4800-8D0A-5A37635BF136}"/>
              </a:ext>
            </a:extLst>
          </p:cNvPr>
          <p:cNvSpPr>
            <a:spLocks noGrp="1"/>
          </p:cNvSpPr>
          <p:nvPr/>
        </p:nvSpPr>
        <p:spPr>
          <a:xfrm>
            <a:off x="3571875" y="352425"/>
            <a:ext cx="80105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[اسم المحور]</a:t>
            </a:r>
          </a:p>
        </p:txBody>
      </p:sp>
      <p:sp>
        <p:nvSpPr>
          <p:cNvPr id="4" name="identity-4">
            <a:extLst>
              <a:ext uri="{FF2B5EF4-FFF2-40B4-BE49-F238E27FC236}">
                <ns3:creationId id="{DC584EAE-63B0-4C23-BA78-826744A82661}"/>
              </a:ext>
            </a:extLst>
          </p:cNvPr>
          <p:cNvSpPr>
            <a:spLocks noGrp="1"/>
          </p:cNvSpPr>
          <p:nvPr/>
        </p:nvSpPr>
        <p:spPr>
          <a:xfrm>
            <a:off x="2857500" y="933450"/>
            <a:ext cx="87249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المحتوى]</a:t>
            </a:r>
          </a:p>
        </p:txBody>
      </p:sp>
      <p:sp>
        <p:nvSpPr>
          <p:cNvPr id="5" name="identity-5">
            <a:extLst>
              <a:ext uri="{FF2B5EF4-FFF2-40B4-BE49-F238E27FC236}">
                <ns3:creationId id="{CBF29FBC-FBCD-477A-BC34-CEC66293907C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6" name="identity-6">
            <a:extLst>
              <a:ext uri="{FF2B5EF4-FFF2-40B4-BE49-F238E27FC236}">
                <ns3:creationId id="{51F8F4C1-11CF-4291-BE8B-CD0A6C3FDB26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7" name="identity-7">
            <a:extLst>
              <a:ext uri="{FF2B5EF4-FFF2-40B4-BE49-F238E27FC236}">
                <ns3:creationId id="{B79A457A-8E90-4BAD-A41A-18AC3AA176C3}"/>
              </a:ext>
            </a:extLst>
          </p:cNvPr>
          <p:cNvSpPr>
            <a:spLocks noGrp="1"/>
          </p:cNvSpPr>
          <p:nvPr/>
        </p:nvSpPr>
        <p:spPr>
          <a:xfrm>
            <a:off x="8210550" y="6419850"/>
            <a:ext cx="3371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rPr>
              <a:t>[عنوان البرنامج]</a:t>
            </a:r>
          </a:p>
        </p:txBody>
      </p:sp>
      <p:sp>
        <p:nvSpPr>
          <p:cNvPr id="8" name="identity-8">
            <a:extLst>
              <a:ext uri="{FF2B5EF4-FFF2-40B4-BE49-F238E27FC236}">
                <ns3:creationId id="{2949B71A-17FF-4692-96EE-260CE5C69B7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>
            <a:noAutofit/>
          </a:bodyPr>
          <a:lstStyle/>
          <a:p>
            <a:pPr algn="l">
              <a:def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rPr>
              <a:t>٢</a:t>
            </a:r>
          </a:p>
        </p:txBody>
      </p:sp>
      <p:sp>
        <p:nvSpPr>
          <p:cNvPr id="9" name="identity-9">
            <a:extLst>
              <a:ext uri="{FF2B5EF4-FFF2-40B4-BE49-F238E27FC236}">
                <ns3:creationId id="{077762AF-FC53-44B2-ABE4-D7049746A58D}"/>
              </a:ext>
            </a:extLst>
          </p:cNvPr>
          <p:cNvSpPr>
            <a:spLocks noGrp="1"/>
          </p:cNvSpPr>
          <p:nvPr/>
        </p:nvSpPr>
        <p:spPr>
          <a:xfrm>
            <a:off x="1943100" y="6419850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[نوع المحتوى]</a:t>
            </a:r>
          </a:p>
        </p:txBody>
      </p:sp>
      <p:sp>
        <p:nvSpPr>
          <p:cNvPr id="20" name="template-2-field">
            <a:extLst>
              <a:ext uri="{FF2B5EF4-FFF2-40B4-BE49-F238E27FC236}">
                <ns3:creationId id="{588B77F0-D17A-4707-A7B0-E41B7496AF94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25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25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[الفكرة الرئيسية]</a:t>
            </a:r>
          </a:p>
        </p:txBody>
      </p:sp>
      <p:sp>
        <p:nvSpPr>
          <p:cNvPr id="21" name="template-3-field">
            <a:extLst>
              <a:ext uri="{FF2B5EF4-FFF2-40B4-BE49-F238E27FC236}">
                <ns3:creationId id="{C4BFCBD5-57B7-46F7-BCED-E28F3D9BEC42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الفقرة 1]</a:t>
            </a:r>
          </a:p>
        </p:txBody>
      </p:sp>
      <p:sp>
        <p:nvSpPr>
          <p:cNvPr id="22" name="template-4-field">
            <a:extLst>
              <a:ext uri="{FF2B5EF4-FFF2-40B4-BE49-F238E27FC236}">
                <ns3:creationId id="{3CB4B677-A2D6-401F-B7C7-0A64D08F7AFC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[نص توضيحي موجز قابل للتعديل]</a:t>
            </a:r>
          </a:p>
        </p:txBody>
      </p:sp>
      <p:sp>
        <p:nvSpPr>
          <p:cNvPr id="23" name="template-5-field">
            <a:extLst>
              <a:ext uri="{FF2B5EF4-FFF2-40B4-BE49-F238E27FC236}">
                <ns3:creationId id="{70A7E277-0B3A-4C47-930B-78784BD0DD1D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الفقرة 2]</a:t>
            </a:r>
          </a:p>
        </p:txBody>
      </p:sp>
      <p:sp>
        <p:nvSpPr>
          <p:cNvPr id="24" name="template-6-field">
            <a:extLst>
              <a:ext uri="{FF2B5EF4-FFF2-40B4-BE49-F238E27FC236}">
                <ns3:creationId id="{56ACE9CF-069D-45EF-94F6-BD62E839267D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[نص توضيحي موجز قابل للتعديل]</a:t>
            </a:r>
          </a:p>
        </p:txBody>
      </p:sp>
      <p:sp>
        <p:nvSpPr>
          <p:cNvPr id="25" name="template-7-field">
            <a:extLst>
              <a:ext uri="{FF2B5EF4-FFF2-40B4-BE49-F238E27FC236}">
                <ns3:creationId id="{465537DD-A89F-4CF5-B428-3A76D734567C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الفقرة 3]</a:t>
            </a:r>
          </a:p>
        </p:txBody>
      </p:sp>
      <p:sp>
        <p:nvSpPr>
          <p:cNvPr id="26" name="template-8-field">
            <a:extLst>
              <a:ext uri="{FF2B5EF4-FFF2-40B4-BE49-F238E27FC236}">
                <ns3:creationId id="{ED004AAC-C034-4D96-BD8F-890E127D5EDC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[نص توضيحي موجز قابل للتعديل]</a:t>
            </a:r>
          </a:p>
        </p:txBody>
      </p:sp>
    </p:spTree>
    <p:extLst>
      <p:ext uri="{BB962C8B-B14F-4D97-AF65-F5344CB8AC3E}">
        <p14:creationId val="258048516"/>
      </p:ext>
    </p:extLst>
  </p:cSld>
  <mc:AlternateConten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1" name="identity-21"/>
          <p:cNvPicPr>
            <a:picLocks noChangeAspect="1"/>
          </p:cNvPicPr>
          <p:nvPr/>
        </p:nvPicPr>
        <p:blipFill>
          <a:blip r:embed="Rca1d96537fa54079"/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22" name="identity-22"/>
          <p:cNvPicPr>
            <a:picLocks noChangeAspect="1"/>
          </p:cNvPicPr>
          <p:nvPr/>
        </p:nvPicPr>
        <p:blipFill>
          <a:blip r:embed="R4b92cc35bb5241d5"/>
          <a:stretch/>
        </p:blipFill>
        <p:spPr>
          <a:xfrm>
            <a:off x="609600" y="309724"/>
            <a:ext cx="1762125" cy="809302"/>
          </a:xfrm>
          <a:prstGeom prst="rect">
            <a:avLst/>
          </a:prstGeom>
        </p:spPr>
      </p:pic>
      <p:sp>
        <p:nvSpPr>
          <p:cNvPr id="3" name="identity-3">
            <a:extLst>
              <a:ext uri="{FF2B5EF4-FFF2-40B4-BE49-F238E27FC236}">
                <ns3:creationId id="{DC2FBDCE-3619-4AAC-A1AB-D957734FE604}"/>
              </a:ext>
            </a:extLst>
          </p:cNvPr>
          <p:cNvSpPr>
            <a:spLocks noGrp="1"/>
          </p:cNvSpPr>
          <p:nvPr/>
        </p:nvSpPr>
        <p:spPr>
          <a:xfrm>
            <a:off x="3571875" y="352425"/>
            <a:ext cx="80105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[اسم المحور]</a:t>
            </a:r>
          </a:p>
        </p:txBody>
      </p:sp>
      <p:sp>
        <p:nvSpPr>
          <p:cNvPr id="4" name="identity-4">
            <a:extLst>
              <a:ext uri="{FF2B5EF4-FFF2-40B4-BE49-F238E27FC236}">
                <ns3:creationId id="{953FAF80-2780-4080-8B39-FFD9ECAF56D6}"/>
              </a:ext>
            </a:extLst>
          </p:cNvPr>
          <p:cNvSpPr>
            <a:spLocks noGrp="1"/>
          </p:cNvSpPr>
          <p:nvPr/>
        </p:nvSpPr>
        <p:spPr>
          <a:xfrm>
            <a:off x="2857500" y="933450"/>
            <a:ext cx="87249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الفكرة المصورة]</a:t>
            </a:r>
          </a:p>
        </p:txBody>
      </p:sp>
      <p:sp>
        <p:nvSpPr>
          <p:cNvPr id="5" name="identity-5">
            <a:extLst>
              <a:ext uri="{FF2B5EF4-FFF2-40B4-BE49-F238E27FC236}">
                <ns3:creationId id="{AC14C064-041C-45E2-97D1-41C49A699AD7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6" name="identity-6">
            <a:extLst>
              <a:ext uri="{FF2B5EF4-FFF2-40B4-BE49-F238E27FC236}">
                <ns3:creationId id="{3D1A1DD8-1D63-46F0-BE2A-ACFB35FA741A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7" name="identity-7">
            <a:extLst>
              <a:ext uri="{FF2B5EF4-FFF2-40B4-BE49-F238E27FC236}">
                <ns3:creationId id="{6D24AFB1-F1F3-4BE2-BB47-9FC165775DB6}"/>
              </a:ext>
            </a:extLst>
          </p:cNvPr>
          <p:cNvSpPr>
            <a:spLocks noGrp="1"/>
          </p:cNvSpPr>
          <p:nvPr/>
        </p:nvSpPr>
        <p:spPr>
          <a:xfrm>
            <a:off x="8210550" y="6419850"/>
            <a:ext cx="3371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rPr>
              <a:t>[عنوان البرنامج]</a:t>
            </a:r>
          </a:p>
        </p:txBody>
      </p:sp>
      <p:sp>
        <p:nvSpPr>
          <p:cNvPr id="8" name="identity-8">
            <a:extLst>
              <a:ext uri="{FF2B5EF4-FFF2-40B4-BE49-F238E27FC236}">
                <ns3:creationId id="{BB0D9295-3A5A-422F-8F94-DC7853E5124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>
            <a:noAutofit/>
          </a:bodyPr>
          <a:lstStyle/>
          <a:p>
            <a:pPr algn="l">
              <a:def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rPr>
              <a:t>٣</a:t>
            </a:r>
          </a:p>
        </p:txBody>
      </p:sp>
      <p:sp>
        <p:nvSpPr>
          <p:cNvPr id="9" name="identity-9">
            <a:extLst>
              <a:ext uri="{FF2B5EF4-FFF2-40B4-BE49-F238E27FC236}">
                <ns3:creationId id="{76C4D328-5DA0-4BCC-B984-9B1B4282B8E0}"/>
              </a:ext>
            </a:extLst>
          </p:cNvPr>
          <p:cNvSpPr>
            <a:spLocks noGrp="1"/>
          </p:cNvSpPr>
          <p:nvPr/>
        </p:nvSpPr>
        <p:spPr>
          <a:xfrm>
            <a:off x="1943100" y="6419850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[نوع المحتوى]</a:t>
            </a:r>
          </a:p>
        </p:txBody>
      </p:sp>
      <p:sp>
        <p:nvSpPr>
          <p:cNvPr id="23" name="template-9-picture-slot">
            <a:extLst>
              <a:ext uri="{FF2B5EF4-FFF2-40B4-BE49-F238E27FC236}">
                <ns3:creationId id="{76890545-E51F-4877-B801-EDCA09C75274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4324350" cy="3638550"/>
          </a:xfrm>
          <a:prstGeom prst="rect">
            <a:avLst/>
          </a:prstGeom>
          <a:solidFill>
            <a:srgbClr val="E4EBEF"/>
          </a:solidFill>
          <a:ln w="9525">
            <a:solidFill>
              <a:srgbClr val="A9BFCD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 rtl="1">
              <a:defRPr sz="225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25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[الصورة التوضيحية]</a:t>
            </a:r>
          </a:p>
        </p:txBody>
      </p:sp>
      <p:sp>
        <p:nvSpPr>
          <p:cNvPr id="24" name="template-10-field">
            <a:extLst>
              <a:ext uri="{FF2B5EF4-FFF2-40B4-BE49-F238E27FC236}">
                <ns3:creationId id="{3E8E71DD-2175-43E5-9610-335EA252AEDC}"/>
              </a:ext>
            </a:extLst>
          </p:cNvPr>
          <p:cNvSpPr>
            <a:spLocks noGrp="1"/>
          </p:cNvSpPr>
          <p:nvPr/>
        </p:nvSpPr>
        <p:spPr>
          <a:xfrm>
            <a:off x="5524500" y="2190750"/>
            <a:ext cx="6057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25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25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[الفكرة الأساسية]</a:t>
            </a:r>
          </a:p>
        </p:txBody>
      </p:sp>
      <p:sp>
        <p:nvSpPr>
          <p:cNvPr id="25" name="template-11-field">
            <a:extLst>
              <a:ext uri="{FF2B5EF4-FFF2-40B4-BE49-F238E27FC236}">
                <ns3:creationId id="{F8883650-1467-414D-B50A-7AAD3F9DFD9A}"/>
              </a:ext>
            </a:extLst>
          </p:cNvPr>
          <p:cNvSpPr>
            <a:spLocks noGrp="1"/>
          </p:cNvSpPr>
          <p:nvPr/>
        </p:nvSpPr>
        <p:spPr>
          <a:xfrm>
            <a:off x="5524500" y="2762250"/>
            <a:ext cx="60579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7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[وصف الفكرة أو شرح الصورة في جملة أو جملتين]</a:t>
            </a:r>
          </a:p>
        </p:txBody>
      </p:sp>
      <p:sp>
        <p:nvSpPr>
          <p:cNvPr id="26" name="template-12-field">
            <a:extLst>
              <a:ext uri="{FF2B5EF4-FFF2-40B4-BE49-F238E27FC236}">
                <ns3:creationId id="{7B83267B-7D64-43A0-A561-29EADB5AFE6A}"/>
              </a:ext>
            </a:extLst>
          </p:cNvPr>
          <p:cNvSpPr>
            <a:spLocks noGrp="1"/>
          </p:cNvSpPr>
          <p:nvPr/>
        </p:nvSpPr>
        <p:spPr>
          <a:xfrm>
            <a:off x="5524500" y="4229100"/>
            <a:ext cx="6057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25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25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[نقطة توضيحية]</a:t>
            </a:r>
          </a:p>
        </p:txBody>
      </p:sp>
      <p:sp>
        <p:nvSpPr>
          <p:cNvPr id="27" name="template-13-field">
            <a:extLst>
              <a:ext uri="{FF2B5EF4-FFF2-40B4-BE49-F238E27FC236}">
                <ns3:creationId id="{26D0AC35-AF5C-47D9-B980-230B6760A658}"/>
              </a:ext>
            </a:extLst>
          </p:cNvPr>
          <p:cNvSpPr>
            <a:spLocks noGrp="1"/>
          </p:cNvSpPr>
          <p:nvPr/>
        </p:nvSpPr>
        <p:spPr>
          <a:xfrm>
            <a:off x="5524500" y="4800600"/>
            <a:ext cx="60579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7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[نص داعم موجز]</a:t>
            </a:r>
          </a:p>
        </p:txBody>
      </p:sp>
      <p:sp>
        <p:nvSpPr>
          <p:cNvPr id="28" name="template-14-field">
            <a:extLst>
              <a:ext uri="{FF2B5EF4-FFF2-40B4-BE49-F238E27FC236}">
                <ns3:creationId id="{B59F928D-CEE3-4362-BF65-F02D0E0B24D8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4324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ctr" rtl="1">
              <a:defRPr sz="17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7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[تعليق الصورة]</a:t>
            </a:r>
          </a:p>
        </p:txBody>
      </p:sp>
    </p:spTree>
    <p:extLst>
      <p:ext uri="{BB962C8B-B14F-4D97-AF65-F5344CB8AC3E}">
        <p14:creationId val="1795115061"/>
      </p:ext>
    </p:extLst>
  </p:cSld>
  <mc:AlternateConten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8" name="identity-18"/>
          <p:cNvPicPr>
            <a:picLocks noChangeAspect="1"/>
          </p:cNvPicPr>
          <p:nvPr/>
        </p:nvPicPr>
        <p:blipFill>
          <a:blip r:embed="Re290f017fb7c419f"/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identity-19"/>
          <p:cNvPicPr>
            <a:picLocks noChangeAspect="1"/>
          </p:cNvPicPr>
          <p:nvPr/>
        </p:nvPicPr>
        <p:blipFill>
          <a:blip r:embed="Raf9b0cb9e4ea4869"/>
          <a:stretch/>
        </p:blipFill>
        <p:spPr>
          <a:xfrm>
            <a:off x="609600" y="309724"/>
            <a:ext cx="1762125" cy="809302"/>
          </a:xfrm>
          <a:prstGeom prst="rect">
            <a:avLst/>
          </a:prstGeom>
        </p:spPr>
      </p:pic>
      <p:sp>
        <p:nvSpPr>
          <p:cNvPr id="3" name="identity-3">
            <a:extLst>
              <a:ext uri="{FF2B5EF4-FFF2-40B4-BE49-F238E27FC236}">
                <ns3:creationId id="{4CA27B60-F729-4800-8D0A-5A37635BF136}"/>
              </a:ext>
            </a:extLst>
          </p:cNvPr>
          <p:cNvSpPr>
            <a:spLocks noGrp="1"/>
          </p:cNvSpPr>
          <p:nvPr/>
        </p:nvSpPr>
        <p:spPr>
          <a:xfrm>
            <a:off x="3571875" y="352425"/>
            <a:ext cx="80105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[اسم المحور]</a:t>
            </a:r>
          </a:p>
        </p:txBody>
      </p:sp>
      <p:sp>
        <p:nvSpPr>
          <p:cNvPr id="4" name="identity-4">
            <a:extLst>
              <a:ext uri="{FF2B5EF4-FFF2-40B4-BE49-F238E27FC236}">
                <ns3:creationId id="{DC584EAE-63B0-4C23-BA78-826744A82661}"/>
              </a:ext>
            </a:extLst>
          </p:cNvPr>
          <p:cNvSpPr>
            <a:spLocks noGrp="1"/>
          </p:cNvSpPr>
          <p:nvPr/>
        </p:nvSpPr>
        <p:spPr>
          <a:xfrm>
            <a:off x="2857500" y="933450"/>
            <a:ext cx="87249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المقارنة]</a:t>
            </a:r>
          </a:p>
        </p:txBody>
      </p:sp>
      <p:sp>
        <p:nvSpPr>
          <p:cNvPr id="5" name="identity-5">
            <a:extLst>
              <a:ext uri="{FF2B5EF4-FFF2-40B4-BE49-F238E27FC236}">
                <ns3:creationId id="{CBF29FBC-FBCD-477A-BC34-CEC66293907C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6" name="identity-6">
            <a:extLst>
              <a:ext uri="{FF2B5EF4-FFF2-40B4-BE49-F238E27FC236}">
                <ns3:creationId id="{51F8F4C1-11CF-4291-BE8B-CD0A6C3FDB26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7" name="identity-7">
            <a:extLst>
              <a:ext uri="{FF2B5EF4-FFF2-40B4-BE49-F238E27FC236}">
                <ns3:creationId id="{B79A457A-8E90-4BAD-A41A-18AC3AA176C3}"/>
              </a:ext>
            </a:extLst>
          </p:cNvPr>
          <p:cNvSpPr>
            <a:spLocks noGrp="1"/>
          </p:cNvSpPr>
          <p:nvPr/>
        </p:nvSpPr>
        <p:spPr>
          <a:xfrm>
            <a:off x="8210550" y="6419850"/>
            <a:ext cx="3371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rPr>
              <a:t>[عنوان البرنامج]</a:t>
            </a:r>
          </a:p>
        </p:txBody>
      </p:sp>
      <p:sp>
        <p:nvSpPr>
          <p:cNvPr id="8" name="identity-8">
            <a:extLst>
              <a:ext uri="{FF2B5EF4-FFF2-40B4-BE49-F238E27FC236}">
                <ns3:creationId id="{2949B71A-17FF-4692-96EE-260CE5C69B7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>
            <a:noAutofit/>
          </a:bodyPr>
          <a:lstStyle/>
          <a:p>
            <a:pPr algn="l">
              <a:def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rPr>
              <a:t>٤</a:t>
            </a:r>
          </a:p>
        </p:txBody>
      </p:sp>
      <p:sp>
        <p:nvSpPr>
          <p:cNvPr id="9" name="identity-9">
            <a:extLst>
              <a:ext uri="{FF2B5EF4-FFF2-40B4-BE49-F238E27FC236}">
                <ns3:creationId id="{077762AF-FC53-44B2-ABE4-D7049746A58D}"/>
              </a:ext>
            </a:extLst>
          </p:cNvPr>
          <p:cNvSpPr>
            <a:spLocks noGrp="1"/>
          </p:cNvSpPr>
          <p:nvPr/>
        </p:nvSpPr>
        <p:spPr>
          <a:xfrm>
            <a:off x="1943100" y="6419850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[نوع المحتوى]</a:t>
            </a:r>
          </a:p>
        </p:txBody>
      </p:sp>
      <p:sp>
        <p:nvSpPr>
          <p:cNvPr id="20" name="template-15-field">
            <a:extLst>
              <a:ext uri="{FF2B5EF4-FFF2-40B4-BE49-F238E27FC236}">
                <ns3:creationId id="{7D326DCC-6CFC-4B4C-A865-13000EB9ABF7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25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25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[الفكرة التي توضحها المقارنة]</a:t>
            </a:r>
          </a:p>
        </p:txBody>
      </p:sp>
      <p:sp>
        <p:nvSpPr>
          <p:cNvPr id="21" name="template-16-picture-slot">
            <a:extLst>
              <a:ext uri="{FF2B5EF4-FFF2-40B4-BE49-F238E27FC236}">
                <ns3:creationId id="{6DA37652-1D76-46DD-8E06-28B81D3AA340}"/>
              </a:ext>
            </a:extLst>
          </p:cNvPr>
          <p:cNvSpPr>
            <a:spLocks noGrp="1"/>
          </p:cNvSpPr>
          <p:nvPr/>
        </p:nvSpPr>
        <p:spPr>
          <a:xfrm>
            <a:off x="6210300" y="2705100"/>
            <a:ext cx="5372100" cy="2152650"/>
          </a:xfrm>
          <a:prstGeom prst="rect">
            <a:avLst/>
          </a:prstGeom>
          <a:solidFill>
            <a:srgbClr val="E4EBEF"/>
          </a:solidFill>
          <a:ln w="9525">
            <a:solidFill>
              <a:srgbClr val="A9BFCD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[الصورة 1]</a:t>
            </a:r>
          </a:p>
        </p:txBody>
      </p:sp>
      <p:sp>
        <p:nvSpPr>
          <p:cNvPr id="22" name="template-17-field">
            <a:extLst>
              <a:ext uri="{FF2B5EF4-FFF2-40B4-BE49-F238E27FC236}">
                <ns3:creationId id="{A7FBDA8A-C066-46FF-BB4F-843CAF09C02A}"/>
              </a:ext>
            </a:extLst>
          </p:cNvPr>
          <p:cNvSpPr>
            <a:spLocks noGrp="1"/>
          </p:cNvSpPr>
          <p:nvPr/>
        </p:nvSpPr>
        <p:spPr>
          <a:xfrm>
            <a:off x="6210300" y="5086350"/>
            <a:ext cx="53721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اللوحة 1]</a:t>
            </a:r>
          </a:p>
        </p:txBody>
      </p:sp>
      <p:sp>
        <p:nvSpPr>
          <p:cNvPr id="23" name="template-18-field">
            <a:extLst>
              <a:ext uri="{FF2B5EF4-FFF2-40B4-BE49-F238E27FC236}">
                <ns3:creationId id="{765E3368-B41E-4DDE-8C3B-1F949C1BCEEF}"/>
              </a:ext>
            </a:extLst>
          </p:cNvPr>
          <p:cNvSpPr>
            <a:spLocks noGrp="1"/>
          </p:cNvSpPr>
          <p:nvPr/>
        </p:nvSpPr>
        <p:spPr>
          <a:xfrm>
            <a:off x="6210300" y="5610225"/>
            <a:ext cx="5372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[شرح موجز خاص بهذه اللوحة]</a:t>
            </a:r>
          </a:p>
        </p:txBody>
      </p:sp>
      <p:sp>
        <p:nvSpPr>
          <p:cNvPr id="24" name="template-19-picture-slot">
            <a:extLst>
              <a:ext uri="{FF2B5EF4-FFF2-40B4-BE49-F238E27FC236}">
                <ns3:creationId id="{076EE878-CD3F-4441-AADF-2E876B30B1BA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5372100" cy="2152650"/>
          </a:xfrm>
          <a:prstGeom prst="rect">
            <a:avLst/>
          </a:prstGeom>
          <a:solidFill>
            <a:srgbClr val="E4EBEF"/>
          </a:solidFill>
          <a:ln w="9525">
            <a:solidFill>
              <a:srgbClr val="A9BFCD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[الصورة 2]</a:t>
            </a:r>
          </a:p>
        </p:txBody>
      </p:sp>
      <p:sp>
        <p:nvSpPr>
          <p:cNvPr id="25" name="template-20-field">
            <a:extLst>
              <a:ext uri="{FF2B5EF4-FFF2-40B4-BE49-F238E27FC236}">
                <ns3:creationId id="{3C765330-338B-44CD-889E-0D273CE68CAF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53721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75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اللوحة 2]</a:t>
            </a:r>
          </a:p>
        </p:txBody>
      </p:sp>
      <p:sp>
        <p:nvSpPr>
          <p:cNvPr id="26" name="template-21-field">
            <a:extLst>
              <a:ext uri="{FF2B5EF4-FFF2-40B4-BE49-F238E27FC236}">
                <ns3:creationId id="{3DA49443-F79D-4C78-88E7-8FE7B5AB8302}"/>
              </a:ext>
            </a:extLst>
          </p:cNvPr>
          <p:cNvSpPr>
            <a:spLocks noGrp="1"/>
          </p:cNvSpPr>
          <p:nvPr/>
        </p:nvSpPr>
        <p:spPr>
          <a:xfrm>
            <a:off x="609600" y="5610225"/>
            <a:ext cx="5372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100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[شرح موجز خاص بهذه اللوحة]</a:t>
            </a:r>
          </a:p>
        </p:txBody>
      </p:sp>
    </p:spTree>
    <p:extLst>
      <p:ext uri="{BB962C8B-B14F-4D97-AF65-F5344CB8AC3E}">
        <p14:creationId val="258048516"/>
      </p:ext>
    </p:extLst>
  </p:cSld>
  <mc:AlternateConten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identity-22"/>
          <p:cNvPicPr>
            <a:picLocks noChangeAspect="1"/>
          </p:cNvPicPr>
          <p:nvPr/>
        </p:nvPicPr>
        <p:blipFill>
          <a:blip r:embed="Rbda1b5bb3afa43bd"/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23" name="identity-23"/>
          <p:cNvPicPr>
            <a:picLocks noChangeAspect="1"/>
          </p:cNvPicPr>
          <p:nvPr/>
        </p:nvPicPr>
        <p:blipFill>
          <a:blip r:embed="R3d82dacd11ab4080"/>
          <a:stretch/>
        </p:blipFill>
        <p:spPr>
          <a:xfrm>
            <a:off x="609600" y="309724"/>
            <a:ext cx="1762125" cy="809302"/>
          </a:xfrm>
          <a:prstGeom prst="rect">
            <a:avLst/>
          </a:prstGeom>
        </p:spPr>
      </p:pic>
      <p:sp>
        <p:nvSpPr>
          <p:cNvPr id="3" name="identity-3">
            <a:extLst>
              <a:ext uri="{FF2B5EF4-FFF2-40B4-BE49-F238E27FC236}">
                <ns3:creationId id="{D4A96F97-14D3-4F29-BDE5-EF38B81B6497}"/>
              </a:ext>
            </a:extLst>
          </p:cNvPr>
          <p:cNvSpPr>
            <a:spLocks noGrp="1"/>
          </p:cNvSpPr>
          <p:nvPr/>
        </p:nvSpPr>
        <p:spPr>
          <a:xfrm>
            <a:off x="3571875" y="352425"/>
            <a:ext cx="80105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7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[اسم المحور]</a:t>
            </a:r>
          </a:p>
        </p:txBody>
      </p:sp>
      <p:sp>
        <p:nvSpPr>
          <p:cNvPr id="4" name="identity-4">
            <a:extLst>
              <a:ext uri="{FF2B5EF4-FFF2-40B4-BE49-F238E27FC236}">
                <ns3:creationId id="{FCD17B84-0746-4602-8F55-16EE6DFD463D}"/>
              </a:ext>
            </a:extLst>
          </p:cNvPr>
          <p:cNvSpPr>
            <a:spLocks noGrp="1"/>
          </p:cNvSpPr>
          <p:nvPr/>
        </p:nvSpPr>
        <p:spPr>
          <a:xfrm>
            <a:off x="2857500" y="933450"/>
            <a:ext cx="87249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3525" b="0" lang="ar-SA">
                <a:solidFill>
                  <a:srgbClr val="1B4170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المثال المصور]</a:t>
            </a:r>
          </a:p>
        </p:txBody>
      </p:sp>
      <p:sp>
        <p:nvSpPr>
          <p:cNvPr id="5" name="identity-5">
            <a:extLst>
              <a:ext uri="{FF2B5EF4-FFF2-40B4-BE49-F238E27FC236}">
                <ns3:creationId id="{1E9D4FB9-4D74-4654-8CB0-149D26FF4F79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6" name="identity-6">
            <a:extLst>
              <a:ext uri="{FF2B5EF4-FFF2-40B4-BE49-F238E27FC236}">
                <ns3:creationId id="{6FC4ACDD-C585-4F79-9BA9-1C920394508B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CDDBE5"/>
            </a:solidFill>
          </a:ln>
        </p:spPr>
      </p:sp>
      <p:sp>
        <p:nvSpPr>
          <p:cNvPr id="7" name="identity-7">
            <a:extLst>
              <a:ext uri="{FF2B5EF4-FFF2-40B4-BE49-F238E27FC236}">
                <ns3:creationId id="{9723D803-7B84-47CF-A1A2-A2E1842BE873}"/>
              </a:ext>
            </a:extLst>
          </p:cNvPr>
          <p:cNvSpPr>
            <a:spLocks noGrp="1"/>
          </p:cNvSpPr>
          <p:nvPr/>
        </p:nvSpPr>
        <p:spPr>
          <a:xfrm>
            <a:off x="8210550" y="6419850"/>
            <a:ext cx="3371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350" b="0" lang="ar-SA">
                <a:solidFill>
                  <a:srgbClr val="596D80"/>
                </a:solidFill>
                <a:latin typeface="DIN Next LT Arabic"/>
                <a:ea typeface="DIN Next LT Arabic"/>
                <a:cs typeface="DIN Next LT Arabic"/>
              </a:rPr>
              <a:t>[عنوان البرنامج]</a:t>
            </a:r>
          </a:p>
        </p:txBody>
      </p:sp>
      <p:sp>
        <p:nvSpPr>
          <p:cNvPr id="8" name="identity-8">
            <a:extLst>
              <a:ext uri="{FF2B5EF4-FFF2-40B4-BE49-F238E27FC236}">
                <ns3:creationId id="{10502C13-99B9-47C5-8C2F-5B286F49260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>
            <a:noAutofit/>
          </a:bodyPr>
          <a:lstStyle/>
          <a:p>
            <a:pPr algn="l">
              <a:def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650" b="0">
                <a:solidFill>
                  <a:srgbClr val="1B4170"/>
                </a:solidFill>
                <a:latin typeface="DIN Next LT Arabic"/>
                <a:ea typeface="DIN Next LT Arabic"/>
                <a:cs typeface="DIN Next LT Arabic"/>
              </a:rPr>
              <a:t>٥</a:t>
            </a:r>
          </a:p>
        </p:txBody>
      </p:sp>
      <p:sp>
        <p:nvSpPr>
          <p:cNvPr id="9" name="identity-9">
            <a:extLst>
              <a:ext uri="{FF2B5EF4-FFF2-40B4-BE49-F238E27FC236}">
                <ns3:creationId id="{0FD2D1DD-B4F1-44F8-81B3-3972E1EF912E}"/>
              </a:ext>
            </a:extLst>
          </p:cNvPr>
          <p:cNvSpPr>
            <a:spLocks noGrp="1"/>
          </p:cNvSpPr>
          <p:nvPr/>
        </p:nvSpPr>
        <p:spPr>
          <a:xfrm>
            <a:off x="1943100" y="6419850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r" rtl="1">
              <a:def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1425" b="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[نوع المحتوى]</a:t>
            </a:r>
          </a:p>
        </p:txBody>
      </p:sp>
      <p:sp>
        <p:nvSpPr>
          <p:cNvPr id="24" name="template-22-field">
            <a:extLst>
              <a:ext uri="{FF2B5EF4-FFF2-40B4-BE49-F238E27FC236}">
                <ns3:creationId id="{87AF8D94-5EA6-47B8-8F6E-BEEB37D8DF77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25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250" lang="ar-SA">
                <a:solidFill>
                  <a:srgbClr val="096D91"/>
                </a:solidFill>
                <a:latin typeface="DIN Next LT Arabic"/>
                <a:ea typeface="DIN Next LT Arabic"/>
                <a:cs typeface="DIN Next LT Arabic"/>
              </a:rPr>
              <a:t>[الفكرة التي يوضحها المثال]</a:t>
            </a:r>
          </a:p>
        </p:txBody>
      </p:sp>
      <p:sp>
        <p:nvSpPr>
          <p:cNvPr id="25" name="template-23-picture-slot">
            <a:extLst>
              <a:ext uri="{FF2B5EF4-FFF2-40B4-BE49-F238E27FC236}">
                <ns3:creationId id="{D2E05F10-12BC-4B7E-844E-186C24722DF2}"/>
              </a:ext>
            </a:extLst>
          </p:cNvPr>
          <p:cNvSpPr>
            <a:spLocks noGrp="1"/>
          </p:cNvSpPr>
          <p:nvPr/>
        </p:nvSpPr>
        <p:spPr>
          <a:xfrm>
            <a:off x="8001000" y="2705100"/>
            <a:ext cx="3581400" cy="2047875"/>
          </a:xfrm>
          <a:prstGeom prst="rect">
            <a:avLst/>
          </a:prstGeom>
          <a:solidFill>
            <a:srgbClr val="E4EBEF"/>
          </a:solidFill>
          <a:ln w="9525">
            <a:solidFill>
              <a:srgbClr val="A9BFCD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 rtl="1">
              <a:def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[الصورة 1]</a:t>
            </a:r>
          </a:p>
        </p:txBody>
      </p:sp>
      <p:sp>
        <p:nvSpPr>
          <p:cNvPr id="26" name="template-24-field">
            <a:extLst>
              <a:ext uri="{FF2B5EF4-FFF2-40B4-BE49-F238E27FC236}">
                <ns3:creationId id="{2BB29E52-201E-4F9D-A433-E209FB0BF3C5}"/>
              </a:ext>
            </a:extLst>
          </p:cNvPr>
          <p:cNvSpPr>
            <a:spLocks noGrp="1"/>
          </p:cNvSpPr>
          <p:nvPr/>
        </p:nvSpPr>
        <p:spPr>
          <a:xfrm>
            <a:off x="8001000" y="5019675"/>
            <a:ext cx="3581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0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المشهد 1]</a:t>
            </a:r>
          </a:p>
        </p:txBody>
      </p:sp>
      <p:sp>
        <p:nvSpPr>
          <p:cNvPr id="27" name="template-25-field">
            <a:extLst>
              <a:ext uri="{FF2B5EF4-FFF2-40B4-BE49-F238E27FC236}">
                <ns3:creationId id="{DBFCF5A0-4947-435D-A60E-98E38C32A861}"/>
              </a:ext>
            </a:extLst>
          </p:cNvPr>
          <p:cNvSpPr>
            <a:spLocks noGrp="1"/>
          </p:cNvSpPr>
          <p:nvPr/>
        </p:nvSpPr>
        <p:spPr>
          <a:xfrm>
            <a:off x="8001000" y="5553075"/>
            <a:ext cx="3581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[وصف مختصر للمشهد]</a:t>
            </a:r>
          </a:p>
        </p:txBody>
      </p:sp>
      <p:sp>
        <p:nvSpPr>
          <p:cNvPr id="28" name="template-26-picture-slot">
            <a:extLst>
              <a:ext uri="{FF2B5EF4-FFF2-40B4-BE49-F238E27FC236}">
                <ns3:creationId id="{8959EB65-049A-464A-B511-6B1AF74BDFF6}"/>
              </a:ext>
            </a:extLst>
          </p:cNvPr>
          <p:cNvSpPr>
            <a:spLocks noGrp="1"/>
          </p:cNvSpPr>
          <p:nvPr/>
        </p:nvSpPr>
        <p:spPr>
          <a:xfrm>
            <a:off x="4305300" y="2705100"/>
            <a:ext cx="3581400" cy="2047875"/>
          </a:xfrm>
          <a:prstGeom prst="rect">
            <a:avLst/>
          </a:prstGeom>
          <a:solidFill>
            <a:srgbClr val="E4EBEF"/>
          </a:solidFill>
          <a:ln w="9525">
            <a:solidFill>
              <a:srgbClr val="A9BFCD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 rtl="1">
              <a:def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[الصورة 2]</a:t>
            </a:r>
          </a:p>
        </p:txBody>
      </p:sp>
      <p:sp>
        <p:nvSpPr>
          <p:cNvPr id="29" name="template-27-field">
            <a:extLst>
              <a:ext uri="{FF2B5EF4-FFF2-40B4-BE49-F238E27FC236}">
                <ns3:creationId id="{8EB80173-9358-49F0-96AC-E6AB546044F8}"/>
              </a:ext>
            </a:extLst>
          </p:cNvPr>
          <p:cNvSpPr>
            <a:spLocks noGrp="1"/>
          </p:cNvSpPr>
          <p:nvPr/>
        </p:nvSpPr>
        <p:spPr>
          <a:xfrm>
            <a:off x="4305300" y="5019675"/>
            <a:ext cx="3581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0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المشهد 2]</a:t>
            </a:r>
          </a:p>
        </p:txBody>
      </p:sp>
      <p:sp>
        <p:nvSpPr>
          <p:cNvPr id="30" name="template-28-field">
            <a:extLst>
              <a:ext uri="{FF2B5EF4-FFF2-40B4-BE49-F238E27FC236}">
                <ns3:creationId id="{CD15DF95-B0C5-43A1-B4F2-CA33AF91ACE5}"/>
              </a:ext>
            </a:extLst>
          </p:cNvPr>
          <p:cNvSpPr>
            <a:spLocks noGrp="1"/>
          </p:cNvSpPr>
          <p:nvPr/>
        </p:nvSpPr>
        <p:spPr>
          <a:xfrm>
            <a:off x="4305300" y="5553075"/>
            <a:ext cx="3581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[وصف مختصر للمشهد]</a:t>
            </a:r>
          </a:p>
        </p:txBody>
      </p:sp>
      <p:sp>
        <p:nvSpPr>
          <p:cNvPr id="31" name="template-29-picture-slot">
            <a:extLst>
              <a:ext uri="{FF2B5EF4-FFF2-40B4-BE49-F238E27FC236}">
                <ns3:creationId id="{E4DE0AF0-4E37-40A2-B796-0397F5775EA2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3581400" cy="2047875"/>
          </a:xfrm>
          <a:prstGeom prst="rect">
            <a:avLst/>
          </a:prstGeom>
          <a:solidFill>
            <a:srgbClr val="E4EBEF"/>
          </a:solidFill>
          <a:ln w="9525">
            <a:solidFill>
              <a:srgbClr val="A9BFCD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 rtl="1">
              <a:def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[الصورة 3]</a:t>
            </a:r>
          </a:p>
        </p:txBody>
      </p:sp>
      <p:sp>
        <p:nvSpPr>
          <p:cNvPr id="32" name="template-30-field">
            <a:extLst>
              <a:ext uri="{FF2B5EF4-FFF2-40B4-BE49-F238E27FC236}">
                <ns3:creationId id="{B8261D6B-03ED-44BD-A4D9-F48965ACCA0F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3581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10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2100" lang="ar-SA">
                <a:solidFill>
                  <a:srgbClr val="096D91"/>
                </a:solidFill>
                <a:latin typeface="DIN Next LT Arabic Medium"/>
                <a:ea typeface="DIN Next LT Arabic Medium"/>
                <a:cs typeface="DIN Next LT Arabic Medium"/>
              </a:rPr>
              <a:t>[عنوان المشهد 3]</a:t>
            </a:r>
          </a:p>
        </p:txBody>
      </p:sp>
      <p:sp>
        <p:nvSpPr>
          <p:cNvPr id="33" name="template-31-field">
            <a:extLst>
              <a:ext uri="{FF2B5EF4-FFF2-40B4-BE49-F238E27FC236}">
                <ns3:creationId id="{E8E0904C-1E48-41D6-A7A7-76F186D474FB}"/>
              </a:ext>
            </a:extLst>
          </p:cNvPr>
          <p:cNvSpPr>
            <a:spLocks noGrp="1"/>
          </p:cNvSpPr>
          <p:nvPr/>
        </p:nvSpPr>
        <p:spPr>
          <a:xfrm>
            <a:off x="609600" y="5553075"/>
            <a:ext cx="3581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r" rtl="1">
              <a:def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025" lang="ar-SA">
                <a:solidFill>
                  <a:srgbClr val="16304A"/>
                </a:solidFill>
                <a:latin typeface="DIN Next LT Arabic"/>
                <a:ea typeface="DIN Next LT Arabic"/>
                <a:cs typeface="DIN Next LT Arabic"/>
              </a:rPr>
              <a:t>[وصف مختصر للمشهد]</a:t>
            </a:r>
          </a:p>
        </p:txBody>
      </p:sp>
    </p:spTree>
    <p:extLst>
      <p:ext uri="{BB962C8B-B14F-4D97-AF65-F5344CB8AC3E}">
        <p14:creationId val="1602904946"/>
      </p:ext>
    </p:extLst>
  </p:cSld>
  <mc:AlternateConten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B417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5" name="identity-5"/>
          <p:cNvPicPr>
            <a:picLocks noChangeAspect="1"/>
          </p:cNvPicPr>
          <p:nvPr/>
        </p:nvPicPr>
        <p:blipFill>
          <a:blip r:embed="R34848714e3364a9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dentity-6"/>
          <p:cNvPicPr>
            <a:picLocks noChangeAspect="1"/>
          </p:cNvPicPr>
          <p:nvPr/>
        </p:nvPicPr>
        <p:blipFill>
          <a:blip r:embed="R6ceaa023543047ac"/>
          <a:stretch/>
        </p:blipFill>
        <p:spPr>
          <a:xfrm>
            <a:off x="4667978" y="371475"/>
            <a:ext cx="2856045" cy="1381125"/>
          </a:xfrm>
          <a:prstGeom prst="rect">
            <a:avLst/>
          </a:prstGeom>
        </p:spPr>
      </p:pic>
      <p:sp>
        <p:nvSpPr>
          <p:cNvPr id="3" name="identity-3">
            <a:extLst>
              <a:ext uri="{FF2B5EF4-FFF2-40B4-BE49-F238E27FC236}">
                <ns3:creationId id="{8C22BDE4-0120-409E-9BC2-3C279FC0670C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9334500" cy="17811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0" rIns="0" bIns="0" anchor="t" rtlCol="1">
            <a:noAutofit/>
          </a:bodyPr>
          <a:lstStyle/>
          <a:p>
            <a:pPr algn="ctr" rtl="1">
              <a:def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rPr>
              <a:t>[رسالة الختام]</a:t>
            </a:r>
          </a:p>
          <a:p>
            <a:pPr algn="ctr" rtl="1">
              <a:def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defRPr>
            </a:pPr>
            <a:r>
              <a:rPr sz="4875" b="0" lang="ar-SA">
                <a:solidFill>
                  <a:srgbClr val="FFFFFF"/>
                </a:solidFill>
                <a:latin typeface="DIN Next LT Arabic Medium"/>
                <a:ea typeface="DIN Next LT Arabic Medium"/>
                <a:cs typeface="DIN Next LT Arabic Medium"/>
              </a:rPr>
              <a:t/>
            </a:r>
          </a:p>
        </p:txBody>
      </p:sp>
      <p:sp>
        <p:nvSpPr>
          <p:cNvPr id="7" name="template-32-field">
            <a:extLst>
              <a:ext uri="{FF2B5EF4-FFF2-40B4-BE49-F238E27FC236}">
                <ns3:creationId id="{8979CA3B-78BB-43DA-990B-A17D0B8F03FC}"/>
              </a:ext>
            </a:extLst>
          </p:cNvPr>
          <p:cNvSpPr>
            <a:spLocks noGrp="1"/>
          </p:cNvSpPr>
          <p:nvPr/>
        </p:nvSpPr>
        <p:spPr>
          <a:xfrm>
            <a:off x="1905000" y="4095750"/>
            <a:ext cx="8382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28575" tIns="0" rIns="0" bIns="0" anchor="t">
            <a:noAutofit/>
          </a:bodyPr>
          <a:lstStyle/>
          <a:p>
            <a:pPr algn="ctr" rtl="1">
              <a:defRPr sz="2400" lang="ar-SA">
                <a:solidFill>
                  <a:srgbClr val="FFFFFF"/>
                </a:solidFill>
                <a:latin typeface="DIN Next LT Arabic"/>
                <a:ea typeface="DIN Next LT Arabic"/>
                <a:cs typeface="DIN Next LT Arabic"/>
              </a:defRPr>
            </a:pPr>
            <a:r>
              <a:rPr sz="2400" lang="ar-SA">
                <a:solidFill>
                  <a:srgbClr val="FFFFFF"/>
                </a:solidFill>
                <a:latin typeface="DIN Next LT Arabic"/>
                <a:ea typeface="DIN Next LT Arabic"/>
                <a:cs typeface="DIN Next LT Arabic"/>
              </a:rPr>
              <a:t>[عبارة ختامية قصيرة]</a:t>
            </a:r>
          </a:p>
        </p:txBody>
      </p:sp>
    </p:spTree>
    <p:extLst>
      <p:ext uri="{BB962C8B-B14F-4D97-AF65-F5344CB8AC3E}">
        <p14:creationId val="98339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Slides>6</ap:Slides>
  <ap:Notes>232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Abdulaziz Almalki</dc:creator>
  <lastModifiedBy>Abdulaziz Almalki</lastModifiedBy>
  <dc:title>قالب التدريب المصور</dc:title>
  <dcterms:modified xsi:type="dcterms:W3CDTF">2026-10-03T09:54:43Z</dcterms:modified>
</coreProperties>
</file>