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67" r:id="rId3"/>
    <p:sldId id="263" r:id="rId4"/>
    <p:sldId id="262" r:id="rId5"/>
    <p:sldId id="264" r:id="rId6"/>
    <p:sldId id="265" r:id="rId7"/>
    <p:sldId id="266" r:id="rId8"/>
  </p:sldIdLst>
  <p:sldSz cx="23814088" cy="23814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>
        <p:scale>
          <a:sx n="30" d="100"/>
          <a:sy n="30" d="100"/>
        </p:scale>
        <p:origin x="261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6057" y="3897353"/>
            <a:ext cx="20241975" cy="8290831"/>
          </a:xfrm>
        </p:spPr>
        <p:txBody>
          <a:bodyPr anchor="b"/>
          <a:lstStyle>
            <a:lvl1pPr algn="ctr">
              <a:defRPr sz="15626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6761" y="12507910"/>
            <a:ext cx="17860566" cy="5749557"/>
          </a:xfrm>
        </p:spPr>
        <p:txBody>
          <a:bodyPr/>
          <a:lstStyle>
            <a:lvl1pPr marL="0" indent="0" algn="ctr">
              <a:buNone/>
              <a:defRPr sz="6250"/>
            </a:lvl1pPr>
            <a:lvl2pPr marL="1190686" indent="0" algn="ctr">
              <a:buNone/>
              <a:defRPr sz="5209"/>
            </a:lvl2pPr>
            <a:lvl3pPr marL="2381372" indent="0" algn="ctr">
              <a:buNone/>
              <a:defRPr sz="4688"/>
            </a:lvl3pPr>
            <a:lvl4pPr marL="3572058" indent="0" algn="ctr">
              <a:buNone/>
              <a:defRPr sz="4167"/>
            </a:lvl4pPr>
            <a:lvl5pPr marL="4762744" indent="0" algn="ctr">
              <a:buNone/>
              <a:defRPr sz="4167"/>
            </a:lvl5pPr>
            <a:lvl6pPr marL="5953430" indent="0" algn="ctr">
              <a:buNone/>
              <a:defRPr sz="4167"/>
            </a:lvl6pPr>
            <a:lvl7pPr marL="7144116" indent="0" algn="ctr">
              <a:buNone/>
              <a:defRPr sz="4167"/>
            </a:lvl7pPr>
            <a:lvl8pPr marL="8334802" indent="0" algn="ctr">
              <a:buNone/>
              <a:defRPr sz="4167"/>
            </a:lvl8pPr>
            <a:lvl9pPr marL="9525488" indent="0" algn="ctr">
              <a:buNone/>
              <a:defRPr sz="4167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118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4631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817" y="5936992"/>
            <a:ext cx="20539651" cy="9905997"/>
          </a:xfrm>
        </p:spPr>
        <p:txBody>
          <a:bodyPr anchor="b"/>
          <a:lstStyle>
            <a:lvl1pPr>
              <a:defRPr sz="15626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817" y="15936703"/>
            <a:ext cx="20539651" cy="5209330"/>
          </a:xfrm>
        </p:spPr>
        <p:txBody>
          <a:bodyPr/>
          <a:lstStyle>
            <a:lvl1pPr marL="0" indent="0">
              <a:buNone/>
              <a:defRPr sz="6250">
                <a:solidFill>
                  <a:schemeClr val="tx1">
                    <a:tint val="82000"/>
                  </a:schemeClr>
                </a:solidFill>
              </a:defRPr>
            </a:lvl1pPr>
            <a:lvl2pPr marL="1190686" indent="0">
              <a:buNone/>
              <a:defRPr sz="5209">
                <a:solidFill>
                  <a:schemeClr val="tx1">
                    <a:tint val="82000"/>
                  </a:schemeClr>
                </a:solidFill>
              </a:defRPr>
            </a:lvl2pPr>
            <a:lvl3pPr marL="2381372" indent="0">
              <a:buNone/>
              <a:defRPr sz="4688">
                <a:solidFill>
                  <a:schemeClr val="tx1">
                    <a:tint val="82000"/>
                  </a:schemeClr>
                </a:solidFill>
              </a:defRPr>
            </a:lvl3pPr>
            <a:lvl4pPr marL="3572058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4pPr>
            <a:lvl5pPr marL="4762744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5pPr>
            <a:lvl6pPr marL="5953430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6pPr>
            <a:lvl7pPr marL="7144116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7pPr>
            <a:lvl8pPr marL="8334802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8pPr>
            <a:lvl9pPr marL="9525488" indent="0">
              <a:buNone/>
              <a:defRPr sz="41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762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7219" y="6339398"/>
            <a:ext cx="10120987" cy="1510982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55882" y="6339398"/>
            <a:ext cx="10120987" cy="1510982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8579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320" y="1267885"/>
            <a:ext cx="20539651" cy="460295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0323" y="5837761"/>
            <a:ext cx="10074474" cy="2860996"/>
          </a:xfrm>
        </p:spPr>
        <p:txBody>
          <a:bodyPr anchor="b"/>
          <a:lstStyle>
            <a:lvl1pPr marL="0" indent="0">
              <a:buNone/>
              <a:defRPr sz="6250" b="1"/>
            </a:lvl1pPr>
            <a:lvl2pPr marL="1190686" indent="0">
              <a:buNone/>
              <a:defRPr sz="5209" b="1"/>
            </a:lvl2pPr>
            <a:lvl3pPr marL="2381372" indent="0">
              <a:buNone/>
              <a:defRPr sz="4688" b="1"/>
            </a:lvl3pPr>
            <a:lvl4pPr marL="3572058" indent="0">
              <a:buNone/>
              <a:defRPr sz="4167" b="1"/>
            </a:lvl4pPr>
            <a:lvl5pPr marL="4762744" indent="0">
              <a:buNone/>
              <a:defRPr sz="4167" b="1"/>
            </a:lvl5pPr>
            <a:lvl6pPr marL="5953430" indent="0">
              <a:buNone/>
              <a:defRPr sz="4167" b="1"/>
            </a:lvl6pPr>
            <a:lvl7pPr marL="7144116" indent="0">
              <a:buNone/>
              <a:defRPr sz="4167" b="1"/>
            </a:lvl7pPr>
            <a:lvl8pPr marL="8334802" indent="0">
              <a:buNone/>
              <a:defRPr sz="4167" b="1"/>
            </a:lvl8pPr>
            <a:lvl9pPr marL="9525488" indent="0">
              <a:buNone/>
              <a:defRPr sz="4167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323" y="8698757"/>
            <a:ext cx="10074474" cy="1279456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55883" y="5837761"/>
            <a:ext cx="10124089" cy="2860996"/>
          </a:xfrm>
        </p:spPr>
        <p:txBody>
          <a:bodyPr anchor="b"/>
          <a:lstStyle>
            <a:lvl1pPr marL="0" indent="0">
              <a:buNone/>
              <a:defRPr sz="6250" b="1"/>
            </a:lvl1pPr>
            <a:lvl2pPr marL="1190686" indent="0">
              <a:buNone/>
              <a:defRPr sz="5209" b="1"/>
            </a:lvl2pPr>
            <a:lvl3pPr marL="2381372" indent="0">
              <a:buNone/>
              <a:defRPr sz="4688" b="1"/>
            </a:lvl3pPr>
            <a:lvl4pPr marL="3572058" indent="0">
              <a:buNone/>
              <a:defRPr sz="4167" b="1"/>
            </a:lvl4pPr>
            <a:lvl5pPr marL="4762744" indent="0">
              <a:buNone/>
              <a:defRPr sz="4167" b="1"/>
            </a:lvl5pPr>
            <a:lvl6pPr marL="5953430" indent="0">
              <a:buNone/>
              <a:defRPr sz="4167" b="1"/>
            </a:lvl6pPr>
            <a:lvl7pPr marL="7144116" indent="0">
              <a:buNone/>
              <a:defRPr sz="4167" b="1"/>
            </a:lvl7pPr>
            <a:lvl8pPr marL="8334802" indent="0">
              <a:buNone/>
              <a:defRPr sz="4167" b="1"/>
            </a:lvl8pPr>
            <a:lvl9pPr marL="9525488" indent="0">
              <a:buNone/>
              <a:defRPr sz="4167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55883" y="8698757"/>
            <a:ext cx="10124089" cy="12794562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346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0148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3384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320" y="1587606"/>
            <a:ext cx="7680663" cy="5556621"/>
          </a:xfrm>
        </p:spPr>
        <p:txBody>
          <a:bodyPr anchor="b"/>
          <a:lstStyle>
            <a:lvl1pPr>
              <a:defRPr sz="8334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4089" y="3428793"/>
            <a:ext cx="12055882" cy="16923438"/>
          </a:xfrm>
        </p:spPr>
        <p:txBody>
          <a:bodyPr/>
          <a:lstStyle>
            <a:lvl1pPr>
              <a:defRPr sz="8334"/>
            </a:lvl1pPr>
            <a:lvl2pPr>
              <a:defRPr sz="7292"/>
            </a:lvl2pPr>
            <a:lvl3pPr>
              <a:defRPr sz="6250"/>
            </a:lvl3pPr>
            <a:lvl4pPr>
              <a:defRPr sz="5209"/>
            </a:lvl4pPr>
            <a:lvl5pPr>
              <a:defRPr sz="5209"/>
            </a:lvl5pPr>
            <a:lvl6pPr>
              <a:defRPr sz="5209"/>
            </a:lvl6pPr>
            <a:lvl7pPr>
              <a:defRPr sz="5209"/>
            </a:lvl7pPr>
            <a:lvl8pPr>
              <a:defRPr sz="5209"/>
            </a:lvl8pPr>
            <a:lvl9pPr>
              <a:defRPr sz="5209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0320" y="7144226"/>
            <a:ext cx="7680663" cy="13235563"/>
          </a:xfrm>
        </p:spPr>
        <p:txBody>
          <a:bodyPr/>
          <a:lstStyle>
            <a:lvl1pPr marL="0" indent="0">
              <a:buNone/>
              <a:defRPr sz="4167"/>
            </a:lvl1pPr>
            <a:lvl2pPr marL="1190686" indent="0">
              <a:buNone/>
              <a:defRPr sz="3646"/>
            </a:lvl2pPr>
            <a:lvl3pPr marL="2381372" indent="0">
              <a:buNone/>
              <a:defRPr sz="3125"/>
            </a:lvl3pPr>
            <a:lvl4pPr marL="3572058" indent="0">
              <a:buNone/>
              <a:defRPr sz="2604"/>
            </a:lvl4pPr>
            <a:lvl5pPr marL="4762744" indent="0">
              <a:buNone/>
              <a:defRPr sz="2604"/>
            </a:lvl5pPr>
            <a:lvl6pPr marL="5953430" indent="0">
              <a:buNone/>
              <a:defRPr sz="2604"/>
            </a:lvl6pPr>
            <a:lvl7pPr marL="7144116" indent="0">
              <a:buNone/>
              <a:defRPr sz="2604"/>
            </a:lvl7pPr>
            <a:lvl8pPr marL="8334802" indent="0">
              <a:buNone/>
              <a:defRPr sz="2604"/>
            </a:lvl8pPr>
            <a:lvl9pPr marL="9525488" indent="0">
              <a:buNone/>
              <a:defRPr sz="2604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26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320" y="1587606"/>
            <a:ext cx="7680663" cy="5556621"/>
          </a:xfrm>
        </p:spPr>
        <p:txBody>
          <a:bodyPr anchor="b"/>
          <a:lstStyle>
            <a:lvl1pPr>
              <a:defRPr sz="8334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24089" y="3428793"/>
            <a:ext cx="12055882" cy="16923438"/>
          </a:xfrm>
        </p:spPr>
        <p:txBody>
          <a:bodyPr anchor="t"/>
          <a:lstStyle>
            <a:lvl1pPr marL="0" indent="0">
              <a:buNone/>
              <a:defRPr sz="8334"/>
            </a:lvl1pPr>
            <a:lvl2pPr marL="1190686" indent="0">
              <a:buNone/>
              <a:defRPr sz="7292"/>
            </a:lvl2pPr>
            <a:lvl3pPr marL="2381372" indent="0">
              <a:buNone/>
              <a:defRPr sz="6250"/>
            </a:lvl3pPr>
            <a:lvl4pPr marL="3572058" indent="0">
              <a:buNone/>
              <a:defRPr sz="5209"/>
            </a:lvl4pPr>
            <a:lvl5pPr marL="4762744" indent="0">
              <a:buNone/>
              <a:defRPr sz="5209"/>
            </a:lvl5pPr>
            <a:lvl6pPr marL="5953430" indent="0">
              <a:buNone/>
              <a:defRPr sz="5209"/>
            </a:lvl6pPr>
            <a:lvl7pPr marL="7144116" indent="0">
              <a:buNone/>
              <a:defRPr sz="5209"/>
            </a:lvl7pPr>
            <a:lvl8pPr marL="8334802" indent="0">
              <a:buNone/>
              <a:defRPr sz="5209"/>
            </a:lvl8pPr>
            <a:lvl9pPr marL="9525488" indent="0">
              <a:buNone/>
              <a:defRPr sz="5209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0320" y="7144226"/>
            <a:ext cx="7680663" cy="13235563"/>
          </a:xfrm>
        </p:spPr>
        <p:txBody>
          <a:bodyPr/>
          <a:lstStyle>
            <a:lvl1pPr marL="0" indent="0">
              <a:buNone/>
              <a:defRPr sz="4167"/>
            </a:lvl1pPr>
            <a:lvl2pPr marL="1190686" indent="0">
              <a:buNone/>
              <a:defRPr sz="3646"/>
            </a:lvl2pPr>
            <a:lvl3pPr marL="2381372" indent="0">
              <a:buNone/>
              <a:defRPr sz="3125"/>
            </a:lvl3pPr>
            <a:lvl4pPr marL="3572058" indent="0">
              <a:buNone/>
              <a:defRPr sz="2604"/>
            </a:lvl4pPr>
            <a:lvl5pPr marL="4762744" indent="0">
              <a:buNone/>
              <a:defRPr sz="2604"/>
            </a:lvl5pPr>
            <a:lvl6pPr marL="5953430" indent="0">
              <a:buNone/>
              <a:defRPr sz="2604"/>
            </a:lvl6pPr>
            <a:lvl7pPr marL="7144116" indent="0">
              <a:buNone/>
              <a:defRPr sz="2604"/>
            </a:lvl7pPr>
            <a:lvl8pPr marL="8334802" indent="0">
              <a:buNone/>
              <a:defRPr sz="2604"/>
            </a:lvl8pPr>
            <a:lvl9pPr marL="9525488" indent="0">
              <a:buNone/>
              <a:defRPr sz="2604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5541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7175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41958" y="1267880"/>
            <a:ext cx="5134913" cy="20181339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7220" y="1267880"/>
            <a:ext cx="15107062" cy="20181339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4580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7219" y="1267885"/>
            <a:ext cx="20539651" cy="4602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219" y="6339398"/>
            <a:ext cx="20539651" cy="15109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7218" y="22072137"/>
            <a:ext cx="5358170" cy="1267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469EF-241B-4F0F-84D8-E0F9C17ABD01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88417" y="22072137"/>
            <a:ext cx="8037255" cy="1267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18700" y="22072137"/>
            <a:ext cx="5358170" cy="1267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57961-614A-4206-9EEA-8EF52C7962F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6495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81372" rtl="1" eaLnBrk="1" latinLnBrk="0" hangingPunct="1">
        <a:lnSpc>
          <a:spcPct val="90000"/>
        </a:lnSpc>
        <a:spcBef>
          <a:spcPct val="0"/>
        </a:spcBef>
        <a:buNone/>
        <a:defRPr sz="114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5343" indent="-595343" algn="r" defTabSz="2381372" rtl="1" eaLnBrk="1" latinLnBrk="0" hangingPunct="1">
        <a:lnSpc>
          <a:spcPct val="90000"/>
        </a:lnSpc>
        <a:spcBef>
          <a:spcPts val="2604"/>
        </a:spcBef>
        <a:buFont typeface="Arial" panose="020B0604020202020204" pitchFamily="34" charset="0"/>
        <a:buChar char="•"/>
        <a:defRPr sz="7292" kern="1200">
          <a:solidFill>
            <a:schemeClr val="tx1"/>
          </a:solidFill>
          <a:latin typeface="+mn-lt"/>
          <a:ea typeface="+mn-ea"/>
          <a:cs typeface="+mn-cs"/>
        </a:defRPr>
      </a:lvl1pPr>
      <a:lvl2pPr marL="1786029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6250" kern="1200">
          <a:solidFill>
            <a:schemeClr val="tx1"/>
          </a:solidFill>
          <a:latin typeface="+mn-lt"/>
          <a:ea typeface="+mn-ea"/>
          <a:cs typeface="+mn-cs"/>
        </a:defRPr>
      </a:lvl2pPr>
      <a:lvl3pPr marL="2976715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5209" kern="1200">
          <a:solidFill>
            <a:schemeClr val="tx1"/>
          </a:solidFill>
          <a:latin typeface="+mn-lt"/>
          <a:ea typeface="+mn-ea"/>
          <a:cs typeface="+mn-cs"/>
        </a:defRPr>
      </a:lvl3pPr>
      <a:lvl4pPr marL="4167401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4pPr>
      <a:lvl5pPr marL="5358087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5pPr>
      <a:lvl6pPr marL="6548773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6pPr>
      <a:lvl7pPr marL="7739459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7pPr>
      <a:lvl8pPr marL="8930145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8pPr>
      <a:lvl9pPr marL="10120831" indent="-595343" algn="r" defTabSz="2381372" rtl="1" eaLnBrk="1" latinLnBrk="0" hangingPunct="1">
        <a:lnSpc>
          <a:spcPct val="90000"/>
        </a:lnSpc>
        <a:spcBef>
          <a:spcPts val="1302"/>
        </a:spcBef>
        <a:buFont typeface="Arial" panose="020B0604020202020204" pitchFamily="34" charset="0"/>
        <a:buChar char="•"/>
        <a:defRPr sz="4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1pPr>
      <a:lvl2pPr marL="1190686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2pPr>
      <a:lvl3pPr marL="2381372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3pPr>
      <a:lvl4pPr marL="3572058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4pPr>
      <a:lvl5pPr marL="4762744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5pPr>
      <a:lvl6pPr marL="5953430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6pPr>
      <a:lvl7pPr marL="7144116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7pPr>
      <a:lvl8pPr marL="8334802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8pPr>
      <a:lvl9pPr marL="9525488" algn="r" defTabSz="2381372" rtl="1" eaLnBrk="1" latinLnBrk="0" hangingPunct="1">
        <a:defRPr sz="4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ربع نص 19">
            <a:extLst>
              <a:ext uri="{FF2B5EF4-FFF2-40B4-BE49-F238E27FC236}">
                <a16:creationId xmlns:a16="http://schemas.microsoft.com/office/drawing/2014/main" id="{0357529A-7AE4-77E8-1468-8E0D1A97614E}"/>
              </a:ext>
            </a:extLst>
          </p:cNvPr>
          <p:cNvSpPr txBox="1"/>
          <p:nvPr/>
        </p:nvSpPr>
        <p:spPr>
          <a:xfrm>
            <a:off x="3314700" y="7090341"/>
            <a:ext cx="19234432" cy="991034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1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تعليمات استخدام قوالب النشر الإلكتروني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الالتزام بالقوالب المعتمدة والهوية البصرية.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تعديل النصوص والصور وفق دليل الهوية المعتمد 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عدم تغيير وضع الشعار أو إضافة اسم الإدارة – المنشأة التدريبية أسفل الشعار 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استخدام صور عالية الجودة ومحتوى مختصر وواضح.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مراجعة التصميم والتأكد من سلامة المحتوى قبل النشر.</a:t>
            </a:r>
          </a:p>
          <a:p>
            <a:pPr marL="1143000" indent="-1143000" algn="r" rtl="1">
              <a:lnSpc>
                <a:spcPct val="150000"/>
              </a:lnSpc>
              <a:buFont typeface="+mj-lt"/>
              <a:buAutoNum type="arabicPeriod"/>
            </a:pP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تصدير التصميم بالجودة والمقاس المعتمد للنشر الإلكتروني ويفضل تصديره بصيغة </a:t>
            </a:r>
            <a:r>
              <a:rPr lang="en-US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PNG</a:t>
            </a:r>
            <a:r>
              <a:rPr lang="ar-SA" sz="5400" dirty="0"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 للحفاظ على الدقة.</a:t>
            </a: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8EB67B3B-7AA5-EBA8-2685-D9717BD8A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4618"/>
          <a:stretch>
            <a:fillRect/>
          </a:stretch>
        </p:blipFill>
        <p:spPr>
          <a:xfrm>
            <a:off x="15442438" y="-797475"/>
            <a:ext cx="7574512" cy="376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3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E88C-19A9-875A-9DFA-6207893C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>
            <a:extLst>
              <a:ext uri="{FF2B5EF4-FFF2-40B4-BE49-F238E27FC236}">
                <a16:creationId xmlns:a16="http://schemas.microsoft.com/office/drawing/2014/main" id="{F45A122D-27F8-D6A6-7020-D934A02B0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4059"/>
            <a:ext cx="23814087" cy="13585371"/>
          </a:xfrm>
          <a:prstGeom prst="rect">
            <a:avLst/>
          </a:prstGeom>
        </p:spPr>
      </p:pic>
      <p:sp>
        <p:nvSpPr>
          <p:cNvPr id="20" name="مربع نص 19">
            <a:extLst>
              <a:ext uri="{FF2B5EF4-FFF2-40B4-BE49-F238E27FC236}">
                <a16:creationId xmlns:a16="http://schemas.microsoft.com/office/drawing/2014/main" id="{A20EEA01-5B51-A08C-C901-8BF156851B62}"/>
              </a:ext>
            </a:extLst>
          </p:cNvPr>
          <p:cNvSpPr txBox="1"/>
          <p:nvPr/>
        </p:nvSpPr>
        <p:spPr>
          <a:xfrm>
            <a:off x="7195126" y="10113686"/>
            <a:ext cx="10897535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accent1">
                    <a:lumMod val="50000"/>
                  </a:schemeClr>
                </a:solidFill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يتم كتابة المحتوى الإعلامي هنا </a:t>
            </a:r>
          </a:p>
        </p:txBody>
      </p:sp>
      <p:pic>
        <p:nvPicPr>
          <p:cNvPr id="24" name="صورة 23">
            <a:extLst>
              <a:ext uri="{FF2B5EF4-FFF2-40B4-BE49-F238E27FC236}">
                <a16:creationId xmlns:a16="http://schemas.microsoft.com/office/drawing/2014/main" id="{03D5A05A-20A2-B965-CB18-6995D4443B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4618"/>
          <a:stretch>
            <a:fillRect/>
          </a:stretch>
        </p:blipFill>
        <p:spPr>
          <a:xfrm>
            <a:off x="15442438" y="-797475"/>
            <a:ext cx="7574512" cy="3766291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768CBD03-9C8A-C391-600E-8B6175A58FAF}"/>
              </a:ext>
            </a:extLst>
          </p:cNvPr>
          <p:cNvSpPr txBox="1"/>
          <p:nvPr/>
        </p:nvSpPr>
        <p:spPr>
          <a:xfrm>
            <a:off x="706536" y="22753099"/>
            <a:ext cx="5498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accent1">
                    <a:lumMod val="5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419F2020-A8FA-C088-5EA4-BE9A399BC7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724" t="-138846" r="19214"/>
          <a:stretch>
            <a:fillRect/>
          </a:stretch>
        </p:blipFill>
        <p:spPr>
          <a:xfrm>
            <a:off x="0" y="21658890"/>
            <a:ext cx="24140659" cy="8821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966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B2CB-D37D-2680-4F74-B73ABFE31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4700F912-F85C-DFFC-31A9-4E677336E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" t="1963" r="520" b="310"/>
          <a:stretch>
            <a:fillRect/>
          </a:stretch>
        </p:blipFill>
        <p:spPr>
          <a:xfrm>
            <a:off x="0" y="-133958"/>
            <a:ext cx="23814088" cy="23948045"/>
          </a:xfrm>
          <a:prstGeom prst="rect">
            <a:avLst/>
          </a:prstGeom>
        </p:spPr>
      </p:pic>
      <p:pic>
        <p:nvPicPr>
          <p:cNvPr id="2" name="صورة 1">
            <a:extLst>
              <a:ext uri="{FF2B5EF4-FFF2-40B4-BE49-F238E27FC236}">
                <a16:creationId xmlns:a16="http://schemas.microsoft.com/office/drawing/2014/main" id="{412FAADB-EAEC-1E91-D40C-2513BDB80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58" y="893448"/>
            <a:ext cx="6329142" cy="2152457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61A0E9B1-7C41-14DB-309E-DECA1EB9EFDA}"/>
              </a:ext>
            </a:extLst>
          </p:cNvPr>
          <p:cNvSpPr txBox="1"/>
          <p:nvPr/>
        </p:nvSpPr>
        <p:spPr>
          <a:xfrm>
            <a:off x="7195126" y="10113686"/>
            <a:ext cx="10897535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bg1"/>
                </a:solidFill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يتم كتابة المحتوى الإعلامي هنا 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921D8A06-4008-42CA-C37D-62A6B06ACE11}"/>
              </a:ext>
            </a:extLst>
          </p:cNvPr>
          <p:cNvSpPr txBox="1"/>
          <p:nvPr/>
        </p:nvSpPr>
        <p:spPr>
          <a:xfrm>
            <a:off x="1036848" y="22481542"/>
            <a:ext cx="5538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15847641-44C3-96CE-B781-F62BA7192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-4736" r="33487" b="42116"/>
          <a:stretch>
            <a:fillRect/>
          </a:stretch>
        </p:blipFill>
        <p:spPr>
          <a:xfrm>
            <a:off x="303496" y="20329085"/>
            <a:ext cx="23510592" cy="21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8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F106-4042-2683-EDD3-6ED99957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4A8EDD0B-38F9-8B82-15AE-CA381AF44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" t="1587" b="220"/>
          <a:stretch>
            <a:fillRect/>
          </a:stretch>
        </p:blipFill>
        <p:spPr>
          <a:xfrm>
            <a:off x="0" y="0"/>
            <a:ext cx="23814088" cy="23814088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E0D470A9-43A1-6885-DBED-87A9B48B1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58" y="893448"/>
            <a:ext cx="6329142" cy="2152457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4F70C6CE-5752-E7BA-B94C-FA4CD69DA6C0}"/>
              </a:ext>
            </a:extLst>
          </p:cNvPr>
          <p:cNvSpPr txBox="1"/>
          <p:nvPr/>
        </p:nvSpPr>
        <p:spPr>
          <a:xfrm>
            <a:off x="7195126" y="10113686"/>
            <a:ext cx="9547807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bg1"/>
                </a:solidFill>
              </a:rPr>
              <a:t>يتم كتابة المحتوى الإعلامي هنا 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6CD1106-181D-36E1-3565-DFA2FEE093FE}"/>
              </a:ext>
            </a:extLst>
          </p:cNvPr>
          <p:cNvSpPr txBox="1"/>
          <p:nvPr/>
        </p:nvSpPr>
        <p:spPr>
          <a:xfrm>
            <a:off x="1036848" y="22481542"/>
            <a:ext cx="5538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70DA0EE2-7D82-0990-8E0C-9CDF3A0E0D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-4736" r="33487" b="42116"/>
          <a:stretch>
            <a:fillRect/>
          </a:stretch>
        </p:blipFill>
        <p:spPr>
          <a:xfrm>
            <a:off x="303496" y="20329085"/>
            <a:ext cx="23510592" cy="21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21DE-3B35-5FAF-ED3C-5F56FDB7E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CC6DB97F-9E03-28F0-D85D-2D8A5D434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"/>
          <a:stretch>
            <a:fillRect/>
          </a:stretch>
        </p:blipFill>
        <p:spPr>
          <a:xfrm>
            <a:off x="0" y="1"/>
            <a:ext cx="23814088" cy="2381408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9455F828-2703-9E4A-BC56-58470B40E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58" y="893448"/>
            <a:ext cx="6329142" cy="2152457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EA331B0F-777E-2BE8-3572-232C16F59A60}"/>
              </a:ext>
            </a:extLst>
          </p:cNvPr>
          <p:cNvSpPr txBox="1"/>
          <p:nvPr/>
        </p:nvSpPr>
        <p:spPr>
          <a:xfrm>
            <a:off x="7195126" y="10113686"/>
            <a:ext cx="9547807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bg1"/>
                </a:solidFill>
              </a:rPr>
              <a:t>يتم كتابة المحتوى الإعلامي هنا 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D58F875-9DAB-8BCC-A545-72DCF8E1ABE2}"/>
              </a:ext>
            </a:extLst>
          </p:cNvPr>
          <p:cNvSpPr txBox="1"/>
          <p:nvPr/>
        </p:nvSpPr>
        <p:spPr>
          <a:xfrm>
            <a:off x="1036848" y="22481542"/>
            <a:ext cx="5538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96C0A908-E336-BCBB-18AF-9821C93CB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-4736" r="33487" b="42116"/>
          <a:stretch>
            <a:fillRect/>
          </a:stretch>
        </p:blipFill>
        <p:spPr>
          <a:xfrm>
            <a:off x="303496" y="20329085"/>
            <a:ext cx="23510592" cy="21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6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CF23-C18C-49A4-F02A-CCF7F60C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D4594F62-C29C-0374-554E-B505EDFD3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"/>
          <a:stretch>
            <a:fillRect/>
          </a:stretch>
        </p:blipFill>
        <p:spPr>
          <a:xfrm>
            <a:off x="0" y="0"/>
            <a:ext cx="23814088" cy="2381408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3B707B10-40A7-F5DF-4287-A335CB822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58" y="893448"/>
            <a:ext cx="6329142" cy="2152457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996A558F-CBD2-352C-2547-EB5DA3AA01A6}"/>
              </a:ext>
            </a:extLst>
          </p:cNvPr>
          <p:cNvSpPr txBox="1"/>
          <p:nvPr/>
        </p:nvSpPr>
        <p:spPr>
          <a:xfrm>
            <a:off x="7195126" y="10113686"/>
            <a:ext cx="9547807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bg1"/>
                </a:solidFill>
              </a:rPr>
              <a:t>يتم كتابة المحتوى الإعلامي هنا 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C68B06E-BD02-7439-1298-D364066BA75D}"/>
              </a:ext>
            </a:extLst>
          </p:cNvPr>
          <p:cNvSpPr txBox="1"/>
          <p:nvPr/>
        </p:nvSpPr>
        <p:spPr>
          <a:xfrm>
            <a:off x="1036848" y="22481542"/>
            <a:ext cx="5538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04EFA417-D473-5300-955B-9564FE560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-4736" r="33487" b="42116"/>
          <a:stretch>
            <a:fillRect/>
          </a:stretch>
        </p:blipFill>
        <p:spPr>
          <a:xfrm>
            <a:off x="303496" y="20329085"/>
            <a:ext cx="23510592" cy="21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6936-055C-0161-20D7-F2939697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A93E1A88-350C-71A6-90F6-517D53EEF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"/>
          <a:stretch>
            <a:fillRect/>
          </a:stretch>
        </p:blipFill>
        <p:spPr>
          <a:xfrm>
            <a:off x="0" y="0"/>
            <a:ext cx="23814088" cy="23814088"/>
          </a:xfrm>
          <a:prstGeom prst="rect">
            <a:avLst/>
          </a:prstGeom>
        </p:spPr>
      </p:pic>
      <p:pic>
        <p:nvPicPr>
          <p:cNvPr id="5" name="صورة 4">
            <a:extLst>
              <a:ext uri="{FF2B5EF4-FFF2-40B4-BE49-F238E27FC236}">
                <a16:creationId xmlns:a16="http://schemas.microsoft.com/office/drawing/2014/main" id="{0A29EC48-8F13-7CD2-66F8-5CE397DE6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658" y="893448"/>
            <a:ext cx="6329142" cy="2152457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7B0B3373-8282-F2B7-40F5-11CA6CC4B4A9}"/>
              </a:ext>
            </a:extLst>
          </p:cNvPr>
          <p:cNvSpPr txBox="1"/>
          <p:nvPr/>
        </p:nvSpPr>
        <p:spPr>
          <a:xfrm>
            <a:off x="7195126" y="10113686"/>
            <a:ext cx="9547807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7200" dirty="0">
                <a:solidFill>
                  <a:schemeClr val="bg1"/>
                </a:solidFill>
              </a:rPr>
              <a:t>يتم كتابة المحتوى الإعلامي هنا 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06D4BFC-C684-439D-4C0F-CA59664F6B23}"/>
              </a:ext>
            </a:extLst>
          </p:cNvPr>
          <p:cNvSpPr txBox="1"/>
          <p:nvPr/>
        </p:nvSpPr>
        <p:spPr>
          <a:xfrm>
            <a:off x="1036848" y="22481542"/>
            <a:ext cx="5538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360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sz="3600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479B63C2-63CE-6999-695B-593FE85F4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-4736" r="33487" b="42116"/>
          <a:stretch>
            <a:fillRect/>
          </a:stretch>
        </p:blipFill>
        <p:spPr>
          <a:xfrm>
            <a:off x="303496" y="20329085"/>
            <a:ext cx="23510592" cy="215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7038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نسق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3252</TotalTime>
  <Words>125</Words>
  <Application>Microsoft Office PowerPoint</Application>
  <PresentationFormat>مخصص</PresentationFormat>
  <Paragraphs>19</Paragraphs>
  <Slides>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DIN Next LT Arabic</vt:lpstr>
      <vt:lpstr>DIN NEXT™ ARABIC LIGHT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زكريا البشري</dc:creator>
  <cp:lastModifiedBy>زكريا مرزوق البشري</cp:lastModifiedBy>
  <cp:revision>3</cp:revision>
  <dcterms:created xsi:type="dcterms:W3CDTF">2026-06-30T14:09:46Z</dcterms:created>
  <dcterms:modified xsi:type="dcterms:W3CDTF">2026-07-14T07:40:35Z</dcterms:modified>
</cp:coreProperties>
</file>